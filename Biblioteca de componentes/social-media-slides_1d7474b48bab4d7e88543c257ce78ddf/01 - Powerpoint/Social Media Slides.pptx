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059" r:id="rId2"/>
    <p:sldId id="4060" r:id="rId3"/>
    <p:sldId id="4061" r:id="rId4"/>
    <p:sldId id="4062" r:id="rId5"/>
    <p:sldId id="4063" r:id="rId6"/>
    <p:sldId id="4064" r:id="rId7"/>
    <p:sldId id="4065" r:id="rId8"/>
    <p:sldId id="4066" r:id="rId9"/>
    <p:sldId id="4067" r:id="rId10"/>
    <p:sldId id="4068" r:id="rId11"/>
    <p:sldId id="4069" r:id="rId12"/>
    <p:sldId id="4070" r:id="rId13"/>
    <p:sldId id="4071" r:id="rId14"/>
    <p:sldId id="4072" r:id="rId15"/>
    <p:sldId id="4073" r:id="rId16"/>
    <p:sldId id="4074" r:id="rId17"/>
    <p:sldId id="4075" r:id="rId18"/>
    <p:sldId id="4076" r:id="rId19"/>
    <p:sldId id="4077" r:id="rId20"/>
    <p:sldId id="4078" r:id="rId21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F9FBFF"/>
    <a:srgbClr val="073B4C"/>
    <a:srgbClr val="335FFE"/>
    <a:srgbClr val="ECF3F6"/>
    <a:srgbClr val="B5B5B5"/>
    <a:srgbClr val="DEDEDE"/>
    <a:srgbClr val="DDDDDD"/>
    <a:srgbClr val="BAC4C6"/>
    <a:srgbClr val="C4C9CE"/>
    <a:srgbClr val="6D77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37" autoAdjust="0"/>
    <p:restoredTop sz="96868" autoAdjust="0"/>
  </p:normalViewPr>
  <p:slideViewPr>
    <p:cSldViewPr snapToGrid="0" snapToObjects="1">
      <p:cViewPr varScale="1">
        <p:scale>
          <a:sx n="65" d="100"/>
          <a:sy n="65" d="100"/>
        </p:scale>
        <p:origin x="344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DM Sa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DM Sans" pitchFamily="2" charset="77"/>
              </a:defRPr>
            </a:lvl1pPr>
          </a:lstStyle>
          <a:p>
            <a:fld id="{EFC10EE1-B198-C942-8235-326C972CBB30}" type="datetimeFigureOut">
              <a:rPr lang="en-US" smtClean="0"/>
              <a:pPr/>
              <a:t>6/10/20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DM Sa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DM Sans" pitchFamily="2" charset="77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DM Sans" pitchFamily="2" charset="77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DM Sans" pitchFamily="2" charset="77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DM Sans" pitchFamily="2" charset="77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DM Sans" pitchFamily="2" charset="77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DM Sans" pitchFamily="2" charset="77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88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4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25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</p:sldLayoutIdLst>
  <p:hf hdr="0" ftr="0" dt="0"/>
  <p:txStyles>
    <p:titleStyle>
      <a:lvl1pPr algn="ctr" defTabSz="1828434" rtl="0" eaLnBrk="1" latinLnBrk="0" hangingPunct="1">
        <a:lnSpc>
          <a:spcPct val="90000"/>
        </a:lnSpc>
        <a:spcBef>
          <a:spcPct val="0"/>
        </a:spcBef>
        <a:buNone/>
        <a:defRPr lang="en-US" sz="6000" b="1" i="0" kern="1200">
          <a:solidFill>
            <a:schemeClr val="tx2"/>
          </a:solidFill>
          <a:latin typeface="DM Sans" pitchFamily="2" charset="77"/>
          <a:ea typeface="Open Sans Light" panose="020B0306030504020204" pitchFamily="34" charset="0"/>
          <a:cs typeface="Poppins Light" pitchFamily="2" charset="77"/>
        </a:defRPr>
      </a:lvl1pPr>
    </p:titleStyle>
    <p:bodyStyle>
      <a:lvl1pPr marL="457109" indent="-457109" algn="l" defTabSz="1828434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lang="en-US" sz="4800" b="0" i="0" kern="1200" dirty="0" smtClean="0">
          <a:solidFill>
            <a:schemeClr val="tx1"/>
          </a:solidFill>
          <a:effectLst/>
          <a:latin typeface="DM Sans" pitchFamily="2" charset="77"/>
          <a:ea typeface="Open Sans Light" panose="020B0306030504020204" pitchFamily="34" charset="0"/>
          <a:cs typeface="Open Sans" charset="0"/>
        </a:defRPr>
      </a:lvl1pPr>
      <a:lvl2pPr marL="137132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4000" b="0" i="0" kern="1200" dirty="0" smtClean="0">
          <a:solidFill>
            <a:schemeClr val="tx1"/>
          </a:solidFill>
          <a:effectLst/>
          <a:latin typeface="DM Sans" pitchFamily="2" charset="77"/>
          <a:ea typeface="Open Sans Light" panose="020B0306030504020204" pitchFamily="34" charset="0"/>
          <a:cs typeface="Open Sans" charset="0"/>
        </a:defRPr>
      </a:lvl2pPr>
      <a:lvl3pPr marL="2285543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600" b="0" i="0" kern="1200" dirty="0" smtClean="0">
          <a:solidFill>
            <a:schemeClr val="tx1"/>
          </a:solidFill>
          <a:effectLst/>
          <a:latin typeface="DM Sans" pitchFamily="2" charset="77"/>
          <a:ea typeface="Open Sans Light" panose="020B0306030504020204" pitchFamily="34" charset="0"/>
          <a:cs typeface="Open Sans" charset="0"/>
        </a:defRPr>
      </a:lvl3pPr>
      <a:lvl4pPr marL="3199760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dirty="0" smtClean="0">
          <a:solidFill>
            <a:schemeClr val="tx1"/>
          </a:solidFill>
          <a:effectLst/>
          <a:latin typeface="DM Sans" pitchFamily="2" charset="77"/>
          <a:ea typeface="Open Sans Light" panose="020B0306030504020204" pitchFamily="34" charset="0"/>
          <a:cs typeface="Open Sans" charset="0"/>
        </a:defRPr>
      </a:lvl4pPr>
      <a:lvl5pPr marL="4113977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dirty="0">
          <a:solidFill>
            <a:schemeClr val="tx1"/>
          </a:solidFill>
          <a:effectLst/>
          <a:latin typeface="DM Sans" pitchFamily="2" charset="77"/>
          <a:ea typeface="Open Sans Light" panose="020B0306030504020204" pitchFamily="34" charset="0"/>
          <a:cs typeface="Open Sans" charset="0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2">
            <a:extLst>
              <a:ext uri="{FF2B5EF4-FFF2-40B4-BE49-F238E27FC236}">
                <a16:creationId xmlns:a16="http://schemas.microsoft.com/office/drawing/2014/main" id="{4831A57A-FAD7-B646-B9C5-5A80F7E4E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6229" y="7341392"/>
            <a:ext cx="2290602" cy="3641891"/>
          </a:xfrm>
          <a:custGeom>
            <a:avLst/>
            <a:gdLst>
              <a:gd name="T0" fmla="*/ 987 w 1838"/>
              <a:gd name="T1" fmla="*/ 2408 h 2922"/>
              <a:gd name="T2" fmla="*/ 987 w 1838"/>
              <a:gd name="T3" fmla="*/ 2408 h 2922"/>
              <a:gd name="T4" fmla="*/ 754 w 1838"/>
              <a:gd name="T5" fmla="*/ 2723 h 2922"/>
              <a:gd name="T6" fmla="*/ 754 w 1838"/>
              <a:gd name="T7" fmla="*/ 2723 h 2922"/>
              <a:gd name="T8" fmla="*/ 361 w 1838"/>
              <a:gd name="T9" fmla="*/ 2824 h 2922"/>
              <a:gd name="T10" fmla="*/ 361 w 1838"/>
              <a:gd name="T11" fmla="*/ 2824 h 2922"/>
              <a:gd name="T12" fmla="*/ 307 w 1838"/>
              <a:gd name="T13" fmla="*/ 2798 h 2922"/>
              <a:gd name="T14" fmla="*/ 307 w 1838"/>
              <a:gd name="T15" fmla="*/ 2798 h 2922"/>
              <a:gd name="T16" fmla="*/ 261 w 1838"/>
              <a:gd name="T17" fmla="*/ 2770 h 2922"/>
              <a:gd name="T18" fmla="*/ 261 w 1838"/>
              <a:gd name="T19" fmla="*/ 2770 h 2922"/>
              <a:gd name="T20" fmla="*/ 155 w 1838"/>
              <a:gd name="T21" fmla="*/ 2200 h 2922"/>
              <a:gd name="T22" fmla="*/ 155 w 1838"/>
              <a:gd name="T23" fmla="*/ 2200 h 2922"/>
              <a:gd name="T24" fmla="*/ 483 w 1838"/>
              <a:gd name="T25" fmla="*/ 1498 h 2922"/>
              <a:gd name="T26" fmla="*/ 483 w 1838"/>
              <a:gd name="T27" fmla="*/ 1498 h 2922"/>
              <a:gd name="T28" fmla="*/ 621 w 1838"/>
              <a:gd name="T29" fmla="*/ 1062 h 2922"/>
              <a:gd name="T30" fmla="*/ 621 w 1838"/>
              <a:gd name="T31" fmla="*/ 1062 h 2922"/>
              <a:gd name="T32" fmla="*/ 624 w 1838"/>
              <a:gd name="T33" fmla="*/ 1061 h 2922"/>
              <a:gd name="T34" fmla="*/ 624 w 1838"/>
              <a:gd name="T35" fmla="*/ 1061 h 2922"/>
              <a:gd name="T36" fmla="*/ 924 w 1838"/>
              <a:gd name="T37" fmla="*/ 696 h 2922"/>
              <a:gd name="T38" fmla="*/ 924 w 1838"/>
              <a:gd name="T39" fmla="*/ 696 h 2922"/>
              <a:gd name="T40" fmla="*/ 1090 w 1838"/>
              <a:gd name="T41" fmla="*/ 175 h 2922"/>
              <a:gd name="T42" fmla="*/ 1090 w 1838"/>
              <a:gd name="T43" fmla="*/ 175 h 2922"/>
              <a:gd name="T44" fmla="*/ 1134 w 1838"/>
              <a:gd name="T45" fmla="*/ 130 h 2922"/>
              <a:gd name="T46" fmla="*/ 1134 w 1838"/>
              <a:gd name="T47" fmla="*/ 130 h 2922"/>
              <a:gd name="T48" fmla="*/ 1602 w 1838"/>
              <a:gd name="T49" fmla="*/ 75 h 2922"/>
              <a:gd name="T50" fmla="*/ 1602 w 1838"/>
              <a:gd name="T51" fmla="*/ 75 h 2922"/>
              <a:gd name="T52" fmla="*/ 1625 w 1838"/>
              <a:gd name="T53" fmla="*/ 89 h 2922"/>
              <a:gd name="T54" fmla="*/ 1625 w 1838"/>
              <a:gd name="T55" fmla="*/ 89 h 2922"/>
              <a:gd name="T56" fmla="*/ 1629 w 1838"/>
              <a:gd name="T57" fmla="*/ 91 h 2922"/>
              <a:gd name="T58" fmla="*/ 1629 w 1838"/>
              <a:gd name="T59" fmla="*/ 91 h 2922"/>
              <a:gd name="T60" fmla="*/ 1797 w 1838"/>
              <a:gd name="T61" fmla="*/ 516 h 2922"/>
              <a:gd name="T62" fmla="*/ 1797 w 1838"/>
              <a:gd name="T63" fmla="*/ 516 h 2922"/>
              <a:gd name="T64" fmla="*/ 1796 w 1838"/>
              <a:gd name="T65" fmla="*/ 518 h 2922"/>
              <a:gd name="T66" fmla="*/ 1796 w 1838"/>
              <a:gd name="T67" fmla="*/ 518 h 2922"/>
              <a:gd name="T68" fmla="*/ 1640 w 1838"/>
              <a:gd name="T69" fmla="*/ 896 h 2922"/>
              <a:gd name="T70" fmla="*/ 1640 w 1838"/>
              <a:gd name="T71" fmla="*/ 896 h 2922"/>
              <a:gd name="T72" fmla="*/ 1264 w 1838"/>
              <a:gd name="T73" fmla="*/ 1593 h 2922"/>
              <a:gd name="T74" fmla="*/ 1264 w 1838"/>
              <a:gd name="T75" fmla="*/ 1593 h 2922"/>
              <a:gd name="T76" fmla="*/ 1259 w 1838"/>
              <a:gd name="T77" fmla="*/ 1617 h 2922"/>
              <a:gd name="T78" fmla="*/ 1259 w 1838"/>
              <a:gd name="T79" fmla="*/ 1617 h 2922"/>
              <a:gd name="T80" fmla="*/ 1252 w 1838"/>
              <a:gd name="T81" fmla="*/ 1654 h 2922"/>
              <a:gd name="T82" fmla="*/ 1252 w 1838"/>
              <a:gd name="T83" fmla="*/ 1654 h 2922"/>
              <a:gd name="T84" fmla="*/ 987 w 1838"/>
              <a:gd name="T85" fmla="*/ 2408 h 29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838" h="2922">
                <a:moveTo>
                  <a:pt x="987" y="2408"/>
                </a:moveTo>
                <a:lnTo>
                  <a:pt x="987" y="2408"/>
                </a:lnTo>
                <a:cubicBezTo>
                  <a:pt x="817" y="2553"/>
                  <a:pt x="767" y="2602"/>
                  <a:pt x="754" y="2723"/>
                </a:cubicBezTo>
                <a:lnTo>
                  <a:pt x="754" y="2723"/>
                </a:lnTo>
                <a:cubicBezTo>
                  <a:pt x="743" y="2829"/>
                  <a:pt x="583" y="2921"/>
                  <a:pt x="361" y="2824"/>
                </a:cubicBezTo>
                <a:lnTo>
                  <a:pt x="361" y="2824"/>
                </a:lnTo>
                <a:cubicBezTo>
                  <a:pt x="343" y="2817"/>
                  <a:pt x="326" y="2808"/>
                  <a:pt x="307" y="2798"/>
                </a:cubicBezTo>
                <a:lnTo>
                  <a:pt x="307" y="2798"/>
                </a:lnTo>
                <a:cubicBezTo>
                  <a:pt x="292" y="2789"/>
                  <a:pt x="277" y="2780"/>
                  <a:pt x="261" y="2770"/>
                </a:cubicBezTo>
                <a:lnTo>
                  <a:pt x="261" y="2770"/>
                </a:lnTo>
                <a:cubicBezTo>
                  <a:pt x="261" y="2770"/>
                  <a:pt x="0" y="2498"/>
                  <a:pt x="155" y="2200"/>
                </a:cubicBezTo>
                <a:lnTo>
                  <a:pt x="155" y="2200"/>
                </a:lnTo>
                <a:cubicBezTo>
                  <a:pt x="311" y="1901"/>
                  <a:pt x="536" y="1785"/>
                  <a:pt x="483" y="1498"/>
                </a:cubicBezTo>
                <a:lnTo>
                  <a:pt x="483" y="1498"/>
                </a:lnTo>
                <a:cubicBezTo>
                  <a:pt x="437" y="1256"/>
                  <a:pt x="517" y="1148"/>
                  <a:pt x="621" y="1062"/>
                </a:cubicBezTo>
                <a:lnTo>
                  <a:pt x="621" y="1062"/>
                </a:lnTo>
                <a:cubicBezTo>
                  <a:pt x="622" y="1062"/>
                  <a:pt x="623" y="1061"/>
                  <a:pt x="624" y="1061"/>
                </a:cubicBezTo>
                <a:lnTo>
                  <a:pt x="624" y="1061"/>
                </a:lnTo>
                <a:cubicBezTo>
                  <a:pt x="741" y="964"/>
                  <a:pt x="889" y="896"/>
                  <a:pt x="924" y="696"/>
                </a:cubicBezTo>
                <a:lnTo>
                  <a:pt x="924" y="696"/>
                </a:lnTo>
                <a:cubicBezTo>
                  <a:pt x="924" y="696"/>
                  <a:pt x="927" y="369"/>
                  <a:pt x="1090" y="175"/>
                </a:cubicBezTo>
                <a:lnTo>
                  <a:pt x="1090" y="175"/>
                </a:lnTo>
                <a:cubicBezTo>
                  <a:pt x="1103" y="159"/>
                  <a:pt x="1118" y="144"/>
                  <a:pt x="1134" y="130"/>
                </a:cubicBezTo>
                <a:lnTo>
                  <a:pt x="1134" y="130"/>
                </a:lnTo>
                <a:cubicBezTo>
                  <a:pt x="1234" y="41"/>
                  <a:pt x="1382" y="0"/>
                  <a:pt x="1602" y="75"/>
                </a:cubicBezTo>
                <a:lnTo>
                  <a:pt x="1602" y="75"/>
                </a:lnTo>
                <a:cubicBezTo>
                  <a:pt x="1602" y="75"/>
                  <a:pt x="1611" y="80"/>
                  <a:pt x="1625" y="89"/>
                </a:cubicBezTo>
                <a:lnTo>
                  <a:pt x="1625" y="89"/>
                </a:lnTo>
                <a:cubicBezTo>
                  <a:pt x="1626" y="89"/>
                  <a:pt x="1628" y="90"/>
                  <a:pt x="1629" y="91"/>
                </a:cubicBezTo>
                <a:lnTo>
                  <a:pt x="1629" y="91"/>
                </a:lnTo>
                <a:cubicBezTo>
                  <a:pt x="1691" y="132"/>
                  <a:pt x="1837" y="257"/>
                  <a:pt x="1797" y="516"/>
                </a:cubicBezTo>
                <a:lnTo>
                  <a:pt x="1797" y="516"/>
                </a:lnTo>
                <a:cubicBezTo>
                  <a:pt x="1797" y="516"/>
                  <a:pt x="1797" y="517"/>
                  <a:pt x="1796" y="518"/>
                </a:cubicBezTo>
                <a:lnTo>
                  <a:pt x="1796" y="518"/>
                </a:lnTo>
                <a:cubicBezTo>
                  <a:pt x="1780" y="622"/>
                  <a:pt x="1734" y="747"/>
                  <a:pt x="1640" y="896"/>
                </a:cubicBezTo>
                <a:lnTo>
                  <a:pt x="1640" y="896"/>
                </a:lnTo>
                <a:cubicBezTo>
                  <a:pt x="1268" y="1490"/>
                  <a:pt x="1296" y="1440"/>
                  <a:pt x="1264" y="1593"/>
                </a:cubicBezTo>
                <a:lnTo>
                  <a:pt x="1264" y="1593"/>
                </a:lnTo>
                <a:cubicBezTo>
                  <a:pt x="1263" y="1601"/>
                  <a:pt x="1261" y="1608"/>
                  <a:pt x="1259" y="1617"/>
                </a:cubicBezTo>
                <a:lnTo>
                  <a:pt x="1259" y="1617"/>
                </a:lnTo>
                <a:cubicBezTo>
                  <a:pt x="1257" y="1629"/>
                  <a:pt x="1255" y="1640"/>
                  <a:pt x="1252" y="1654"/>
                </a:cubicBezTo>
                <a:lnTo>
                  <a:pt x="1252" y="1654"/>
                </a:lnTo>
                <a:cubicBezTo>
                  <a:pt x="1211" y="1856"/>
                  <a:pt x="1146" y="2271"/>
                  <a:pt x="987" y="2408"/>
                </a:cubicBezTo>
              </a:path>
            </a:pathLst>
          </a:custGeom>
          <a:solidFill>
            <a:srgbClr val="FCC0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79CA5F0D-4885-534A-97E6-EDD1A7D80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7784" y="7451249"/>
            <a:ext cx="1889608" cy="3405689"/>
          </a:xfrm>
          <a:custGeom>
            <a:avLst/>
            <a:gdLst>
              <a:gd name="T0" fmla="*/ 971 w 1517"/>
              <a:gd name="T1" fmla="*/ 1565 h 2736"/>
              <a:gd name="T2" fmla="*/ 948 w 1517"/>
              <a:gd name="T3" fmla="*/ 1571 h 2736"/>
              <a:gd name="T4" fmla="*/ 581 w 1517"/>
              <a:gd name="T5" fmla="*/ 1734 h 2736"/>
              <a:gd name="T6" fmla="*/ 419 w 1517"/>
              <a:gd name="T7" fmla="*/ 1830 h 2736"/>
              <a:gd name="T8" fmla="*/ 195 w 1517"/>
              <a:gd name="T9" fmla="*/ 2405 h 2736"/>
              <a:gd name="T10" fmla="*/ 132 w 1517"/>
              <a:gd name="T11" fmla="*/ 2580 h 2736"/>
              <a:gd name="T12" fmla="*/ 125 w 1517"/>
              <a:gd name="T13" fmla="*/ 2599 h 2736"/>
              <a:gd name="T14" fmla="*/ 80 w 1517"/>
              <a:gd name="T15" fmla="*/ 2735 h 2736"/>
              <a:gd name="T16" fmla="*/ 26 w 1517"/>
              <a:gd name="T17" fmla="*/ 2709 h 2736"/>
              <a:gd name="T18" fmla="*/ 71 w 1517"/>
              <a:gd name="T19" fmla="*/ 2581 h 2736"/>
              <a:gd name="T20" fmla="*/ 71 w 1517"/>
              <a:gd name="T21" fmla="*/ 2472 h 2736"/>
              <a:gd name="T22" fmla="*/ 35 w 1517"/>
              <a:gd name="T23" fmla="*/ 2253 h 2736"/>
              <a:gd name="T24" fmla="*/ 0 w 1517"/>
              <a:gd name="T25" fmla="*/ 2147 h 2736"/>
              <a:gd name="T26" fmla="*/ 87 w 1517"/>
              <a:gd name="T27" fmla="*/ 2355 h 2736"/>
              <a:gd name="T28" fmla="*/ 115 w 1517"/>
              <a:gd name="T29" fmla="*/ 2464 h 2736"/>
              <a:gd name="T30" fmla="*/ 301 w 1517"/>
              <a:gd name="T31" fmla="*/ 2002 h 2736"/>
              <a:gd name="T32" fmla="*/ 397 w 1517"/>
              <a:gd name="T33" fmla="*/ 1704 h 2736"/>
              <a:gd name="T34" fmla="*/ 412 w 1517"/>
              <a:gd name="T35" fmla="*/ 1467 h 2736"/>
              <a:gd name="T36" fmla="*/ 409 w 1517"/>
              <a:gd name="T37" fmla="*/ 1349 h 2736"/>
              <a:gd name="T38" fmla="*/ 391 w 1517"/>
              <a:gd name="T39" fmla="*/ 1171 h 2736"/>
              <a:gd name="T40" fmla="*/ 366 w 1517"/>
              <a:gd name="T41" fmla="*/ 1055 h 2736"/>
              <a:gd name="T42" fmla="*/ 349 w 1517"/>
              <a:gd name="T43" fmla="*/ 998 h 2736"/>
              <a:gd name="T44" fmla="*/ 343 w 1517"/>
              <a:gd name="T45" fmla="*/ 972 h 2736"/>
              <a:gd name="T46" fmla="*/ 353 w 1517"/>
              <a:gd name="T47" fmla="*/ 997 h 2736"/>
              <a:gd name="T48" fmla="*/ 388 w 1517"/>
              <a:gd name="T49" fmla="*/ 1111 h 2736"/>
              <a:gd name="T50" fmla="*/ 412 w 1517"/>
              <a:gd name="T51" fmla="*/ 1228 h 2736"/>
              <a:gd name="T52" fmla="*/ 425 w 1517"/>
              <a:gd name="T53" fmla="*/ 1347 h 2736"/>
              <a:gd name="T54" fmla="*/ 432 w 1517"/>
              <a:gd name="T55" fmla="*/ 1587 h 2736"/>
              <a:gd name="T56" fmla="*/ 426 w 1517"/>
              <a:gd name="T57" fmla="*/ 1709 h 2736"/>
              <a:gd name="T58" fmla="*/ 776 w 1517"/>
              <a:gd name="T59" fmla="*/ 919 h 2736"/>
              <a:gd name="T60" fmla="*/ 810 w 1517"/>
              <a:gd name="T61" fmla="*/ 784 h 2736"/>
              <a:gd name="T62" fmla="*/ 856 w 1517"/>
              <a:gd name="T63" fmla="*/ 429 h 2736"/>
              <a:gd name="T64" fmla="*/ 837 w 1517"/>
              <a:gd name="T65" fmla="*/ 193 h 2736"/>
              <a:gd name="T66" fmla="*/ 809 w 1517"/>
              <a:gd name="T67" fmla="*/ 86 h 2736"/>
              <a:gd name="T68" fmla="*/ 853 w 1517"/>
              <a:gd name="T69" fmla="*/ 41 h 2736"/>
              <a:gd name="T70" fmla="*/ 877 w 1517"/>
              <a:gd name="T71" fmla="*/ 123 h 2736"/>
              <a:gd name="T72" fmla="*/ 889 w 1517"/>
              <a:gd name="T73" fmla="*/ 185 h 2736"/>
              <a:gd name="T74" fmla="*/ 870 w 1517"/>
              <a:gd name="T75" fmla="*/ 673 h 2736"/>
              <a:gd name="T76" fmla="*/ 849 w 1517"/>
              <a:gd name="T77" fmla="*/ 767 h 2736"/>
              <a:gd name="T78" fmla="*/ 1207 w 1517"/>
              <a:gd name="T79" fmla="*/ 147 h 2736"/>
              <a:gd name="T80" fmla="*/ 1344 w 1517"/>
              <a:gd name="T81" fmla="*/ 0 h 2736"/>
              <a:gd name="T82" fmla="*/ 1213 w 1517"/>
              <a:gd name="T83" fmla="*/ 151 h 2736"/>
              <a:gd name="T84" fmla="*/ 999 w 1517"/>
              <a:gd name="T85" fmla="*/ 504 h 2736"/>
              <a:gd name="T86" fmla="*/ 863 w 1517"/>
              <a:gd name="T87" fmla="*/ 805 h 2736"/>
              <a:gd name="T88" fmla="*/ 954 w 1517"/>
              <a:gd name="T89" fmla="*/ 726 h 2736"/>
              <a:gd name="T90" fmla="*/ 1154 w 1517"/>
              <a:gd name="T91" fmla="*/ 595 h 2736"/>
              <a:gd name="T92" fmla="*/ 1516 w 1517"/>
              <a:gd name="T93" fmla="*/ 426 h 2736"/>
              <a:gd name="T94" fmla="*/ 1478 w 1517"/>
              <a:gd name="T95" fmla="*/ 444 h 2736"/>
              <a:gd name="T96" fmla="*/ 1161 w 1517"/>
              <a:gd name="T97" fmla="*/ 607 h 2736"/>
              <a:gd name="T98" fmla="*/ 968 w 1517"/>
              <a:gd name="T99" fmla="*/ 744 h 2736"/>
              <a:gd name="T100" fmla="*/ 881 w 1517"/>
              <a:gd name="T101" fmla="*/ 823 h 2736"/>
              <a:gd name="T102" fmla="*/ 842 w 1517"/>
              <a:gd name="T103" fmla="*/ 867 h 2736"/>
              <a:gd name="T104" fmla="*/ 796 w 1517"/>
              <a:gd name="T105" fmla="*/ 932 h 2736"/>
              <a:gd name="T106" fmla="*/ 441 w 1517"/>
              <a:gd name="T107" fmla="*/ 1776 h 2736"/>
              <a:gd name="T108" fmla="*/ 562 w 1517"/>
              <a:gd name="T109" fmla="*/ 1700 h 2736"/>
              <a:gd name="T110" fmla="*/ 931 w 1517"/>
              <a:gd name="T111" fmla="*/ 1520 h 2736"/>
              <a:gd name="T112" fmla="*/ 983 w 1517"/>
              <a:gd name="T113" fmla="*/ 1504 h 27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517" h="2736">
                <a:moveTo>
                  <a:pt x="978" y="1528"/>
                </a:moveTo>
                <a:lnTo>
                  <a:pt x="978" y="1528"/>
                </a:lnTo>
                <a:cubicBezTo>
                  <a:pt x="976" y="1540"/>
                  <a:pt x="974" y="1551"/>
                  <a:pt x="971" y="1565"/>
                </a:cubicBezTo>
                <a:lnTo>
                  <a:pt x="971" y="1565"/>
                </a:lnTo>
                <a:cubicBezTo>
                  <a:pt x="963" y="1566"/>
                  <a:pt x="956" y="1569"/>
                  <a:pt x="948" y="1571"/>
                </a:cubicBezTo>
                <a:lnTo>
                  <a:pt x="948" y="1571"/>
                </a:lnTo>
                <a:cubicBezTo>
                  <a:pt x="885" y="1590"/>
                  <a:pt x="822" y="1616"/>
                  <a:pt x="761" y="1643"/>
                </a:cubicBezTo>
                <a:lnTo>
                  <a:pt x="761" y="1643"/>
                </a:lnTo>
                <a:cubicBezTo>
                  <a:pt x="701" y="1670"/>
                  <a:pt x="640" y="1701"/>
                  <a:pt x="581" y="1734"/>
                </a:cubicBezTo>
                <a:lnTo>
                  <a:pt x="581" y="1734"/>
                </a:lnTo>
                <a:cubicBezTo>
                  <a:pt x="527" y="1765"/>
                  <a:pt x="471" y="1796"/>
                  <a:pt x="419" y="1830"/>
                </a:cubicBezTo>
                <a:lnTo>
                  <a:pt x="419" y="1830"/>
                </a:lnTo>
                <a:cubicBezTo>
                  <a:pt x="393" y="1894"/>
                  <a:pt x="368" y="1957"/>
                  <a:pt x="343" y="2020"/>
                </a:cubicBezTo>
                <a:lnTo>
                  <a:pt x="343" y="2020"/>
                </a:lnTo>
                <a:cubicBezTo>
                  <a:pt x="292" y="2148"/>
                  <a:pt x="243" y="2277"/>
                  <a:pt x="195" y="2405"/>
                </a:cubicBezTo>
                <a:lnTo>
                  <a:pt x="195" y="2405"/>
                </a:lnTo>
                <a:cubicBezTo>
                  <a:pt x="173" y="2463"/>
                  <a:pt x="152" y="2521"/>
                  <a:pt x="132" y="2579"/>
                </a:cubicBezTo>
                <a:lnTo>
                  <a:pt x="132" y="2580"/>
                </a:lnTo>
                <a:lnTo>
                  <a:pt x="132" y="2580"/>
                </a:lnTo>
                <a:cubicBezTo>
                  <a:pt x="130" y="2586"/>
                  <a:pt x="127" y="2593"/>
                  <a:pt x="125" y="2599"/>
                </a:cubicBezTo>
                <a:lnTo>
                  <a:pt x="125" y="2599"/>
                </a:lnTo>
                <a:cubicBezTo>
                  <a:pt x="114" y="2632"/>
                  <a:pt x="103" y="2664"/>
                  <a:pt x="92" y="2697"/>
                </a:cubicBezTo>
                <a:lnTo>
                  <a:pt x="92" y="2697"/>
                </a:lnTo>
                <a:cubicBezTo>
                  <a:pt x="88" y="2709"/>
                  <a:pt x="84" y="2722"/>
                  <a:pt x="80" y="2735"/>
                </a:cubicBezTo>
                <a:lnTo>
                  <a:pt x="80" y="2735"/>
                </a:lnTo>
                <a:cubicBezTo>
                  <a:pt x="62" y="2728"/>
                  <a:pt x="45" y="2719"/>
                  <a:pt x="26" y="2709"/>
                </a:cubicBezTo>
                <a:lnTo>
                  <a:pt x="26" y="2709"/>
                </a:lnTo>
                <a:cubicBezTo>
                  <a:pt x="30" y="2698"/>
                  <a:pt x="34" y="2688"/>
                  <a:pt x="37" y="2678"/>
                </a:cubicBezTo>
                <a:lnTo>
                  <a:pt x="37" y="2678"/>
                </a:lnTo>
                <a:cubicBezTo>
                  <a:pt x="48" y="2645"/>
                  <a:pt x="60" y="2613"/>
                  <a:pt x="71" y="2581"/>
                </a:cubicBezTo>
                <a:lnTo>
                  <a:pt x="71" y="2581"/>
                </a:lnTo>
                <a:cubicBezTo>
                  <a:pt x="73" y="2544"/>
                  <a:pt x="74" y="2508"/>
                  <a:pt x="71" y="2472"/>
                </a:cubicBezTo>
                <a:lnTo>
                  <a:pt x="71" y="2472"/>
                </a:lnTo>
                <a:cubicBezTo>
                  <a:pt x="69" y="2435"/>
                  <a:pt x="64" y="2398"/>
                  <a:pt x="58" y="2362"/>
                </a:cubicBezTo>
                <a:lnTo>
                  <a:pt x="58" y="2362"/>
                </a:lnTo>
                <a:cubicBezTo>
                  <a:pt x="52" y="2325"/>
                  <a:pt x="45" y="2289"/>
                  <a:pt x="35" y="2253"/>
                </a:cubicBezTo>
                <a:lnTo>
                  <a:pt x="35" y="2253"/>
                </a:lnTo>
                <a:cubicBezTo>
                  <a:pt x="25" y="2218"/>
                  <a:pt x="14" y="2182"/>
                  <a:pt x="0" y="2147"/>
                </a:cubicBezTo>
                <a:lnTo>
                  <a:pt x="0" y="2147"/>
                </a:lnTo>
                <a:cubicBezTo>
                  <a:pt x="18" y="2180"/>
                  <a:pt x="35" y="2214"/>
                  <a:pt x="49" y="2248"/>
                </a:cubicBezTo>
                <a:lnTo>
                  <a:pt x="49" y="2248"/>
                </a:lnTo>
                <a:cubicBezTo>
                  <a:pt x="63" y="2283"/>
                  <a:pt x="76" y="2319"/>
                  <a:pt x="87" y="2355"/>
                </a:cubicBezTo>
                <a:lnTo>
                  <a:pt x="87" y="2355"/>
                </a:lnTo>
                <a:cubicBezTo>
                  <a:pt x="99" y="2391"/>
                  <a:pt x="108" y="2427"/>
                  <a:pt x="115" y="2464"/>
                </a:cubicBezTo>
                <a:lnTo>
                  <a:pt x="115" y="2464"/>
                </a:lnTo>
                <a:cubicBezTo>
                  <a:pt x="125" y="2438"/>
                  <a:pt x="135" y="2412"/>
                  <a:pt x="145" y="2387"/>
                </a:cubicBezTo>
                <a:lnTo>
                  <a:pt x="145" y="2387"/>
                </a:lnTo>
                <a:cubicBezTo>
                  <a:pt x="196" y="2258"/>
                  <a:pt x="248" y="2130"/>
                  <a:pt x="301" y="2002"/>
                </a:cubicBezTo>
                <a:lnTo>
                  <a:pt x="301" y="2002"/>
                </a:lnTo>
                <a:cubicBezTo>
                  <a:pt x="328" y="1937"/>
                  <a:pt x="357" y="1870"/>
                  <a:pt x="385" y="1803"/>
                </a:cubicBezTo>
                <a:lnTo>
                  <a:pt x="397" y="1704"/>
                </a:lnTo>
                <a:lnTo>
                  <a:pt x="407" y="1585"/>
                </a:lnTo>
                <a:lnTo>
                  <a:pt x="407" y="1585"/>
                </a:lnTo>
                <a:cubicBezTo>
                  <a:pt x="408" y="1546"/>
                  <a:pt x="412" y="1507"/>
                  <a:pt x="412" y="1467"/>
                </a:cubicBezTo>
                <a:lnTo>
                  <a:pt x="412" y="1467"/>
                </a:lnTo>
                <a:cubicBezTo>
                  <a:pt x="411" y="1428"/>
                  <a:pt x="412" y="1388"/>
                  <a:pt x="409" y="1349"/>
                </a:cubicBezTo>
                <a:lnTo>
                  <a:pt x="409" y="1349"/>
                </a:lnTo>
                <a:cubicBezTo>
                  <a:pt x="408" y="1309"/>
                  <a:pt x="403" y="1269"/>
                  <a:pt x="399" y="1230"/>
                </a:cubicBezTo>
                <a:lnTo>
                  <a:pt x="391" y="1171"/>
                </a:lnTo>
                <a:lnTo>
                  <a:pt x="391" y="1171"/>
                </a:lnTo>
                <a:cubicBezTo>
                  <a:pt x="388" y="1152"/>
                  <a:pt x="384" y="1132"/>
                  <a:pt x="380" y="1113"/>
                </a:cubicBezTo>
                <a:lnTo>
                  <a:pt x="380" y="1113"/>
                </a:lnTo>
                <a:cubicBezTo>
                  <a:pt x="377" y="1094"/>
                  <a:pt x="371" y="1075"/>
                  <a:pt x="366" y="1055"/>
                </a:cubicBezTo>
                <a:lnTo>
                  <a:pt x="366" y="1055"/>
                </a:lnTo>
                <a:cubicBezTo>
                  <a:pt x="361" y="1036"/>
                  <a:pt x="356" y="1017"/>
                  <a:pt x="349" y="998"/>
                </a:cubicBezTo>
                <a:lnTo>
                  <a:pt x="349" y="998"/>
                </a:lnTo>
                <a:cubicBezTo>
                  <a:pt x="347" y="990"/>
                  <a:pt x="344" y="982"/>
                  <a:pt x="340" y="973"/>
                </a:cubicBezTo>
                <a:lnTo>
                  <a:pt x="340" y="973"/>
                </a:lnTo>
                <a:cubicBezTo>
                  <a:pt x="341" y="973"/>
                  <a:pt x="342" y="972"/>
                  <a:pt x="343" y="972"/>
                </a:cubicBezTo>
                <a:lnTo>
                  <a:pt x="343" y="972"/>
                </a:lnTo>
                <a:cubicBezTo>
                  <a:pt x="347" y="980"/>
                  <a:pt x="350" y="989"/>
                  <a:pt x="353" y="997"/>
                </a:cubicBezTo>
                <a:lnTo>
                  <a:pt x="353" y="997"/>
                </a:lnTo>
                <a:cubicBezTo>
                  <a:pt x="360" y="1015"/>
                  <a:pt x="366" y="1035"/>
                  <a:pt x="372" y="1053"/>
                </a:cubicBezTo>
                <a:lnTo>
                  <a:pt x="372" y="1053"/>
                </a:lnTo>
                <a:cubicBezTo>
                  <a:pt x="377" y="1073"/>
                  <a:pt x="384" y="1092"/>
                  <a:pt x="388" y="1111"/>
                </a:cubicBezTo>
                <a:lnTo>
                  <a:pt x="388" y="1111"/>
                </a:lnTo>
                <a:cubicBezTo>
                  <a:pt x="393" y="1130"/>
                  <a:pt x="397" y="1150"/>
                  <a:pt x="401" y="1169"/>
                </a:cubicBezTo>
                <a:lnTo>
                  <a:pt x="412" y="1228"/>
                </a:lnTo>
                <a:lnTo>
                  <a:pt x="412" y="1228"/>
                </a:lnTo>
                <a:cubicBezTo>
                  <a:pt x="417" y="1268"/>
                  <a:pt x="423" y="1308"/>
                  <a:pt x="425" y="1347"/>
                </a:cubicBezTo>
                <a:lnTo>
                  <a:pt x="425" y="1347"/>
                </a:lnTo>
                <a:cubicBezTo>
                  <a:pt x="429" y="1387"/>
                  <a:pt x="430" y="1427"/>
                  <a:pt x="432" y="1467"/>
                </a:cubicBezTo>
                <a:lnTo>
                  <a:pt x="432" y="1467"/>
                </a:lnTo>
                <a:cubicBezTo>
                  <a:pt x="433" y="1507"/>
                  <a:pt x="432" y="1547"/>
                  <a:pt x="432" y="1587"/>
                </a:cubicBezTo>
                <a:lnTo>
                  <a:pt x="426" y="1707"/>
                </a:lnTo>
                <a:lnTo>
                  <a:pt x="426" y="1709"/>
                </a:lnTo>
                <a:lnTo>
                  <a:pt x="426" y="1709"/>
                </a:lnTo>
                <a:cubicBezTo>
                  <a:pt x="492" y="1553"/>
                  <a:pt x="560" y="1398"/>
                  <a:pt x="629" y="1244"/>
                </a:cubicBezTo>
                <a:lnTo>
                  <a:pt x="629" y="1244"/>
                </a:lnTo>
                <a:cubicBezTo>
                  <a:pt x="678" y="1135"/>
                  <a:pt x="726" y="1026"/>
                  <a:pt x="776" y="919"/>
                </a:cubicBezTo>
                <a:lnTo>
                  <a:pt x="781" y="900"/>
                </a:lnTo>
                <a:lnTo>
                  <a:pt x="810" y="784"/>
                </a:lnTo>
                <a:lnTo>
                  <a:pt x="810" y="784"/>
                </a:lnTo>
                <a:cubicBezTo>
                  <a:pt x="818" y="745"/>
                  <a:pt x="826" y="706"/>
                  <a:pt x="833" y="667"/>
                </a:cubicBezTo>
                <a:lnTo>
                  <a:pt x="833" y="667"/>
                </a:lnTo>
                <a:cubicBezTo>
                  <a:pt x="844" y="588"/>
                  <a:pt x="855" y="508"/>
                  <a:pt x="856" y="429"/>
                </a:cubicBezTo>
                <a:lnTo>
                  <a:pt x="856" y="429"/>
                </a:lnTo>
                <a:cubicBezTo>
                  <a:pt x="857" y="350"/>
                  <a:pt x="852" y="271"/>
                  <a:pt x="837" y="193"/>
                </a:cubicBezTo>
                <a:lnTo>
                  <a:pt x="837" y="193"/>
                </a:lnTo>
                <a:cubicBezTo>
                  <a:pt x="833" y="175"/>
                  <a:pt x="829" y="156"/>
                  <a:pt x="824" y="136"/>
                </a:cubicBezTo>
                <a:lnTo>
                  <a:pt x="824" y="136"/>
                </a:lnTo>
                <a:cubicBezTo>
                  <a:pt x="819" y="119"/>
                  <a:pt x="815" y="102"/>
                  <a:pt x="809" y="86"/>
                </a:cubicBezTo>
                <a:lnTo>
                  <a:pt x="809" y="86"/>
                </a:lnTo>
                <a:cubicBezTo>
                  <a:pt x="822" y="70"/>
                  <a:pt x="837" y="55"/>
                  <a:pt x="853" y="41"/>
                </a:cubicBezTo>
                <a:lnTo>
                  <a:pt x="853" y="41"/>
                </a:lnTo>
                <a:cubicBezTo>
                  <a:pt x="856" y="48"/>
                  <a:pt x="858" y="55"/>
                  <a:pt x="860" y="63"/>
                </a:cubicBezTo>
                <a:lnTo>
                  <a:pt x="860" y="63"/>
                </a:lnTo>
                <a:cubicBezTo>
                  <a:pt x="868" y="83"/>
                  <a:pt x="872" y="103"/>
                  <a:pt x="877" y="123"/>
                </a:cubicBezTo>
                <a:lnTo>
                  <a:pt x="877" y="123"/>
                </a:lnTo>
                <a:cubicBezTo>
                  <a:pt x="881" y="143"/>
                  <a:pt x="885" y="164"/>
                  <a:pt x="889" y="185"/>
                </a:cubicBezTo>
                <a:lnTo>
                  <a:pt x="889" y="185"/>
                </a:lnTo>
                <a:cubicBezTo>
                  <a:pt x="902" y="266"/>
                  <a:pt x="905" y="349"/>
                  <a:pt x="900" y="431"/>
                </a:cubicBezTo>
                <a:lnTo>
                  <a:pt x="900" y="431"/>
                </a:lnTo>
                <a:cubicBezTo>
                  <a:pt x="897" y="513"/>
                  <a:pt x="884" y="594"/>
                  <a:pt x="870" y="673"/>
                </a:cubicBezTo>
                <a:lnTo>
                  <a:pt x="870" y="673"/>
                </a:lnTo>
                <a:cubicBezTo>
                  <a:pt x="863" y="704"/>
                  <a:pt x="856" y="735"/>
                  <a:pt x="849" y="767"/>
                </a:cubicBezTo>
                <a:lnTo>
                  <a:pt x="849" y="767"/>
                </a:lnTo>
                <a:cubicBezTo>
                  <a:pt x="893" y="675"/>
                  <a:pt x="938" y="586"/>
                  <a:pt x="986" y="497"/>
                </a:cubicBezTo>
                <a:lnTo>
                  <a:pt x="986" y="497"/>
                </a:lnTo>
                <a:cubicBezTo>
                  <a:pt x="1052" y="376"/>
                  <a:pt x="1122" y="256"/>
                  <a:pt x="1207" y="147"/>
                </a:cubicBezTo>
                <a:lnTo>
                  <a:pt x="1207" y="147"/>
                </a:lnTo>
                <a:cubicBezTo>
                  <a:pt x="1248" y="94"/>
                  <a:pt x="1293" y="44"/>
                  <a:pt x="1344" y="0"/>
                </a:cubicBezTo>
                <a:lnTo>
                  <a:pt x="1344" y="0"/>
                </a:lnTo>
                <a:cubicBezTo>
                  <a:pt x="1345" y="0"/>
                  <a:pt x="1347" y="1"/>
                  <a:pt x="1348" y="2"/>
                </a:cubicBezTo>
                <a:lnTo>
                  <a:pt x="1348" y="2"/>
                </a:lnTo>
                <a:cubicBezTo>
                  <a:pt x="1298" y="47"/>
                  <a:pt x="1253" y="98"/>
                  <a:pt x="1213" y="151"/>
                </a:cubicBezTo>
                <a:lnTo>
                  <a:pt x="1213" y="151"/>
                </a:lnTo>
                <a:cubicBezTo>
                  <a:pt x="1131" y="262"/>
                  <a:pt x="1063" y="382"/>
                  <a:pt x="999" y="504"/>
                </a:cubicBezTo>
                <a:lnTo>
                  <a:pt x="999" y="504"/>
                </a:lnTo>
                <a:cubicBezTo>
                  <a:pt x="946" y="608"/>
                  <a:pt x="895" y="715"/>
                  <a:pt x="846" y="821"/>
                </a:cubicBezTo>
                <a:lnTo>
                  <a:pt x="863" y="805"/>
                </a:lnTo>
                <a:lnTo>
                  <a:pt x="863" y="805"/>
                </a:lnTo>
                <a:cubicBezTo>
                  <a:pt x="877" y="791"/>
                  <a:pt x="892" y="778"/>
                  <a:pt x="907" y="764"/>
                </a:cubicBezTo>
                <a:lnTo>
                  <a:pt x="907" y="764"/>
                </a:lnTo>
                <a:cubicBezTo>
                  <a:pt x="923" y="752"/>
                  <a:pt x="938" y="738"/>
                  <a:pt x="954" y="726"/>
                </a:cubicBezTo>
                <a:lnTo>
                  <a:pt x="954" y="726"/>
                </a:lnTo>
                <a:cubicBezTo>
                  <a:pt x="1017" y="677"/>
                  <a:pt x="1084" y="634"/>
                  <a:pt x="1154" y="595"/>
                </a:cubicBezTo>
                <a:lnTo>
                  <a:pt x="1154" y="595"/>
                </a:lnTo>
                <a:cubicBezTo>
                  <a:pt x="1222" y="554"/>
                  <a:pt x="1295" y="520"/>
                  <a:pt x="1367" y="487"/>
                </a:cubicBezTo>
                <a:lnTo>
                  <a:pt x="1477" y="441"/>
                </a:lnTo>
                <a:lnTo>
                  <a:pt x="1516" y="426"/>
                </a:lnTo>
                <a:lnTo>
                  <a:pt x="1516" y="426"/>
                </a:lnTo>
                <a:cubicBezTo>
                  <a:pt x="1516" y="427"/>
                  <a:pt x="1516" y="428"/>
                  <a:pt x="1515" y="429"/>
                </a:cubicBezTo>
                <a:lnTo>
                  <a:pt x="1478" y="444"/>
                </a:lnTo>
                <a:lnTo>
                  <a:pt x="1370" y="494"/>
                </a:lnTo>
                <a:lnTo>
                  <a:pt x="1370" y="494"/>
                </a:lnTo>
                <a:cubicBezTo>
                  <a:pt x="1299" y="529"/>
                  <a:pt x="1229" y="565"/>
                  <a:pt x="1161" y="607"/>
                </a:cubicBezTo>
                <a:lnTo>
                  <a:pt x="1161" y="607"/>
                </a:lnTo>
                <a:cubicBezTo>
                  <a:pt x="1094" y="649"/>
                  <a:pt x="1029" y="693"/>
                  <a:pt x="968" y="744"/>
                </a:cubicBezTo>
                <a:lnTo>
                  <a:pt x="968" y="744"/>
                </a:lnTo>
                <a:cubicBezTo>
                  <a:pt x="953" y="756"/>
                  <a:pt x="938" y="770"/>
                  <a:pt x="923" y="783"/>
                </a:cubicBezTo>
                <a:lnTo>
                  <a:pt x="923" y="783"/>
                </a:lnTo>
                <a:cubicBezTo>
                  <a:pt x="909" y="796"/>
                  <a:pt x="895" y="809"/>
                  <a:pt x="881" y="823"/>
                </a:cubicBezTo>
                <a:lnTo>
                  <a:pt x="861" y="845"/>
                </a:lnTo>
                <a:lnTo>
                  <a:pt x="842" y="867"/>
                </a:lnTo>
                <a:lnTo>
                  <a:pt x="842" y="867"/>
                </a:lnTo>
                <a:cubicBezTo>
                  <a:pt x="830" y="882"/>
                  <a:pt x="817" y="898"/>
                  <a:pt x="808" y="913"/>
                </a:cubicBezTo>
                <a:lnTo>
                  <a:pt x="796" y="932"/>
                </a:lnTo>
                <a:lnTo>
                  <a:pt x="796" y="932"/>
                </a:lnTo>
                <a:cubicBezTo>
                  <a:pt x="748" y="1040"/>
                  <a:pt x="703" y="1147"/>
                  <a:pt x="657" y="1255"/>
                </a:cubicBezTo>
                <a:lnTo>
                  <a:pt x="657" y="1255"/>
                </a:lnTo>
                <a:cubicBezTo>
                  <a:pt x="583" y="1428"/>
                  <a:pt x="512" y="1601"/>
                  <a:pt x="441" y="1776"/>
                </a:cubicBezTo>
                <a:lnTo>
                  <a:pt x="441" y="1776"/>
                </a:lnTo>
                <a:cubicBezTo>
                  <a:pt x="481" y="1749"/>
                  <a:pt x="521" y="1724"/>
                  <a:pt x="562" y="1700"/>
                </a:cubicBezTo>
                <a:lnTo>
                  <a:pt x="562" y="1700"/>
                </a:lnTo>
                <a:cubicBezTo>
                  <a:pt x="621" y="1664"/>
                  <a:pt x="680" y="1631"/>
                  <a:pt x="742" y="1601"/>
                </a:cubicBezTo>
                <a:lnTo>
                  <a:pt x="742" y="1601"/>
                </a:lnTo>
                <a:cubicBezTo>
                  <a:pt x="803" y="1571"/>
                  <a:pt x="866" y="1543"/>
                  <a:pt x="931" y="1520"/>
                </a:cubicBezTo>
                <a:lnTo>
                  <a:pt x="931" y="1520"/>
                </a:lnTo>
                <a:cubicBezTo>
                  <a:pt x="948" y="1514"/>
                  <a:pt x="966" y="1509"/>
                  <a:pt x="983" y="1504"/>
                </a:cubicBezTo>
                <a:lnTo>
                  <a:pt x="983" y="1504"/>
                </a:lnTo>
                <a:cubicBezTo>
                  <a:pt x="982" y="1512"/>
                  <a:pt x="980" y="1519"/>
                  <a:pt x="978" y="1528"/>
                </a:cubicBezTo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7A2DA3C2-56F4-C043-98C3-A1C274B38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7504" y="8731134"/>
            <a:ext cx="2515815" cy="3021175"/>
          </a:xfrm>
          <a:custGeom>
            <a:avLst/>
            <a:gdLst>
              <a:gd name="T0" fmla="*/ 1016 w 2020"/>
              <a:gd name="T1" fmla="*/ 1934 h 2425"/>
              <a:gd name="T2" fmla="*/ 1016 w 2020"/>
              <a:gd name="T3" fmla="*/ 1934 h 2425"/>
              <a:gd name="T4" fmla="*/ 413 w 2020"/>
              <a:gd name="T5" fmla="*/ 2385 h 2425"/>
              <a:gd name="T6" fmla="*/ 413 w 2020"/>
              <a:gd name="T7" fmla="*/ 2385 h 2425"/>
              <a:gd name="T8" fmla="*/ 402 w 2020"/>
              <a:gd name="T9" fmla="*/ 2384 h 2425"/>
              <a:gd name="T10" fmla="*/ 213 w 2020"/>
              <a:gd name="T11" fmla="*/ 2273 h 2425"/>
              <a:gd name="T12" fmla="*/ 213 w 2020"/>
              <a:gd name="T13" fmla="*/ 2273 h 2425"/>
              <a:gd name="T14" fmla="*/ 210 w 2020"/>
              <a:gd name="T15" fmla="*/ 1690 h 2425"/>
              <a:gd name="T16" fmla="*/ 210 w 2020"/>
              <a:gd name="T17" fmla="*/ 1690 h 2425"/>
              <a:gd name="T18" fmla="*/ 839 w 2020"/>
              <a:gd name="T19" fmla="*/ 914 h 2425"/>
              <a:gd name="T20" fmla="*/ 839 w 2020"/>
              <a:gd name="T21" fmla="*/ 914 h 2425"/>
              <a:gd name="T22" fmla="*/ 1474 w 2020"/>
              <a:gd name="T23" fmla="*/ 194 h 2425"/>
              <a:gd name="T24" fmla="*/ 1474 w 2020"/>
              <a:gd name="T25" fmla="*/ 194 h 2425"/>
              <a:gd name="T26" fmla="*/ 1864 w 2020"/>
              <a:gd name="T27" fmla="*/ 168 h 2425"/>
              <a:gd name="T28" fmla="*/ 1864 w 2020"/>
              <a:gd name="T29" fmla="*/ 168 h 2425"/>
              <a:gd name="T30" fmla="*/ 1780 w 2020"/>
              <a:gd name="T31" fmla="*/ 742 h 2425"/>
              <a:gd name="T32" fmla="*/ 1780 w 2020"/>
              <a:gd name="T33" fmla="*/ 742 h 2425"/>
              <a:gd name="T34" fmla="*/ 1296 w 2020"/>
              <a:gd name="T35" fmla="*/ 1312 h 2425"/>
              <a:gd name="T36" fmla="*/ 1296 w 2020"/>
              <a:gd name="T37" fmla="*/ 1312 h 2425"/>
              <a:gd name="T38" fmla="*/ 1016 w 2020"/>
              <a:gd name="T39" fmla="*/ 1934 h 24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20" h="2425">
                <a:moveTo>
                  <a:pt x="1016" y="1934"/>
                </a:moveTo>
                <a:lnTo>
                  <a:pt x="1016" y="1934"/>
                </a:lnTo>
                <a:cubicBezTo>
                  <a:pt x="1016" y="1934"/>
                  <a:pt x="799" y="2424"/>
                  <a:pt x="413" y="2385"/>
                </a:cubicBezTo>
                <a:lnTo>
                  <a:pt x="413" y="2385"/>
                </a:lnTo>
                <a:cubicBezTo>
                  <a:pt x="409" y="2385"/>
                  <a:pt x="406" y="2384"/>
                  <a:pt x="402" y="2384"/>
                </a:cubicBezTo>
                <a:lnTo>
                  <a:pt x="213" y="2273"/>
                </a:lnTo>
                <a:lnTo>
                  <a:pt x="213" y="2273"/>
                </a:lnTo>
                <a:cubicBezTo>
                  <a:pt x="213" y="2273"/>
                  <a:pt x="0" y="2099"/>
                  <a:pt x="210" y="1690"/>
                </a:cubicBezTo>
                <a:lnTo>
                  <a:pt x="210" y="1690"/>
                </a:lnTo>
                <a:cubicBezTo>
                  <a:pt x="406" y="1309"/>
                  <a:pt x="810" y="1453"/>
                  <a:pt x="839" y="914"/>
                </a:cubicBezTo>
                <a:lnTo>
                  <a:pt x="839" y="914"/>
                </a:lnTo>
                <a:cubicBezTo>
                  <a:pt x="877" y="231"/>
                  <a:pt x="1158" y="502"/>
                  <a:pt x="1474" y="194"/>
                </a:cubicBezTo>
                <a:lnTo>
                  <a:pt x="1474" y="194"/>
                </a:lnTo>
                <a:cubicBezTo>
                  <a:pt x="1474" y="194"/>
                  <a:pt x="1708" y="0"/>
                  <a:pt x="1864" y="168"/>
                </a:cubicBezTo>
                <a:lnTo>
                  <a:pt x="1864" y="168"/>
                </a:lnTo>
                <a:cubicBezTo>
                  <a:pt x="2019" y="336"/>
                  <a:pt x="1739" y="584"/>
                  <a:pt x="1780" y="742"/>
                </a:cubicBezTo>
                <a:lnTo>
                  <a:pt x="1780" y="742"/>
                </a:lnTo>
                <a:cubicBezTo>
                  <a:pt x="1820" y="901"/>
                  <a:pt x="1633" y="1213"/>
                  <a:pt x="1296" y="1312"/>
                </a:cubicBezTo>
                <a:lnTo>
                  <a:pt x="1296" y="1312"/>
                </a:lnTo>
                <a:cubicBezTo>
                  <a:pt x="959" y="1412"/>
                  <a:pt x="1179" y="1618"/>
                  <a:pt x="1016" y="1934"/>
                </a:cubicBezTo>
              </a:path>
            </a:pathLst>
          </a:custGeom>
          <a:solidFill>
            <a:srgbClr val="F793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341A2C07-AA16-4949-A784-78733A07D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046" y="9148602"/>
            <a:ext cx="1680872" cy="2548773"/>
          </a:xfrm>
          <a:custGeom>
            <a:avLst/>
            <a:gdLst>
              <a:gd name="T0" fmla="*/ 349 w 1348"/>
              <a:gd name="T1" fmla="*/ 1546 h 2048"/>
              <a:gd name="T2" fmla="*/ 339 w 1348"/>
              <a:gd name="T3" fmla="*/ 1566 h 2048"/>
              <a:gd name="T4" fmla="*/ 475 w 1348"/>
              <a:gd name="T5" fmla="*/ 1559 h 2048"/>
              <a:gd name="T6" fmla="*/ 566 w 1348"/>
              <a:gd name="T7" fmla="*/ 1540 h 2048"/>
              <a:gd name="T8" fmla="*/ 571 w 1348"/>
              <a:gd name="T9" fmla="*/ 1554 h 2048"/>
              <a:gd name="T10" fmla="*/ 482 w 1348"/>
              <a:gd name="T11" fmla="*/ 1588 h 2048"/>
              <a:gd name="T12" fmla="*/ 341 w 1348"/>
              <a:gd name="T13" fmla="*/ 1620 h 2048"/>
              <a:gd name="T14" fmla="*/ 310 w 1348"/>
              <a:gd name="T15" fmla="*/ 1623 h 2048"/>
              <a:gd name="T16" fmla="*/ 155 w 1348"/>
              <a:gd name="T17" fmla="*/ 1960 h 2048"/>
              <a:gd name="T18" fmla="*/ 122 w 1348"/>
              <a:gd name="T19" fmla="*/ 2047 h 2048"/>
              <a:gd name="T20" fmla="*/ 67 w 1348"/>
              <a:gd name="T21" fmla="*/ 2020 h 2048"/>
              <a:gd name="T22" fmla="*/ 149 w 1348"/>
              <a:gd name="T23" fmla="*/ 1831 h 2048"/>
              <a:gd name="T24" fmla="*/ 131 w 1348"/>
              <a:gd name="T25" fmla="*/ 1809 h 2048"/>
              <a:gd name="T26" fmla="*/ 56 w 1348"/>
              <a:gd name="T27" fmla="*/ 1687 h 2048"/>
              <a:gd name="T28" fmla="*/ 37 w 1348"/>
              <a:gd name="T29" fmla="*/ 1644 h 2048"/>
              <a:gd name="T30" fmla="*/ 0 w 1348"/>
              <a:gd name="T31" fmla="*/ 1509 h 2048"/>
              <a:gd name="T32" fmla="*/ 35 w 1348"/>
              <a:gd name="T33" fmla="*/ 1594 h 2048"/>
              <a:gd name="T34" fmla="*/ 82 w 1348"/>
              <a:gd name="T35" fmla="*/ 1672 h 2048"/>
              <a:gd name="T36" fmla="*/ 139 w 1348"/>
              <a:gd name="T37" fmla="*/ 1741 h 2048"/>
              <a:gd name="T38" fmla="*/ 176 w 1348"/>
              <a:gd name="T39" fmla="*/ 1776 h 2048"/>
              <a:gd name="T40" fmla="*/ 308 w 1348"/>
              <a:gd name="T41" fmla="*/ 1523 h 2048"/>
              <a:gd name="T42" fmla="*/ 492 w 1348"/>
              <a:gd name="T43" fmla="*/ 1140 h 2048"/>
              <a:gd name="T44" fmla="*/ 485 w 1348"/>
              <a:gd name="T45" fmla="*/ 1084 h 2048"/>
              <a:gd name="T46" fmla="*/ 491 w 1348"/>
              <a:gd name="T47" fmla="*/ 974 h 2048"/>
              <a:gd name="T48" fmla="*/ 499 w 1348"/>
              <a:gd name="T49" fmla="*/ 1026 h 2048"/>
              <a:gd name="T50" fmla="*/ 537 w 1348"/>
              <a:gd name="T51" fmla="*/ 1126 h 2048"/>
              <a:gd name="T52" fmla="*/ 542 w 1348"/>
              <a:gd name="T53" fmla="*/ 1136 h 2048"/>
              <a:gd name="T54" fmla="*/ 889 w 1348"/>
              <a:gd name="T55" fmla="*/ 624 h 2048"/>
              <a:gd name="T56" fmla="*/ 880 w 1348"/>
              <a:gd name="T57" fmla="*/ 490 h 2048"/>
              <a:gd name="T58" fmla="*/ 883 w 1348"/>
              <a:gd name="T59" fmla="*/ 367 h 2048"/>
              <a:gd name="T60" fmla="*/ 900 w 1348"/>
              <a:gd name="T61" fmla="*/ 367 h 2048"/>
              <a:gd name="T62" fmla="*/ 906 w 1348"/>
              <a:gd name="T63" fmla="*/ 488 h 2048"/>
              <a:gd name="T64" fmla="*/ 981 w 1348"/>
              <a:gd name="T65" fmla="*/ 493 h 2048"/>
              <a:gd name="T66" fmla="*/ 1160 w 1348"/>
              <a:gd name="T67" fmla="*/ 244 h 2048"/>
              <a:gd name="T68" fmla="*/ 1347 w 1348"/>
              <a:gd name="T69" fmla="*/ 0 h 2048"/>
              <a:gd name="T70" fmla="*/ 1255 w 1348"/>
              <a:gd name="T71" fmla="*/ 123 h 2048"/>
              <a:gd name="T72" fmla="*/ 994 w 1348"/>
              <a:gd name="T73" fmla="*/ 502 h 2048"/>
              <a:gd name="T74" fmla="*/ 935 w 1348"/>
              <a:gd name="T75" fmla="*/ 591 h 2048"/>
              <a:gd name="T76" fmla="*/ 1103 w 1348"/>
              <a:gd name="T77" fmla="*/ 571 h 2048"/>
              <a:gd name="T78" fmla="*/ 1314 w 1348"/>
              <a:gd name="T79" fmla="*/ 578 h 2048"/>
              <a:gd name="T80" fmla="*/ 1109 w 1348"/>
              <a:gd name="T81" fmla="*/ 618 h 2048"/>
              <a:gd name="T82" fmla="*/ 910 w 1348"/>
              <a:gd name="T83" fmla="*/ 627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348" h="2048">
                <a:moveTo>
                  <a:pt x="657" y="1016"/>
                </a:moveTo>
                <a:lnTo>
                  <a:pt x="657" y="1016"/>
                </a:lnTo>
                <a:cubicBezTo>
                  <a:pt x="549" y="1189"/>
                  <a:pt x="445" y="1365"/>
                  <a:pt x="349" y="1546"/>
                </a:cubicBezTo>
                <a:lnTo>
                  <a:pt x="349" y="1546"/>
                </a:lnTo>
                <a:cubicBezTo>
                  <a:pt x="346" y="1552"/>
                  <a:pt x="343" y="1559"/>
                  <a:pt x="339" y="1566"/>
                </a:cubicBezTo>
                <a:lnTo>
                  <a:pt x="339" y="1566"/>
                </a:lnTo>
                <a:cubicBezTo>
                  <a:pt x="354" y="1566"/>
                  <a:pt x="369" y="1566"/>
                  <a:pt x="384" y="1566"/>
                </a:cubicBezTo>
                <a:lnTo>
                  <a:pt x="384" y="1566"/>
                </a:lnTo>
                <a:cubicBezTo>
                  <a:pt x="414" y="1565"/>
                  <a:pt x="445" y="1563"/>
                  <a:pt x="475" y="1559"/>
                </a:cubicBezTo>
                <a:lnTo>
                  <a:pt x="475" y="1559"/>
                </a:lnTo>
                <a:cubicBezTo>
                  <a:pt x="505" y="1554"/>
                  <a:pt x="536" y="1548"/>
                  <a:pt x="566" y="1540"/>
                </a:cubicBezTo>
                <a:lnTo>
                  <a:pt x="566" y="1540"/>
                </a:lnTo>
                <a:cubicBezTo>
                  <a:pt x="596" y="1531"/>
                  <a:pt x="625" y="1521"/>
                  <a:pt x="655" y="1509"/>
                </a:cubicBezTo>
                <a:lnTo>
                  <a:pt x="655" y="1509"/>
                </a:lnTo>
                <a:cubicBezTo>
                  <a:pt x="627" y="1525"/>
                  <a:pt x="599" y="1541"/>
                  <a:pt x="571" y="1554"/>
                </a:cubicBezTo>
                <a:lnTo>
                  <a:pt x="571" y="1554"/>
                </a:lnTo>
                <a:cubicBezTo>
                  <a:pt x="542" y="1568"/>
                  <a:pt x="512" y="1579"/>
                  <a:pt x="482" y="1588"/>
                </a:cubicBezTo>
                <a:lnTo>
                  <a:pt x="482" y="1588"/>
                </a:lnTo>
                <a:cubicBezTo>
                  <a:pt x="451" y="1599"/>
                  <a:pt x="420" y="1606"/>
                  <a:pt x="388" y="1612"/>
                </a:cubicBezTo>
                <a:lnTo>
                  <a:pt x="388" y="1612"/>
                </a:lnTo>
                <a:cubicBezTo>
                  <a:pt x="373" y="1615"/>
                  <a:pt x="357" y="1618"/>
                  <a:pt x="341" y="1620"/>
                </a:cubicBezTo>
                <a:lnTo>
                  <a:pt x="341" y="1620"/>
                </a:lnTo>
                <a:cubicBezTo>
                  <a:pt x="330" y="1621"/>
                  <a:pt x="321" y="1622"/>
                  <a:pt x="310" y="1623"/>
                </a:cubicBezTo>
                <a:lnTo>
                  <a:pt x="310" y="1623"/>
                </a:lnTo>
                <a:cubicBezTo>
                  <a:pt x="276" y="1687"/>
                  <a:pt x="245" y="1754"/>
                  <a:pt x="215" y="1820"/>
                </a:cubicBezTo>
                <a:lnTo>
                  <a:pt x="215" y="1820"/>
                </a:lnTo>
                <a:cubicBezTo>
                  <a:pt x="194" y="1866"/>
                  <a:pt x="173" y="1913"/>
                  <a:pt x="155" y="1960"/>
                </a:cubicBezTo>
                <a:lnTo>
                  <a:pt x="155" y="1960"/>
                </a:lnTo>
                <a:cubicBezTo>
                  <a:pt x="143" y="1989"/>
                  <a:pt x="132" y="2018"/>
                  <a:pt x="122" y="2047"/>
                </a:cubicBezTo>
                <a:lnTo>
                  <a:pt x="122" y="2047"/>
                </a:lnTo>
                <a:cubicBezTo>
                  <a:pt x="118" y="2047"/>
                  <a:pt x="115" y="2046"/>
                  <a:pt x="111" y="2046"/>
                </a:cubicBezTo>
                <a:lnTo>
                  <a:pt x="67" y="2020"/>
                </a:lnTo>
                <a:lnTo>
                  <a:pt x="67" y="2020"/>
                </a:lnTo>
                <a:cubicBezTo>
                  <a:pt x="78" y="1992"/>
                  <a:pt x="89" y="1965"/>
                  <a:pt x="101" y="1938"/>
                </a:cubicBezTo>
                <a:lnTo>
                  <a:pt x="101" y="1938"/>
                </a:lnTo>
                <a:cubicBezTo>
                  <a:pt x="116" y="1902"/>
                  <a:pt x="133" y="1867"/>
                  <a:pt x="149" y="1831"/>
                </a:cubicBezTo>
                <a:lnTo>
                  <a:pt x="149" y="1831"/>
                </a:lnTo>
                <a:cubicBezTo>
                  <a:pt x="143" y="1824"/>
                  <a:pt x="137" y="1817"/>
                  <a:pt x="131" y="1809"/>
                </a:cubicBezTo>
                <a:lnTo>
                  <a:pt x="131" y="1809"/>
                </a:lnTo>
                <a:cubicBezTo>
                  <a:pt x="121" y="1796"/>
                  <a:pt x="111" y="1783"/>
                  <a:pt x="103" y="1770"/>
                </a:cubicBezTo>
                <a:lnTo>
                  <a:pt x="103" y="1770"/>
                </a:lnTo>
                <a:cubicBezTo>
                  <a:pt x="85" y="1743"/>
                  <a:pt x="70" y="1716"/>
                  <a:pt x="56" y="1687"/>
                </a:cubicBezTo>
                <a:lnTo>
                  <a:pt x="56" y="1687"/>
                </a:lnTo>
                <a:cubicBezTo>
                  <a:pt x="49" y="1673"/>
                  <a:pt x="43" y="1659"/>
                  <a:pt x="37" y="1644"/>
                </a:cubicBezTo>
                <a:lnTo>
                  <a:pt x="37" y="1644"/>
                </a:lnTo>
                <a:cubicBezTo>
                  <a:pt x="31" y="1629"/>
                  <a:pt x="25" y="1615"/>
                  <a:pt x="21" y="1600"/>
                </a:cubicBezTo>
                <a:lnTo>
                  <a:pt x="21" y="1600"/>
                </a:lnTo>
                <a:cubicBezTo>
                  <a:pt x="11" y="1571"/>
                  <a:pt x="5" y="1540"/>
                  <a:pt x="0" y="1509"/>
                </a:cubicBezTo>
                <a:lnTo>
                  <a:pt x="0" y="1509"/>
                </a:lnTo>
                <a:cubicBezTo>
                  <a:pt x="10" y="1539"/>
                  <a:pt x="21" y="1567"/>
                  <a:pt x="35" y="1594"/>
                </a:cubicBezTo>
                <a:lnTo>
                  <a:pt x="35" y="1594"/>
                </a:lnTo>
                <a:cubicBezTo>
                  <a:pt x="42" y="1608"/>
                  <a:pt x="50" y="1621"/>
                  <a:pt x="58" y="1634"/>
                </a:cubicBezTo>
                <a:lnTo>
                  <a:pt x="58" y="1634"/>
                </a:lnTo>
                <a:cubicBezTo>
                  <a:pt x="65" y="1646"/>
                  <a:pt x="74" y="1659"/>
                  <a:pt x="82" y="1672"/>
                </a:cubicBezTo>
                <a:lnTo>
                  <a:pt x="82" y="1672"/>
                </a:lnTo>
                <a:cubicBezTo>
                  <a:pt x="100" y="1696"/>
                  <a:pt x="119" y="1719"/>
                  <a:pt x="139" y="1741"/>
                </a:cubicBezTo>
                <a:lnTo>
                  <a:pt x="139" y="1741"/>
                </a:lnTo>
                <a:cubicBezTo>
                  <a:pt x="149" y="1752"/>
                  <a:pt x="160" y="1762"/>
                  <a:pt x="171" y="1772"/>
                </a:cubicBezTo>
                <a:lnTo>
                  <a:pt x="171" y="1772"/>
                </a:lnTo>
                <a:cubicBezTo>
                  <a:pt x="173" y="1773"/>
                  <a:pt x="174" y="1775"/>
                  <a:pt x="176" y="1776"/>
                </a:cubicBezTo>
                <a:lnTo>
                  <a:pt x="176" y="1776"/>
                </a:lnTo>
                <a:cubicBezTo>
                  <a:pt x="218" y="1691"/>
                  <a:pt x="262" y="1607"/>
                  <a:pt x="308" y="1523"/>
                </a:cubicBezTo>
                <a:lnTo>
                  <a:pt x="308" y="1523"/>
                </a:lnTo>
                <a:cubicBezTo>
                  <a:pt x="371" y="1412"/>
                  <a:pt x="437" y="1303"/>
                  <a:pt x="505" y="1195"/>
                </a:cubicBezTo>
                <a:lnTo>
                  <a:pt x="505" y="1195"/>
                </a:lnTo>
                <a:cubicBezTo>
                  <a:pt x="500" y="1176"/>
                  <a:pt x="496" y="1158"/>
                  <a:pt x="492" y="1140"/>
                </a:cubicBezTo>
                <a:lnTo>
                  <a:pt x="492" y="1140"/>
                </a:lnTo>
                <a:cubicBezTo>
                  <a:pt x="489" y="1121"/>
                  <a:pt x="487" y="1103"/>
                  <a:pt x="485" y="1084"/>
                </a:cubicBezTo>
                <a:lnTo>
                  <a:pt x="485" y="1084"/>
                </a:lnTo>
                <a:cubicBezTo>
                  <a:pt x="483" y="1066"/>
                  <a:pt x="482" y="1047"/>
                  <a:pt x="483" y="1028"/>
                </a:cubicBezTo>
                <a:lnTo>
                  <a:pt x="483" y="1028"/>
                </a:lnTo>
                <a:cubicBezTo>
                  <a:pt x="484" y="1010"/>
                  <a:pt x="486" y="991"/>
                  <a:pt x="491" y="974"/>
                </a:cubicBezTo>
                <a:lnTo>
                  <a:pt x="491" y="974"/>
                </a:lnTo>
                <a:cubicBezTo>
                  <a:pt x="490" y="992"/>
                  <a:pt x="494" y="1010"/>
                  <a:pt x="499" y="1026"/>
                </a:cubicBezTo>
                <a:lnTo>
                  <a:pt x="499" y="1026"/>
                </a:lnTo>
                <a:cubicBezTo>
                  <a:pt x="503" y="1044"/>
                  <a:pt x="509" y="1061"/>
                  <a:pt x="515" y="1077"/>
                </a:cubicBezTo>
                <a:lnTo>
                  <a:pt x="515" y="1077"/>
                </a:lnTo>
                <a:cubicBezTo>
                  <a:pt x="522" y="1094"/>
                  <a:pt x="529" y="1110"/>
                  <a:pt x="537" y="1126"/>
                </a:cubicBezTo>
                <a:lnTo>
                  <a:pt x="537" y="1126"/>
                </a:lnTo>
                <a:cubicBezTo>
                  <a:pt x="539" y="1129"/>
                  <a:pt x="541" y="1132"/>
                  <a:pt x="542" y="1136"/>
                </a:cubicBezTo>
                <a:lnTo>
                  <a:pt x="542" y="1136"/>
                </a:lnTo>
                <a:cubicBezTo>
                  <a:pt x="572" y="1090"/>
                  <a:pt x="601" y="1044"/>
                  <a:pt x="632" y="999"/>
                </a:cubicBezTo>
                <a:lnTo>
                  <a:pt x="632" y="999"/>
                </a:lnTo>
                <a:cubicBezTo>
                  <a:pt x="716" y="873"/>
                  <a:pt x="803" y="748"/>
                  <a:pt x="889" y="624"/>
                </a:cubicBezTo>
                <a:lnTo>
                  <a:pt x="887" y="614"/>
                </a:lnTo>
                <a:lnTo>
                  <a:pt x="887" y="614"/>
                </a:lnTo>
                <a:cubicBezTo>
                  <a:pt x="881" y="571"/>
                  <a:pt x="880" y="530"/>
                  <a:pt x="880" y="490"/>
                </a:cubicBezTo>
                <a:lnTo>
                  <a:pt x="880" y="490"/>
                </a:lnTo>
                <a:cubicBezTo>
                  <a:pt x="880" y="449"/>
                  <a:pt x="881" y="408"/>
                  <a:pt x="883" y="367"/>
                </a:cubicBezTo>
                <a:lnTo>
                  <a:pt x="883" y="367"/>
                </a:lnTo>
                <a:cubicBezTo>
                  <a:pt x="887" y="285"/>
                  <a:pt x="894" y="204"/>
                  <a:pt x="902" y="123"/>
                </a:cubicBezTo>
                <a:lnTo>
                  <a:pt x="902" y="123"/>
                </a:lnTo>
                <a:cubicBezTo>
                  <a:pt x="899" y="204"/>
                  <a:pt x="898" y="286"/>
                  <a:pt x="900" y="367"/>
                </a:cubicBezTo>
                <a:lnTo>
                  <a:pt x="900" y="367"/>
                </a:lnTo>
                <a:cubicBezTo>
                  <a:pt x="901" y="408"/>
                  <a:pt x="903" y="448"/>
                  <a:pt x="906" y="488"/>
                </a:cubicBezTo>
                <a:lnTo>
                  <a:pt x="906" y="488"/>
                </a:lnTo>
                <a:cubicBezTo>
                  <a:pt x="908" y="521"/>
                  <a:pt x="911" y="553"/>
                  <a:pt x="916" y="585"/>
                </a:cubicBezTo>
                <a:lnTo>
                  <a:pt x="916" y="585"/>
                </a:lnTo>
                <a:cubicBezTo>
                  <a:pt x="938" y="554"/>
                  <a:pt x="960" y="524"/>
                  <a:pt x="981" y="493"/>
                </a:cubicBezTo>
                <a:lnTo>
                  <a:pt x="981" y="493"/>
                </a:lnTo>
                <a:cubicBezTo>
                  <a:pt x="1040" y="409"/>
                  <a:pt x="1100" y="326"/>
                  <a:pt x="1160" y="244"/>
                </a:cubicBezTo>
                <a:lnTo>
                  <a:pt x="1160" y="244"/>
                </a:lnTo>
                <a:cubicBezTo>
                  <a:pt x="1191" y="203"/>
                  <a:pt x="1221" y="161"/>
                  <a:pt x="1252" y="121"/>
                </a:cubicBezTo>
                <a:lnTo>
                  <a:pt x="1252" y="121"/>
                </a:lnTo>
                <a:cubicBezTo>
                  <a:pt x="1283" y="80"/>
                  <a:pt x="1314" y="39"/>
                  <a:pt x="1347" y="0"/>
                </a:cubicBezTo>
                <a:lnTo>
                  <a:pt x="1347" y="0"/>
                </a:lnTo>
                <a:cubicBezTo>
                  <a:pt x="1316" y="40"/>
                  <a:pt x="1286" y="82"/>
                  <a:pt x="1255" y="123"/>
                </a:cubicBezTo>
                <a:lnTo>
                  <a:pt x="1255" y="123"/>
                </a:lnTo>
                <a:cubicBezTo>
                  <a:pt x="1225" y="164"/>
                  <a:pt x="1196" y="206"/>
                  <a:pt x="1166" y="249"/>
                </a:cubicBezTo>
                <a:lnTo>
                  <a:pt x="1166" y="249"/>
                </a:lnTo>
                <a:cubicBezTo>
                  <a:pt x="1108" y="332"/>
                  <a:pt x="1051" y="417"/>
                  <a:pt x="994" y="502"/>
                </a:cubicBezTo>
                <a:lnTo>
                  <a:pt x="994" y="502"/>
                </a:lnTo>
                <a:cubicBezTo>
                  <a:pt x="974" y="532"/>
                  <a:pt x="954" y="562"/>
                  <a:pt x="935" y="591"/>
                </a:cubicBezTo>
                <a:lnTo>
                  <a:pt x="935" y="591"/>
                </a:lnTo>
                <a:cubicBezTo>
                  <a:pt x="957" y="589"/>
                  <a:pt x="980" y="587"/>
                  <a:pt x="1004" y="585"/>
                </a:cubicBezTo>
                <a:lnTo>
                  <a:pt x="1004" y="585"/>
                </a:lnTo>
                <a:cubicBezTo>
                  <a:pt x="1037" y="581"/>
                  <a:pt x="1070" y="577"/>
                  <a:pt x="1103" y="571"/>
                </a:cubicBezTo>
                <a:lnTo>
                  <a:pt x="1103" y="571"/>
                </a:lnTo>
                <a:cubicBezTo>
                  <a:pt x="1167" y="560"/>
                  <a:pt x="1233" y="544"/>
                  <a:pt x="1292" y="520"/>
                </a:cubicBezTo>
                <a:lnTo>
                  <a:pt x="1314" y="578"/>
                </a:lnTo>
                <a:lnTo>
                  <a:pt x="1314" y="578"/>
                </a:lnTo>
                <a:cubicBezTo>
                  <a:pt x="1246" y="601"/>
                  <a:pt x="1177" y="611"/>
                  <a:pt x="1109" y="618"/>
                </a:cubicBezTo>
                <a:lnTo>
                  <a:pt x="1109" y="618"/>
                </a:lnTo>
                <a:cubicBezTo>
                  <a:pt x="1075" y="622"/>
                  <a:pt x="1041" y="624"/>
                  <a:pt x="1007" y="626"/>
                </a:cubicBezTo>
                <a:lnTo>
                  <a:pt x="1007" y="626"/>
                </a:lnTo>
                <a:cubicBezTo>
                  <a:pt x="974" y="627"/>
                  <a:pt x="942" y="628"/>
                  <a:pt x="910" y="627"/>
                </a:cubicBezTo>
                <a:lnTo>
                  <a:pt x="910" y="627"/>
                </a:lnTo>
                <a:cubicBezTo>
                  <a:pt x="825" y="756"/>
                  <a:pt x="741" y="886"/>
                  <a:pt x="657" y="1016"/>
                </a:cubicBezTo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F380C610-D742-754E-8D21-F7F6CC30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737" y="6522926"/>
            <a:ext cx="2598209" cy="5317269"/>
          </a:xfrm>
          <a:custGeom>
            <a:avLst/>
            <a:gdLst>
              <a:gd name="T0" fmla="*/ 966 w 2084"/>
              <a:gd name="T1" fmla="*/ 3466 h 4270"/>
              <a:gd name="T2" fmla="*/ 966 w 2084"/>
              <a:gd name="T3" fmla="*/ 3466 h 4270"/>
              <a:gd name="T4" fmla="*/ 1020 w 2084"/>
              <a:gd name="T5" fmla="*/ 3851 h 4270"/>
              <a:gd name="T6" fmla="*/ 1020 w 2084"/>
              <a:gd name="T7" fmla="*/ 3851 h 4270"/>
              <a:gd name="T8" fmla="*/ 1597 w 2084"/>
              <a:gd name="T9" fmla="*/ 4188 h 4270"/>
              <a:gd name="T10" fmla="*/ 1597 w 2084"/>
              <a:gd name="T11" fmla="*/ 4188 h 4270"/>
              <a:gd name="T12" fmla="*/ 1623 w 2084"/>
              <a:gd name="T13" fmla="*/ 4180 h 4270"/>
              <a:gd name="T14" fmla="*/ 1623 w 2084"/>
              <a:gd name="T15" fmla="*/ 4180 h 4270"/>
              <a:gd name="T16" fmla="*/ 1670 w 2084"/>
              <a:gd name="T17" fmla="*/ 4164 h 4270"/>
              <a:gd name="T18" fmla="*/ 1670 w 2084"/>
              <a:gd name="T19" fmla="*/ 4164 h 4270"/>
              <a:gd name="T20" fmla="*/ 1783 w 2084"/>
              <a:gd name="T21" fmla="*/ 3386 h 4270"/>
              <a:gd name="T22" fmla="*/ 1783 w 2084"/>
              <a:gd name="T23" fmla="*/ 3386 h 4270"/>
              <a:gd name="T24" fmla="*/ 1774 w 2084"/>
              <a:gd name="T25" fmla="*/ 3373 h 4270"/>
              <a:gd name="T26" fmla="*/ 1774 w 2084"/>
              <a:gd name="T27" fmla="*/ 3373 h 4270"/>
              <a:gd name="T28" fmla="*/ 1753 w 2084"/>
              <a:gd name="T29" fmla="*/ 3341 h 4270"/>
              <a:gd name="T30" fmla="*/ 1753 w 2084"/>
              <a:gd name="T31" fmla="*/ 3341 h 4270"/>
              <a:gd name="T32" fmla="*/ 1637 w 2084"/>
              <a:gd name="T33" fmla="*/ 2526 h 4270"/>
              <a:gd name="T34" fmla="*/ 1637 w 2084"/>
              <a:gd name="T35" fmla="*/ 2526 h 4270"/>
              <a:gd name="T36" fmla="*/ 1624 w 2084"/>
              <a:gd name="T37" fmla="*/ 2440 h 4270"/>
              <a:gd name="T38" fmla="*/ 1624 w 2084"/>
              <a:gd name="T39" fmla="*/ 2440 h 4270"/>
              <a:gd name="T40" fmla="*/ 1624 w 2084"/>
              <a:gd name="T41" fmla="*/ 2440 h 4270"/>
              <a:gd name="T42" fmla="*/ 1597 w 2084"/>
              <a:gd name="T43" fmla="*/ 2356 h 4270"/>
              <a:gd name="T44" fmla="*/ 1597 w 2084"/>
              <a:gd name="T45" fmla="*/ 2356 h 4270"/>
              <a:gd name="T46" fmla="*/ 1597 w 2084"/>
              <a:gd name="T47" fmla="*/ 2356 h 4270"/>
              <a:gd name="T48" fmla="*/ 1273 w 2084"/>
              <a:gd name="T49" fmla="*/ 1793 h 4270"/>
              <a:gd name="T50" fmla="*/ 1273 w 2084"/>
              <a:gd name="T51" fmla="*/ 1793 h 4270"/>
              <a:gd name="T52" fmla="*/ 1217 w 2084"/>
              <a:gd name="T53" fmla="*/ 900 h 4270"/>
              <a:gd name="T54" fmla="*/ 1217 w 2084"/>
              <a:gd name="T55" fmla="*/ 900 h 4270"/>
              <a:gd name="T56" fmla="*/ 1182 w 2084"/>
              <a:gd name="T57" fmla="*/ 759 h 4270"/>
              <a:gd name="T58" fmla="*/ 1182 w 2084"/>
              <a:gd name="T59" fmla="*/ 758 h 4270"/>
              <a:gd name="T60" fmla="*/ 1182 w 2084"/>
              <a:gd name="T61" fmla="*/ 758 h 4270"/>
              <a:gd name="T62" fmla="*/ 1152 w 2084"/>
              <a:gd name="T63" fmla="*/ 662 h 4270"/>
              <a:gd name="T64" fmla="*/ 1152 w 2084"/>
              <a:gd name="T65" fmla="*/ 662 h 4270"/>
              <a:gd name="T66" fmla="*/ 491 w 2084"/>
              <a:gd name="T67" fmla="*/ 186 h 4270"/>
              <a:gd name="T68" fmla="*/ 491 w 2084"/>
              <a:gd name="T69" fmla="*/ 186 h 4270"/>
              <a:gd name="T70" fmla="*/ 341 w 2084"/>
              <a:gd name="T71" fmla="*/ 1248 h 4270"/>
              <a:gd name="T72" fmla="*/ 341 w 2084"/>
              <a:gd name="T73" fmla="*/ 1248 h 4270"/>
              <a:gd name="T74" fmla="*/ 541 w 2084"/>
              <a:gd name="T75" fmla="*/ 1753 h 4270"/>
              <a:gd name="T76" fmla="*/ 541 w 2084"/>
              <a:gd name="T77" fmla="*/ 1753 h 4270"/>
              <a:gd name="T78" fmla="*/ 547 w 2084"/>
              <a:gd name="T79" fmla="*/ 1859 h 4270"/>
              <a:gd name="T80" fmla="*/ 547 w 2084"/>
              <a:gd name="T81" fmla="*/ 1859 h 4270"/>
              <a:gd name="T82" fmla="*/ 547 w 2084"/>
              <a:gd name="T83" fmla="*/ 2069 h 4270"/>
              <a:gd name="T84" fmla="*/ 547 w 2084"/>
              <a:gd name="T85" fmla="*/ 2069 h 4270"/>
              <a:gd name="T86" fmla="*/ 695 w 2084"/>
              <a:gd name="T87" fmla="*/ 2594 h 4270"/>
              <a:gd name="T88" fmla="*/ 695 w 2084"/>
              <a:gd name="T89" fmla="*/ 2594 h 4270"/>
              <a:gd name="T90" fmla="*/ 966 w 2084"/>
              <a:gd name="T91" fmla="*/ 3262 h 4270"/>
              <a:gd name="T92" fmla="*/ 966 w 2084"/>
              <a:gd name="T93" fmla="*/ 3262 h 4270"/>
              <a:gd name="T94" fmla="*/ 964 w 2084"/>
              <a:gd name="T95" fmla="*/ 3379 h 4270"/>
              <a:gd name="T96" fmla="*/ 964 w 2084"/>
              <a:gd name="T97" fmla="*/ 3379 h 4270"/>
              <a:gd name="T98" fmla="*/ 964 w 2084"/>
              <a:gd name="T99" fmla="*/ 3379 h 4270"/>
              <a:gd name="T100" fmla="*/ 966 w 2084"/>
              <a:gd name="T101" fmla="*/ 3466 h 4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084" h="4270">
                <a:moveTo>
                  <a:pt x="966" y="3466"/>
                </a:moveTo>
                <a:lnTo>
                  <a:pt x="966" y="3466"/>
                </a:lnTo>
                <a:cubicBezTo>
                  <a:pt x="975" y="3746"/>
                  <a:pt x="1020" y="3851"/>
                  <a:pt x="1020" y="3851"/>
                </a:cubicBezTo>
                <a:lnTo>
                  <a:pt x="1020" y="3851"/>
                </a:lnTo>
                <a:cubicBezTo>
                  <a:pt x="1193" y="4269"/>
                  <a:pt x="1506" y="4215"/>
                  <a:pt x="1597" y="4188"/>
                </a:cubicBezTo>
                <a:lnTo>
                  <a:pt x="1597" y="4188"/>
                </a:lnTo>
                <a:cubicBezTo>
                  <a:pt x="1613" y="4183"/>
                  <a:pt x="1623" y="4180"/>
                  <a:pt x="1623" y="4180"/>
                </a:cubicBezTo>
                <a:lnTo>
                  <a:pt x="1623" y="4180"/>
                </a:lnTo>
                <a:cubicBezTo>
                  <a:pt x="1639" y="4175"/>
                  <a:pt x="1655" y="4170"/>
                  <a:pt x="1670" y="4164"/>
                </a:cubicBezTo>
                <a:lnTo>
                  <a:pt x="1670" y="4164"/>
                </a:lnTo>
                <a:cubicBezTo>
                  <a:pt x="2083" y="4024"/>
                  <a:pt x="2006" y="3712"/>
                  <a:pt x="1783" y="3386"/>
                </a:cubicBezTo>
                <a:lnTo>
                  <a:pt x="1783" y="3386"/>
                </a:lnTo>
                <a:cubicBezTo>
                  <a:pt x="1780" y="3382"/>
                  <a:pt x="1777" y="3377"/>
                  <a:pt x="1774" y="3373"/>
                </a:cubicBezTo>
                <a:lnTo>
                  <a:pt x="1774" y="3373"/>
                </a:lnTo>
                <a:cubicBezTo>
                  <a:pt x="1767" y="3362"/>
                  <a:pt x="1760" y="3352"/>
                  <a:pt x="1753" y="3341"/>
                </a:cubicBezTo>
                <a:lnTo>
                  <a:pt x="1753" y="3341"/>
                </a:lnTo>
                <a:cubicBezTo>
                  <a:pt x="1544" y="3017"/>
                  <a:pt x="1657" y="2819"/>
                  <a:pt x="1637" y="2526"/>
                </a:cubicBezTo>
                <a:lnTo>
                  <a:pt x="1637" y="2526"/>
                </a:lnTo>
                <a:cubicBezTo>
                  <a:pt x="1635" y="2496"/>
                  <a:pt x="1630" y="2467"/>
                  <a:pt x="1624" y="2440"/>
                </a:cubicBezTo>
                <a:lnTo>
                  <a:pt x="1624" y="2440"/>
                </a:lnTo>
                <a:lnTo>
                  <a:pt x="1624" y="2440"/>
                </a:lnTo>
                <a:cubicBezTo>
                  <a:pt x="1618" y="2410"/>
                  <a:pt x="1608" y="2383"/>
                  <a:pt x="1597" y="2356"/>
                </a:cubicBezTo>
                <a:lnTo>
                  <a:pt x="1597" y="2356"/>
                </a:lnTo>
                <a:lnTo>
                  <a:pt x="1597" y="2356"/>
                </a:lnTo>
                <a:cubicBezTo>
                  <a:pt x="1520" y="2173"/>
                  <a:pt x="1356" y="2057"/>
                  <a:pt x="1273" y="1793"/>
                </a:cubicBezTo>
                <a:lnTo>
                  <a:pt x="1273" y="1793"/>
                </a:lnTo>
                <a:cubicBezTo>
                  <a:pt x="1180" y="1501"/>
                  <a:pt x="1319" y="1363"/>
                  <a:pt x="1217" y="900"/>
                </a:cubicBezTo>
                <a:lnTo>
                  <a:pt x="1217" y="900"/>
                </a:lnTo>
                <a:cubicBezTo>
                  <a:pt x="1207" y="856"/>
                  <a:pt x="1196" y="809"/>
                  <a:pt x="1182" y="759"/>
                </a:cubicBezTo>
                <a:lnTo>
                  <a:pt x="1182" y="758"/>
                </a:lnTo>
                <a:lnTo>
                  <a:pt x="1182" y="758"/>
                </a:lnTo>
                <a:cubicBezTo>
                  <a:pt x="1172" y="727"/>
                  <a:pt x="1163" y="695"/>
                  <a:pt x="1152" y="662"/>
                </a:cubicBezTo>
                <a:lnTo>
                  <a:pt x="1152" y="662"/>
                </a:lnTo>
                <a:cubicBezTo>
                  <a:pt x="937" y="0"/>
                  <a:pt x="491" y="186"/>
                  <a:pt x="491" y="186"/>
                </a:cubicBezTo>
                <a:lnTo>
                  <a:pt x="491" y="186"/>
                </a:lnTo>
                <a:cubicBezTo>
                  <a:pt x="0" y="351"/>
                  <a:pt x="144" y="915"/>
                  <a:pt x="341" y="1248"/>
                </a:cubicBezTo>
                <a:lnTo>
                  <a:pt x="341" y="1248"/>
                </a:lnTo>
                <a:cubicBezTo>
                  <a:pt x="476" y="1476"/>
                  <a:pt x="526" y="1574"/>
                  <a:pt x="541" y="1753"/>
                </a:cubicBezTo>
                <a:lnTo>
                  <a:pt x="541" y="1753"/>
                </a:lnTo>
                <a:cubicBezTo>
                  <a:pt x="544" y="1786"/>
                  <a:pt x="546" y="1820"/>
                  <a:pt x="547" y="1859"/>
                </a:cubicBezTo>
                <a:lnTo>
                  <a:pt x="547" y="1859"/>
                </a:lnTo>
                <a:cubicBezTo>
                  <a:pt x="549" y="1918"/>
                  <a:pt x="548" y="1987"/>
                  <a:pt x="547" y="2069"/>
                </a:cubicBezTo>
                <a:lnTo>
                  <a:pt x="547" y="2069"/>
                </a:lnTo>
                <a:cubicBezTo>
                  <a:pt x="540" y="2503"/>
                  <a:pt x="695" y="2594"/>
                  <a:pt x="695" y="2594"/>
                </a:cubicBezTo>
                <a:lnTo>
                  <a:pt x="695" y="2594"/>
                </a:lnTo>
                <a:cubicBezTo>
                  <a:pt x="695" y="2594"/>
                  <a:pt x="977" y="2827"/>
                  <a:pt x="966" y="3262"/>
                </a:cubicBezTo>
                <a:lnTo>
                  <a:pt x="966" y="3262"/>
                </a:lnTo>
                <a:cubicBezTo>
                  <a:pt x="964" y="3304"/>
                  <a:pt x="964" y="3342"/>
                  <a:pt x="964" y="3379"/>
                </a:cubicBezTo>
                <a:lnTo>
                  <a:pt x="964" y="3379"/>
                </a:lnTo>
                <a:lnTo>
                  <a:pt x="964" y="3379"/>
                </a:lnTo>
                <a:cubicBezTo>
                  <a:pt x="964" y="3410"/>
                  <a:pt x="965" y="3439"/>
                  <a:pt x="966" y="3466"/>
                </a:cubicBezTo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1D5FFB0-D639-714D-A5E8-A6F76C95D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400" y="7237021"/>
            <a:ext cx="1959773" cy="4497558"/>
          </a:xfrm>
          <a:custGeom>
            <a:avLst/>
            <a:gdLst>
              <a:gd name="connsiteX0" fmla="*/ 939309 w 1959773"/>
              <a:gd name="connsiteY0" fmla="*/ 3493578 h 4497558"/>
              <a:gd name="connsiteX1" fmla="*/ 959155 w 1959773"/>
              <a:gd name="connsiteY1" fmla="*/ 3513277 h 4497558"/>
              <a:gd name="connsiteX2" fmla="*/ 1006289 w 1959773"/>
              <a:gd name="connsiteY2" fmla="*/ 3555137 h 4497558"/>
              <a:gd name="connsiteX3" fmla="*/ 1114201 w 1959773"/>
              <a:gd name="connsiteY3" fmla="*/ 3621622 h 4497558"/>
              <a:gd name="connsiteX4" fmla="*/ 1233277 w 1959773"/>
              <a:gd name="connsiteY4" fmla="*/ 3672100 h 4497558"/>
              <a:gd name="connsiteX5" fmla="*/ 1296536 w 1959773"/>
              <a:gd name="connsiteY5" fmla="*/ 3690568 h 4497558"/>
              <a:gd name="connsiteX6" fmla="*/ 1361035 w 1959773"/>
              <a:gd name="connsiteY6" fmla="*/ 3706574 h 4497558"/>
              <a:gd name="connsiteX7" fmla="*/ 1294055 w 1959773"/>
              <a:gd name="connsiteY7" fmla="*/ 3702880 h 4497558"/>
              <a:gd name="connsiteX8" fmla="*/ 1228315 w 1959773"/>
              <a:gd name="connsiteY8" fmla="*/ 3695493 h 4497558"/>
              <a:gd name="connsiteX9" fmla="*/ 1095596 w 1959773"/>
              <a:gd name="connsiteY9" fmla="*/ 3665945 h 4497558"/>
              <a:gd name="connsiteX10" fmla="*/ 966597 w 1959773"/>
              <a:gd name="connsiteY10" fmla="*/ 3614235 h 4497558"/>
              <a:gd name="connsiteX11" fmla="*/ 941790 w 1959773"/>
              <a:gd name="connsiteY11" fmla="*/ 3600692 h 4497558"/>
              <a:gd name="connsiteX12" fmla="*/ 939309 w 1959773"/>
              <a:gd name="connsiteY12" fmla="*/ 3493578 h 4497558"/>
              <a:gd name="connsiteX13" fmla="*/ 1922461 w 1959773"/>
              <a:gd name="connsiteY13" fmla="*/ 3444139 h 4497558"/>
              <a:gd name="connsiteX14" fmla="*/ 1948579 w 1959773"/>
              <a:gd name="connsiteY14" fmla="*/ 3483640 h 4497558"/>
              <a:gd name="connsiteX15" fmla="*/ 1959773 w 1959773"/>
              <a:gd name="connsiteY15" fmla="*/ 3499687 h 4497558"/>
              <a:gd name="connsiteX16" fmla="*/ 1926192 w 1959773"/>
              <a:gd name="connsiteY16" fmla="*/ 3535484 h 4497558"/>
              <a:gd name="connsiteX17" fmla="*/ 1849082 w 1959773"/>
              <a:gd name="connsiteY17" fmla="*/ 3604610 h 4497558"/>
              <a:gd name="connsiteX18" fmla="*/ 1763266 w 1959773"/>
              <a:gd name="connsiteY18" fmla="*/ 3662627 h 4497558"/>
              <a:gd name="connsiteX19" fmla="*/ 1887637 w 1959773"/>
              <a:gd name="connsiteY19" fmla="*/ 3505859 h 4497558"/>
              <a:gd name="connsiteX20" fmla="*/ 1922461 w 1959773"/>
              <a:gd name="connsiteY20" fmla="*/ 3444139 h 4497558"/>
              <a:gd name="connsiteX21" fmla="*/ 1728347 w 1959773"/>
              <a:gd name="connsiteY21" fmla="*/ 2219191 h 4497558"/>
              <a:gd name="connsiteX22" fmla="*/ 1762022 w 1959773"/>
              <a:gd name="connsiteY22" fmla="*/ 2323459 h 4497558"/>
              <a:gd name="connsiteX23" fmla="*/ 1725853 w 1959773"/>
              <a:gd name="connsiteY23" fmla="*/ 2368145 h 4497558"/>
              <a:gd name="connsiteX24" fmla="*/ 1584918 w 1959773"/>
              <a:gd name="connsiteY24" fmla="*/ 2507168 h 4497558"/>
              <a:gd name="connsiteX25" fmla="*/ 1424027 w 1959773"/>
              <a:gd name="connsiteY25" fmla="*/ 2616401 h 4497558"/>
              <a:gd name="connsiteX26" fmla="*/ 1246923 w 1959773"/>
              <a:gd name="connsiteY26" fmla="*/ 2695843 h 4497558"/>
              <a:gd name="connsiteX27" fmla="*/ 1410308 w 1959773"/>
              <a:gd name="connsiteY27" fmla="*/ 2596540 h 4497558"/>
              <a:gd name="connsiteX28" fmla="*/ 1552490 w 1959773"/>
              <a:gd name="connsiteY28" fmla="*/ 2472412 h 4497558"/>
              <a:gd name="connsiteX29" fmla="*/ 1668481 w 1959773"/>
              <a:gd name="connsiteY29" fmla="*/ 2324700 h 4497558"/>
              <a:gd name="connsiteX30" fmla="*/ 1715875 w 1959773"/>
              <a:gd name="connsiteY30" fmla="*/ 2245258 h 4497558"/>
              <a:gd name="connsiteX31" fmla="*/ 1728347 w 1959773"/>
              <a:gd name="connsiteY31" fmla="*/ 2219191 h 4497558"/>
              <a:gd name="connsiteX32" fmla="*/ 411980 w 1959773"/>
              <a:gd name="connsiteY32" fmla="*/ 1466645 h 4497558"/>
              <a:gd name="connsiteX33" fmla="*/ 462746 w 1959773"/>
              <a:gd name="connsiteY33" fmla="*/ 1541609 h 4497558"/>
              <a:gd name="connsiteX34" fmla="*/ 535799 w 1959773"/>
              <a:gd name="connsiteY34" fmla="*/ 1632815 h 4497558"/>
              <a:gd name="connsiteX35" fmla="*/ 618758 w 1959773"/>
              <a:gd name="connsiteY35" fmla="*/ 1715276 h 4497558"/>
              <a:gd name="connsiteX36" fmla="*/ 712861 w 1959773"/>
              <a:gd name="connsiteY36" fmla="*/ 1783993 h 4497558"/>
              <a:gd name="connsiteX37" fmla="*/ 603900 w 1959773"/>
              <a:gd name="connsiteY37" fmla="*/ 1735266 h 4497558"/>
              <a:gd name="connsiteX38" fmla="*/ 503606 w 1959773"/>
              <a:gd name="connsiteY38" fmla="*/ 1667798 h 4497558"/>
              <a:gd name="connsiteX39" fmla="*/ 419409 w 1959773"/>
              <a:gd name="connsiteY39" fmla="*/ 1599081 h 4497558"/>
              <a:gd name="connsiteX40" fmla="*/ 411980 w 1959773"/>
              <a:gd name="connsiteY40" fmla="*/ 1466645 h 4497558"/>
              <a:gd name="connsiteX41" fmla="*/ 1213107 w 1959773"/>
              <a:gd name="connsiteY41" fmla="*/ 230712 h 4497558"/>
              <a:gd name="connsiteX42" fmla="*/ 1256666 w 1959773"/>
              <a:gd name="connsiteY42" fmla="*/ 406389 h 4497558"/>
              <a:gd name="connsiteX43" fmla="*/ 1250443 w 1959773"/>
              <a:gd name="connsiteY43" fmla="*/ 425078 h 4497558"/>
              <a:gd name="connsiteX44" fmla="*/ 1170794 w 1959773"/>
              <a:gd name="connsiteY44" fmla="*/ 624428 h 4497558"/>
              <a:gd name="connsiteX45" fmla="*/ 1069988 w 1959773"/>
              <a:gd name="connsiteY45" fmla="*/ 813811 h 4497558"/>
              <a:gd name="connsiteX46" fmla="*/ 939313 w 1959773"/>
              <a:gd name="connsiteY46" fmla="*/ 982012 h 4497558"/>
              <a:gd name="connsiteX47" fmla="*/ 1048831 w 1959773"/>
              <a:gd name="connsiteY47" fmla="*/ 802597 h 4497558"/>
              <a:gd name="connsiteX48" fmla="*/ 1125991 w 1959773"/>
              <a:gd name="connsiteY48" fmla="*/ 606985 h 4497558"/>
              <a:gd name="connsiteX49" fmla="*/ 1180750 w 1959773"/>
              <a:gd name="connsiteY49" fmla="*/ 405143 h 4497558"/>
              <a:gd name="connsiteX50" fmla="*/ 1213107 w 1959773"/>
              <a:gd name="connsiteY50" fmla="*/ 230712 h 4497558"/>
              <a:gd name="connsiteX51" fmla="*/ 92687 w 1959773"/>
              <a:gd name="connsiteY51" fmla="*/ 109861 h 4497558"/>
              <a:gd name="connsiteX52" fmla="*/ 154061 w 1959773"/>
              <a:gd name="connsiteY52" fmla="*/ 275163 h 4497558"/>
              <a:gd name="connsiteX53" fmla="*/ 236728 w 1959773"/>
              <a:gd name="connsiteY53" fmla="*/ 434250 h 4497558"/>
              <a:gd name="connsiteX54" fmla="*/ 336931 w 1959773"/>
              <a:gd name="connsiteY54" fmla="*/ 584638 h 4497558"/>
              <a:gd name="connsiteX55" fmla="*/ 454669 w 1959773"/>
              <a:gd name="connsiteY55" fmla="*/ 723839 h 4497558"/>
              <a:gd name="connsiteX56" fmla="*/ 318143 w 1959773"/>
              <a:gd name="connsiteY56" fmla="*/ 600795 h 4497558"/>
              <a:gd name="connsiteX57" fmla="*/ 196647 w 1959773"/>
              <a:gd name="connsiteY57" fmla="*/ 461594 h 4497558"/>
              <a:gd name="connsiteX58" fmla="*/ 90182 w 1959773"/>
              <a:gd name="connsiteY58" fmla="*/ 308721 h 4497558"/>
              <a:gd name="connsiteX59" fmla="*/ 0 w 1959773"/>
              <a:gd name="connsiteY59" fmla="*/ 140933 h 4497558"/>
              <a:gd name="connsiteX60" fmla="*/ 483388 w 1959773"/>
              <a:gd name="connsiteY60" fmla="*/ 0 h 4497558"/>
              <a:gd name="connsiteX61" fmla="*/ 615671 w 1959773"/>
              <a:gd name="connsiteY61" fmla="*/ 585231 h 4497558"/>
              <a:gd name="connsiteX62" fmla="*/ 817840 w 1959773"/>
              <a:gd name="connsiteY62" fmla="*/ 1150538 h 4497558"/>
              <a:gd name="connsiteX63" fmla="*/ 844047 w 1959773"/>
              <a:gd name="connsiteY63" fmla="*/ 1221513 h 4497558"/>
              <a:gd name="connsiteX64" fmla="*/ 869006 w 1959773"/>
              <a:gd name="connsiteY64" fmla="*/ 1293733 h 4497558"/>
              <a:gd name="connsiteX65" fmla="*/ 890221 w 1959773"/>
              <a:gd name="connsiteY65" fmla="*/ 1365953 h 4497558"/>
              <a:gd name="connsiteX66" fmla="*/ 910189 w 1959773"/>
              <a:gd name="connsiteY66" fmla="*/ 1439418 h 4497558"/>
              <a:gd name="connsiteX67" fmla="*/ 970090 w 1959773"/>
              <a:gd name="connsiteY67" fmla="*/ 1734523 h 4497558"/>
              <a:gd name="connsiteX68" fmla="*/ 1059943 w 1959773"/>
              <a:gd name="connsiteY68" fmla="*/ 2329715 h 4497558"/>
              <a:gd name="connsiteX69" fmla="*/ 1107365 w 1959773"/>
              <a:gd name="connsiteY69" fmla="*/ 2626066 h 4497558"/>
              <a:gd name="connsiteX70" fmla="*/ 1173507 w 1959773"/>
              <a:gd name="connsiteY70" fmla="*/ 2916190 h 4497558"/>
              <a:gd name="connsiteX71" fmla="*/ 1415610 w 1959773"/>
              <a:gd name="connsiteY71" fmla="*/ 3457840 h 4497558"/>
              <a:gd name="connsiteX72" fmla="*/ 1565365 w 1959773"/>
              <a:gd name="connsiteY72" fmla="*/ 3716836 h 4497558"/>
              <a:gd name="connsiteX73" fmla="*/ 1642738 w 1959773"/>
              <a:gd name="connsiteY73" fmla="*/ 3847578 h 4497558"/>
              <a:gd name="connsiteX74" fmla="*/ 1678928 w 1959773"/>
              <a:gd name="connsiteY74" fmla="*/ 3914818 h 4497558"/>
              <a:gd name="connsiteX75" fmla="*/ 1696400 w 1959773"/>
              <a:gd name="connsiteY75" fmla="*/ 3950928 h 4497558"/>
              <a:gd name="connsiteX76" fmla="*/ 1711375 w 1959773"/>
              <a:gd name="connsiteY76" fmla="*/ 3987038 h 4497558"/>
              <a:gd name="connsiteX77" fmla="*/ 1792492 w 1959773"/>
              <a:gd name="connsiteY77" fmla="*/ 4284634 h 4497558"/>
              <a:gd name="connsiteX78" fmla="*/ 1822443 w 1959773"/>
              <a:gd name="connsiteY78" fmla="*/ 4467674 h 4497558"/>
              <a:gd name="connsiteX79" fmla="*/ 1763789 w 1959773"/>
              <a:gd name="connsiteY79" fmla="*/ 4487596 h 4497558"/>
              <a:gd name="connsiteX80" fmla="*/ 1731343 w 1959773"/>
              <a:gd name="connsiteY80" fmla="*/ 4497558 h 4497558"/>
              <a:gd name="connsiteX81" fmla="*/ 1703888 w 1959773"/>
              <a:gd name="connsiteY81" fmla="*/ 4300821 h 4497558"/>
              <a:gd name="connsiteX82" fmla="*/ 1631506 w 1959773"/>
              <a:gd name="connsiteY82" fmla="*/ 4018167 h 4497558"/>
              <a:gd name="connsiteX83" fmla="*/ 1619027 w 1959773"/>
              <a:gd name="connsiteY83" fmla="*/ 3984547 h 4497558"/>
              <a:gd name="connsiteX84" fmla="*/ 1604051 w 1959773"/>
              <a:gd name="connsiteY84" fmla="*/ 3952173 h 4497558"/>
              <a:gd name="connsiteX85" fmla="*/ 1570356 w 1959773"/>
              <a:gd name="connsiteY85" fmla="*/ 3887424 h 4497558"/>
              <a:gd name="connsiteX86" fmla="*/ 1497975 w 1959773"/>
              <a:gd name="connsiteY86" fmla="*/ 3756681 h 4497558"/>
              <a:gd name="connsiteX87" fmla="*/ 1350716 w 1959773"/>
              <a:gd name="connsiteY87" fmla="*/ 3492705 h 4497558"/>
              <a:gd name="connsiteX88" fmla="*/ 1114853 w 1959773"/>
              <a:gd name="connsiteY88" fmla="*/ 2932378 h 4497558"/>
              <a:gd name="connsiteX89" fmla="*/ 1053703 w 1959773"/>
              <a:gd name="connsiteY89" fmla="*/ 2634782 h 4497558"/>
              <a:gd name="connsiteX90" fmla="*/ 1012521 w 1959773"/>
              <a:gd name="connsiteY90" fmla="*/ 2335941 h 4497558"/>
              <a:gd name="connsiteX91" fmla="*/ 933900 w 1959773"/>
              <a:gd name="connsiteY91" fmla="*/ 1740749 h 4497558"/>
              <a:gd name="connsiteX92" fmla="*/ 880238 w 1959773"/>
              <a:gd name="connsiteY92" fmla="*/ 1446889 h 4497558"/>
              <a:gd name="connsiteX93" fmla="*/ 862766 w 1959773"/>
              <a:gd name="connsiteY93" fmla="*/ 1373424 h 4497558"/>
              <a:gd name="connsiteX94" fmla="*/ 844047 w 1959773"/>
              <a:gd name="connsiteY94" fmla="*/ 1301204 h 4497558"/>
              <a:gd name="connsiteX95" fmla="*/ 820336 w 1959773"/>
              <a:gd name="connsiteY95" fmla="*/ 1230229 h 4497558"/>
              <a:gd name="connsiteX96" fmla="*/ 795377 w 1959773"/>
              <a:gd name="connsiteY96" fmla="*/ 1159254 h 4497558"/>
              <a:gd name="connsiteX97" fmla="*/ 604440 w 1959773"/>
              <a:gd name="connsiteY97" fmla="*/ 588966 h 4497558"/>
              <a:gd name="connsiteX98" fmla="*/ 483388 w 1959773"/>
              <a:gd name="connsiteY98" fmla="*/ 0 h 4497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959773" h="4497558">
                <a:moveTo>
                  <a:pt x="939309" y="3493578"/>
                </a:moveTo>
                <a:cubicBezTo>
                  <a:pt x="945511" y="3499734"/>
                  <a:pt x="951713" y="3507121"/>
                  <a:pt x="959155" y="3513277"/>
                </a:cubicBezTo>
                <a:cubicBezTo>
                  <a:pt x="972799" y="3528051"/>
                  <a:pt x="990164" y="3540363"/>
                  <a:pt x="1006289" y="3555137"/>
                </a:cubicBezTo>
                <a:cubicBezTo>
                  <a:pt x="1039779" y="3579761"/>
                  <a:pt x="1075750" y="3601923"/>
                  <a:pt x="1114201" y="3621622"/>
                </a:cubicBezTo>
                <a:cubicBezTo>
                  <a:pt x="1152653" y="3641321"/>
                  <a:pt x="1192345" y="3657326"/>
                  <a:pt x="1233277" y="3672100"/>
                </a:cubicBezTo>
                <a:cubicBezTo>
                  <a:pt x="1254363" y="3679488"/>
                  <a:pt x="1275449" y="3684412"/>
                  <a:pt x="1296536" y="3690568"/>
                </a:cubicBezTo>
                <a:cubicBezTo>
                  <a:pt x="1317622" y="3696724"/>
                  <a:pt x="1339948" y="3701649"/>
                  <a:pt x="1361035" y="3706574"/>
                </a:cubicBezTo>
                <a:cubicBezTo>
                  <a:pt x="1338708" y="3705343"/>
                  <a:pt x="1316381" y="3704111"/>
                  <a:pt x="1294055" y="3702880"/>
                </a:cubicBezTo>
                <a:cubicBezTo>
                  <a:pt x="1271728" y="3700418"/>
                  <a:pt x="1250642" y="3699187"/>
                  <a:pt x="1228315" y="3695493"/>
                </a:cubicBezTo>
                <a:cubicBezTo>
                  <a:pt x="1183662" y="3688106"/>
                  <a:pt x="1139009" y="3679488"/>
                  <a:pt x="1095596" y="3665945"/>
                </a:cubicBezTo>
                <a:cubicBezTo>
                  <a:pt x="1052183" y="3652401"/>
                  <a:pt x="1008770" y="3636396"/>
                  <a:pt x="966597" y="3614235"/>
                </a:cubicBezTo>
                <a:cubicBezTo>
                  <a:pt x="959155" y="3610541"/>
                  <a:pt x="950472" y="3605616"/>
                  <a:pt x="941790" y="3600692"/>
                </a:cubicBezTo>
                <a:cubicBezTo>
                  <a:pt x="940549" y="3567449"/>
                  <a:pt x="939309" y="3531745"/>
                  <a:pt x="939309" y="3493578"/>
                </a:cubicBezTo>
                <a:close/>
                <a:moveTo>
                  <a:pt x="1922461" y="3444139"/>
                </a:moveTo>
                <a:cubicBezTo>
                  <a:pt x="1931167" y="3457717"/>
                  <a:pt x="1939873" y="3470061"/>
                  <a:pt x="1948579" y="3483640"/>
                </a:cubicBezTo>
                <a:cubicBezTo>
                  <a:pt x="1952310" y="3488577"/>
                  <a:pt x="1956041" y="3494749"/>
                  <a:pt x="1959773" y="3499687"/>
                </a:cubicBezTo>
                <a:cubicBezTo>
                  <a:pt x="1948579" y="3512031"/>
                  <a:pt x="1938629" y="3523140"/>
                  <a:pt x="1926192" y="3535484"/>
                </a:cubicBezTo>
                <a:cubicBezTo>
                  <a:pt x="1901318" y="3560172"/>
                  <a:pt x="1875200" y="3582391"/>
                  <a:pt x="1849082" y="3604610"/>
                </a:cubicBezTo>
                <a:cubicBezTo>
                  <a:pt x="1821721" y="3625595"/>
                  <a:pt x="1793115" y="3645345"/>
                  <a:pt x="1763266" y="3662627"/>
                </a:cubicBezTo>
                <a:cubicBezTo>
                  <a:pt x="1814258" y="3616954"/>
                  <a:pt x="1854057" y="3562641"/>
                  <a:pt x="1887637" y="3505859"/>
                </a:cubicBezTo>
                <a:cubicBezTo>
                  <a:pt x="1900074" y="3486108"/>
                  <a:pt x="1911268" y="3465124"/>
                  <a:pt x="1922461" y="3444139"/>
                </a:cubicBezTo>
                <a:close/>
                <a:moveTo>
                  <a:pt x="1728347" y="2219191"/>
                </a:moveTo>
                <a:cubicBezTo>
                  <a:pt x="1742067" y="2252706"/>
                  <a:pt x="1754539" y="2286220"/>
                  <a:pt x="1762022" y="2323459"/>
                </a:cubicBezTo>
                <a:cubicBezTo>
                  <a:pt x="1750797" y="2338354"/>
                  <a:pt x="1738325" y="2354491"/>
                  <a:pt x="1725853" y="2368145"/>
                </a:cubicBezTo>
                <a:cubicBezTo>
                  <a:pt x="1682200" y="2419037"/>
                  <a:pt x="1636054" y="2464965"/>
                  <a:pt x="1584918" y="2507168"/>
                </a:cubicBezTo>
                <a:cubicBezTo>
                  <a:pt x="1533782" y="2548130"/>
                  <a:pt x="1480152" y="2585369"/>
                  <a:pt x="1424027" y="2616401"/>
                </a:cubicBezTo>
                <a:cubicBezTo>
                  <a:pt x="1367903" y="2649915"/>
                  <a:pt x="1306789" y="2674741"/>
                  <a:pt x="1246923" y="2695843"/>
                </a:cubicBezTo>
                <a:cubicBezTo>
                  <a:pt x="1304295" y="2666052"/>
                  <a:pt x="1359172" y="2635020"/>
                  <a:pt x="1410308" y="2596540"/>
                </a:cubicBezTo>
                <a:cubicBezTo>
                  <a:pt x="1461444" y="2559302"/>
                  <a:pt x="1508838" y="2517098"/>
                  <a:pt x="1552490" y="2472412"/>
                </a:cubicBezTo>
                <a:cubicBezTo>
                  <a:pt x="1594896" y="2426485"/>
                  <a:pt x="1633559" y="2376834"/>
                  <a:pt x="1668481" y="2324700"/>
                </a:cubicBezTo>
                <a:cubicBezTo>
                  <a:pt x="1684695" y="2299874"/>
                  <a:pt x="1700909" y="2272566"/>
                  <a:pt x="1715875" y="2245258"/>
                </a:cubicBezTo>
                <a:cubicBezTo>
                  <a:pt x="1719617" y="2237810"/>
                  <a:pt x="1724606" y="2227880"/>
                  <a:pt x="1728347" y="2219191"/>
                </a:cubicBezTo>
                <a:close/>
                <a:moveTo>
                  <a:pt x="411980" y="1466645"/>
                </a:moveTo>
                <a:cubicBezTo>
                  <a:pt x="428077" y="1492882"/>
                  <a:pt x="445411" y="1517870"/>
                  <a:pt x="462746" y="1541609"/>
                </a:cubicBezTo>
                <a:cubicBezTo>
                  <a:pt x="486272" y="1572844"/>
                  <a:pt x="511036" y="1602830"/>
                  <a:pt x="535799" y="1632815"/>
                </a:cubicBezTo>
                <a:cubicBezTo>
                  <a:pt x="561801" y="1661551"/>
                  <a:pt x="589042" y="1689038"/>
                  <a:pt x="618758" y="1715276"/>
                </a:cubicBezTo>
                <a:cubicBezTo>
                  <a:pt x="648475" y="1740264"/>
                  <a:pt x="679430" y="1764002"/>
                  <a:pt x="712861" y="1783993"/>
                </a:cubicBezTo>
                <a:cubicBezTo>
                  <a:pt x="675715" y="1772748"/>
                  <a:pt x="639808" y="1754007"/>
                  <a:pt x="603900" y="1735266"/>
                </a:cubicBezTo>
                <a:cubicBezTo>
                  <a:pt x="570469" y="1715276"/>
                  <a:pt x="535799" y="1692786"/>
                  <a:pt x="503606" y="1667798"/>
                </a:cubicBezTo>
                <a:cubicBezTo>
                  <a:pt x="473890" y="1645309"/>
                  <a:pt x="446650" y="1622820"/>
                  <a:pt x="419409" y="1599081"/>
                </a:cubicBezTo>
                <a:cubicBezTo>
                  <a:pt x="418171" y="1550355"/>
                  <a:pt x="415695" y="1507875"/>
                  <a:pt x="411980" y="1466645"/>
                </a:cubicBezTo>
                <a:close/>
                <a:moveTo>
                  <a:pt x="1213107" y="230712"/>
                </a:moveTo>
                <a:cubicBezTo>
                  <a:pt x="1230531" y="293009"/>
                  <a:pt x="1244220" y="351568"/>
                  <a:pt x="1256666" y="406389"/>
                </a:cubicBezTo>
                <a:cubicBezTo>
                  <a:pt x="1254177" y="412619"/>
                  <a:pt x="1251688" y="418849"/>
                  <a:pt x="1250443" y="425078"/>
                </a:cubicBezTo>
                <a:cubicBezTo>
                  <a:pt x="1226797" y="492359"/>
                  <a:pt x="1200662" y="559640"/>
                  <a:pt x="1170794" y="624428"/>
                </a:cubicBezTo>
                <a:cubicBezTo>
                  <a:pt x="1140925" y="689217"/>
                  <a:pt x="1107323" y="754006"/>
                  <a:pt x="1069988" y="813811"/>
                </a:cubicBezTo>
                <a:cubicBezTo>
                  <a:pt x="1031408" y="873616"/>
                  <a:pt x="987849" y="930929"/>
                  <a:pt x="939313" y="982012"/>
                </a:cubicBezTo>
                <a:cubicBezTo>
                  <a:pt x="981627" y="925945"/>
                  <a:pt x="1017718" y="864894"/>
                  <a:pt x="1048831" y="802597"/>
                </a:cubicBezTo>
                <a:cubicBezTo>
                  <a:pt x="1078699" y="739055"/>
                  <a:pt x="1103590" y="673020"/>
                  <a:pt x="1125991" y="606985"/>
                </a:cubicBezTo>
                <a:cubicBezTo>
                  <a:pt x="1147148" y="539705"/>
                  <a:pt x="1165816" y="472424"/>
                  <a:pt x="1180750" y="405143"/>
                </a:cubicBezTo>
                <a:cubicBezTo>
                  <a:pt x="1193195" y="347830"/>
                  <a:pt x="1204396" y="288025"/>
                  <a:pt x="1213107" y="230712"/>
                </a:cubicBezTo>
                <a:close/>
                <a:moveTo>
                  <a:pt x="92687" y="109861"/>
                </a:moveTo>
                <a:cubicBezTo>
                  <a:pt x="107718" y="163305"/>
                  <a:pt x="130263" y="220477"/>
                  <a:pt x="154061" y="275163"/>
                </a:cubicBezTo>
                <a:cubicBezTo>
                  <a:pt x="177859" y="328606"/>
                  <a:pt x="205415" y="383293"/>
                  <a:pt x="236728" y="434250"/>
                </a:cubicBezTo>
                <a:cubicBezTo>
                  <a:pt x="266789" y="486451"/>
                  <a:pt x="300607" y="537409"/>
                  <a:pt x="336931" y="584638"/>
                </a:cubicBezTo>
                <a:cubicBezTo>
                  <a:pt x="372002" y="633110"/>
                  <a:pt x="413335" y="679096"/>
                  <a:pt x="454669" y="723839"/>
                </a:cubicBezTo>
                <a:cubicBezTo>
                  <a:pt x="407072" y="685310"/>
                  <a:pt x="360729" y="645538"/>
                  <a:pt x="318143" y="600795"/>
                </a:cubicBezTo>
                <a:cubicBezTo>
                  <a:pt x="275557" y="557295"/>
                  <a:pt x="234223" y="510066"/>
                  <a:pt x="196647" y="461594"/>
                </a:cubicBezTo>
                <a:cubicBezTo>
                  <a:pt x="157819" y="411879"/>
                  <a:pt x="122748" y="362164"/>
                  <a:pt x="90182" y="308721"/>
                </a:cubicBezTo>
                <a:cubicBezTo>
                  <a:pt x="56364" y="255277"/>
                  <a:pt x="26303" y="201834"/>
                  <a:pt x="0" y="140933"/>
                </a:cubicBezTo>
                <a:close/>
                <a:moveTo>
                  <a:pt x="483388" y="0"/>
                </a:moveTo>
                <a:cubicBezTo>
                  <a:pt x="509595" y="199228"/>
                  <a:pt x="557017" y="393474"/>
                  <a:pt x="615671" y="585231"/>
                </a:cubicBezTo>
                <a:cubicBezTo>
                  <a:pt x="674325" y="775742"/>
                  <a:pt x="745459" y="963763"/>
                  <a:pt x="817840" y="1150538"/>
                </a:cubicBezTo>
                <a:lnTo>
                  <a:pt x="844047" y="1221513"/>
                </a:lnTo>
                <a:lnTo>
                  <a:pt x="869006" y="1293733"/>
                </a:lnTo>
                <a:lnTo>
                  <a:pt x="890221" y="1365953"/>
                </a:lnTo>
                <a:cubicBezTo>
                  <a:pt x="897709" y="1389611"/>
                  <a:pt x="902701" y="1414514"/>
                  <a:pt x="910189" y="1439418"/>
                </a:cubicBezTo>
                <a:cubicBezTo>
                  <a:pt x="933900" y="1536541"/>
                  <a:pt x="953867" y="1636155"/>
                  <a:pt x="970090" y="1734523"/>
                </a:cubicBezTo>
                <a:cubicBezTo>
                  <a:pt x="1005033" y="1932506"/>
                  <a:pt x="1031240" y="2131733"/>
                  <a:pt x="1059943" y="2329715"/>
                </a:cubicBezTo>
                <a:cubicBezTo>
                  <a:pt x="1074919" y="2428084"/>
                  <a:pt x="1091142" y="2527697"/>
                  <a:pt x="1107365" y="2626066"/>
                </a:cubicBezTo>
                <a:cubicBezTo>
                  <a:pt x="1124837" y="2724434"/>
                  <a:pt x="1144804" y="2821558"/>
                  <a:pt x="1173507" y="2916190"/>
                </a:cubicBezTo>
                <a:cubicBezTo>
                  <a:pt x="1230913" y="3105456"/>
                  <a:pt x="1319518" y="3283516"/>
                  <a:pt x="1415610" y="3457840"/>
                </a:cubicBezTo>
                <a:cubicBezTo>
                  <a:pt x="1463032" y="3545002"/>
                  <a:pt x="1514198" y="3630919"/>
                  <a:pt x="1565365" y="3716836"/>
                </a:cubicBezTo>
                <a:cubicBezTo>
                  <a:pt x="1591572" y="3759172"/>
                  <a:pt x="1617779" y="3802752"/>
                  <a:pt x="1642738" y="3847578"/>
                </a:cubicBezTo>
                <a:cubicBezTo>
                  <a:pt x="1655217" y="3868746"/>
                  <a:pt x="1666449" y="3892405"/>
                  <a:pt x="1678928" y="3914818"/>
                </a:cubicBezTo>
                <a:cubicBezTo>
                  <a:pt x="1685168" y="3926024"/>
                  <a:pt x="1691408" y="3938476"/>
                  <a:pt x="1696400" y="3950928"/>
                </a:cubicBezTo>
                <a:cubicBezTo>
                  <a:pt x="1702640" y="3963380"/>
                  <a:pt x="1706383" y="3974586"/>
                  <a:pt x="1711375" y="3987038"/>
                </a:cubicBezTo>
                <a:cubicBezTo>
                  <a:pt x="1750062" y="4085406"/>
                  <a:pt x="1772525" y="4185020"/>
                  <a:pt x="1792492" y="4284634"/>
                </a:cubicBezTo>
                <a:cubicBezTo>
                  <a:pt x="1804972" y="4345647"/>
                  <a:pt x="1814956" y="4406660"/>
                  <a:pt x="1822443" y="4467674"/>
                </a:cubicBezTo>
                <a:cubicBezTo>
                  <a:pt x="1803724" y="4475145"/>
                  <a:pt x="1783757" y="4481370"/>
                  <a:pt x="1763789" y="4487596"/>
                </a:cubicBezTo>
                <a:cubicBezTo>
                  <a:pt x="1763789" y="4487596"/>
                  <a:pt x="1751310" y="4491332"/>
                  <a:pt x="1731343" y="4497558"/>
                </a:cubicBezTo>
                <a:cubicBezTo>
                  <a:pt x="1723855" y="4431564"/>
                  <a:pt x="1713871" y="4365570"/>
                  <a:pt x="1703888" y="4300821"/>
                </a:cubicBezTo>
                <a:cubicBezTo>
                  <a:pt x="1686416" y="4204942"/>
                  <a:pt x="1665201" y="4107819"/>
                  <a:pt x="1631506" y="4018167"/>
                </a:cubicBezTo>
                <a:cubicBezTo>
                  <a:pt x="1627762" y="4006960"/>
                  <a:pt x="1624018" y="3994509"/>
                  <a:pt x="1619027" y="3984547"/>
                </a:cubicBezTo>
                <a:cubicBezTo>
                  <a:pt x="1614035" y="3973341"/>
                  <a:pt x="1610291" y="3963380"/>
                  <a:pt x="1604051" y="3952173"/>
                </a:cubicBezTo>
                <a:cubicBezTo>
                  <a:pt x="1594068" y="3931005"/>
                  <a:pt x="1582836" y="3908592"/>
                  <a:pt x="1570356" y="3887424"/>
                </a:cubicBezTo>
                <a:cubicBezTo>
                  <a:pt x="1547893" y="3843843"/>
                  <a:pt x="1521686" y="3800262"/>
                  <a:pt x="1497975" y="3756681"/>
                </a:cubicBezTo>
                <a:cubicBezTo>
                  <a:pt x="1448057" y="3669519"/>
                  <a:pt x="1398139" y="3581112"/>
                  <a:pt x="1350716" y="3492705"/>
                </a:cubicBezTo>
                <a:cubicBezTo>
                  <a:pt x="1257120" y="3313400"/>
                  <a:pt x="1171011" y="3129115"/>
                  <a:pt x="1114853" y="2932378"/>
                </a:cubicBezTo>
                <a:cubicBezTo>
                  <a:pt x="1087398" y="2835254"/>
                  <a:pt x="1069927" y="2734396"/>
                  <a:pt x="1053703" y="2634782"/>
                </a:cubicBezTo>
                <a:cubicBezTo>
                  <a:pt x="1038728" y="2535168"/>
                  <a:pt x="1025000" y="2436800"/>
                  <a:pt x="1012521" y="2335941"/>
                </a:cubicBezTo>
                <a:cubicBezTo>
                  <a:pt x="987562" y="2137959"/>
                  <a:pt x="963851" y="1938731"/>
                  <a:pt x="933900" y="1740749"/>
                </a:cubicBezTo>
                <a:cubicBezTo>
                  <a:pt x="918924" y="1641136"/>
                  <a:pt x="901453" y="1542767"/>
                  <a:pt x="880238" y="1446889"/>
                </a:cubicBezTo>
                <a:cubicBezTo>
                  <a:pt x="875246" y="1421985"/>
                  <a:pt x="869006" y="1397082"/>
                  <a:pt x="862766" y="1373424"/>
                </a:cubicBezTo>
                <a:lnTo>
                  <a:pt x="844047" y="1301204"/>
                </a:lnTo>
                <a:lnTo>
                  <a:pt x="820336" y="1230229"/>
                </a:lnTo>
                <a:lnTo>
                  <a:pt x="795377" y="1159254"/>
                </a:lnTo>
                <a:cubicBezTo>
                  <a:pt x="726739" y="971234"/>
                  <a:pt x="659350" y="781968"/>
                  <a:pt x="604440" y="588966"/>
                </a:cubicBezTo>
                <a:cubicBezTo>
                  <a:pt x="548282" y="395965"/>
                  <a:pt x="504603" y="199228"/>
                  <a:pt x="483388" y="0"/>
                </a:cubicBezTo>
                <a:close/>
              </a:path>
            </a:pathLst>
          </a:custGeom>
          <a:solidFill>
            <a:schemeClr val="tx2">
              <a:alpha val="25000"/>
            </a:schemeClr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16">
            <a:extLst>
              <a:ext uri="{FF2B5EF4-FFF2-40B4-BE49-F238E27FC236}">
                <a16:creationId xmlns:a16="http://schemas.microsoft.com/office/drawing/2014/main" id="{00D9FFE0-966E-ED4D-8F3E-CA2A6150A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8533" y="3573159"/>
            <a:ext cx="3131037" cy="3125545"/>
          </a:xfrm>
          <a:custGeom>
            <a:avLst/>
            <a:gdLst>
              <a:gd name="T0" fmla="*/ 2511 w 2512"/>
              <a:gd name="T1" fmla="*/ 1255 h 2511"/>
              <a:gd name="T2" fmla="*/ 2511 w 2512"/>
              <a:gd name="T3" fmla="*/ 1255 h 2511"/>
              <a:gd name="T4" fmla="*/ 1255 w 2512"/>
              <a:gd name="T5" fmla="*/ 2510 h 2511"/>
              <a:gd name="T6" fmla="*/ 1255 w 2512"/>
              <a:gd name="T7" fmla="*/ 2510 h 2511"/>
              <a:gd name="T8" fmla="*/ 0 w 2512"/>
              <a:gd name="T9" fmla="*/ 1255 h 2511"/>
              <a:gd name="T10" fmla="*/ 0 w 2512"/>
              <a:gd name="T11" fmla="*/ 1255 h 2511"/>
              <a:gd name="T12" fmla="*/ 1255 w 2512"/>
              <a:gd name="T13" fmla="*/ 0 h 2511"/>
              <a:gd name="T14" fmla="*/ 1255 w 2512"/>
              <a:gd name="T15" fmla="*/ 0 h 2511"/>
              <a:gd name="T16" fmla="*/ 2511 w 2512"/>
              <a:gd name="T17" fmla="*/ 1255 h 2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2" h="2511">
                <a:moveTo>
                  <a:pt x="2511" y="1255"/>
                </a:moveTo>
                <a:lnTo>
                  <a:pt x="2511" y="1255"/>
                </a:lnTo>
                <a:cubicBezTo>
                  <a:pt x="2511" y="1948"/>
                  <a:pt x="1949" y="2510"/>
                  <a:pt x="1255" y="2510"/>
                </a:cubicBezTo>
                <a:lnTo>
                  <a:pt x="1255" y="2510"/>
                </a:lnTo>
                <a:cubicBezTo>
                  <a:pt x="562" y="2510"/>
                  <a:pt x="0" y="1948"/>
                  <a:pt x="0" y="1255"/>
                </a:cubicBezTo>
                <a:lnTo>
                  <a:pt x="0" y="1255"/>
                </a:lnTo>
                <a:cubicBezTo>
                  <a:pt x="0" y="562"/>
                  <a:pt x="562" y="0"/>
                  <a:pt x="1255" y="0"/>
                </a:cubicBezTo>
                <a:lnTo>
                  <a:pt x="1255" y="0"/>
                </a:lnTo>
                <a:cubicBezTo>
                  <a:pt x="1949" y="0"/>
                  <a:pt x="2511" y="562"/>
                  <a:pt x="2511" y="1255"/>
                </a:cubicBezTo>
              </a:path>
            </a:pathLst>
          </a:custGeom>
          <a:noFill/>
          <a:ln w="50800" cap="flat">
            <a:solidFill>
              <a:srgbClr val="EFF6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83">
            <a:extLst>
              <a:ext uri="{FF2B5EF4-FFF2-40B4-BE49-F238E27FC236}">
                <a16:creationId xmlns:a16="http://schemas.microsoft.com/office/drawing/2014/main" id="{6604AC8B-39E6-504F-B43E-DB1E8AC7A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401" y="4495994"/>
            <a:ext cx="5328255" cy="7283779"/>
          </a:xfrm>
          <a:custGeom>
            <a:avLst/>
            <a:gdLst>
              <a:gd name="T0" fmla="*/ 4147 w 4279"/>
              <a:gd name="T1" fmla="*/ 5845 h 5846"/>
              <a:gd name="T2" fmla="*/ 131 w 4279"/>
              <a:gd name="T3" fmla="*/ 5845 h 5846"/>
              <a:gd name="T4" fmla="*/ 131 w 4279"/>
              <a:gd name="T5" fmla="*/ 5845 h 5846"/>
              <a:gd name="T6" fmla="*/ 0 w 4279"/>
              <a:gd name="T7" fmla="*/ 5714 h 5846"/>
              <a:gd name="T8" fmla="*/ 0 w 4279"/>
              <a:gd name="T9" fmla="*/ 132 h 5846"/>
              <a:gd name="T10" fmla="*/ 0 w 4279"/>
              <a:gd name="T11" fmla="*/ 132 h 5846"/>
              <a:gd name="T12" fmla="*/ 131 w 4279"/>
              <a:gd name="T13" fmla="*/ 0 h 5846"/>
              <a:gd name="T14" fmla="*/ 4147 w 4279"/>
              <a:gd name="T15" fmla="*/ 0 h 5846"/>
              <a:gd name="T16" fmla="*/ 4147 w 4279"/>
              <a:gd name="T17" fmla="*/ 0 h 5846"/>
              <a:gd name="T18" fmla="*/ 4278 w 4279"/>
              <a:gd name="T19" fmla="*/ 132 h 5846"/>
              <a:gd name="T20" fmla="*/ 4278 w 4279"/>
              <a:gd name="T21" fmla="*/ 5714 h 5846"/>
              <a:gd name="T22" fmla="*/ 4278 w 4279"/>
              <a:gd name="T23" fmla="*/ 5714 h 5846"/>
              <a:gd name="T24" fmla="*/ 4147 w 4279"/>
              <a:gd name="T25" fmla="*/ 5845 h 58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279" h="5846">
                <a:moveTo>
                  <a:pt x="4147" y="5845"/>
                </a:moveTo>
                <a:lnTo>
                  <a:pt x="131" y="5845"/>
                </a:lnTo>
                <a:lnTo>
                  <a:pt x="131" y="5845"/>
                </a:lnTo>
                <a:cubicBezTo>
                  <a:pt x="58" y="5845"/>
                  <a:pt x="0" y="5786"/>
                  <a:pt x="0" y="5714"/>
                </a:cubicBezTo>
                <a:lnTo>
                  <a:pt x="0" y="132"/>
                </a:lnTo>
                <a:lnTo>
                  <a:pt x="0" y="132"/>
                </a:lnTo>
                <a:cubicBezTo>
                  <a:pt x="0" y="59"/>
                  <a:pt x="58" y="0"/>
                  <a:pt x="131" y="0"/>
                </a:cubicBezTo>
                <a:lnTo>
                  <a:pt x="4147" y="0"/>
                </a:lnTo>
                <a:lnTo>
                  <a:pt x="4147" y="0"/>
                </a:lnTo>
                <a:cubicBezTo>
                  <a:pt x="4220" y="0"/>
                  <a:pt x="4278" y="59"/>
                  <a:pt x="4278" y="132"/>
                </a:cubicBezTo>
                <a:lnTo>
                  <a:pt x="4278" y="5714"/>
                </a:lnTo>
                <a:lnTo>
                  <a:pt x="4278" y="5714"/>
                </a:lnTo>
                <a:cubicBezTo>
                  <a:pt x="4278" y="5786"/>
                  <a:pt x="4220" y="5845"/>
                  <a:pt x="4147" y="5845"/>
                </a:cubicBezTo>
              </a:path>
            </a:pathLst>
          </a:custGeom>
          <a:solidFill>
            <a:schemeClr val="bg1"/>
          </a:solidFill>
          <a:ln w="38100" cap="flat">
            <a:solidFill>
              <a:srgbClr val="EFF6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84">
            <a:extLst>
              <a:ext uri="{FF2B5EF4-FFF2-40B4-BE49-F238E27FC236}">
                <a16:creationId xmlns:a16="http://schemas.microsoft.com/office/drawing/2014/main" id="{DF644A73-F172-DD44-AD5E-4ACF68F5C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4050" y="9483677"/>
            <a:ext cx="439444" cy="439444"/>
          </a:xfrm>
          <a:custGeom>
            <a:avLst/>
            <a:gdLst>
              <a:gd name="T0" fmla="*/ 350 w 351"/>
              <a:gd name="T1" fmla="*/ 175 h 351"/>
              <a:gd name="T2" fmla="*/ 350 w 351"/>
              <a:gd name="T3" fmla="*/ 175 h 351"/>
              <a:gd name="T4" fmla="*/ 176 w 351"/>
              <a:gd name="T5" fmla="*/ 350 h 351"/>
              <a:gd name="T6" fmla="*/ 176 w 351"/>
              <a:gd name="T7" fmla="*/ 350 h 351"/>
              <a:gd name="T8" fmla="*/ 0 w 351"/>
              <a:gd name="T9" fmla="*/ 175 h 351"/>
              <a:gd name="T10" fmla="*/ 0 w 351"/>
              <a:gd name="T11" fmla="*/ 175 h 351"/>
              <a:gd name="T12" fmla="*/ 176 w 351"/>
              <a:gd name="T13" fmla="*/ 0 h 351"/>
              <a:gd name="T14" fmla="*/ 176 w 351"/>
              <a:gd name="T15" fmla="*/ 0 h 351"/>
              <a:gd name="T16" fmla="*/ 350 w 351"/>
              <a:gd name="T17" fmla="*/ 175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351">
                <a:moveTo>
                  <a:pt x="350" y="175"/>
                </a:moveTo>
                <a:lnTo>
                  <a:pt x="350" y="175"/>
                </a:lnTo>
                <a:cubicBezTo>
                  <a:pt x="350" y="271"/>
                  <a:pt x="272" y="350"/>
                  <a:pt x="176" y="350"/>
                </a:cubicBezTo>
                <a:lnTo>
                  <a:pt x="176" y="350"/>
                </a:lnTo>
                <a:cubicBezTo>
                  <a:pt x="79" y="350"/>
                  <a:pt x="0" y="271"/>
                  <a:pt x="0" y="175"/>
                </a:cubicBezTo>
                <a:lnTo>
                  <a:pt x="0" y="175"/>
                </a:lnTo>
                <a:cubicBezTo>
                  <a:pt x="0" y="78"/>
                  <a:pt x="79" y="0"/>
                  <a:pt x="176" y="0"/>
                </a:cubicBezTo>
                <a:lnTo>
                  <a:pt x="176" y="0"/>
                </a:lnTo>
                <a:cubicBezTo>
                  <a:pt x="272" y="0"/>
                  <a:pt x="350" y="78"/>
                  <a:pt x="350" y="175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85">
            <a:extLst>
              <a:ext uri="{FF2B5EF4-FFF2-40B4-BE49-F238E27FC236}">
                <a16:creationId xmlns:a16="http://schemas.microsoft.com/office/drawing/2014/main" id="{BBD17C63-C2D5-0C41-A2B2-989845D52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4050" y="5001354"/>
            <a:ext cx="439444" cy="433952"/>
          </a:xfrm>
          <a:custGeom>
            <a:avLst/>
            <a:gdLst>
              <a:gd name="T0" fmla="*/ 350 w 351"/>
              <a:gd name="T1" fmla="*/ 175 h 350"/>
              <a:gd name="T2" fmla="*/ 350 w 351"/>
              <a:gd name="T3" fmla="*/ 175 h 350"/>
              <a:gd name="T4" fmla="*/ 176 w 351"/>
              <a:gd name="T5" fmla="*/ 349 h 350"/>
              <a:gd name="T6" fmla="*/ 176 w 351"/>
              <a:gd name="T7" fmla="*/ 349 h 350"/>
              <a:gd name="T8" fmla="*/ 0 w 351"/>
              <a:gd name="T9" fmla="*/ 175 h 350"/>
              <a:gd name="T10" fmla="*/ 0 w 351"/>
              <a:gd name="T11" fmla="*/ 175 h 350"/>
              <a:gd name="T12" fmla="*/ 176 w 351"/>
              <a:gd name="T13" fmla="*/ 0 h 350"/>
              <a:gd name="T14" fmla="*/ 176 w 351"/>
              <a:gd name="T15" fmla="*/ 0 h 350"/>
              <a:gd name="T16" fmla="*/ 350 w 351"/>
              <a:gd name="T17" fmla="*/ 175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350">
                <a:moveTo>
                  <a:pt x="350" y="175"/>
                </a:moveTo>
                <a:lnTo>
                  <a:pt x="350" y="175"/>
                </a:lnTo>
                <a:cubicBezTo>
                  <a:pt x="350" y="271"/>
                  <a:pt x="272" y="349"/>
                  <a:pt x="176" y="349"/>
                </a:cubicBezTo>
                <a:lnTo>
                  <a:pt x="176" y="349"/>
                </a:lnTo>
                <a:cubicBezTo>
                  <a:pt x="79" y="349"/>
                  <a:pt x="0" y="271"/>
                  <a:pt x="0" y="175"/>
                </a:cubicBezTo>
                <a:lnTo>
                  <a:pt x="0" y="175"/>
                </a:lnTo>
                <a:cubicBezTo>
                  <a:pt x="0" y="78"/>
                  <a:pt x="79" y="0"/>
                  <a:pt x="176" y="0"/>
                </a:cubicBezTo>
                <a:lnTo>
                  <a:pt x="176" y="0"/>
                </a:lnTo>
                <a:cubicBezTo>
                  <a:pt x="272" y="0"/>
                  <a:pt x="350" y="78"/>
                  <a:pt x="350" y="175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86">
            <a:extLst>
              <a:ext uri="{FF2B5EF4-FFF2-40B4-BE49-F238E27FC236}">
                <a16:creationId xmlns:a16="http://schemas.microsoft.com/office/drawing/2014/main" id="{28DD2F01-17A8-654B-B3CC-AE0F9A62B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401" y="5825308"/>
            <a:ext cx="5328255" cy="3411183"/>
          </a:xfrm>
          <a:custGeom>
            <a:avLst/>
            <a:gdLst>
              <a:gd name="T0" fmla="*/ 4278 w 4279"/>
              <a:gd name="T1" fmla="*/ 2737 h 2738"/>
              <a:gd name="T2" fmla="*/ 0 w 4279"/>
              <a:gd name="T3" fmla="*/ 2737 h 2738"/>
              <a:gd name="T4" fmla="*/ 0 w 4279"/>
              <a:gd name="T5" fmla="*/ 0 h 2738"/>
              <a:gd name="T6" fmla="*/ 4278 w 4279"/>
              <a:gd name="T7" fmla="*/ 0 h 2738"/>
              <a:gd name="T8" fmla="*/ 4278 w 4279"/>
              <a:gd name="T9" fmla="*/ 2737 h 2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79" h="2738">
                <a:moveTo>
                  <a:pt x="4278" y="2737"/>
                </a:moveTo>
                <a:lnTo>
                  <a:pt x="0" y="2737"/>
                </a:lnTo>
                <a:lnTo>
                  <a:pt x="0" y="0"/>
                </a:lnTo>
                <a:lnTo>
                  <a:pt x="4278" y="0"/>
                </a:lnTo>
                <a:lnTo>
                  <a:pt x="4278" y="2737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87">
            <a:extLst>
              <a:ext uri="{FF2B5EF4-FFF2-40B4-BE49-F238E27FC236}">
                <a16:creationId xmlns:a16="http://schemas.microsoft.com/office/drawing/2014/main" id="{87863FDD-CBC3-F244-97DC-D64D35134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285" y="9544105"/>
            <a:ext cx="4174715" cy="313102"/>
          </a:xfrm>
          <a:custGeom>
            <a:avLst/>
            <a:gdLst>
              <a:gd name="T0" fmla="*/ 3237 w 3352"/>
              <a:gd name="T1" fmla="*/ 249 h 250"/>
              <a:gd name="T2" fmla="*/ 114 w 3352"/>
              <a:gd name="T3" fmla="*/ 249 h 250"/>
              <a:gd name="T4" fmla="*/ 114 w 3352"/>
              <a:gd name="T5" fmla="*/ 249 h 250"/>
              <a:gd name="T6" fmla="*/ 0 w 3352"/>
              <a:gd name="T7" fmla="*/ 136 h 250"/>
              <a:gd name="T8" fmla="*/ 0 w 3352"/>
              <a:gd name="T9" fmla="*/ 114 h 250"/>
              <a:gd name="T10" fmla="*/ 0 w 3352"/>
              <a:gd name="T11" fmla="*/ 114 h 250"/>
              <a:gd name="T12" fmla="*/ 114 w 3352"/>
              <a:gd name="T13" fmla="*/ 0 h 250"/>
              <a:gd name="T14" fmla="*/ 3237 w 3352"/>
              <a:gd name="T15" fmla="*/ 0 h 250"/>
              <a:gd name="T16" fmla="*/ 3237 w 3352"/>
              <a:gd name="T17" fmla="*/ 0 h 250"/>
              <a:gd name="T18" fmla="*/ 3351 w 3352"/>
              <a:gd name="T19" fmla="*/ 114 h 250"/>
              <a:gd name="T20" fmla="*/ 3351 w 3352"/>
              <a:gd name="T21" fmla="*/ 136 h 250"/>
              <a:gd name="T22" fmla="*/ 3351 w 3352"/>
              <a:gd name="T23" fmla="*/ 136 h 250"/>
              <a:gd name="T24" fmla="*/ 3237 w 3352"/>
              <a:gd name="T25" fmla="*/ 249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52" h="250">
                <a:moveTo>
                  <a:pt x="3237" y="249"/>
                </a:moveTo>
                <a:lnTo>
                  <a:pt x="114" y="249"/>
                </a:lnTo>
                <a:lnTo>
                  <a:pt x="114" y="249"/>
                </a:lnTo>
                <a:cubicBezTo>
                  <a:pt x="51" y="249"/>
                  <a:pt x="0" y="199"/>
                  <a:pt x="0" y="136"/>
                </a:cubicBezTo>
                <a:lnTo>
                  <a:pt x="0" y="114"/>
                </a:lnTo>
                <a:lnTo>
                  <a:pt x="0" y="114"/>
                </a:lnTo>
                <a:cubicBezTo>
                  <a:pt x="0" y="51"/>
                  <a:pt x="51" y="0"/>
                  <a:pt x="114" y="0"/>
                </a:cubicBezTo>
                <a:lnTo>
                  <a:pt x="3237" y="0"/>
                </a:lnTo>
                <a:lnTo>
                  <a:pt x="3237" y="0"/>
                </a:lnTo>
                <a:cubicBezTo>
                  <a:pt x="3300" y="0"/>
                  <a:pt x="3351" y="51"/>
                  <a:pt x="3351" y="114"/>
                </a:cubicBezTo>
                <a:lnTo>
                  <a:pt x="3351" y="136"/>
                </a:lnTo>
                <a:lnTo>
                  <a:pt x="3351" y="136"/>
                </a:lnTo>
                <a:cubicBezTo>
                  <a:pt x="3351" y="199"/>
                  <a:pt x="3300" y="249"/>
                  <a:pt x="3237" y="249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88">
            <a:extLst>
              <a:ext uri="{FF2B5EF4-FFF2-40B4-BE49-F238E27FC236}">
                <a16:creationId xmlns:a16="http://schemas.microsoft.com/office/drawing/2014/main" id="{31C9ED04-CE67-164D-A45A-74E2862F5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285" y="5061780"/>
            <a:ext cx="4174715" cy="313102"/>
          </a:xfrm>
          <a:custGeom>
            <a:avLst/>
            <a:gdLst>
              <a:gd name="T0" fmla="*/ 3237 w 3352"/>
              <a:gd name="T1" fmla="*/ 250 h 251"/>
              <a:gd name="T2" fmla="*/ 114 w 3352"/>
              <a:gd name="T3" fmla="*/ 250 h 251"/>
              <a:gd name="T4" fmla="*/ 114 w 3352"/>
              <a:gd name="T5" fmla="*/ 250 h 251"/>
              <a:gd name="T6" fmla="*/ 0 w 3352"/>
              <a:gd name="T7" fmla="*/ 137 h 251"/>
              <a:gd name="T8" fmla="*/ 0 w 3352"/>
              <a:gd name="T9" fmla="*/ 114 h 251"/>
              <a:gd name="T10" fmla="*/ 0 w 3352"/>
              <a:gd name="T11" fmla="*/ 114 h 251"/>
              <a:gd name="T12" fmla="*/ 114 w 3352"/>
              <a:gd name="T13" fmla="*/ 0 h 251"/>
              <a:gd name="T14" fmla="*/ 3237 w 3352"/>
              <a:gd name="T15" fmla="*/ 0 h 251"/>
              <a:gd name="T16" fmla="*/ 3237 w 3352"/>
              <a:gd name="T17" fmla="*/ 0 h 251"/>
              <a:gd name="T18" fmla="*/ 3351 w 3352"/>
              <a:gd name="T19" fmla="*/ 114 h 251"/>
              <a:gd name="T20" fmla="*/ 3351 w 3352"/>
              <a:gd name="T21" fmla="*/ 137 h 251"/>
              <a:gd name="T22" fmla="*/ 3351 w 3352"/>
              <a:gd name="T23" fmla="*/ 137 h 251"/>
              <a:gd name="T24" fmla="*/ 3237 w 3352"/>
              <a:gd name="T25" fmla="*/ 250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52" h="251">
                <a:moveTo>
                  <a:pt x="3237" y="250"/>
                </a:moveTo>
                <a:lnTo>
                  <a:pt x="114" y="250"/>
                </a:lnTo>
                <a:lnTo>
                  <a:pt x="114" y="250"/>
                </a:lnTo>
                <a:cubicBezTo>
                  <a:pt x="51" y="250"/>
                  <a:pt x="0" y="200"/>
                  <a:pt x="0" y="137"/>
                </a:cubicBezTo>
                <a:lnTo>
                  <a:pt x="0" y="114"/>
                </a:lnTo>
                <a:lnTo>
                  <a:pt x="0" y="114"/>
                </a:lnTo>
                <a:cubicBezTo>
                  <a:pt x="0" y="51"/>
                  <a:pt x="51" y="0"/>
                  <a:pt x="114" y="0"/>
                </a:cubicBezTo>
                <a:lnTo>
                  <a:pt x="3237" y="0"/>
                </a:lnTo>
                <a:lnTo>
                  <a:pt x="3237" y="0"/>
                </a:lnTo>
                <a:cubicBezTo>
                  <a:pt x="3300" y="0"/>
                  <a:pt x="3351" y="51"/>
                  <a:pt x="3351" y="114"/>
                </a:cubicBezTo>
                <a:lnTo>
                  <a:pt x="3351" y="137"/>
                </a:lnTo>
                <a:lnTo>
                  <a:pt x="3351" y="137"/>
                </a:lnTo>
                <a:cubicBezTo>
                  <a:pt x="3351" y="200"/>
                  <a:pt x="3300" y="250"/>
                  <a:pt x="3237" y="250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89">
            <a:extLst>
              <a:ext uri="{FF2B5EF4-FFF2-40B4-BE49-F238E27FC236}">
                <a16:creationId xmlns:a16="http://schemas.microsoft.com/office/drawing/2014/main" id="{CF25647A-8398-D640-9EC5-7485E461A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4053" y="10131856"/>
            <a:ext cx="4778951" cy="313105"/>
          </a:xfrm>
          <a:custGeom>
            <a:avLst/>
            <a:gdLst>
              <a:gd name="T0" fmla="*/ 3721 w 3836"/>
              <a:gd name="T1" fmla="*/ 251 h 252"/>
              <a:gd name="T2" fmla="*/ 114 w 3836"/>
              <a:gd name="T3" fmla="*/ 251 h 252"/>
              <a:gd name="T4" fmla="*/ 114 w 3836"/>
              <a:gd name="T5" fmla="*/ 251 h 252"/>
              <a:gd name="T6" fmla="*/ 0 w 3836"/>
              <a:gd name="T7" fmla="*/ 137 h 252"/>
              <a:gd name="T8" fmla="*/ 0 w 3836"/>
              <a:gd name="T9" fmla="*/ 114 h 252"/>
              <a:gd name="T10" fmla="*/ 0 w 3836"/>
              <a:gd name="T11" fmla="*/ 114 h 252"/>
              <a:gd name="T12" fmla="*/ 114 w 3836"/>
              <a:gd name="T13" fmla="*/ 0 h 252"/>
              <a:gd name="T14" fmla="*/ 3721 w 3836"/>
              <a:gd name="T15" fmla="*/ 0 h 252"/>
              <a:gd name="T16" fmla="*/ 3721 w 3836"/>
              <a:gd name="T17" fmla="*/ 0 h 252"/>
              <a:gd name="T18" fmla="*/ 3835 w 3836"/>
              <a:gd name="T19" fmla="*/ 114 h 252"/>
              <a:gd name="T20" fmla="*/ 3835 w 3836"/>
              <a:gd name="T21" fmla="*/ 137 h 252"/>
              <a:gd name="T22" fmla="*/ 3835 w 3836"/>
              <a:gd name="T23" fmla="*/ 137 h 252"/>
              <a:gd name="T24" fmla="*/ 3721 w 3836"/>
              <a:gd name="T25" fmla="*/ 251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36" h="252">
                <a:moveTo>
                  <a:pt x="3721" y="251"/>
                </a:moveTo>
                <a:lnTo>
                  <a:pt x="114" y="251"/>
                </a:lnTo>
                <a:lnTo>
                  <a:pt x="114" y="251"/>
                </a:lnTo>
                <a:cubicBezTo>
                  <a:pt x="51" y="251"/>
                  <a:pt x="0" y="199"/>
                  <a:pt x="0" y="137"/>
                </a:cubicBezTo>
                <a:lnTo>
                  <a:pt x="0" y="114"/>
                </a:lnTo>
                <a:lnTo>
                  <a:pt x="0" y="114"/>
                </a:lnTo>
                <a:cubicBezTo>
                  <a:pt x="0" y="52"/>
                  <a:pt x="51" y="0"/>
                  <a:pt x="114" y="0"/>
                </a:cubicBezTo>
                <a:lnTo>
                  <a:pt x="3721" y="0"/>
                </a:lnTo>
                <a:lnTo>
                  <a:pt x="3721" y="0"/>
                </a:lnTo>
                <a:cubicBezTo>
                  <a:pt x="3784" y="0"/>
                  <a:pt x="3835" y="52"/>
                  <a:pt x="3835" y="114"/>
                </a:cubicBezTo>
                <a:lnTo>
                  <a:pt x="3835" y="137"/>
                </a:lnTo>
                <a:lnTo>
                  <a:pt x="3835" y="137"/>
                </a:lnTo>
                <a:cubicBezTo>
                  <a:pt x="3835" y="199"/>
                  <a:pt x="3784" y="251"/>
                  <a:pt x="3721" y="251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90">
            <a:extLst>
              <a:ext uri="{FF2B5EF4-FFF2-40B4-BE49-F238E27FC236}">
                <a16:creationId xmlns:a16="http://schemas.microsoft.com/office/drawing/2014/main" id="{9ADE5C7F-B520-654E-A44C-35131C93F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4050" y="10840461"/>
            <a:ext cx="439444" cy="439444"/>
          </a:xfrm>
          <a:custGeom>
            <a:avLst/>
            <a:gdLst>
              <a:gd name="T0" fmla="*/ 350 w 351"/>
              <a:gd name="T1" fmla="*/ 175 h 351"/>
              <a:gd name="T2" fmla="*/ 350 w 351"/>
              <a:gd name="T3" fmla="*/ 175 h 351"/>
              <a:gd name="T4" fmla="*/ 176 w 351"/>
              <a:gd name="T5" fmla="*/ 350 h 351"/>
              <a:gd name="T6" fmla="*/ 176 w 351"/>
              <a:gd name="T7" fmla="*/ 350 h 351"/>
              <a:gd name="T8" fmla="*/ 0 w 351"/>
              <a:gd name="T9" fmla="*/ 175 h 351"/>
              <a:gd name="T10" fmla="*/ 0 w 351"/>
              <a:gd name="T11" fmla="*/ 175 h 351"/>
              <a:gd name="T12" fmla="*/ 176 w 351"/>
              <a:gd name="T13" fmla="*/ 0 h 351"/>
              <a:gd name="T14" fmla="*/ 176 w 351"/>
              <a:gd name="T15" fmla="*/ 0 h 351"/>
              <a:gd name="T16" fmla="*/ 350 w 351"/>
              <a:gd name="T17" fmla="*/ 175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351">
                <a:moveTo>
                  <a:pt x="350" y="175"/>
                </a:moveTo>
                <a:lnTo>
                  <a:pt x="350" y="175"/>
                </a:lnTo>
                <a:cubicBezTo>
                  <a:pt x="350" y="272"/>
                  <a:pt x="272" y="350"/>
                  <a:pt x="176" y="350"/>
                </a:cubicBezTo>
                <a:lnTo>
                  <a:pt x="176" y="350"/>
                </a:lnTo>
                <a:cubicBezTo>
                  <a:pt x="79" y="350"/>
                  <a:pt x="0" y="272"/>
                  <a:pt x="0" y="175"/>
                </a:cubicBezTo>
                <a:lnTo>
                  <a:pt x="0" y="175"/>
                </a:lnTo>
                <a:cubicBezTo>
                  <a:pt x="0" y="79"/>
                  <a:pt x="79" y="0"/>
                  <a:pt x="176" y="0"/>
                </a:cubicBezTo>
                <a:lnTo>
                  <a:pt x="176" y="0"/>
                </a:lnTo>
                <a:cubicBezTo>
                  <a:pt x="272" y="0"/>
                  <a:pt x="350" y="79"/>
                  <a:pt x="350" y="175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91">
            <a:extLst>
              <a:ext uri="{FF2B5EF4-FFF2-40B4-BE49-F238E27FC236}">
                <a16:creationId xmlns:a16="http://schemas.microsoft.com/office/drawing/2014/main" id="{26E4E95E-AACA-564D-9CA6-ED8D19713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285" y="10906381"/>
            <a:ext cx="4174715" cy="313102"/>
          </a:xfrm>
          <a:custGeom>
            <a:avLst/>
            <a:gdLst>
              <a:gd name="T0" fmla="*/ 3237 w 3352"/>
              <a:gd name="T1" fmla="*/ 249 h 250"/>
              <a:gd name="T2" fmla="*/ 114 w 3352"/>
              <a:gd name="T3" fmla="*/ 249 h 250"/>
              <a:gd name="T4" fmla="*/ 114 w 3352"/>
              <a:gd name="T5" fmla="*/ 249 h 250"/>
              <a:gd name="T6" fmla="*/ 0 w 3352"/>
              <a:gd name="T7" fmla="*/ 135 h 250"/>
              <a:gd name="T8" fmla="*/ 0 w 3352"/>
              <a:gd name="T9" fmla="*/ 113 h 250"/>
              <a:gd name="T10" fmla="*/ 0 w 3352"/>
              <a:gd name="T11" fmla="*/ 113 h 250"/>
              <a:gd name="T12" fmla="*/ 114 w 3352"/>
              <a:gd name="T13" fmla="*/ 0 h 250"/>
              <a:gd name="T14" fmla="*/ 3237 w 3352"/>
              <a:gd name="T15" fmla="*/ 0 h 250"/>
              <a:gd name="T16" fmla="*/ 3237 w 3352"/>
              <a:gd name="T17" fmla="*/ 0 h 250"/>
              <a:gd name="T18" fmla="*/ 3351 w 3352"/>
              <a:gd name="T19" fmla="*/ 113 h 250"/>
              <a:gd name="T20" fmla="*/ 3351 w 3352"/>
              <a:gd name="T21" fmla="*/ 135 h 250"/>
              <a:gd name="T22" fmla="*/ 3351 w 3352"/>
              <a:gd name="T23" fmla="*/ 135 h 250"/>
              <a:gd name="T24" fmla="*/ 3237 w 3352"/>
              <a:gd name="T25" fmla="*/ 249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52" h="250">
                <a:moveTo>
                  <a:pt x="3237" y="249"/>
                </a:moveTo>
                <a:lnTo>
                  <a:pt x="114" y="249"/>
                </a:lnTo>
                <a:lnTo>
                  <a:pt x="114" y="249"/>
                </a:lnTo>
                <a:cubicBezTo>
                  <a:pt x="51" y="249"/>
                  <a:pt x="0" y="198"/>
                  <a:pt x="0" y="135"/>
                </a:cubicBezTo>
                <a:lnTo>
                  <a:pt x="0" y="113"/>
                </a:lnTo>
                <a:lnTo>
                  <a:pt x="0" y="113"/>
                </a:lnTo>
                <a:cubicBezTo>
                  <a:pt x="0" y="50"/>
                  <a:pt x="51" y="0"/>
                  <a:pt x="114" y="0"/>
                </a:cubicBezTo>
                <a:lnTo>
                  <a:pt x="3237" y="0"/>
                </a:lnTo>
                <a:lnTo>
                  <a:pt x="3237" y="0"/>
                </a:lnTo>
                <a:cubicBezTo>
                  <a:pt x="3300" y="0"/>
                  <a:pt x="3351" y="50"/>
                  <a:pt x="3351" y="113"/>
                </a:cubicBezTo>
                <a:lnTo>
                  <a:pt x="3351" y="135"/>
                </a:lnTo>
                <a:lnTo>
                  <a:pt x="3351" y="135"/>
                </a:lnTo>
                <a:cubicBezTo>
                  <a:pt x="3351" y="198"/>
                  <a:pt x="3300" y="249"/>
                  <a:pt x="3237" y="249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222">
            <a:extLst>
              <a:ext uri="{FF2B5EF4-FFF2-40B4-BE49-F238E27FC236}">
                <a16:creationId xmlns:a16="http://schemas.microsoft.com/office/drawing/2014/main" id="{D3F3D0E7-6508-934C-9F53-CABE87E39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9110" y="5874750"/>
            <a:ext cx="1922566" cy="1922566"/>
          </a:xfrm>
          <a:custGeom>
            <a:avLst/>
            <a:gdLst>
              <a:gd name="T0" fmla="*/ 1440 w 1543"/>
              <a:gd name="T1" fmla="*/ 586 h 1542"/>
              <a:gd name="T2" fmla="*/ 1440 w 1543"/>
              <a:gd name="T3" fmla="*/ 586 h 1542"/>
              <a:gd name="T4" fmla="*/ 957 w 1543"/>
              <a:gd name="T5" fmla="*/ 1439 h 1542"/>
              <a:gd name="T6" fmla="*/ 957 w 1543"/>
              <a:gd name="T7" fmla="*/ 1439 h 1542"/>
              <a:gd name="T8" fmla="*/ 103 w 1543"/>
              <a:gd name="T9" fmla="*/ 955 h 1542"/>
              <a:gd name="T10" fmla="*/ 103 w 1543"/>
              <a:gd name="T11" fmla="*/ 955 h 1542"/>
              <a:gd name="T12" fmla="*/ 586 w 1543"/>
              <a:gd name="T13" fmla="*/ 102 h 1542"/>
              <a:gd name="T14" fmla="*/ 586 w 1543"/>
              <a:gd name="T15" fmla="*/ 102 h 1542"/>
              <a:gd name="T16" fmla="*/ 1440 w 1543"/>
              <a:gd name="T17" fmla="*/ 58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43" h="1542">
                <a:moveTo>
                  <a:pt x="1440" y="586"/>
                </a:moveTo>
                <a:lnTo>
                  <a:pt x="1440" y="586"/>
                </a:lnTo>
                <a:cubicBezTo>
                  <a:pt x="1542" y="954"/>
                  <a:pt x="1325" y="1337"/>
                  <a:pt x="957" y="1439"/>
                </a:cubicBezTo>
                <a:lnTo>
                  <a:pt x="957" y="1439"/>
                </a:lnTo>
                <a:cubicBezTo>
                  <a:pt x="587" y="1541"/>
                  <a:pt x="205" y="1324"/>
                  <a:pt x="103" y="955"/>
                </a:cubicBezTo>
                <a:lnTo>
                  <a:pt x="103" y="955"/>
                </a:lnTo>
                <a:cubicBezTo>
                  <a:pt x="0" y="587"/>
                  <a:pt x="217" y="205"/>
                  <a:pt x="586" y="102"/>
                </a:cubicBezTo>
                <a:lnTo>
                  <a:pt x="586" y="102"/>
                </a:lnTo>
                <a:cubicBezTo>
                  <a:pt x="956" y="0"/>
                  <a:pt x="1337" y="216"/>
                  <a:pt x="1440" y="586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223">
            <a:extLst>
              <a:ext uri="{FF2B5EF4-FFF2-40B4-BE49-F238E27FC236}">
                <a16:creationId xmlns:a16="http://schemas.microsoft.com/office/drawing/2014/main" id="{46B43799-B8DE-C249-8D01-01238D729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6725" y="6341654"/>
            <a:ext cx="477897" cy="950299"/>
          </a:xfrm>
          <a:custGeom>
            <a:avLst/>
            <a:gdLst>
              <a:gd name="T0" fmla="*/ 205 w 385"/>
              <a:gd name="T1" fmla="*/ 20 h 765"/>
              <a:gd name="T2" fmla="*/ 205 w 385"/>
              <a:gd name="T3" fmla="*/ 20 h 765"/>
              <a:gd name="T4" fmla="*/ 96 w 385"/>
              <a:gd name="T5" fmla="*/ 234 h 765"/>
              <a:gd name="T6" fmla="*/ 125 w 385"/>
              <a:gd name="T7" fmla="*/ 339 h 765"/>
              <a:gd name="T8" fmla="*/ 0 w 385"/>
              <a:gd name="T9" fmla="*/ 374 h 765"/>
              <a:gd name="T10" fmla="*/ 35 w 385"/>
              <a:gd name="T11" fmla="*/ 498 h 765"/>
              <a:gd name="T12" fmla="*/ 159 w 385"/>
              <a:gd name="T13" fmla="*/ 463 h 765"/>
              <a:gd name="T14" fmla="*/ 243 w 385"/>
              <a:gd name="T15" fmla="*/ 764 h 765"/>
              <a:gd name="T16" fmla="*/ 368 w 385"/>
              <a:gd name="T17" fmla="*/ 729 h 765"/>
              <a:gd name="T18" fmla="*/ 285 w 385"/>
              <a:gd name="T19" fmla="*/ 429 h 765"/>
              <a:gd name="T20" fmla="*/ 384 w 385"/>
              <a:gd name="T21" fmla="*/ 402 h 765"/>
              <a:gd name="T22" fmla="*/ 375 w 385"/>
              <a:gd name="T23" fmla="*/ 270 h 765"/>
              <a:gd name="T24" fmla="*/ 250 w 385"/>
              <a:gd name="T25" fmla="*/ 304 h 765"/>
              <a:gd name="T26" fmla="*/ 227 w 385"/>
              <a:gd name="T27" fmla="*/ 221 h 765"/>
              <a:gd name="T28" fmla="*/ 227 w 385"/>
              <a:gd name="T29" fmla="*/ 221 h 765"/>
              <a:gd name="T30" fmla="*/ 265 w 385"/>
              <a:gd name="T31" fmla="*/ 138 h 765"/>
              <a:gd name="T32" fmla="*/ 334 w 385"/>
              <a:gd name="T33" fmla="*/ 120 h 765"/>
              <a:gd name="T34" fmla="*/ 300 w 385"/>
              <a:gd name="T35" fmla="*/ 0 h 765"/>
              <a:gd name="T36" fmla="*/ 300 w 385"/>
              <a:gd name="T37" fmla="*/ 0 h 765"/>
              <a:gd name="T38" fmla="*/ 205 w 385"/>
              <a:gd name="T39" fmla="*/ 20 h 7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85" h="765">
                <a:moveTo>
                  <a:pt x="205" y="20"/>
                </a:moveTo>
                <a:lnTo>
                  <a:pt x="205" y="20"/>
                </a:lnTo>
                <a:cubicBezTo>
                  <a:pt x="106" y="48"/>
                  <a:pt x="63" y="116"/>
                  <a:pt x="96" y="234"/>
                </a:cubicBezTo>
                <a:lnTo>
                  <a:pt x="125" y="339"/>
                </a:lnTo>
                <a:lnTo>
                  <a:pt x="0" y="374"/>
                </a:lnTo>
                <a:lnTo>
                  <a:pt x="35" y="498"/>
                </a:lnTo>
                <a:lnTo>
                  <a:pt x="159" y="463"/>
                </a:lnTo>
                <a:lnTo>
                  <a:pt x="243" y="764"/>
                </a:lnTo>
                <a:lnTo>
                  <a:pt x="368" y="729"/>
                </a:lnTo>
                <a:lnTo>
                  <a:pt x="285" y="429"/>
                </a:lnTo>
                <a:lnTo>
                  <a:pt x="384" y="402"/>
                </a:lnTo>
                <a:lnTo>
                  <a:pt x="375" y="270"/>
                </a:lnTo>
                <a:lnTo>
                  <a:pt x="250" y="304"/>
                </a:lnTo>
                <a:lnTo>
                  <a:pt x="227" y="221"/>
                </a:lnTo>
                <a:lnTo>
                  <a:pt x="227" y="221"/>
                </a:lnTo>
                <a:cubicBezTo>
                  <a:pt x="215" y="176"/>
                  <a:pt x="223" y="150"/>
                  <a:pt x="265" y="138"/>
                </a:cubicBezTo>
                <a:lnTo>
                  <a:pt x="334" y="120"/>
                </a:lnTo>
                <a:lnTo>
                  <a:pt x="300" y="0"/>
                </a:lnTo>
                <a:lnTo>
                  <a:pt x="300" y="0"/>
                </a:lnTo>
                <a:cubicBezTo>
                  <a:pt x="288" y="1"/>
                  <a:pt x="252" y="7"/>
                  <a:pt x="205" y="2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224">
            <a:extLst>
              <a:ext uri="{FF2B5EF4-FFF2-40B4-BE49-F238E27FC236}">
                <a16:creationId xmlns:a16="http://schemas.microsoft.com/office/drawing/2014/main" id="{26BFDD00-371F-BE4E-9F48-1584D1CDE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512" y="4413600"/>
            <a:ext cx="1900594" cy="1900594"/>
          </a:xfrm>
          <a:custGeom>
            <a:avLst/>
            <a:gdLst>
              <a:gd name="T0" fmla="*/ 1439 w 1525"/>
              <a:gd name="T1" fmla="*/ 916 h 1524"/>
              <a:gd name="T2" fmla="*/ 1439 w 1525"/>
              <a:gd name="T3" fmla="*/ 916 h 1524"/>
              <a:gd name="T4" fmla="*/ 608 w 1525"/>
              <a:gd name="T5" fmla="*/ 1438 h 1524"/>
              <a:gd name="T6" fmla="*/ 608 w 1525"/>
              <a:gd name="T7" fmla="*/ 1438 h 1524"/>
              <a:gd name="T8" fmla="*/ 86 w 1525"/>
              <a:gd name="T9" fmla="*/ 608 h 1524"/>
              <a:gd name="T10" fmla="*/ 86 w 1525"/>
              <a:gd name="T11" fmla="*/ 608 h 1524"/>
              <a:gd name="T12" fmla="*/ 917 w 1525"/>
              <a:gd name="T13" fmla="*/ 85 h 1524"/>
              <a:gd name="T14" fmla="*/ 917 w 1525"/>
              <a:gd name="T15" fmla="*/ 85 h 1524"/>
              <a:gd name="T16" fmla="*/ 1439 w 1525"/>
              <a:gd name="T17" fmla="*/ 916 h 15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25" h="1524">
                <a:moveTo>
                  <a:pt x="1439" y="916"/>
                </a:moveTo>
                <a:lnTo>
                  <a:pt x="1439" y="916"/>
                </a:lnTo>
                <a:cubicBezTo>
                  <a:pt x="1353" y="1289"/>
                  <a:pt x="981" y="1523"/>
                  <a:pt x="608" y="1438"/>
                </a:cubicBezTo>
                <a:lnTo>
                  <a:pt x="608" y="1438"/>
                </a:lnTo>
                <a:cubicBezTo>
                  <a:pt x="234" y="1353"/>
                  <a:pt x="0" y="981"/>
                  <a:pt x="86" y="608"/>
                </a:cubicBezTo>
                <a:lnTo>
                  <a:pt x="86" y="608"/>
                </a:lnTo>
                <a:cubicBezTo>
                  <a:pt x="171" y="234"/>
                  <a:pt x="543" y="0"/>
                  <a:pt x="917" y="85"/>
                </a:cubicBezTo>
                <a:lnTo>
                  <a:pt x="917" y="85"/>
                </a:lnTo>
                <a:cubicBezTo>
                  <a:pt x="1290" y="171"/>
                  <a:pt x="1524" y="543"/>
                  <a:pt x="1439" y="916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225">
            <a:extLst>
              <a:ext uri="{FF2B5EF4-FFF2-40B4-BE49-F238E27FC236}">
                <a16:creationId xmlns:a16="http://schemas.microsoft.com/office/drawing/2014/main" id="{DA30EFFF-5D45-AE41-9FC5-A8CB9C81F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7353" y="5012340"/>
            <a:ext cx="867901" cy="697619"/>
          </a:xfrm>
          <a:custGeom>
            <a:avLst/>
            <a:gdLst>
              <a:gd name="T0" fmla="*/ 694 w 695"/>
              <a:gd name="T1" fmla="*/ 165 h 558"/>
              <a:gd name="T2" fmla="*/ 694 w 695"/>
              <a:gd name="T3" fmla="*/ 165 h 558"/>
              <a:gd name="T4" fmla="*/ 618 w 695"/>
              <a:gd name="T5" fmla="*/ 168 h 558"/>
              <a:gd name="T6" fmla="*/ 618 w 695"/>
              <a:gd name="T7" fmla="*/ 168 h 558"/>
              <a:gd name="T8" fmla="*/ 689 w 695"/>
              <a:gd name="T9" fmla="*/ 112 h 558"/>
              <a:gd name="T10" fmla="*/ 689 w 695"/>
              <a:gd name="T11" fmla="*/ 112 h 558"/>
              <a:gd name="T12" fmla="*/ 602 w 695"/>
              <a:gd name="T13" fmla="*/ 124 h 558"/>
              <a:gd name="T14" fmla="*/ 602 w 695"/>
              <a:gd name="T15" fmla="*/ 124 h 558"/>
              <a:gd name="T16" fmla="*/ 521 w 695"/>
              <a:gd name="T17" fmla="*/ 63 h 558"/>
              <a:gd name="T18" fmla="*/ 521 w 695"/>
              <a:gd name="T19" fmla="*/ 63 h 558"/>
              <a:gd name="T20" fmla="*/ 368 w 695"/>
              <a:gd name="T21" fmla="*/ 159 h 558"/>
              <a:gd name="T22" fmla="*/ 368 w 695"/>
              <a:gd name="T23" fmla="*/ 159 h 558"/>
              <a:gd name="T24" fmla="*/ 364 w 695"/>
              <a:gd name="T25" fmla="*/ 189 h 558"/>
              <a:gd name="T26" fmla="*/ 364 w 695"/>
              <a:gd name="T27" fmla="*/ 189 h 558"/>
              <a:gd name="T28" fmla="*/ 137 w 695"/>
              <a:gd name="T29" fmla="*/ 0 h 558"/>
              <a:gd name="T30" fmla="*/ 137 w 695"/>
              <a:gd name="T31" fmla="*/ 0 h 558"/>
              <a:gd name="T32" fmla="*/ 106 w 695"/>
              <a:gd name="T33" fmla="*/ 58 h 558"/>
              <a:gd name="T34" fmla="*/ 106 w 695"/>
              <a:gd name="T35" fmla="*/ 58 h 558"/>
              <a:gd name="T36" fmla="*/ 138 w 695"/>
              <a:gd name="T37" fmla="*/ 175 h 558"/>
              <a:gd name="T38" fmla="*/ 138 w 695"/>
              <a:gd name="T39" fmla="*/ 175 h 558"/>
              <a:gd name="T40" fmla="*/ 85 w 695"/>
              <a:gd name="T41" fmla="*/ 147 h 558"/>
              <a:gd name="T42" fmla="*/ 85 w 695"/>
              <a:gd name="T43" fmla="*/ 147 h 558"/>
              <a:gd name="T44" fmla="*/ 85 w 695"/>
              <a:gd name="T45" fmla="*/ 148 h 558"/>
              <a:gd name="T46" fmla="*/ 85 w 695"/>
              <a:gd name="T47" fmla="*/ 148 h 558"/>
              <a:gd name="T48" fmla="*/ 157 w 695"/>
              <a:gd name="T49" fmla="*/ 293 h 558"/>
              <a:gd name="T50" fmla="*/ 157 w 695"/>
              <a:gd name="T51" fmla="*/ 293 h 558"/>
              <a:gd name="T52" fmla="*/ 123 w 695"/>
              <a:gd name="T53" fmla="*/ 290 h 558"/>
              <a:gd name="T54" fmla="*/ 123 w 695"/>
              <a:gd name="T55" fmla="*/ 290 h 558"/>
              <a:gd name="T56" fmla="*/ 100 w 695"/>
              <a:gd name="T57" fmla="*/ 282 h 558"/>
              <a:gd name="T58" fmla="*/ 100 w 695"/>
              <a:gd name="T59" fmla="*/ 282 h 558"/>
              <a:gd name="T60" fmla="*/ 196 w 695"/>
              <a:gd name="T61" fmla="*/ 396 h 558"/>
              <a:gd name="T62" fmla="*/ 196 w 695"/>
              <a:gd name="T63" fmla="*/ 396 h 558"/>
              <a:gd name="T64" fmla="*/ 29 w 695"/>
              <a:gd name="T65" fmla="*/ 414 h 558"/>
              <a:gd name="T66" fmla="*/ 29 w 695"/>
              <a:gd name="T67" fmla="*/ 414 h 558"/>
              <a:gd name="T68" fmla="*/ 0 w 695"/>
              <a:gd name="T69" fmla="*/ 405 h 558"/>
              <a:gd name="T70" fmla="*/ 0 w 695"/>
              <a:gd name="T71" fmla="*/ 405 h 558"/>
              <a:gd name="T72" fmla="*/ 178 w 695"/>
              <a:gd name="T73" fmla="*/ 505 h 558"/>
              <a:gd name="T74" fmla="*/ 178 w 695"/>
              <a:gd name="T75" fmla="*/ 505 h 558"/>
              <a:gd name="T76" fmla="*/ 614 w 695"/>
              <a:gd name="T77" fmla="*/ 231 h 558"/>
              <a:gd name="T78" fmla="*/ 614 w 695"/>
              <a:gd name="T79" fmla="*/ 231 h 558"/>
              <a:gd name="T80" fmla="*/ 617 w 695"/>
              <a:gd name="T81" fmla="*/ 215 h 558"/>
              <a:gd name="T82" fmla="*/ 617 w 695"/>
              <a:gd name="T83" fmla="*/ 215 h 558"/>
              <a:gd name="T84" fmla="*/ 694 w 695"/>
              <a:gd name="T85" fmla="*/ 165 h 5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95" h="558">
                <a:moveTo>
                  <a:pt x="694" y="165"/>
                </a:moveTo>
                <a:lnTo>
                  <a:pt x="694" y="165"/>
                </a:lnTo>
                <a:cubicBezTo>
                  <a:pt x="670" y="169"/>
                  <a:pt x="644" y="171"/>
                  <a:pt x="618" y="168"/>
                </a:cubicBezTo>
                <a:lnTo>
                  <a:pt x="618" y="168"/>
                </a:lnTo>
                <a:cubicBezTo>
                  <a:pt x="647" y="158"/>
                  <a:pt x="673" y="138"/>
                  <a:pt x="689" y="112"/>
                </a:cubicBezTo>
                <a:lnTo>
                  <a:pt x="689" y="112"/>
                </a:lnTo>
                <a:cubicBezTo>
                  <a:pt x="661" y="120"/>
                  <a:pt x="632" y="125"/>
                  <a:pt x="602" y="124"/>
                </a:cubicBezTo>
                <a:lnTo>
                  <a:pt x="602" y="124"/>
                </a:lnTo>
                <a:cubicBezTo>
                  <a:pt x="585" y="94"/>
                  <a:pt x="557" y="71"/>
                  <a:pt x="521" y="63"/>
                </a:cubicBezTo>
                <a:lnTo>
                  <a:pt x="521" y="63"/>
                </a:lnTo>
                <a:cubicBezTo>
                  <a:pt x="452" y="47"/>
                  <a:pt x="383" y="91"/>
                  <a:pt x="368" y="159"/>
                </a:cubicBezTo>
                <a:lnTo>
                  <a:pt x="368" y="159"/>
                </a:lnTo>
                <a:cubicBezTo>
                  <a:pt x="365" y="169"/>
                  <a:pt x="364" y="179"/>
                  <a:pt x="364" y="189"/>
                </a:cubicBezTo>
                <a:lnTo>
                  <a:pt x="364" y="189"/>
                </a:lnTo>
                <a:cubicBezTo>
                  <a:pt x="262" y="160"/>
                  <a:pt x="181" y="89"/>
                  <a:pt x="137" y="0"/>
                </a:cubicBezTo>
                <a:lnTo>
                  <a:pt x="137" y="0"/>
                </a:lnTo>
                <a:cubicBezTo>
                  <a:pt x="122" y="16"/>
                  <a:pt x="111" y="36"/>
                  <a:pt x="106" y="58"/>
                </a:cubicBezTo>
                <a:lnTo>
                  <a:pt x="106" y="58"/>
                </a:lnTo>
                <a:cubicBezTo>
                  <a:pt x="96" y="102"/>
                  <a:pt x="109" y="145"/>
                  <a:pt x="138" y="175"/>
                </a:cubicBezTo>
                <a:lnTo>
                  <a:pt x="138" y="175"/>
                </a:lnTo>
                <a:cubicBezTo>
                  <a:pt x="118" y="170"/>
                  <a:pt x="99" y="160"/>
                  <a:pt x="85" y="147"/>
                </a:cubicBezTo>
                <a:lnTo>
                  <a:pt x="85" y="147"/>
                </a:lnTo>
                <a:lnTo>
                  <a:pt x="85" y="148"/>
                </a:lnTo>
                <a:lnTo>
                  <a:pt x="85" y="148"/>
                </a:lnTo>
                <a:cubicBezTo>
                  <a:pt x="71" y="208"/>
                  <a:pt x="102" y="269"/>
                  <a:pt x="157" y="293"/>
                </a:cubicBezTo>
                <a:lnTo>
                  <a:pt x="157" y="293"/>
                </a:lnTo>
                <a:cubicBezTo>
                  <a:pt x="145" y="294"/>
                  <a:pt x="134" y="293"/>
                  <a:pt x="123" y="290"/>
                </a:cubicBezTo>
                <a:lnTo>
                  <a:pt x="123" y="290"/>
                </a:lnTo>
                <a:cubicBezTo>
                  <a:pt x="114" y="288"/>
                  <a:pt x="107" y="286"/>
                  <a:pt x="100" y="282"/>
                </a:cubicBezTo>
                <a:lnTo>
                  <a:pt x="100" y="282"/>
                </a:lnTo>
                <a:cubicBezTo>
                  <a:pt x="104" y="336"/>
                  <a:pt x="142" y="382"/>
                  <a:pt x="196" y="396"/>
                </a:cubicBezTo>
                <a:lnTo>
                  <a:pt x="196" y="396"/>
                </a:lnTo>
                <a:cubicBezTo>
                  <a:pt x="146" y="419"/>
                  <a:pt x="88" y="427"/>
                  <a:pt x="29" y="414"/>
                </a:cubicBezTo>
                <a:lnTo>
                  <a:pt x="29" y="414"/>
                </a:lnTo>
                <a:cubicBezTo>
                  <a:pt x="19" y="411"/>
                  <a:pt x="9" y="408"/>
                  <a:pt x="0" y="405"/>
                </a:cubicBezTo>
                <a:lnTo>
                  <a:pt x="0" y="405"/>
                </a:lnTo>
                <a:cubicBezTo>
                  <a:pt x="47" y="453"/>
                  <a:pt x="108" y="489"/>
                  <a:pt x="178" y="505"/>
                </a:cubicBezTo>
                <a:lnTo>
                  <a:pt x="178" y="505"/>
                </a:lnTo>
                <a:cubicBezTo>
                  <a:pt x="407" y="557"/>
                  <a:pt x="576" y="396"/>
                  <a:pt x="614" y="231"/>
                </a:cubicBezTo>
                <a:lnTo>
                  <a:pt x="614" y="231"/>
                </a:lnTo>
                <a:cubicBezTo>
                  <a:pt x="615" y="226"/>
                  <a:pt x="616" y="221"/>
                  <a:pt x="617" y="215"/>
                </a:cubicBezTo>
                <a:lnTo>
                  <a:pt x="617" y="215"/>
                </a:lnTo>
                <a:cubicBezTo>
                  <a:pt x="645" y="203"/>
                  <a:pt x="672" y="186"/>
                  <a:pt x="694" y="16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226">
            <a:extLst>
              <a:ext uri="{FF2B5EF4-FFF2-40B4-BE49-F238E27FC236}">
                <a16:creationId xmlns:a16="http://schemas.microsoft.com/office/drawing/2014/main" id="{0C28C272-8DB8-4E49-93B6-690913B28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678" y="6418557"/>
            <a:ext cx="1829186" cy="1829186"/>
          </a:xfrm>
          <a:custGeom>
            <a:avLst/>
            <a:gdLst>
              <a:gd name="T0" fmla="*/ 1422 w 1467"/>
              <a:gd name="T1" fmla="*/ 812 h 1467"/>
              <a:gd name="T2" fmla="*/ 1422 w 1467"/>
              <a:gd name="T3" fmla="*/ 812 h 1467"/>
              <a:gd name="T4" fmla="*/ 653 w 1467"/>
              <a:gd name="T5" fmla="*/ 1422 h 1467"/>
              <a:gd name="T6" fmla="*/ 653 w 1467"/>
              <a:gd name="T7" fmla="*/ 1422 h 1467"/>
              <a:gd name="T8" fmla="*/ 44 w 1467"/>
              <a:gd name="T9" fmla="*/ 653 h 1467"/>
              <a:gd name="T10" fmla="*/ 44 w 1467"/>
              <a:gd name="T11" fmla="*/ 653 h 1467"/>
              <a:gd name="T12" fmla="*/ 812 w 1467"/>
              <a:gd name="T13" fmla="*/ 44 h 1467"/>
              <a:gd name="T14" fmla="*/ 812 w 1467"/>
              <a:gd name="T15" fmla="*/ 44 h 1467"/>
              <a:gd name="T16" fmla="*/ 1422 w 1467"/>
              <a:gd name="T17" fmla="*/ 812 h 1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67" h="1467">
                <a:moveTo>
                  <a:pt x="1422" y="812"/>
                </a:moveTo>
                <a:lnTo>
                  <a:pt x="1422" y="812"/>
                </a:lnTo>
                <a:cubicBezTo>
                  <a:pt x="1378" y="1193"/>
                  <a:pt x="1034" y="1466"/>
                  <a:pt x="653" y="1422"/>
                </a:cubicBezTo>
                <a:lnTo>
                  <a:pt x="653" y="1422"/>
                </a:lnTo>
                <a:cubicBezTo>
                  <a:pt x="273" y="1378"/>
                  <a:pt x="0" y="1033"/>
                  <a:pt x="44" y="653"/>
                </a:cubicBezTo>
                <a:lnTo>
                  <a:pt x="44" y="653"/>
                </a:lnTo>
                <a:cubicBezTo>
                  <a:pt x="88" y="274"/>
                  <a:pt x="432" y="0"/>
                  <a:pt x="812" y="44"/>
                </a:cubicBezTo>
                <a:lnTo>
                  <a:pt x="812" y="44"/>
                </a:lnTo>
                <a:cubicBezTo>
                  <a:pt x="1193" y="89"/>
                  <a:pt x="1466" y="431"/>
                  <a:pt x="1422" y="81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227">
            <a:extLst>
              <a:ext uri="{FF2B5EF4-FFF2-40B4-BE49-F238E27FC236}">
                <a16:creationId xmlns:a16="http://schemas.microsoft.com/office/drawing/2014/main" id="{1B193181-BE68-F74B-8A31-FE32F572C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9574" y="6923917"/>
            <a:ext cx="829448" cy="818466"/>
          </a:xfrm>
          <a:custGeom>
            <a:avLst/>
            <a:gdLst>
              <a:gd name="T0" fmla="*/ 481 w 666"/>
              <a:gd name="T1" fmla="*/ 409 h 657"/>
              <a:gd name="T2" fmla="*/ 431 w 666"/>
              <a:gd name="T3" fmla="*/ 378 h 657"/>
              <a:gd name="T4" fmla="*/ 413 w 666"/>
              <a:gd name="T5" fmla="*/ 379 h 657"/>
              <a:gd name="T6" fmla="*/ 385 w 666"/>
              <a:gd name="T7" fmla="*/ 407 h 657"/>
              <a:gd name="T8" fmla="*/ 368 w 666"/>
              <a:gd name="T9" fmla="*/ 407 h 657"/>
              <a:gd name="T10" fmla="*/ 311 w 666"/>
              <a:gd name="T11" fmla="*/ 361 h 657"/>
              <a:gd name="T12" fmla="*/ 274 w 666"/>
              <a:gd name="T13" fmla="*/ 303 h 657"/>
              <a:gd name="T14" fmla="*/ 279 w 666"/>
              <a:gd name="T15" fmla="*/ 288 h 657"/>
              <a:gd name="T16" fmla="*/ 293 w 666"/>
              <a:gd name="T17" fmla="*/ 275 h 657"/>
              <a:gd name="T18" fmla="*/ 302 w 666"/>
              <a:gd name="T19" fmla="*/ 264 h 657"/>
              <a:gd name="T20" fmla="*/ 303 w 666"/>
              <a:gd name="T21" fmla="*/ 250 h 657"/>
              <a:gd name="T22" fmla="*/ 285 w 666"/>
              <a:gd name="T23" fmla="*/ 190 h 657"/>
              <a:gd name="T24" fmla="*/ 269 w 666"/>
              <a:gd name="T25" fmla="*/ 175 h 657"/>
              <a:gd name="T26" fmla="*/ 255 w 666"/>
              <a:gd name="T27" fmla="*/ 173 h 657"/>
              <a:gd name="T28" fmla="*/ 233 w 666"/>
              <a:gd name="T29" fmla="*/ 180 h 657"/>
              <a:gd name="T30" fmla="*/ 199 w 666"/>
              <a:gd name="T31" fmla="*/ 241 h 657"/>
              <a:gd name="T32" fmla="*/ 221 w 666"/>
              <a:gd name="T33" fmla="*/ 325 h 657"/>
              <a:gd name="T34" fmla="*/ 339 w 666"/>
              <a:gd name="T35" fmla="*/ 456 h 657"/>
              <a:gd name="T36" fmla="*/ 381 w 666"/>
              <a:gd name="T37" fmla="*/ 477 h 657"/>
              <a:gd name="T38" fmla="*/ 430 w 666"/>
              <a:gd name="T39" fmla="*/ 486 h 657"/>
              <a:gd name="T40" fmla="*/ 486 w 666"/>
              <a:gd name="T41" fmla="*/ 455 h 657"/>
              <a:gd name="T42" fmla="*/ 494 w 666"/>
              <a:gd name="T43" fmla="*/ 419 h 657"/>
              <a:gd name="T44" fmla="*/ 318 w 666"/>
              <a:gd name="T45" fmla="*/ 584 h 657"/>
              <a:gd name="T46" fmla="*/ 318 w 666"/>
              <a:gd name="T47" fmla="*/ 584 h 657"/>
              <a:gd name="T48" fmla="*/ 183 w 666"/>
              <a:gd name="T49" fmla="*/ 527 h 657"/>
              <a:gd name="T50" fmla="*/ 120 w 666"/>
              <a:gd name="T51" fmla="*/ 450 h 657"/>
              <a:gd name="T52" fmla="*/ 115 w 666"/>
              <a:gd name="T53" fmla="*/ 440 h 657"/>
              <a:gd name="T54" fmla="*/ 91 w 666"/>
              <a:gd name="T55" fmla="*/ 298 h 657"/>
              <a:gd name="T56" fmla="*/ 377 w 666"/>
              <a:gd name="T57" fmla="*/ 72 h 657"/>
              <a:gd name="T58" fmla="*/ 550 w 666"/>
              <a:gd name="T59" fmla="*/ 168 h 657"/>
              <a:gd name="T60" fmla="*/ 603 w 666"/>
              <a:gd name="T61" fmla="*/ 358 h 657"/>
              <a:gd name="T62" fmla="*/ 591 w 666"/>
              <a:gd name="T63" fmla="*/ 136 h 657"/>
              <a:gd name="T64" fmla="*/ 383 w 666"/>
              <a:gd name="T65" fmla="*/ 20 h 657"/>
              <a:gd name="T66" fmla="*/ 40 w 666"/>
              <a:gd name="T67" fmla="*/ 292 h 657"/>
              <a:gd name="T68" fmla="*/ 63 w 666"/>
              <a:gd name="T69" fmla="*/ 451 h 657"/>
              <a:gd name="T70" fmla="*/ 169 w 666"/>
              <a:gd name="T71" fmla="*/ 582 h 657"/>
              <a:gd name="T72" fmla="*/ 311 w 666"/>
              <a:gd name="T73" fmla="*/ 636 h 657"/>
              <a:gd name="T74" fmla="*/ 312 w 666"/>
              <a:gd name="T75" fmla="*/ 636 h 657"/>
              <a:gd name="T76" fmla="*/ 656 w 666"/>
              <a:gd name="T77" fmla="*/ 364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66" h="657">
                <a:moveTo>
                  <a:pt x="481" y="409"/>
                </a:moveTo>
                <a:lnTo>
                  <a:pt x="481" y="409"/>
                </a:lnTo>
                <a:cubicBezTo>
                  <a:pt x="473" y="404"/>
                  <a:pt x="437" y="381"/>
                  <a:pt x="431" y="378"/>
                </a:cubicBezTo>
                <a:lnTo>
                  <a:pt x="431" y="378"/>
                </a:lnTo>
                <a:cubicBezTo>
                  <a:pt x="424" y="374"/>
                  <a:pt x="419" y="372"/>
                  <a:pt x="413" y="379"/>
                </a:cubicBezTo>
                <a:lnTo>
                  <a:pt x="413" y="379"/>
                </a:lnTo>
                <a:cubicBezTo>
                  <a:pt x="407" y="386"/>
                  <a:pt x="390" y="402"/>
                  <a:pt x="385" y="407"/>
                </a:cubicBezTo>
                <a:lnTo>
                  <a:pt x="385" y="407"/>
                </a:lnTo>
                <a:cubicBezTo>
                  <a:pt x="380" y="411"/>
                  <a:pt x="376" y="411"/>
                  <a:pt x="368" y="407"/>
                </a:cubicBezTo>
                <a:lnTo>
                  <a:pt x="368" y="407"/>
                </a:lnTo>
                <a:cubicBezTo>
                  <a:pt x="361" y="402"/>
                  <a:pt x="337" y="391"/>
                  <a:pt x="311" y="361"/>
                </a:cubicBezTo>
                <a:lnTo>
                  <a:pt x="311" y="361"/>
                </a:lnTo>
                <a:cubicBezTo>
                  <a:pt x="290" y="338"/>
                  <a:pt x="277" y="311"/>
                  <a:pt x="274" y="303"/>
                </a:cubicBezTo>
                <a:lnTo>
                  <a:pt x="274" y="303"/>
                </a:lnTo>
                <a:cubicBezTo>
                  <a:pt x="271" y="295"/>
                  <a:pt x="275" y="291"/>
                  <a:pt x="279" y="288"/>
                </a:cubicBezTo>
                <a:lnTo>
                  <a:pt x="279" y="288"/>
                </a:lnTo>
                <a:cubicBezTo>
                  <a:pt x="283" y="285"/>
                  <a:pt x="288" y="280"/>
                  <a:pt x="293" y="275"/>
                </a:cubicBezTo>
                <a:lnTo>
                  <a:pt x="293" y="275"/>
                </a:lnTo>
                <a:cubicBezTo>
                  <a:pt x="297" y="272"/>
                  <a:pt x="298" y="269"/>
                  <a:pt x="302" y="264"/>
                </a:cubicBezTo>
                <a:lnTo>
                  <a:pt x="302" y="264"/>
                </a:lnTo>
                <a:cubicBezTo>
                  <a:pt x="305" y="259"/>
                  <a:pt x="304" y="254"/>
                  <a:pt x="303" y="250"/>
                </a:cubicBezTo>
                <a:lnTo>
                  <a:pt x="303" y="250"/>
                </a:lnTo>
                <a:cubicBezTo>
                  <a:pt x="301" y="246"/>
                  <a:pt x="290" y="206"/>
                  <a:pt x="285" y="190"/>
                </a:cubicBezTo>
                <a:lnTo>
                  <a:pt x="285" y="190"/>
                </a:lnTo>
                <a:cubicBezTo>
                  <a:pt x="281" y="175"/>
                  <a:pt x="274" y="176"/>
                  <a:pt x="269" y="175"/>
                </a:cubicBezTo>
                <a:lnTo>
                  <a:pt x="269" y="175"/>
                </a:lnTo>
                <a:cubicBezTo>
                  <a:pt x="265" y="174"/>
                  <a:pt x="260" y="173"/>
                  <a:pt x="255" y="173"/>
                </a:cubicBezTo>
                <a:lnTo>
                  <a:pt x="255" y="173"/>
                </a:lnTo>
                <a:cubicBezTo>
                  <a:pt x="250" y="172"/>
                  <a:pt x="241" y="173"/>
                  <a:pt x="233" y="180"/>
                </a:cubicBezTo>
                <a:lnTo>
                  <a:pt x="233" y="180"/>
                </a:lnTo>
                <a:cubicBezTo>
                  <a:pt x="225" y="187"/>
                  <a:pt x="203" y="204"/>
                  <a:pt x="199" y="241"/>
                </a:cubicBezTo>
                <a:lnTo>
                  <a:pt x="199" y="241"/>
                </a:lnTo>
                <a:cubicBezTo>
                  <a:pt x="194" y="279"/>
                  <a:pt x="218" y="319"/>
                  <a:pt x="221" y="325"/>
                </a:cubicBezTo>
                <a:lnTo>
                  <a:pt x="221" y="325"/>
                </a:lnTo>
                <a:cubicBezTo>
                  <a:pt x="224" y="330"/>
                  <a:pt x="266" y="414"/>
                  <a:pt x="339" y="456"/>
                </a:cubicBezTo>
                <a:lnTo>
                  <a:pt x="339" y="456"/>
                </a:lnTo>
                <a:cubicBezTo>
                  <a:pt x="357" y="466"/>
                  <a:pt x="370" y="473"/>
                  <a:pt x="381" y="477"/>
                </a:cubicBezTo>
                <a:lnTo>
                  <a:pt x="381" y="477"/>
                </a:lnTo>
                <a:cubicBezTo>
                  <a:pt x="399" y="485"/>
                  <a:pt x="416" y="487"/>
                  <a:pt x="430" y="486"/>
                </a:cubicBezTo>
                <a:lnTo>
                  <a:pt x="430" y="486"/>
                </a:lnTo>
                <a:cubicBezTo>
                  <a:pt x="444" y="485"/>
                  <a:pt x="477" y="473"/>
                  <a:pt x="486" y="455"/>
                </a:cubicBezTo>
                <a:lnTo>
                  <a:pt x="486" y="455"/>
                </a:lnTo>
                <a:cubicBezTo>
                  <a:pt x="494" y="438"/>
                  <a:pt x="496" y="423"/>
                  <a:pt x="494" y="419"/>
                </a:cubicBezTo>
                <a:lnTo>
                  <a:pt x="494" y="419"/>
                </a:lnTo>
                <a:cubicBezTo>
                  <a:pt x="493" y="416"/>
                  <a:pt x="488" y="413"/>
                  <a:pt x="481" y="409"/>
                </a:cubicBezTo>
                <a:close/>
                <a:moveTo>
                  <a:pt x="318" y="584"/>
                </a:moveTo>
                <a:lnTo>
                  <a:pt x="318" y="584"/>
                </a:lnTo>
                <a:lnTo>
                  <a:pt x="318" y="584"/>
                </a:lnTo>
                <a:cubicBezTo>
                  <a:pt x="272" y="579"/>
                  <a:pt x="229" y="561"/>
                  <a:pt x="192" y="534"/>
                </a:cubicBezTo>
                <a:lnTo>
                  <a:pt x="183" y="527"/>
                </a:lnTo>
                <a:lnTo>
                  <a:pt x="83" y="541"/>
                </a:lnTo>
                <a:lnTo>
                  <a:pt x="120" y="450"/>
                </a:lnTo>
                <a:lnTo>
                  <a:pt x="115" y="440"/>
                </a:lnTo>
                <a:lnTo>
                  <a:pt x="115" y="440"/>
                </a:lnTo>
                <a:cubicBezTo>
                  <a:pt x="94" y="395"/>
                  <a:pt x="86" y="347"/>
                  <a:pt x="91" y="298"/>
                </a:cubicBezTo>
                <a:lnTo>
                  <a:pt x="91" y="298"/>
                </a:lnTo>
                <a:cubicBezTo>
                  <a:pt x="107" y="157"/>
                  <a:pt x="236" y="55"/>
                  <a:pt x="377" y="72"/>
                </a:cubicBezTo>
                <a:lnTo>
                  <a:pt x="377" y="72"/>
                </a:lnTo>
                <a:cubicBezTo>
                  <a:pt x="446" y="80"/>
                  <a:pt x="507" y="114"/>
                  <a:pt x="550" y="168"/>
                </a:cubicBezTo>
                <a:lnTo>
                  <a:pt x="550" y="168"/>
                </a:lnTo>
                <a:cubicBezTo>
                  <a:pt x="592" y="222"/>
                  <a:pt x="611" y="289"/>
                  <a:pt x="603" y="358"/>
                </a:cubicBezTo>
                <a:lnTo>
                  <a:pt x="603" y="358"/>
                </a:lnTo>
                <a:cubicBezTo>
                  <a:pt x="587" y="499"/>
                  <a:pt x="459" y="600"/>
                  <a:pt x="318" y="584"/>
                </a:cubicBezTo>
                <a:close/>
                <a:moveTo>
                  <a:pt x="591" y="136"/>
                </a:moveTo>
                <a:lnTo>
                  <a:pt x="591" y="136"/>
                </a:lnTo>
                <a:cubicBezTo>
                  <a:pt x="539" y="70"/>
                  <a:pt x="466" y="29"/>
                  <a:pt x="383" y="20"/>
                </a:cubicBezTo>
                <a:lnTo>
                  <a:pt x="383" y="20"/>
                </a:lnTo>
                <a:cubicBezTo>
                  <a:pt x="213" y="0"/>
                  <a:pt x="59" y="123"/>
                  <a:pt x="40" y="292"/>
                </a:cubicBezTo>
                <a:lnTo>
                  <a:pt x="40" y="292"/>
                </a:lnTo>
                <a:cubicBezTo>
                  <a:pt x="33" y="347"/>
                  <a:pt x="41" y="401"/>
                  <a:pt x="63" y="451"/>
                </a:cubicBezTo>
                <a:lnTo>
                  <a:pt x="0" y="606"/>
                </a:lnTo>
                <a:lnTo>
                  <a:pt x="169" y="582"/>
                </a:lnTo>
                <a:lnTo>
                  <a:pt x="169" y="582"/>
                </a:lnTo>
                <a:cubicBezTo>
                  <a:pt x="211" y="612"/>
                  <a:pt x="260" y="630"/>
                  <a:pt x="311" y="636"/>
                </a:cubicBezTo>
                <a:lnTo>
                  <a:pt x="312" y="636"/>
                </a:lnTo>
                <a:lnTo>
                  <a:pt x="312" y="636"/>
                </a:lnTo>
                <a:cubicBezTo>
                  <a:pt x="482" y="656"/>
                  <a:pt x="636" y="534"/>
                  <a:pt x="656" y="364"/>
                </a:cubicBezTo>
                <a:lnTo>
                  <a:pt x="656" y="364"/>
                </a:lnTo>
                <a:cubicBezTo>
                  <a:pt x="665" y="281"/>
                  <a:pt x="642" y="200"/>
                  <a:pt x="591" y="1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228">
            <a:extLst>
              <a:ext uri="{FF2B5EF4-FFF2-40B4-BE49-F238E27FC236}">
                <a16:creationId xmlns:a16="http://schemas.microsoft.com/office/drawing/2014/main" id="{FA2D6C18-AABF-EB4E-9CD8-222FD6F74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3688" y="6319682"/>
            <a:ext cx="1873131" cy="1873130"/>
          </a:xfrm>
          <a:custGeom>
            <a:avLst/>
            <a:gdLst>
              <a:gd name="T0" fmla="*/ 1435 w 1505"/>
              <a:gd name="T1" fmla="*/ 625 h 1503"/>
              <a:gd name="T2" fmla="*/ 1435 w 1505"/>
              <a:gd name="T3" fmla="*/ 625 h 1503"/>
              <a:gd name="T4" fmla="*/ 878 w 1505"/>
              <a:gd name="T5" fmla="*/ 1433 h 1503"/>
              <a:gd name="T6" fmla="*/ 878 w 1505"/>
              <a:gd name="T7" fmla="*/ 1433 h 1503"/>
              <a:gd name="T8" fmla="*/ 70 w 1505"/>
              <a:gd name="T9" fmla="*/ 877 h 1503"/>
              <a:gd name="T10" fmla="*/ 70 w 1505"/>
              <a:gd name="T11" fmla="*/ 877 h 1503"/>
              <a:gd name="T12" fmla="*/ 626 w 1505"/>
              <a:gd name="T13" fmla="*/ 69 h 1503"/>
              <a:gd name="T14" fmla="*/ 626 w 1505"/>
              <a:gd name="T15" fmla="*/ 69 h 1503"/>
              <a:gd name="T16" fmla="*/ 1435 w 1505"/>
              <a:gd name="T17" fmla="*/ 625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05" h="1503">
                <a:moveTo>
                  <a:pt x="1435" y="625"/>
                </a:moveTo>
                <a:lnTo>
                  <a:pt x="1435" y="625"/>
                </a:lnTo>
                <a:cubicBezTo>
                  <a:pt x="1504" y="1001"/>
                  <a:pt x="1255" y="1363"/>
                  <a:pt x="878" y="1433"/>
                </a:cubicBezTo>
                <a:lnTo>
                  <a:pt x="878" y="1433"/>
                </a:lnTo>
                <a:cubicBezTo>
                  <a:pt x="501" y="1502"/>
                  <a:pt x="139" y="1253"/>
                  <a:pt x="70" y="877"/>
                </a:cubicBezTo>
                <a:lnTo>
                  <a:pt x="70" y="877"/>
                </a:lnTo>
                <a:cubicBezTo>
                  <a:pt x="0" y="500"/>
                  <a:pt x="250" y="139"/>
                  <a:pt x="626" y="69"/>
                </a:cubicBezTo>
                <a:lnTo>
                  <a:pt x="626" y="69"/>
                </a:lnTo>
                <a:cubicBezTo>
                  <a:pt x="1003" y="0"/>
                  <a:pt x="1365" y="249"/>
                  <a:pt x="1435" y="625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Freeform 229">
            <a:extLst>
              <a:ext uri="{FF2B5EF4-FFF2-40B4-BE49-F238E27FC236}">
                <a16:creationId xmlns:a16="http://schemas.microsoft.com/office/drawing/2014/main" id="{89D74B30-89AA-6647-8F38-D322EBB87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051" y="6901945"/>
            <a:ext cx="867901" cy="703110"/>
          </a:xfrm>
          <a:custGeom>
            <a:avLst/>
            <a:gdLst>
              <a:gd name="T0" fmla="*/ 311 w 696"/>
              <a:gd name="T1" fmla="*/ 229 h 566"/>
              <a:gd name="T2" fmla="*/ 423 w 696"/>
              <a:gd name="T3" fmla="*/ 269 h 566"/>
              <a:gd name="T4" fmla="*/ 333 w 696"/>
              <a:gd name="T5" fmla="*/ 346 h 566"/>
              <a:gd name="T6" fmla="*/ 311 w 696"/>
              <a:gd name="T7" fmla="*/ 229 h 566"/>
              <a:gd name="T8" fmla="*/ 244 w 696"/>
              <a:gd name="T9" fmla="*/ 151 h 566"/>
              <a:gd name="T10" fmla="*/ 298 w 696"/>
              <a:gd name="T11" fmla="*/ 443 h 566"/>
              <a:gd name="T12" fmla="*/ 332 w 696"/>
              <a:gd name="T13" fmla="*/ 414 h 566"/>
              <a:gd name="T14" fmla="*/ 491 w 696"/>
              <a:gd name="T15" fmla="*/ 279 h 566"/>
              <a:gd name="T16" fmla="*/ 526 w 696"/>
              <a:gd name="T17" fmla="*/ 250 h 566"/>
              <a:gd name="T18" fmla="*/ 484 w 696"/>
              <a:gd name="T19" fmla="*/ 234 h 566"/>
              <a:gd name="T20" fmla="*/ 286 w 696"/>
              <a:gd name="T21" fmla="*/ 165 h 566"/>
              <a:gd name="T22" fmla="*/ 244 w 696"/>
              <a:gd name="T23" fmla="*/ 151 h 566"/>
              <a:gd name="T24" fmla="*/ 309 w 696"/>
              <a:gd name="T25" fmla="*/ 78 h 566"/>
              <a:gd name="T26" fmla="*/ 309 w 696"/>
              <a:gd name="T27" fmla="*/ 78 h 566"/>
              <a:gd name="T28" fmla="*/ 539 w 696"/>
              <a:gd name="T29" fmla="*/ 53 h 566"/>
              <a:gd name="T30" fmla="*/ 539 w 696"/>
              <a:gd name="T31" fmla="*/ 53 h 566"/>
              <a:gd name="T32" fmla="*/ 588 w 696"/>
              <a:gd name="T33" fmla="*/ 86 h 566"/>
              <a:gd name="T34" fmla="*/ 588 w 696"/>
              <a:gd name="T35" fmla="*/ 86 h 566"/>
              <a:gd name="T36" fmla="*/ 628 w 696"/>
              <a:gd name="T37" fmla="*/ 231 h 566"/>
              <a:gd name="T38" fmla="*/ 628 w 696"/>
              <a:gd name="T39" fmla="*/ 231 h 566"/>
              <a:gd name="T40" fmla="*/ 643 w 696"/>
              <a:gd name="T41" fmla="*/ 380 h 566"/>
              <a:gd name="T42" fmla="*/ 643 w 696"/>
              <a:gd name="T43" fmla="*/ 380 h 566"/>
              <a:gd name="T44" fmla="*/ 608 w 696"/>
              <a:gd name="T45" fmla="*/ 429 h 566"/>
              <a:gd name="T46" fmla="*/ 608 w 696"/>
              <a:gd name="T47" fmla="*/ 429 h 566"/>
              <a:gd name="T48" fmla="*/ 385 w 696"/>
              <a:gd name="T49" fmla="*/ 487 h 566"/>
              <a:gd name="T50" fmla="*/ 385 w 696"/>
              <a:gd name="T51" fmla="*/ 487 h 566"/>
              <a:gd name="T52" fmla="*/ 156 w 696"/>
              <a:gd name="T53" fmla="*/ 512 h 566"/>
              <a:gd name="T54" fmla="*/ 156 w 696"/>
              <a:gd name="T55" fmla="*/ 512 h 566"/>
              <a:gd name="T56" fmla="*/ 106 w 696"/>
              <a:gd name="T57" fmla="*/ 479 h 566"/>
              <a:gd name="T58" fmla="*/ 106 w 696"/>
              <a:gd name="T59" fmla="*/ 479 h 566"/>
              <a:gd name="T60" fmla="*/ 66 w 696"/>
              <a:gd name="T61" fmla="*/ 335 h 566"/>
              <a:gd name="T62" fmla="*/ 66 w 696"/>
              <a:gd name="T63" fmla="*/ 335 h 566"/>
              <a:gd name="T64" fmla="*/ 52 w 696"/>
              <a:gd name="T65" fmla="*/ 185 h 566"/>
              <a:gd name="T66" fmla="*/ 52 w 696"/>
              <a:gd name="T67" fmla="*/ 185 h 566"/>
              <a:gd name="T68" fmla="*/ 87 w 696"/>
              <a:gd name="T69" fmla="*/ 137 h 566"/>
              <a:gd name="T70" fmla="*/ 87 w 696"/>
              <a:gd name="T71" fmla="*/ 137 h 566"/>
              <a:gd name="T72" fmla="*/ 309 w 696"/>
              <a:gd name="T73" fmla="*/ 78 h 566"/>
              <a:gd name="T74" fmla="*/ 300 w 696"/>
              <a:gd name="T75" fmla="*/ 27 h 566"/>
              <a:gd name="T76" fmla="*/ 300 w 696"/>
              <a:gd name="T77" fmla="*/ 27 h 566"/>
              <a:gd name="T78" fmla="*/ 70 w 696"/>
              <a:gd name="T79" fmla="*/ 88 h 566"/>
              <a:gd name="T80" fmla="*/ 70 w 696"/>
              <a:gd name="T81" fmla="*/ 88 h 566"/>
              <a:gd name="T82" fmla="*/ 0 w 696"/>
              <a:gd name="T83" fmla="*/ 185 h 566"/>
              <a:gd name="T84" fmla="*/ 0 w 696"/>
              <a:gd name="T85" fmla="*/ 185 h 566"/>
              <a:gd name="T86" fmla="*/ 15 w 696"/>
              <a:gd name="T87" fmla="*/ 344 h 566"/>
              <a:gd name="T88" fmla="*/ 15 w 696"/>
              <a:gd name="T89" fmla="*/ 344 h 566"/>
              <a:gd name="T90" fmla="*/ 58 w 696"/>
              <a:gd name="T91" fmla="*/ 498 h 566"/>
              <a:gd name="T92" fmla="*/ 58 w 696"/>
              <a:gd name="T93" fmla="*/ 498 h 566"/>
              <a:gd name="T94" fmla="*/ 158 w 696"/>
              <a:gd name="T95" fmla="*/ 563 h 566"/>
              <a:gd name="T96" fmla="*/ 158 w 696"/>
              <a:gd name="T97" fmla="*/ 563 h 566"/>
              <a:gd name="T98" fmla="*/ 394 w 696"/>
              <a:gd name="T99" fmla="*/ 538 h 566"/>
              <a:gd name="T100" fmla="*/ 394 w 696"/>
              <a:gd name="T101" fmla="*/ 538 h 566"/>
              <a:gd name="T102" fmla="*/ 624 w 696"/>
              <a:gd name="T103" fmla="*/ 478 h 566"/>
              <a:gd name="T104" fmla="*/ 624 w 696"/>
              <a:gd name="T105" fmla="*/ 478 h 566"/>
              <a:gd name="T106" fmla="*/ 695 w 696"/>
              <a:gd name="T107" fmla="*/ 381 h 566"/>
              <a:gd name="T108" fmla="*/ 695 w 696"/>
              <a:gd name="T109" fmla="*/ 381 h 566"/>
              <a:gd name="T110" fmla="*/ 679 w 696"/>
              <a:gd name="T111" fmla="*/ 221 h 566"/>
              <a:gd name="T112" fmla="*/ 679 w 696"/>
              <a:gd name="T113" fmla="*/ 221 h 566"/>
              <a:gd name="T114" fmla="*/ 636 w 696"/>
              <a:gd name="T115" fmla="*/ 67 h 566"/>
              <a:gd name="T116" fmla="*/ 636 w 696"/>
              <a:gd name="T117" fmla="*/ 67 h 566"/>
              <a:gd name="T118" fmla="*/ 536 w 696"/>
              <a:gd name="T119" fmla="*/ 2 h 566"/>
              <a:gd name="T120" fmla="*/ 536 w 696"/>
              <a:gd name="T121" fmla="*/ 2 h 566"/>
              <a:gd name="T122" fmla="*/ 300 w 696"/>
              <a:gd name="T123" fmla="*/ 27 h 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6" h="566">
                <a:moveTo>
                  <a:pt x="311" y="229"/>
                </a:moveTo>
                <a:lnTo>
                  <a:pt x="423" y="269"/>
                </a:lnTo>
                <a:lnTo>
                  <a:pt x="333" y="346"/>
                </a:lnTo>
                <a:lnTo>
                  <a:pt x="311" y="229"/>
                </a:lnTo>
                <a:close/>
                <a:moveTo>
                  <a:pt x="244" y="151"/>
                </a:moveTo>
                <a:lnTo>
                  <a:pt x="298" y="443"/>
                </a:lnTo>
                <a:lnTo>
                  <a:pt x="332" y="414"/>
                </a:lnTo>
                <a:lnTo>
                  <a:pt x="491" y="279"/>
                </a:lnTo>
                <a:lnTo>
                  <a:pt x="526" y="250"/>
                </a:lnTo>
                <a:lnTo>
                  <a:pt x="484" y="234"/>
                </a:lnTo>
                <a:lnTo>
                  <a:pt x="286" y="165"/>
                </a:lnTo>
                <a:lnTo>
                  <a:pt x="244" y="151"/>
                </a:lnTo>
                <a:close/>
                <a:moveTo>
                  <a:pt x="309" y="78"/>
                </a:moveTo>
                <a:lnTo>
                  <a:pt x="309" y="78"/>
                </a:lnTo>
                <a:cubicBezTo>
                  <a:pt x="402" y="61"/>
                  <a:pt x="487" y="55"/>
                  <a:pt x="539" y="53"/>
                </a:cubicBezTo>
                <a:lnTo>
                  <a:pt x="539" y="53"/>
                </a:lnTo>
                <a:cubicBezTo>
                  <a:pt x="561" y="53"/>
                  <a:pt x="580" y="66"/>
                  <a:pt x="588" y="86"/>
                </a:cubicBezTo>
                <a:lnTo>
                  <a:pt x="588" y="86"/>
                </a:lnTo>
                <a:cubicBezTo>
                  <a:pt x="600" y="119"/>
                  <a:pt x="616" y="168"/>
                  <a:pt x="628" y="231"/>
                </a:cubicBezTo>
                <a:lnTo>
                  <a:pt x="628" y="231"/>
                </a:lnTo>
                <a:cubicBezTo>
                  <a:pt x="639" y="294"/>
                  <a:pt x="643" y="345"/>
                  <a:pt x="643" y="380"/>
                </a:cubicBezTo>
                <a:lnTo>
                  <a:pt x="643" y="380"/>
                </a:lnTo>
                <a:cubicBezTo>
                  <a:pt x="643" y="402"/>
                  <a:pt x="628" y="421"/>
                  <a:pt x="608" y="429"/>
                </a:cubicBezTo>
                <a:lnTo>
                  <a:pt x="608" y="429"/>
                </a:lnTo>
                <a:cubicBezTo>
                  <a:pt x="559" y="445"/>
                  <a:pt x="477" y="470"/>
                  <a:pt x="385" y="487"/>
                </a:cubicBezTo>
                <a:lnTo>
                  <a:pt x="385" y="487"/>
                </a:lnTo>
                <a:cubicBezTo>
                  <a:pt x="293" y="504"/>
                  <a:pt x="208" y="510"/>
                  <a:pt x="156" y="512"/>
                </a:cubicBezTo>
                <a:lnTo>
                  <a:pt x="156" y="512"/>
                </a:lnTo>
                <a:cubicBezTo>
                  <a:pt x="134" y="513"/>
                  <a:pt x="114" y="500"/>
                  <a:pt x="106" y="479"/>
                </a:cubicBezTo>
                <a:lnTo>
                  <a:pt x="106" y="479"/>
                </a:lnTo>
                <a:cubicBezTo>
                  <a:pt x="94" y="447"/>
                  <a:pt x="78" y="398"/>
                  <a:pt x="66" y="335"/>
                </a:cubicBezTo>
                <a:lnTo>
                  <a:pt x="66" y="335"/>
                </a:lnTo>
                <a:cubicBezTo>
                  <a:pt x="55" y="271"/>
                  <a:pt x="52" y="220"/>
                  <a:pt x="52" y="185"/>
                </a:cubicBezTo>
                <a:lnTo>
                  <a:pt x="52" y="185"/>
                </a:lnTo>
                <a:cubicBezTo>
                  <a:pt x="52" y="163"/>
                  <a:pt x="66" y="144"/>
                  <a:pt x="87" y="137"/>
                </a:cubicBezTo>
                <a:lnTo>
                  <a:pt x="87" y="137"/>
                </a:lnTo>
                <a:cubicBezTo>
                  <a:pt x="135" y="120"/>
                  <a:pt x="217" y="95"/>
                  <a:pt x="309" y="78"/>
                </a:cubicBezTo>
                <a:close/>
                <a:moveTo>
                  <a:pt x="300" y="27"/>
                </a:moveTo>
                <a:lnTo>
                  <a:pt x="300" y="27"/>
                </a:lnTo>
                <a:cubicBezTo>
                  <a:pt x="204" y="45"/>
                  <a:pt x="121" y="70"/>
                  <a:pt x="70" y="88"/>
                </a:cubicBezTo>
                <a:lnTo>
                  <a:pt x="70" y="88"/>
                </a:lnTo>
                <a:cubicBezTo>
                  <a:pt x="29" y="102"/>
                  <a:pt x="0" y="141"/>
                  <a:pt x="0" y="185"/>
                </a:cubicBezTo>
                <a:lnTo>
                  <a:pt x="0" y="185"/>
                </a:lnTo>
                <a:cubicBezTo>
                  <a:pt x="0" y="223"/>
                  <a:pt x="3" y="277"/>
                  <a:pt x="15" y="344"/>
                </a:cubicBezTo>
                <a:lnTo>
                  <a:pt x="15" y="344"/>
                </a:lnTo>
                <a:cubicBezTo>
                  <a:pt x="27" y="410"/>
                  <a:pt x="44" y="462"/>
                  <a:pt x="58" y="498"/>
                </a:cubicBezTo>
                <a:lnTo>
                  <a:pt x="58" y="498"/>
                </a:lnTo>
                <a:cubicBezTo>
                  <a:pt x="73" y="539"/>
                  <a:pt x="114" y="565"/>
                  <a:pt x="158" y="563"/>
                </a:cubicBezTo>
                <a:lnTo>
                  <a:pt x="158" y="563"/>
                </a:lnTo>
                <a:cubicBezTo>
                  <a:pt x="211" y="561"/>
                  <a:pt x="299" y="555"/>
                  <a:pt x="394" y="538"/>
                </a:cubicBezTo>
                <a:lnTo>
                  <a:pt x="394" y="538"/>
                </a:lnTo>
                <a:cubicBezTo>
                  <a:pt x="490" y="520"/>
                  <a:pt x="574" y="495"/>
                  <a:pt x="624" y="478"/>
                </a:cubicBezTo>
                <a:lnTo>
                  <a:pt x="624" y="478"/>
                </a:lnTo>
                <a:cubicBezTo>
                  <a:pt x="666" y="463"/>
                  <a:pt x="695" y="425"/>
                  <a:pt x="695" y="381"/>
                </a:cubicBezTo>
                <a:lnTo>
                  <a:pt x="695" y="381"/>
                </a:lnTo>
                <a:cubicBezTo>
                  <a:pt x="695" y="342"/>
                  <a:pt x="691" y="288"/>
                  <a:pt x="679" y="221"/>
                </a:cubicBezTo>
                <a:lnTo>
                  <a:pt x="679" y="221"/>
                </a:lnTo>
                <a:cubicBezTo>
                  <a:pt x="667" y="155"/>
                  <a:pt x="650" y="103"/>
                  <a:pt x="636" y="67"/>
                </a:cubicBezTo>
                <a:lnTo>
                  <a:pt x="636" y="67"/>
                </a:lnTo>
                <a:cubicBezTo>
                  <a:pt x="621" y="26"/>
                  <a:pt x="580" y="0"/>
                  <a:pt x="536" y="2"/>
                </a:cubicBezTo>
                <a:lnTo>
                  <a:pt x="536" y="2"/>
                </a:lnTo>
                <a:cubicBezTo>
                  <a:pt x="483" y="4"/>
                  <a:pt x="396" y="9"/>
                  <a:pt x="300" y="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Freeform 230">
            <a:extLst>
              <a:ext uri="{FF2B5EF4-FFF2-40B4-BE49-F238E27FC236}">
                <a16:creationId xmlns:a16="http://schemas.microsoft.com/office/drawing/2014/main" id="{CE65B050-129E-B840-B702-15FAB6E22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4517" y="8379576"/>
            <a:ext cx="1928058" cy="1928057"/>
          </a:xfrm>
          <a:custGeom>
            <a:avLst/>
            <a:gdLst>
              <a:gd name="T0" fmla="*/ 1439 w 1548"/>
              <a:gd name="T1" fmla="*/ 970 h 1549"/>
              <a:gd name="T2" fmla="*/ 1439 w 1548"/>
              <a:gd name="T3" fmla="*/ 970 h 1549"/>
              <a:gd name="T4" fmla="*/ 578 w 1548"/>
              <a:gd name="T5" fmla="*/ 1440 h 1549"/>
              <a:gd name="T6" fmla="*/ 578 w 1548"/>
              <a:gd name="T7" fmla="*/ 1440 h 1549"/>
              <a:gd name="T8" fmla="*/ 108 w 1548"/>
              <a:gd name="T9" fmla="*/ 579 h 1549"/>
              <a:gd name="T10" fmla="*/ 108 w 1548"/>
              <a:gd name="T11" fmla="*/ 579 h 1549"/>
              <a:gd name="T12" fmla="*/ 969 w 1548"/>
              <a:gd name="T13" fmla="*/ 109 h 1549"/>
              <a:gd name="T14" fmla="*/ 969 w 1548"/>
              <a:gd name="T15" fmla="*/ 109 h 1549"/>
              <a:gd name="T16" fmla="*/ 1439 w 1548"/>
              <a:gd name="T17" fmla="*/ 970 h 15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48" h="1549">
                <a:moveTo>
                  <a:pt x="1439" y="970"/>
                </a:moveTo>
                <a:lnTo>
                  <a:pt x="1439" y="970"/>
                </a:lnTo>
                <a:cubicBezTo>
                  <a:pt x="1331" y="1337"/>
                  <a:pt x="946" y="1548"/>
                  <a:pt x="578" y="1440"/>
                </a:cubicBezTo>
                <a:lnTo>
                  <a:pt x="578" y="1440"/>
                </a:lnTo>
                <a:cubicBezTo>
                  <a:pt x="210" y="1332"/>
                  <a:pt x="0" y="947"/>
                  <a:pt x="108" y="579"/>
                </a:cubicBezTo>
                <a:lnTo>
                  <a:pt x="108" y="579"/>
                </a:lnTo>
                <a:cubicBezTo>
                  <a:pt x="216" y="211"/>
                  <a:pt x="601" y="0"/>
                  <a:pt x="969" y="109"/>
                </a:cubicBezTo>
                <a:lnTo>
                  <a:pt x="969" y="109"/>
                </a:lnTo>
                <a:cubicBezTo>
                  <a:pt x="1337" y="217"/>
                  <a:pt x="1547" y="602"/>
                  <a:pt x="1439" y="970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Freeform 231">
            <a:extLst>
              <a:ext uri="{FF2B5EF4-FFF2-40B4-BE49-F238E27FC236}">
                <a16:creationId xmlns:a16="http://schemas.microsoft.com/office/drawing/2014/main" id="{CA40594F-3EE2-BC48-A5A6-47714BD6E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067" y="8978320"/>
            <a:ext cx="406485" cy="741563"/>
          </a:xfrm>
          <a:custGeom>
            <a:avLst/>
            <a:gdLst>
              <a:gd name="T0" fmla="*/ 185 w 328"/>
              <a:gd name="T1" fmla="*/ 0 h 595"/>
              <a:gd name="T2" fmla="*/ 185 w 328"/>
              <a:gd name="T3" fmla="*/ 0 h 595"/>
              <a:gd name="T4" fmla="*/ 53 w 328"/>
              <a:gd name="T5" fmla="*/ 110 h 595"/>
              <a:gd name="T6" fmla="*/ 26 w 328"/>
              <a:gd name="T7" fmla="*/ 202 h 595"/>
              <a:gd name="T8" fmla="*/ 72 w 328"/>
              <a:gd name="T9" fmla="*/ 215 h 595"/>
              <a:gd name="T10" fmla="*/ 27 w 328"/>
              <a:gd name="T11" fmla="*/ 369 h 595"/>
              <a:gd name="T12" fmla="*/ 27 w 328"/>
              <a:gd name="T13" fmla="*/ 369 h 595"/>
              <a:gd name="T14" fmla="*/ 144 w 328"/>
              <a:gd name="T15" fmla="*/ 583 h 595"/>
              <a:gd name="T16" fmla="*/ 144 w 328"/>
              <a:gd name="T17" fmla="*/ 583 h 595"/>
              <a:gd name="T18" fmla="*/ 207 w 328"/>
              <a:gd name="T19" fmla="*/ 591 h 595"/>
              <a:gd name="T20" fmla="*/ 207 w 328"/>
              <a:gd name="T21" fmla="*/ 591 h 595"/>
              <a:gd name="T22" fmla="*/ 264 w 328"/>
              <a:gd name="T23" fmla="*/ 574 h 595"/>
              <a:gd name="T24" fmla="*/ 260 w 328"/>
              <a:gd name="T25" fmla="*/ 468 h 595"/>
              <a:gd name="T26" fmla="*/ 216 w 328"/>
              <a:gd name="T27" fmla="*/ 474 h 595"/>
              <a:gd name="T28" fmla="*/ 216 w 328"/>
              <a:gd name="T29" fmla="*/ 474 h 595"/>
              <a:gd name="T30" fmla="*/ 163 w 328"/>
              <a:gd name="T31" fmla="*/ 412 h 595"/>
              <a:gd name="T32" fmla="*/ 209 w 328"/>
              <a:gd name="T33" fmla="*/ 256 h 595"/>
              <a:gd name="T34" fmla="*/ 300 w 328"/>
              <a:gd name="T35" fmla="*/ 283 h 595"/>
              <a:gd name="T36" fmla="*/ 327 w 328"/>
              <a:gd name="T37" fmla="*/ 191 h 595"/>
              <a:gd name="T38" fmla="*/ 235 w 328"/>
              <a:gd name="T39" fmla="*/ 164 h 595"/>
              <a:gd name="T40" fmla="*/ 276 w 328"/>
              <a:gd name="T41" fmla="*/ 27 h 595"/>
              <a:gd name="T42" fmla="*/ 185 w 328"/>
              <a:gd name="T43" fmla="*/ 0 h 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28" h="595">
                <a:moveTo>
                  <a:pt x="185" y="0"/>
                </a:moveTo>
                <a:lnTo>
                  <a:pt x="185" y="0"/>
                </a:lnTo>
                <a:cubicBezTo>
                  <a:pt x="163" y="76"/>
                  <a:pt x="103" y="125"/>
                  <a:pt x="53" y="110"/>
                </a:cubicBezTo>
                <a:lnTo>
                  <a:pt x="26" y="202"/>
                </a:lnTo>
                <a:lnTo>
                  <a:pt x="72" y="215"/>
                </a:lnTo>
                <a:lnTo>
                  <a:pt x="27" y="369"/>
                </a:lnTo>
                <a:lnTo>
                  <a:pt x="27" y="369"/>
                </a:lnTo>
                <a:cubicBezTo>
                  <a:pt x="0" y="461"/>
                  <a:pt x="53" y="557"/>
                  <a:pt x="144" y="583"/>
                </a:cubicBezTo>
                <a:lnTo>
                  <a:pt x="144" y="583"/>
                </a:lnTo>
                <a:cubicBezTo>
                  <a:pt x="156" y="588"/>
                  <a:pt x="179" y="594"/>
                  <a:pt x="207" y="591"/>
                </a:cubicBezTo>
                <a:lnTo>
                  <a:pt x="207" y="591"/>
                </a:lnTo>
                <a:cubicBezTo>
                  <a:pt x="233" y="589"/>
                  <a:pt x="253" y="580"/>
                  <a:pt x="264" y="574"/>
                </a:cubicBezTo>
                <a:lnTo>
                  <a:pt x="260" y="468"/>
                </a:lnTo>
                <a:lnTo>
                  <a:pt x="216" y="474"/>
                </a:lnTo>
                <a:lnTo>
                  <a:pt x="216" y="474"/>
                </a:lnTo>
                <a:cubicBezTo>
                  <a:pt x="181" y="479"/>
                  <a:pt x="153" y="446"/>
                  <a:pt x="163" y="412"/>
                </a:cubicBezTo>
                <a:lnTo>
                  <a:pt x="209" y="256"/>
                </a:lnTo>
                <a:lnTo>
                  <a:pt x="300" y="283"/>
                </a:lnTo>
                <a:lnTo>
                  <a:pt x="327" y="191"/>
                </a:lnTo>
                <a:lnTo>
                  <a:pt x="235" y="164"/>
                </a:lnTo>
                <a:lnTo>
                  <a:pt x="276" y="27"/>
                </a:lnTo>
                <a:lnTo>
                  <a:pt x="185" y="0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Freeform 232">
            <a:extLst>
              <a:ext uri="{FF2B5EF4-FFF2-40B4-BE49-F238E27FC236}">
                <a16:creationId xmlns:a16="http://schemas.microsoft.com/office/drawing/2014/main" id="{D78C3366-C312-8843-9262-ED6A39015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135" y="3666546"/>
            <a:ext cx="1966511" cy="1966510"/>
          </a:xfrm>
          <a:custGeom>
            <a:avLst/>
            <a:gdLst>
              <a:gd name="T0" fmla="*/ 1428 w 1577"/>
              <a:gd name="T1" fmla="*/ 519 h 1577"/>
              <a:gd name="T2" fmla="*/ 1428 w 1577"/>
              <a:gd name="T3" fmla="*/ 519 h 1577"/>
              <a:gd name="T4" fmla="*/ 1057 w 1577"/>
              <a:gd name="T5" fmla="*/ 1428 h 1577"/>
              <a:gd name="T6" fmla="*/ 1057 w 1577"/>
              <a:gd name="T7" fmla="*/ 1428 h 1577"/>
              <a:gd name="T8" fmla="*/ 148 w 1577"/>
              <a:gd name="T9" fmla="*/ 1057 h 1577"/>
              <a:gd name="T10" fmla="*/ 148 w 1577"/>
              <a:gd name="T11" fmla="*/ 1057 h 1577"/>
              <a:gd name="T12" fmla="*/ 519 w 1577"/>
              <a:gd name="T13" fmla="*/ 149 h 1577"/>
              <a:gd name="T14" fmla="*/ 519 w 1577"/>
              <a:gd name="T15" fmla="*/ 149 h 1577"/>
              <a:gd name="T16" fmla="*/ 1428 w 1577"/>
              <a:gd name="T17" fmla="*/ 519 h 1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77" h="1577">
                <a:moveTo>
                  <a:pt x="1428" y="519"/>
                </a:moveTo>
                <a:lnTo>
                  <a:pt x="1428" y="519"/>
                </a:lnTo>
                <a:cubicBezTo>
                  <a:pt x="1576" y="872"/>
                  <a:pt x="1410" y="1279"/>
                  <a:pt x="1057" y="1428"/>
                </a:cubicBezTo>
                <a:lnTo>
                  <a:pt x="1057" y="1428"/>
                </a:lnTo>
                <a:cubicBezTo>
                  <a:pt x="704" y="1576"/>
                  <a:pt x="297" y="1410"/>
                  <a:pt x="148" y="1057"/>
                </a:cubicBezTo>
                <a:lnTo>
                  <a:pt x="148" y="1057"/>
                </a:lnTo>
                <a:cubicBezTo>
                  <a:pt x="0" y="704"/>
                  <a:pt x="165" y="297"/>
                  <a:pt x="519" y="149"/>
                </a:cubicBezTo>
                <a:lnTo>
                  <a:pt x="519" y="149"/>
                </a:lnTo>
                <a:cubicBezTo>
                  <a:pt x="872" y="0"/>
                  <a:pt x="1279" y="166"/>
                  <a:pt x="1428" y="519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1" name="Freeform 233">
            <a:extLst>
              <a:ext uri="{FF2B5EF4-FFF2-40B4-BE49-F238E27FC236}">
                <a16:creationId xmlns:a16="http://schemas.microsoft.com/office/drawing/2014/main" id="{8A5A7E73-523C-CD4C-87B4-9886D6B44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6886" y="4204861"/>
            <a:ext cx="686633" cy="878887"/>
          </a:xfrm>
          <a:custGeom>
            <a:avLst/>
            <a:gdLst>
              <a:gd name="T0" fmla="*/ 207 w 550"/>
              <a:gd name="T1" fmla="*/ 47 h 705"/>
              <a:gd name="T2" fmla="*/ 207 w 550"/>
              <a:gd name="T3" fmla="*/ 47 h 705"/>
              <a:gd name="T4" fmla="*/ 55 w 550"/>
              <a:gd name="T5" fmla="*/ 361 h 705"/>
              <a:gd name="T6" fmla="*/ 55 w 550"/>
              <a:gd name="T7" fmla="*/ 361 h 705"/>
              <a:gd name="T8" fmla="*/ 185 w 550"/>
              <a:gd name="T9" fmla="*/ 460 h 705"/>
              <a:gd name="T10" fmla="*/ 185 w 550"/>
              <a:gd name="T11" fmla="*/ 460 h 705"/>
              <a:gd name="T12" fmla="*/ 186 w 550"/>
              <a:gd name="T13" fmla="*/ 410 h 705"/>
              <a:gd name="T14" fmla="*/ 186 w 550"/>
              <a:gd name="T15" fmla="*/ 410 h 705"/>
              <a:gd name="T16" fmla="*/ 124 w 550"/>
              <a:gd name="T17" fmla="*/ 341 h 705"/>
              <a:gd name="T18" fmla="*/ 124 w 550"/>
              <a:gd name="T19" fmla="*/ 341 h 705"/>
              <a:gd name="T20" fmla="*/ 222 w 550"/>
              <a:gd name="T21" fmla="*/ 109 h 705"/>
              <a:gd name="T22" fmla="*/ 222 w 550"/>
              <a:gd name="T23" fmla="*/ 109 h 705"/>
              <a:gd name="T24" fmla="*/ 417 w 550"/>
              <a:gd name="T25" fmla="*/ 180 h 705"/>
              <a:gd name="T26" fmla="*/ 417 w 550"/>
              <a:gd name="T27" fmla="*/ 180 h 705"/>
              <a:gd name="T28" fmla="*/ 386 w 550"/>
              <a:gd name="T29" fmla="*/ 406 h 705"/>
              <a:gd name="T30" fmla="*/ 386 w 550"/>
              <a:gd name="T31" fmla="*/ 406 h 705"/>
              <a:gd name="T32" fmla="*/ 310 w 550"/>
              <a:gd name="T33" fmla="*/ 377 h 705"/>
              <a:gd name="T34" fmla="*/ 310 w 550"/>
              <a:gd name="T35" fmla="*/ 377 h 705"/>
              <a:gd name="T36" fmla="*/ 282 w 550"/>
              <a:gd name="T37" fmla="*/ 231 h 705"/>
              <a:gd name="T38" fmla="*/ 282 w 550"/>
              <a:gd name="T39" fmla="*/ 231 h 705"/>
              <a:gd name="T40" fmla="*/ 186 w 550"/>
              <a:gd name="T41" fmla="*/ 306 h 705"/>
              <a:gd name="T42" fmla="*/ 186 w 550"/>
              <a:gd name="T43" fmla="*/ 306 h 705"/>
              <a:gd name="T44" fmla="*/ 223 w 550"/>
              <a:gd name="T45" fmla="*/ 362 h 705"/>
              <a:gd name="T46" fmla="*/ 223 w 550"/>
              <a:gd name="T47" fmla="*/ 362 h 705"/>
              <a:gd name="T48" fmla="*/ 283 w 550"/>
              <a:gd name="T49" fmla="*/ 637 h 705"/>
              <a:gd name="T50" fmla="*/ 283 w 550"/>
              <a:gd name="T51" fmla="*/ 637 h 705"/>
              <a:gd name="T52" fmla="*/ 317 w 550"/>
              <a:gd name="T53" fmla="*/ 701 h 705"/>
              <a:gd name="T54" fmla="*/ 317 w 550"/>
              <a:gd name="T55" fmla="*/ 701 h 705"/>
              <a:gd name="T56" fmla="*/ 326 w 550"/>
              <a:gd name="T57" fmla="*/ 699 h 705"/>
              <a:gd name="T58" fmla="*/ 326 w 550"/>
              <a:gd name="T59" fmla="*/ 699 h 705"/>
              <a:gd name="T60" fmla="*/ 318 w 550"/>
              <a:gd name="T61" fmla="*/ 453 h 705"/>
              <a:gd name="T62" fmla="*/ 318 w 550"/>
              <a:gd name="T63" fmla="*/ 453 h 705"/>
              <a:gd name="T64" fmla="*/ 418 w 550"/>
              <a:gd name="T65" fmla="*/ 461 h 705"/>
              <a:gd name="T66" fmla="*/ 418 w 550"/>
              <a:gd name="T67" fmla="*/ 461 h 705"/>
              <a:gd name="T68" fmla="*/ 502 w 550"/>
              <a:gd name="T69" fmla="*/ 152 h 705"/>
              <a:gd name="T70" fmla="*/ 502 w 550"/>
              <a:gd name="T71" fmla="*/ 152 h 705"/>
              <a:gd name="T72" fmla="*/ 207 w 550"/>
              <a:gd name="T73" fmla="*/ 47 h 7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50" h="705">
                <a:moveTo>
                  <a:pt x="207" y="47"/>
                </a:moveTo>
                <a:lnTo>
                  <a:pt x="207" y="47"/>
                </a:lnTo>
                <a:cubicBezTo>
                  <a:pt x="86" y="98"/>
                  <a:pt x="0" y="230"/>
                  <a:pt x="55" y="361"/>
                </a:cubicBezTo>
                <a:lnTo>
                  <a:pt x="55" y="361"/>
                </a:lnTo>
                <a:cubicBezTo>
                  <a:pt x="90" y="444"/>
                  <a:pt x="157" y="472"/>
                  <a:pt x="185" y="460"/>
                </a:cubicBezTo>
                <a:lnTo>
                  <a:pt x="185" y="460"/>
                </a:lnTo>
                <a:cubicBezTo>
                  <a:pt x="197" y="455"/>
                  <a:pt x="190" y="419"/>
                  <a:pt x="186" y="410"/>
                </a:cubicBezTo>
                <a:lnTo>
                  <a:pt x="186" y="410"/>
                </a:lnTo>
                <a:cubicBezTo>
                  <a:pt x="181" y="399"/>
                  <a:pt x="144" y="387"/>
                  <a:pt x="124" y="341"/>
                </a:cubicBezTo>
                <a:lnTo>
                  <a:pt x="124" y="341"/>
                </a:lnTo>
                <a:cubicBezTo>
                  <a:pt x="84" y="247"/>
                  <a:pt x="128" y="148"/>
                  <a:pt x="222" y="109"/>
                </a:cubicBezTo>
                <a:lnTo>
                  <a:pt x="222" y="109"/>
                </a:lnTo>
                <a:cubicBezTo>
                  <a:pt x="302" y="75"/>
                  <a:pt x="381" y="96"/>
                  <a:pt x="417" y="180"/>
                </a:cubicBezTo>
                <a:lnTo>
                  <a:pt x="417" y="180"/>
                </a:lnTo>
                <a:cubicBezTo>
                  <a:pt x="444" y="243"/>
                  <a:pt x="467" y="371"/>
                  <a:pt x="386" y="406"/>
                </a:cubicBezTo>
                <a:lnTo>
                  <a:pt x="386" y="406"/>
                </a:lnTo>
                <a:cubicBezTo>
                  <a:pt x="357" y="419"/>
                  <a:pt x="323" y="408"/>
                  <a:pt x="310" y="377"/>
                </a:cubicBezTo>
                <a:lnTo>
                  <a:pt x="310" y="377"/>
                </a:lnTo>
                <a:cubicBezTo>
                  <a:pt x="291" y="332"/>
                  <a:pt x="301" y="277"/>
                  <a:pt x="282" y="231"/>
                </a:cubicBezTo>
                <a:lnTo>
                  <a:pt x="282" y="231"/>
                </a:lnTo>
                <a:cubicBezTo>
                  <a:pt x="249" y="152"/>
                  <a:pt x="146" y="212"/>
                  <a:pt x="186" y="306"/>
                </a:cubicBezTo>
                <a:lnTo>
                  <a:pt x="186" y="306"/>
                </a:lnTo>
                <a:cubicBezTo>
                  <a:pt x="194" y="327"/>
                  <a:pt x="207" y="347"/>
                  <a:pt x="223" y="362"/>
                </a:cubicBezTo>
                <a:lnTo>
                  <a:pt x="223" y="362"/>
                </a:lnTo>
                <a:cubicBezTo>
                  <a:pt x="236" y="439"/>
                  <a:pt x="253" y="564"/>
                  <a:pt x="283" y="637"/>
                </a:cubicBezTo>
                <a:lnTo>
                  <a:pt x="283" y="637"/>
                </a:lnTo>
                <a:cubicBezTo>
                  <a:pt x="293" y="659"/>
                  <a:pt x="306" y="680"/>
                  <a:pt x="317" y="701"/>
                </a:cubicBezTo>
                <a:lnTo>
                  <a:pt x="317" y="701"/>
                </a:lnTo>
                <a:cubicBezTo>
                  <a:pt x="323" y="704"/>
                  <a:pt x="321" y="704"/>
                  <a:pt x="326" y="699"/>
                </a:cubicBezTo>
                <a:lnTo>
                  <a:pt x="326" y="699"/>
                </a:lnTo>
                <a:cubicBezTo>
                  <a:pt x="351" y="593"/>
                  <a:pt x="336" y="571"/>
                  <a:pt x="318" y="453"/>
                </a:cubicBezTo>
                <a:lnTo>
                  <a:pt x="318" y="453"/>
                </a:lnTo>
                <a:cubicBezTo>
                  <a:pt x="344" y="475"/>
                  <a:pt x="388" y="474"/>
                  <a:pt x="418" y="461"/>
                </a:cubicBezTo>
                <a:lnTo>
                  <a:pt x="418" y="461"/>
                </a:lnTo>
                <a:cubicBezTo>
                  <a:pt x="543" y="409"/>
                  <a:pt x="549" y="262"/>
                  <a:pt x="502" y="152"/>
                </a:cubicBezTo>
                <a:lnTo>
                  <a:pt x="502" y="152"/>
                </a:lnTo>
                <a:cubicBezTo>
                  <a:pt x="453" y="34"/>
                  <a:pt x="319" y="0"/>
                  <a:pt x="207" y="47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2" name="Freeform 361">
            <a:extLst>
              <a:ext uri="{FF2B5EF4-FFF2-40B4-BE49-F238E27FC236}">
                <a16:creationId xmlns:a16="http://schemas.microsoft.com/office/drawing/2014/main" id="{F3CBB609-CA4A-004E-81AE-F499172C7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9211" y="5188114"/>
            <a:ext cx="999734" cy="922832"/>
          </a:xfrm>
          <a:custGeom>
            <a:avLst/>
            <a:gdLst>
              <a:gd name="T0" fmla="*/ 748 w 803"/>
              <a:gd name="T1" fmla="*/ 231 h 743"/>
              <a:gd name="T2" fmla="*/ 252 w 803"/>
              <a:gd name="T3" fmla="*/ 15 h 743"/>
              <a:gd name="T4" fmla="*/ 252 w 803"/>
              <a:gd name="T5" fmla="*/ 15 h 743"/>
              <a:gd name="T6" fmla="*/ 155 w 803"/>
              <a:gd name="T7" fmla="*/ 54 h 743"/>
              <a:gd name="T8" fmla="*/ 16 w 803"/>
              <a:gd name="T9" fmla="*/ 374 h 743"/>
              <a:gd name="T10" fmla="*/ 16 w 803"/>
              <a:gd name="T11" fmla="*/ 374 h 743"/>
              <a:gd name="T12" fmla="*/ 55 w 803"/>
              <a:gd name="T13" fmla="*/ 470 h 743"/>
              <a:gd name="T14" fmla="*/ 197 w 803"/>
              <a:gd name="T15" fmla="*/ 532 h 743"/>
              <a:gd name="T16" fmla="*/ 218 w 803"/>
              <a:gd name="T17" fmla="*/ 708 h 743"/>
              <a:gd name="T18" fmla="*/ 218 w 803"/>
              <a:gd name="T19" fmla="*/ 708 h 743"/>
              <a:gd name="T20" fmla="*/ 266 w 803"/>
              <a:gd name="T21" fmla="*/ 728 h 743"/>
              <a:gd name="T22" fmla="*/ 408 w 803"/>
              <a:gd name="T23" fmla="*/ 624 h 743"/>
              <a:gd name="T24" fmla="*/ 551 w 803"/>
              <a:gd name="T25" fmla="*/ 686 h 743"/>
              <a:gd name="T26" fmla="*/ 551 w 803"/>
              <a:gd name="T27" fmla="*/ 686 h 743"/>
              <a:gd name="T28" fmla="*/ 647 w 803"/>
              <a:gd name="T29" fmla="*/ 647 h 743"/>
              <a:gd name="T30" fmla="*/ 786 w 803"/>
              <a:gd name="T31" fmla="*/ 327 h 743"/>
              <a:gd name="T32" fmla="*/ 786 w 803"/>
              <a:gd name="T33" fmla="*/ 327 h 743"/>
              <a:gd name="T34" fmla="*/ 748 w 803"/>
              <a:gd name="T35" fmla="*/ 231 h 7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03" h="743">
                <a:moveTo>
                  <a:pt x="748" y="231"/>
                </a:moveTo>
                <a:lnTo>
                  <a:pt x="252" y="15"/>
                </a:lnTo>
                <a:lnTo>
                  <a:pt x="252" y="15"/>
                </a:lnTo>
                <a:cubicBezTo>
                  <a:pt x="215" y="0"/>
                  <a:pt x="171" y="17"/>
                  <a:pt x="155" y="54"/>
                </a:cubicBezTo>
                <a:lnTo>
                  <a:pt x="16" y="374"/>
                </a:lnTo>
                <a:lnTo>
                  <a:pt x="16" y="374"/>
                </a:lnTo>
                <a:cubicBezTo>
                  <a:pt x="0" y="411"/>
                  <a:pt x="18" y="455"/>
                  <a:pt x="55" y="470"/>
                </a:cubicBezTo>
                <a:lnTo>
                  <a:pt x="197" y="532"/>
                </a:lnTo>
                <a:lnTo>
                  <a:pt x="218" y="708"/>
                </a:lnTo>
                <a:lnTo>
                  <a:pt x="218" y="708"/>
                </a:lnTo>
                <a:cubicBezTo>
                  <a:pt x="221" y="730"/>
                  <a:pt x="248" y="742"/>
                  <a:pt x="266" y="728"/>
                </a:cubicBezTo>
                <a:lnTo>
                  <a:pt x="408" y="624"/>
                </a:lnTo>
                <a:lnTo>
                  <a:pt x="551" y="686"/>
                </a:lnTo>
                <a:lnTo>
                  <a:pt x="551" y="686"/>
                </a:lnTo>
                <a:cubicBezTo>
                  <a:pt x="588" y="702"/>
                  <a:pt x="632" y="684"/>
                  <a:pt x="647" y="647"/>
                </a:cubicBezTo>
                <a:lnTo>
                  <a:pt x="786" y="327"/>
                </a:lnTo>
                <a:lnTo>
                  <a:pt x="786" y="327"/>
                </a:lnTo>
                <a:cubicBezTo>
                  <a:pt x="802" y="290"/>
                  <a:pt x="785" y="247"/>
                  <a:pt x="748" y="231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3" name="Freeform 362">
            <a:extLst>
              <a:ext uri="{FF2B5EF4-FFF2-40B4-BE49-F238E27FC236}">
                <a16:creationId xmlns:a16="http://schemas.microsoft.com/office/drawing/2014/main" id="{003197C1-E227-044A-958D-92EB6AF0E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3296" y="5424317"/>
            <a:ext cx="395499" cy="368032"/>
          </a:xfrm>
          <a:custGeom>
            <a:avLst/>
            <a:gdLst>
              <a:gd name="T0" fmla="*/ 256 w 318"/>
              <a:gd name="T1" fmla="*/ 76 h 296"/>
              <a:gd name="T2" fmla="*/ 256 w 318"/>
              <a:gd name="T3" fmla="*/ 76 h 296"/>
              <a:gd name="T4" fmla="*/ 176 w 318"/>
              <a:gd name="T5" fmla="*/ 77 h 296"/>
              <a:gd name="T6" fmla="*/ 176 w 318"/>
              <a:gd name="T7" fmla="*/ 77 h 296"/>
              <a:gd name="T8" fmla="*/ 122 w 318"/>
              <a:gd name="T9" fmla="*/ 19 h 296"/>
              <a:gd name="T10" fmla="*/ 122 w 318"/>
              <a:gd name="T11" fmla="*/ 19 h 296"/>
              <a:gd name="T12" fmla="*/ 12 w 318"/>
              <a:gd name="T13" fmla="*/ 62 h 296"/>
              <a:gd name="T14" fmla="*/ 12 w 318"/>
              <a:gd name="T15" fmla="*/ 62 h 296"/>
              <a:gd name="T16" fmla="*/ 15 w 318"/>
              <a:gd name="T17" fmla="*/ 125 h 296"/>
              <a:gd name="T18" fmla="*/ 82 w 318"/>
              <a:gd name="T19" fmla="*/ 295 h 296"/>
              <a:gd name="T20" fmla="*/ 251 w 318"/>
              <a:gd name="T21" fmla="*/ 228 h 296"/>
              <a:gd name="T22" fmla="*/ 251 w 318"/>
              <a:gd name="T23" fmla="*/ 228 h 296"/>
              <a:gd name="T24" fmla="*/ 299 w 318"/>
              <a:gd name="T25" fmla="*/ 187 h 296"/>
              <a:gd name="T26" fmla="*/ 299 w 318"/>
              <a:gd name="T27" fmla="*/ 187 h 296"/>
              <a:gd name="T28" fmla="*/ 256 w 318"/>
              <a:gd name="T29" fmla="*/ 7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8" h="296">
                <a:moveTo>
                  <a:pt x="256" y="76"/>
                </a:moveTo>
                <a:lnTo>
                  <a:pt x="256" y="76"/>
                </a:lnTo>
                <a:cubicBezTo>
                  <a:pt x="226" y="63"/>
                  <a:pt x="193" y="71"/>
                  <a:pt x="176" y="77"/>
                </a:cubicBezTo>
                <a:lnTo>
                  <a:pt x="176" y="77"/>
                </a:lnTo>
                <a:cubicBezTo>
                  <a:pt x="169" y="61"/>
                  <a:pt x="152" y="32"/>
                  <a:pt x="122" y="19"/>
                </a:cubicBezTo>
                <a:lnTo>
                  <a:pt x="122" y="19"/>
                </a:lnTo>
                <a:cubicBezTo>
                  <a:pt x="80" y="0"/>
                  <a:pt x="30" y="20"/>
                  <a:pt x="12" y="62"/>
                </a:cubicBezTo>
                <a:lnTo>
                  <a:pt x="12" y="62"/>
                </a:lnTo>
                <a:cubicBezTo>
                  <a:pt x="0" y="88"/>
                  <a:pt x="14" y="123"/>
                  <a:pt x="15" y="125"/>
                </a:cubicBezTo>
                <a:lnTo>
                  <a:pt x="82" y="295"/>
                </a:lnTo>
                <a:lnTo>
                  <a:pt x="251" y="228"/>
                </a:lnTo>
                <a:lnTo>
                  <a:pt x="251" y="228"/>
                </a:lnTo>
                <a:cubicBezTo>
                  <a:pt x="253" y="227"/>
                  <a:pt x="288" y="213"/>
                  <a:pt x="299" y="187"/>
                </a:cubicBezTo>
                <a:lnTo>
                  <a:pt x="299" y="187"/>
                </a:lnTo>
                <a:cubicBezTo>
                  <a:pt x="317" y="144"/>
                  <a:pt x="298" y="95"/>
                  <a:pt x="256" y="7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4" name="Freeform 363">
            <a:extLst>
              <a:ext uri="{FF2B5EF4-FFF2-40B4-BE49-F238E27FC236}">
                <a16:creationId xmlns:a16="http://schemas.microsoft.com/office/drawing/2014/main" id="{529625FB-54DF-C546-BBB6-2736495D0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947" y="4468531"/>
            <a:ext cx="1208470" cy="1109595"/>
          </a:xfrm>
          <a:custGeom>
            <a:avLst/>
            <a:gdLst>
              <a:gd name="T0" fmla="*/ 620 w 971"/>
              <a:gd name="T1" fmla="*/ 24 h 889"/>
              <a:gd name="T2" fmla="*/ 57 w 971"/>
              <a:gd name="T3" fmla="*/ 342 h 889"/>
              <a:gd name="T4" fmla="*/ 57 w 971"/>
              <a:gd name="T5" fmla="*/ 342 h 889"/>
              <a:gd name="T6" fmla="*/ 24 w 971"/>
              <a:gd name="T7" fmla="*/ 463 h 889"/>
              <a:gd name="T8" fmla="*/ 229 w 971"/>
              <a:gd name="T9" fmla="*/ 825 h 889"/>
              <a:gd name="T10" fmla="*/ 229 w 971"/>
              <a:gd name="T11" fmla="*/ 825 h 889"/>
              <a:gd name="T12" fmla="*/ 349 w 971"/>
              <a:gd name="T13" fmla="*/ 859 h 889"/>
              <a:gd name="T14" fmla="*/ 511 w 971"/>
              <a:gd name="T15" fmla="*/ 768 h 889"/>
              <a:gd name="T16" fmla="*/ 694 w 971"/>
              <a:gd name="T17" fmla="*/ 874 h 889"/>
              <a:gd name="T18" fmla="*/ 694 w 971"/>
              <a:gd name="T19" fmla="*/ 874 h 889"/>
              <a:gd name="T20" fmla="*/ 748 w 971"/>
              <a:gd name="T21" fmla="*/ 843 h 889"/>
              <a:gd name="T22" fmla="*/ 751 w 971"/>
              <a:gd name="T23" fmla="*/ 632 h 889"/>
              <a:gd name="T24" fmla="*/ 912 w 971"/>
              <a:gd name="T25" fmla="*/ 540 h 889"/>
              <a:gd name="T26" fmla="*/ 912 w 971"/>
              <a:gd name="T27" fmla="*/ 540 h 889"/>
              <a:gd name="T28" fmla="*/ 946 w 971"/>
              <a:gd name="T29" fmla="*/ 420 h 889"/>
              <a:gd name="T30" fmla="*/ 740 w 971"/>
              <a:gd name="T31" fmla="*/ 57 h 889"/>
              <a:gd name="T32" fmla="*/ 740 w 971"/>
              <a:gd name="T33" fmla="*/ 57 h 889"/>
              <a:gd name="T34" fmla="*/ 620 w 971"/>
              <a:gd name="T35" fmla="*/ 24 h 8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71" h="889">
                <a:moveTo>
                  <a:pt x="620" y="24"/>
                </a:moveTo>
                <a:lnTo>
                  <a:pt x="57" y="342"/>
                </a:lnTo>
                <a:lnTo>
                  <a:pt x="57" y="342"/>
                </a:lnTo>
                <a:cubicBezTo>
                  <a:pt x="15" y="366"/>
                  <a:pt x="0" y="420"/>
                  <a:pt x="24" y="463"/>
                </a:cubicBezTo>
                <a:lnTo>
                  <a:pt x="229" y="825"/>
                </a:lnTo>
                <a:lnTo>
                  <a:pt x="229" y="825"/>
                </a:lnTo>
                <a:cubicBezTo>
                  <a:pt x="253" y="868"/>
                  <a:pt x="307" y="883"/>
                  <a:pt x="349" y="859"/>
                </a:cubicBezTo>
                <a:lnTo>
                  <a:pt x="511" y="768"/>
                </a:lnTo>
                <a:lnTo>
                  <a:pt x="694" y="874"/>
                </a:lnTo>
                <a:lnTo>
                  <a:pt x="694" y="874"/>
                </a:lnTo>
                <a:cubicBezTo>
                  <a:pt x="717" y="888"/>
                  <a:pt x="747" y="871"/>
                  <a:pt x="748" y="843"/>
                </a:cubicBezTo>
                <a:lnTo>
                  <a:pt x="751" y="632"/>
                </a:lnTo>
                <a:lnTo>
                  <a:pt x="912" y="540"/>
                </a:lnTo>
                <a:lnTo>
                  <a:pt x="912" y="540"/>
                </a:lnTo>
                <a:cubicBezTo>
                  <a:pt x="955" y="516"/>
                  <a:pt x="970" y="463"/>
                  <a:pt x="946" y="420"/>
                </a:cubicBezTo>
                <a:lnTo>
                  <a:pt x="740" y="57"/>
                </a:lnTo>
                <a:lnTo>
                  <a:pt x="740" y="57"/>
                </a:lnTo>
                <a:cubicBezTo>
                  <a:pt x="717" y="15"/>
                  <a:pt x="663" y="0"/>
                  <a:pt x="620" y="24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5" name="Freeform 364">
            <a:extLst>
              <a:ext uri="{FF2B5EF4-FFF2-40B4-BE49-F238E27FC236}">
                <a16:creationId xmlns:a16="http://schemas.microsoft.com/office/drawing/2014/main" id="{C25AA333-75B0-534A-AC44-A8DD07A9A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516" y="4770643"/>
            <a:ext cx="461416" cy="439444"/>
          </a:xfrm>
          <a:custGeom>
            <a:avLst/>
            <a:gdLst>
              <a:gd name="T0" fmla="*/ 217 w 372"/>
              <a:gd name="T1" fmla="*/ 27 h 352"/>
              <a:gd name="T2" fmla="*/ 217 w 372"/>
              <a:gd name="T3" fmla="*/ 27 h 352"/>
              <a:gd name="T4" fmla="*/ 160 w 372"/>
              <a:gd name="T5" fmla="*/ 104 h 352"/>
              <a:gd name="T6" fmla="*/ 160 w 372"/>
              <a:gd name="T7" fmla="*/ 104 h 352"/>
              <a:gd name="T8" fmla="*/ 65 w 372"/>
              <a:gd name="T9" fmla="*/ 113 h 352"/>
              <a:gd name="T10" fmla="*/ 65 w 372"/>
              <a:gd name="T11" fmla="*/ 113 h 352"/>
              <a:gd name="T12" fmla="*/ 27 w 372"/>
              <a:gd name="T13" fmla="*/ 250 h 352"/>
              <a:gd name="T14" fmla="*/ 27 w 372"/>
              <a:gd name="T15" fmla="*/ 250 h 352"/>
              <a:gd name="T16" fmla="*/ 89 w 372"/>
              <a:gd name="T17" fmla="*/ 293 h 352"/>
              <a:gd name="T18" fmla="*/ 300 w 372"/>
              <a:gd name="T19" fmla="*/ 351 h 352"/>
              <a:gd name="T20" fmla="*/ 358 w 372"/>
              <a:gd name="T21" fmla="*/ 140 h 352"/>
              <a:gd name="T22" fmla="*/ 358 w 372"/>
              <a:gd name="T23" fmla="*/ 140 h 352"/>
              <a:gd name="T24" fmla="*/ 354 w 372"/>
              <a:gd name="T25" fmla="*/ 66 h 352"/>
              <a:gd name="T26" fmla="*/ 354 w 372"/>
              <a:gd name="T27" fmla="*/ 66 h 352"/>
              <a:gd name="T28" fmla="*/ 217 w 372"/>
              <a:gd name="T29" fmla="*/ 27 h 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2" h="352">
                <a:moveTo>
                  <a:pt x="217" y="27"/>
                </a:moveTo>
                <a:lnTo>
                  <a:pt x="217" y="27"/>
                </a:lnTo>
                <a:cubicBezTo>
                  <a:pt x="183" y="47"/>
                  <a:pt x="167" y="83"/>
                  <a:pt x="160" y="104"/>
                </a:cubicBezTo>
                <a:lnTo>
                  <a:pt x="160" y="104"/>
                </a:lnTo>
                <a:cubicBezTo>
                  <a:pt x="139" y="99"/>
                  <a:pt x="99" y="94"/>
                  <a:pt x="65" y="113"/>
                </a:cubicBezTo>
                <a:lnTo>
                  <a:pt x="65" y="113"/>
                </a:lnTo>
                <a:cubicBezTo>
                  <a:pt x="17" y="140"/>
                  <a:pt x="0" y="202"/>
                  <a:pt x="27" y="250"/>
                </a:cubicBezTo>
                <a:lnTo>
                  <a:pt x="27" y="250"/>
                </a:lnTo>
                <a:cubicBezTo>
                  <a:pt x="44" y="280"/>
                  <a:pt x="88" y="292"/>
                  <a:pt x="89" y="293"/>
                </a:cubicBezTo>
                <a:lnTo>
                  <a:pt x="300" y="351"/>
                </a:lnTo>
                <a:lnTo>
                  <a:pt x="358" y="140"/>
                </a:lnTo>
                <a:lnTo>
                  <a:pt x="358" y="140"/>
                </a:lnTo>
                <a:cubicBezTo>
                  <a:pt x="358" y="139"/>
                  <a:pt x="371" y="96"/>
                  <a:pt x="354" y="66"/>
                </a:cubicBezTo>
                <a:lnTo>
                  <a:pt x="354" y="66"/>
                </a:lnTo>
                <a:cubicBezTo>
                  <a:pt x="326" y="18"/>
                  <a:pt x="265" y="0"/>
                  <a:pt x="217" y="27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63F64-9909-F84D-BDA5-4265484F64EC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F9865-FEE4-AE4A-9941-76821128F81E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85F45-13C0-AF4B-9889-11DE70C585D2}"/>
              </a:ext>
            </a:extLst>
          </p:cNvPr>
          <p:cNvSpPr txBox="1"/>
          <p:nvPr/>
        </p:nvSpPr>
        <p:spPr>
          <a:xfrm>
            <a:off x="12757401" y="5161279"/>
            <a:ext cx="3579185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Digital 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5B2C7-E682-5447-87D0-A6139497BF6A}"/>
              </a:ext>
            </a:extLst>
          </p:cNvPr>
          <p:cNvSpPr txBox="1"/>
          <p:nvPr/>
        </p:nvSpPr>
        <p:spPr>
          <a:xfrm>
            <a:off x="12751138" y="5841092"/>
            <a:ext cx="8339791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 Turn complex data into easy to understand infographics.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D23570-525E-BD43-BDAD-3A06D9D166E4}"/>
              </a:ext>
            </a:extLst>
          </p:cNvPr>
          <p:cNvSpPr txBox="1"/>
          <p:nvPr/>
        </p:nvSpPr>
        <p:spPr>
          <a:xfrm>
            <a:off x="12751138" y="8425298"/>
            <a:ext cx="117724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5"/>
                </a:solidFill>
                <a:latin typeface="DM Sans" pitchFamily="2" charset="77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778DD7-B821-4C4D-85BB-9C4678E09DAD}"/>
              </a:ext>
            </a:extLst>
          </p:cNvPr>
          <p:cNvSpPr txBox="1"/>
          <p:nvPr/>
        </p:nvSpPr>
        <p:spPr>
          <a:xfrm>
            <a:off x="12751139" y="9557024"/>
            <a:ext cx="4102293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8488D-C80D-5641-AA21-2605277D8117}"/>
              </a:ext>
            </a:extLst>
          </p:cNvPr>
          <p:cNvSpPr txBox="1"/>
          <p:nvPr/>
        </p:nvSpPr>
        <p:spPr>
          <a:xfrm>
            <a:off x="17405269" y="8425298"/>
            <a:ext cx="1392048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5"/>
                </a:solidFill>
                <a:latin typeface="DM Sans" pitchFamily="2" charset="77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D063DF-8728-D943-A134-FAA3A8C0B439}"/>
              </a:ext>
            </a:extLst>
          </p:cNvPr>
          <p:cNvSpPr txBox="1"/>
          <p:nvPr/>
        </p:nvSpPr>
        <p:spPr>
          <a:xfrm>
            <a:off x="17405270" y="9557024"/>
            <a:ext cx="4102293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2320958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7">
            <a:extLst>
              <a:ext uri="{FF2B5EF4-FFF2-40B4-BE49-F238E27FC236}">
                <a16:creationId xmlns:a16="http://schemas.microsoft.com/office/drawing/2014/main" id="{D722A6BE-A26D-A446-9B07-5C5105811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9363" y="3254566"/>
            <a:ext cx="2230177" cy="5245861"/>
          </a:xfrm>
          <a:custGeom>
            <a:avLst/>
            <a:gdLst>
              <a:gd name="T0" fmla="*/ 1637 w 1790"/>
              <a:gd name="T1" fmla="*/ 901 h 4210"/>
              <a:gd name="T2" fmla="*/ 160 w 1790"/>
              <a:gd name="T3" fmla="*/ 48 h 4210"/>
              <a:gd name="T4" fmla="*/ 160 w 1790"/>
              <a:gd name="T5" fmla="*/ 48 h 4210"/>
              <a:gd name="T6" fmla="*/ 8 w 1790"/>
              <a:gd name="T7" fmla="*/ 135 h 4210"/>
              <a:gd name="T8" fmla="*/ 0 w 1790"/>
              <a:gd name="T9" fmla="*/ 3046 h 4210"/>
              <a:gd name="T10" fmla="*/ 0 w 1790"/>
              <a:gd name="T11" fmla="*/ 3046 h 4210"/>
              <a:gd name="T12" fmla="*/ 151 w 1790"/>
              <a:gd name="T13" fmla="*/ 3308 h 4210"/>
              <a:gd name="T14" fmla="*/ 1628 w 1790"/>
              <a:gd name="T15" fmla="*/ 4161 h 4210"/>
              <a:gd name="T16" fmla="*/ 1628 w 1790"/>
              <a:gd name="T17" fmla="*/ 4161 h 4210"/>
              <a:gd name="T18" fmla="*/ 1780 w 1790"/>
              <a:gd name="T19" fmla="*/ 4074 h 4210"/>
              <a:gd name="T20" fmla="*/ 1789 w 1790"/>
              <a:gd name="T21" fmla="*/ 1163 h 4210"/>
              <a:gd name="T22" fmla="*/ 1789 w 1790"/>
              <a:gd name="T23" fmla="*/ 1163 h 4210"/>
              <a:gd name="T24" fmla="*/ 1637 w 1790"/>
              <a:gd name="T25" fmla="*/ 901 h 4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90" h="4210">
                <a:moveTo>
                  <a:pt x="1637" y="901"/>
                </a:moveTo>
                <a:lnTo>
                  <a:pt x="160" y="48"/>
                </a:lnTo>
                <a:lnTo>
                  <a:pt x="160" y="48"/>
                </a:lnTo>
                <a:cubicBezTo>
                  <a:pt x="77" y="0"/>
                  <a:pt x="8" y="38"/>
                  <a:pt x="8" y="135"/>
                </a:cubicBezTo>
                <a:lnTo>
                  <a:pt x="0" y="3046"/>
                </a:lnTo>
                <a:lnTo>
                  <a:pt x="0" y="3046"/>
                </a:lnTo>
                <a:cubicBezTo>
                  <a:pt x="0" y="3142"/>
                  <a:pt x="68" y="3260"/>
                  <a:pt x="151" y="3308"/>
                </a:cubicBezTo>
                <a:lnTo>
                  <a:pt x="1628" y="4161"/>
                </a:lnTo>
                <a:lnTo>
                  <a:pt x="1628" y="4161"/>
                </a:lnTo>
                <a:cubicBezTo>
                  <a:pt x="1712" y="4209"/>
                  <a:pt x="1780" y="4170"/>
                  <a:pt x="1780" y="4074"/>
                </a:cubicBezTo>
                <a:lnTo>
                  <a:pt x="1789" y="1163"/>
                </a:lnTo>
                <a:lnTo>
                  <a:pt x="1789" y="1163"/>
                </a:lnTo>
                <a:cubicBezTo>
                  <a:pt x="1789" y="1067"/>
                  <a:pt x="1721" y="950"/>
                  <a:pt x="1637" y="901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5" name="Freeform 68">
            <a:extLst>
              <a:ext uri="{FF2B5EF4-FFF2-40B4-BE49-F238E27FC236}">
                <a16:creationId xmlns:a16="http://schemas.microsoft.com/office/drawing/2014/main" id="{086629F4-488C-D248-A958-66341CE43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0454" y="7616044"/>
            <a:ext cx="2274121" cy="5311777"/>
          </a:xfrm>
          <a:custGeom>
            <a:avLst/>
            <a:gdLst>
              <a:gd name="T0" fmla="*/ 1656 w 1827"/>
              <a:gd name="T1" fmla="*/ 907 h 4264"/>
              <a:gd name="T2" fmla="*/ 179 w 1827"/>
              <a:gd name="T3" fmla="*/ 54 h 4264"/>
              <a:gd name="T4" fmla="*/ 179 w 1827"/>
              <a:gd name="T5" fmla="*/ 54 h 4264"/>
              <a:gd name="T6" fmla="*/ 9 w 1827"/>
              <a:gd name="T7" fmla="*/ 151 h 4264"/>
              <a:gd name="T8" fmla="*/ 0 w 1827"/>
              <a:gd name="T9" fmla="*/ 3063 h 4264"/>
              <a:gd name="T10" fmla="*/ 0 w 1827"/>
              <a:gd name="T11" fmla="*/ 3063 h 4264"/>
              <a:gd name="T12" fmla="*/ 170 w 1827"/>
              <a:gd name="T13" fmla="*/ 3356 h 4264"/>
              <a:gd name="T14" fmla="*/ 1647 w 1827"/>
              <a:gd name="T15" fmla="*/ 4209 h 4264"/>
              <a:gd name="T16" fmla="*/ 1647 w 1827"/>
              <a:gd name="T17" fmla="*/ 4209 h 4264"/>
              <a:gd name="T18" fmla="*/ 1817 w 1827"/>
              <a:gd name="T19" fmla="*/ 4112 h 4264"/>
              <a:gd name="T20" fmla="*/ 1826 w 1827"/>
              <a:gd name="T21" fmla="*/ 1200 h 4264"/>
              <a:gd name="T22" fmla="*/ 1826 w 1827"/>
              <a:gd name="T23" fmla="*/ 1200 h 4264"/>
              <a:gd name="T24" fmla="*/ 1656 w 1827"/>
              <a:gd name="T25" fmla="*/ 907 h 4264"/>
              <a:gd name="T26" fmla="*/ 170 w 1827"/>
              <a:gd name="T27" fmla="*/ 3314 h 4264"/>
              <a:gd name="T28" fmla="*/ 170 w 1827"/>
              <a:gd name="T29" fmla="*/ 3314 h 4264"/>
              <a:gd name="T30" fmla="*/ 36 w 1827"/>
              <a:gd name="T31" fmla="*/ 3084 h 4264"/>
              <a:gd name="T32" fmla="*/ 45 w 1827"/>
              <a:gd name="T33" fmla="*/ 172 h 4264"/>
              <a:gd name="T34" fmla="*/ 45 w 1827"/>
              <a:gd name="T35" fmla="*/ 172 h 4264"/>
              <a:gd name="T36" fmla="*/ 179 w 1827"/>
              <a:gd name="T37" fmla="*/ 95 h 4264"/>
              <a:gd name="T38" fmla="*/ 1656 w 1827"/>
              <a:gd name="T39" fmla="*/ 948 h 4264"/>
              <a:gd name="T40" fmla="*/ 1656 w 1827"/>
              <a:gd name="T41" fmla="*/ 948 h 4264"/>
              <a:gd name="T42" fmla="*/ 1790 w 1827"/>
              <a:gd name="T43" fmla="*/ 1180 h 4264"/>
              <a:gd name="T44" fmla="*/ 1781 w 1827"/>
              <a:gd name="T45" fmla="*/ 4091 h 4264"/>
              <a:gd name="T46" fmla="*/ 1781 w 1827"/>
              <a:gd name="T47" fmla="*/ 4091 h 4264"/>
              <a:gd name="T48" fmla="*/ 1647 w 1827"/>
              <a:gd name="T49" fmla="*/ 4168 h 4264"/>
              <a:gd name="T50" fmla="*/ 170 w 1827"/>
              <a:gd name="T51" fmla="*/ 3314 h 4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827" h="4264">
                <a:moveTo>
                  <a:pt x="1656" y="907"/>
                </a:moveTo>
                <a:lnTo>
                  <a:pt x="179" y="54"/>
                </a:lnTo>
                <a:lnTo>
                  <a:pt x="179" y="54"/>
                </a:lnTo>
                <a:cubicBezTo>
                  <a:pt x="86" y="0"/>
                  <a:pt x="9" y="43"/>
                  <a:pt x="9" y="151"/>
                </a:cubicBezTo>
                <a:lnTo>
                  <a:pt x="0" y="3063"/>
                </a:lnTo>
                <a:lnTo>
                  <a:pt x="0" y="3063"/>
                </a:lnTo>
                <a:cubicBezTo>
                  <a:pt x="0" y="3171"/>
                  <a:pt x="76" y="3302"/>
                  <a:pt x="170" y="3356"/>
                </a:cubicBezTo>
                <a:lnTo>
                  <a:pt x="1647" y="4209"/>
                </a:lnTo>
                <a:lnTo>
                  <a:pt x="1647" y="4209"/>
                </a:lnTo>
                <a:cubicBezTo>
                  <a:pt x="1741" y="4263"/>
                  <a:pt x="1817" y="4220"/>
                  <a:pt x="1817" y="4112"/>
                </a:cubicBezTo>
                <a:lnTo>
                  <a:pt x="1826" y="1200"/>
                </a:lnTo>
                <a:lnTo>
                  <a:pt x="1826" y="1200"/>
                </a:lnTo>
                <a:cubicBezTo>
                  <a:pt x="1826" y="1093"/>
                  <a:pt x="1750" y="961"/>
                  <a:pt x="1656" y="907"/>
                </a:cubicBezTo>
                <a:close/>
                <a:moveTo>
                  <a:pt x="170" y="3314"/>
                </a:moveTo>
                <a:lnTo>
                  <a:pt x="170" y="3314"/>
                </a:lnTo>
                <a:cubicBezTo>
                  <a:pt x="96" y="3272"/>
                  <a:pt x="36" y="3168"/>
                  <a:pt x="36" y="3084"/>
                </a:cubicBezTo>
                <a:lnTo>
                  <a:pt x="45" y="172"/>
                </a:lnTo>
                <a:lnTo>
                  <a:pt x="45" y="172"/>
                </a:lnTo>
                <a:cubicBezTo>
                  <a:pt x="45" y="87"/>
                  <a:pt x="105" y="53"/>
                  <a:pt x="179" y="95"/>
                </a:cubicBezTo>
                <a:lnTo>
                  <a:pt x="1656" y="948"/>
                </a:lnTo>
                <a:lnTo>
                  <a:pt x="1656" y="948"/>
                </a:lnTo>
                <a:cubicBezTo>
                  <a:pt x="1730" y="991"/>
                  <a:pt x="1790" y="1094"/>
                  <a:pt x="1790" y="1180"/>
                </a:cubicBezTo>
                <a:lnTo>
                  <a:pt x="1781" y="4091"/>
                </a:lnTo>
                <a:lnTo>
                  <a:pt x="1781" y="4091"/>
                </a:lnTo>
                <a:cubicBezTo>
                  <a:pt x="1781" y="4175"/>
                  <a:pt x="1721" y="4210"/>
                  <a:pt x="1647" y="4168"/>
                </a:cubicBezTo>
                <a:lnTo>
                  <a:pt x="170" y="3314"/>
                </a:lnTo>
                <a:close/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6" name="Freeform 69">
            <a:extLst>
              <a:ext uri="{FF2B5EF4-FFF2-40B4-BE49-F238E27FC236}">
                <a16:creationId xmlns:a16="http://schemas.microsoft.com/office/drawing/2014/main" id="{82523894-C1F4-9944-A42E-6124257E6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1091" y="3413862"/>
            <a:ext cx="3400194" cy="7997875"/>
          </a:xfrm>
          <a:custGeom>
            <a:avLst/>
            <a:gdLst>
              <a:gd name="T0" fmla="*/ 2498 w 2730"/>
              <a:gd name="T1" fmla="*/ 1375 h 6421"/>
              <a:gd name="T2" fmla="*/ 245 w 2730"/>
              <a:gd name="T3" fmla="*/ 74 h 6421"/>
              <a:gd name="T4" fmla="*/ 245 w 2730"/>
              <a:gd name="T5" fmla="*/ 74 h 6421"/>
              <a:gd name="T6" fmla="*/ 13 w 2730"/>
              <a:gd name="T7" fmla="*/ 207 h 6421"/>
              <a:gd name="T8" fmla="*/ 1 w 2730"/>
              <a:gd name="T9" fmla="*/ 4646 h 6421"/>
              <a:gd name="T10" fmla="*/ 1 w 2730"/>
              <a:gd name="T11" fmla="*/ 4646 h 6421"/>
              <a:gd name="T12" fmla="*/ 231 w 2730"/>
              <a:gd name="T13" fmla="*/ 5046 h 6421"/>
              <a:gd name="T14" fmla="*/ 2483 w 2730"/>
              <a:gd name="T15" fmla="*/ 6346 h 6421"/>
              <a:gd name="T16" fmla="*/ 2483 w 2730"/>
              <a:gd name="T17" fmla="*/ 6346 h 6421"/>
              <a:gd name="T18" fmla="*/ 2716 w 2730"/>
              <a:gd name="T19" fmla="*/ 6214 h 6421"/>
              <a:gd name="T20" fmla="*/ 2729 w 2730"/>
              <a:gd name="T21" fmla="*/ 1774 h 6421"/>
              <a:gd name="T22" fmla="*/ 2729 w 2730"/>
              <a:gd name="T23" fmla="*/ 1774 h 6421"/>
              <a:gd name="T24" fmla="*/ 2498 w 2730"/>
              <a:gd name="T25" fmla="*/ 1375 h 64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730" h="6421">
                <a:moveTo>
                  <a:pt x="2498" y="1375"/>
                </a:moveTo>
                <a:lnTo>
                  <a:pt x="245" y="74"/>
                </a:lnTo>
                <a:lnTo>
                  <a:pt x="245" y="74"/>
                </a:lnTo>
                <a:cubicBezTo>
                  <a:pt x="117" y="0"/>
                  <a:pt x="13" y="59"/>
                  <a:pt x="13" y="207"/>
                </a:cubicBezTo>
                <a:lnTo>
                  <a:pt x="1" y="4646"/>
                </a:lnTo>
                <a:lnTo>
                  <a:pt x="1" y="4646"/>
                </a:lnTo>
                <a:cubicBezTo>
                  <a:pt x="0" y="4793"/>
                  <a:pt x="103" y="4972"/>
                  <a:pt x="231" y="5046"/>
                </a:cubicBezTo>
                <a:lnTo>
                  <a:pt x="2483" y="6346"/>
                </a:lnTo>
                <a:lnTo>
                  <a:pt x="2483" y="6346"/>
                </a:lnTo>
                <a:cubicBezTo>
                  <a:pt x="2611" y="6420"/>
                  <a:pt x="2716" y="6361"/>
                  <a:pt x="2716" y="6214"/>
                </a:cubicBezTo>
                <a:lnTo>
                  <a:pt x="2729" y="1774"/>
                </a:lnTo>
                <a:lnTo>
                  <a:pt x="2729" y="1774"/>
                </a:lnTo>
                <a:cubicBezTo>
                  <a:pt x="2729" y="1628"/>
                  <a:pt x="2626" y="1448"/>
                  <a:pt x="2498" y="1375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7" name="Freeform 70">
            <a:extLst>
              <a:ext uri="{FF2B5EF4-FFF2-40B4-BE49-F238E27FC236}">
                <a16:creationId xmlns:a16="http://schemas.microsoft.com/office/drawing/2014/main" id="{2DB956FE-30AA-3D42-8E54-179220FBB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5208" y="6709693"/>
            <a:ext cx="1483123" cy="2136793"/>
          </a:xfrm>
          <a:custGeom>
            <a:avLst/>
            <a:gdLst>
              <a:gd name="T0" fmla="*/ 1188 w 1190"/>
              <a:gd name="T1" fmla="*/ 659 h 1715"/>
              <a:gd name="T2" fmla="*/ 1187 w 1190"/>
              <a:gd name="T3" fmla="*/ 648 h 1715"/>
              <a:gd name="T4" fmla="*/ 1186 w 1190"/>
              <a:gd name="T5" fmla="*/ 641 h 1715"/>
              <a:gd name="T6" fmla="*/ 1183 w 1190"/>
              <a:gd name="T7" fmla="*/ 623 h 1715"/>
              <a:gd name="T8" fmla="*/ 1180 w 1190"/>
              <a:gd name="T9" fmla="*/ 611 h 1715"/>
              <a:gd name="T10" fmla="*/ 1177 w 1190"/>
              <a:gd name="T11" fmla="*/ 603 h 1715"/>
              <a:gd name="T12" fmla="*/ 1172 w 1190"/>
              <a:gd name="T13" fmla="*/ 586 h 1715"/>
              <a:gd name="T14" fmla="*/ 1167 w 1190"/>
              <a:gd name="T15" fmla="*/ 573 h 1715"/>
              <a:gd name="T16" fmla="*/ 1164 w 1190"/>
              <a:gd name="T17" fmla="*/ 567 h 1715"/>
              <a:gd name="T18" fmla="*/ 1157 w 1190"/>
              <a:gd name="T19" fmla="*/ 551 h 1715"/>
              <a:gd name="T20" fmla="*/ 1148 w 1190"/>
              <a:gd name="T21" fmla="*/ 536 h 1715"/>
              <a:gd name="T22" fmla="*/ 1141 w 1190"/>
              <a:gd name="T23" fmla="*/ 524 h 1715"/>
              <a:gd name="T24" fmla="*/ 1125 w 1190"/>
              <a:gd name="T25" fmla="*/ 500 h 1715"/>
              <a:gd name="T26" fmla="*/ 1113 w 1190"/>
              <a:gd name="T27" fmla="*/ 485 h 1715"/>
              <a:gd name="T28" fmla="*/ 1108 w 1190"/>
              <a:gd name="T29" fmla="*/ 478 h 1715"/>
              <a:gd name="T30" fmla="*/ 1100 w 1190"/>
              <a:gd name="T31" fmla="*/ 470 h 1715"/>
              <a:gd name="T32" fmla="*/ 1086 w 1190"/>
              <a:gd name="T33" fmla="*/ 456 h 1715"/>
              <a:gd name="T34" fmla="*/ 1074 w 1190"/>
              <a:gd name="T35" fmla="*/ 445 h 1715"/>
              <a:gd name="T36" fmla="*/ 1064 w 1190"/>
              <a:gd name="T37" fmla="*/ 437 h 1715"/>
              <a:gd name="T38" fmla="*/ 1052 w 1190"/>
              <a:gd name="T39" fmla="*/ 429 h 1715"/>
              <a:gd name="T40" fmla="*/ 338 w 1190"/>
              <a:gd name="T41" fmla="*/ 18 h 1715"/>
              <a:gd name="T42" fmla="*/ 327 w 1190"/>
              <a:gd name="T43" fmla="*/ 12 h 1715"/>
              <a:gd name="T44" fmla="*/ 314 w 1190"/>
              <a:gd name="T45" fmla="*/ 7 h 1715"/>
              <a:gd name="T46" fmla="*/ 308 w 1190"/>
              <a:gd name="T47" fmla="*/ 5 h 1715"/>
              <a:gd name="T48" fmla="*/ 299 w 1190"/>
              <a:gd name="T49" fmla="*/ 3 h 1715"/>
              <a:gd name="T50" fmla="*/ 286 w 1190"/>
              <a:gd name="T51" fmla="*/ 1 h 1715"/>
              <a:gd name="T52" fmla="*/ 277 w 1190"/>
              <a:gd name="T53" fmla="*/ 0 h 1715"/>
              <a:gd name="T54" fmla="*/ 269 w 1190"/>
              <a:gd name="T55" fmla="*/ 1 h 1715"/>
              <a:gd name="T56" fmla="*/ 259 w 1190"/>
              <a:gd name="T57" fmla="*/ 3 h 1715"/>
              <a:gd name="T58" fmla="*/ 239 w 1190"/>
              <a:gd name="T59" fmla="*/ 10 h 1715"/>
              <a:gd name="T60" fmla="*/ 11 w 1190"/>
              <a:gd name="T61" fmla="*/ 143 h 1715"/>
              <a:gd name="T62" fmla="*/ 33 w 1190"/>
              <a:gd name="T63" fmla="*/ 138 h 1715"/>
              <a:gd name="T64" fmla="*/ 48 w 1190"/>
              <a:gd name="T65" fmla="*/ 139 h 1715"/>
              <a:gd name="T66" fmla="*/ 74 w 1190"/>
              <a:gd name="T67" fmla="*/ 144 h 1715"/>
              <a:gd name="T68" fmla="*/ 89 w 1190"/>
              <a:gd name="T69" fmla="*/ 150 h 1715"/>
              <a:gd name="T70" fmla="*/ 821 w 1190"/>
              <a:gd name="T71" fmla="*/ 573 h 1715"/>
              <a:gd name="T72" fmla="*/ 848 w 1190"/>
              <a:gd name="T73" fmla="*/ 595 h 1715"/>
              <a:gd name="T74" fmla="*/ 863 w 1190"/>
              <a:gd name="T75" fmla="*/ 609 h 1715"/>
              <a:gd name="T76" fmla="*/ 887 w 1190"/>
              <a:gd name="T77" fmla="*/ 638 h 1715"/>
              <a:gd name="T78" fmla="*/ 903 w 1190"/>
              <a:gd name="T79" fmla="*/ 663 h 1715"/>
              <a:gd name="T80" fmla="*/ 917 w 1190"/>
              <a:gd name="T81" fmla="*/ 688 h 1715"/>
              <a:gd name="T82" fmla="*/ 926 w 1190"/>
              <a:gd name="T83" fmla="*/ 708 h 1715"/>
              <a:gd name="T84" fmla="*/ 939 w 1190"/>
              <a:gd name="T85" fmla="*/ 742 h 1715"/>
              <a:gd name="T86" fmla="*/ 944 w 1190"/>
              <a:gd name="T87" fmla="*/ 762 h 1715"/>
              <a:gd name="T88" fmla="*/ 950 w 1190"/>
              <a:gd name="T89" fmla="*/ 797 h 1715"/>
              <a:gd name="T90" fmla="*/ 947 w 1190"/>
              <a:gd name="T91" fmla="*/ 1636 h 1715"/>
              <a:gd name="T92" fmla="*/ 945 w 1190"/>
              <a:gd name="T93" fmla="*/ 1653 h 1715"/>
              <a:gd name="T94" fmla="*/ 937 w 1190"/>
              <a:gd name="T95" fmla="*/ 1678 h 1715"/>
              <a:gd name="T96" fmla="*/ 930 w 1190"/>
              <a:gd name="T97" fmla="*/ 1691 h 1715"/>
              <a:gd name="T98" fmla="*/ 916 w 1190"/>
              <a:gd name="T99" fmla="*/ 1706 h 1715"/>
              <a:gd name="T100" fmla="*/ 906 w 1190"/>
              <a:gd name="T101" fmla="*/ 1714 h 1715"/>
              <a:gd name="T102" fmla="*/ 1155 w 1190"/>
              <a:gd name="T103" fmla="*/ 1567 h 1715"/>
              <a:gd name="T104" fmla="*/ 1169 w 1190"/>
              <a:gd name="T105" fmla="*/ 1552 h 1715"/>
              <a:gd name="T106" fmla="*/ 1175 w 1190"/>
              <a:gd name="T107" fmla="*/ 1540 h 1715"/>
              <a:gd name="T108" fmla="*/ 1179 w 1190"/>
              <a:gd name="T109" fmla="*/ 1532 h 1715"/>
              <a:gd name="T110" fmla="*/ 1181 w 1190"/>
              <a:gd name="T111" fmla="*/ 1525 h 1715"/>
              <a:gd name="T112" fmla="*/ 1184 w 1190"/>
              <a:gd name="T113" fmla="*/ 1513 h 1715"/>
              <a:gd name="T114" fmla="*/ 1186 w 1190"/>
              <a:gd name="T115" fmla="*/ 1499 h 1715"/>
              <a:gd name="T116" fmla="*/ 1186 w 1190"/>
              <a:gd name="T117" fmla="*/ 1489 h 1715"/>
              <a:gd name="T118" fmla="*/ 1189 w 1190"/>
              <a:gd name="T119" fmla="*/ 670 h 1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0" h="1715">
                <a:moveTo>
                  <a:pt x="1189" y="670"/>
                </a:moveTo>
                <a:lnTo>
                  <a:pt x="1189" y="670"/>
                </a:lnTo>
                <a:cubicBezTo>
                  <a:pt x="1189" y="667"/>
                  <a:pt x="1189" y="665"/>
                  <a:pt x="1189" y="663"/>
                </a:cubicBezTo>
                <a:lnTo>
                  <a:pt x="1189" y="663"/>
                </a:lnTo>
                <a:cubicBezTo>
                  <a:pt x="1189" y="662"/>
                  <a:pt x="1188" y="660"/>
                  <a:pt x="1188" y="659"/>
                </a:cubicBezTo>
                <a:lnTo>
                  <a:pt x="1188" y="659"/>
                </a:lnTo>
                <a:cubicBezTo>
                  <a:pt x="1188" y="659"/>
                  <a:pt x="1188" y="659"/>
                  <a:pt x="1188" y="658"/>
                </a:cubicBezTo>
                <a:lnTo>
                  <a:pt x="1188" y="658"/>
                </a:lnTo>
                <a:cubicBezTo>
                  <a:pt x="1188" y="657"/>
                  <a:pt x="1188" y="656"/>
                  <a:pt x="1188" y="656"/>
                </a:cubicBezTo>
                <a:lnTo>
                  <a:pt x="1188" y="656"/>
                </a:lnTo>
                <a:cubicBezTo>
                  <a:pt x="1188" y="653"/>
                  <a:pt x="1188" y="651"/>
                  <a:pt x="1187" y="648"/>
                </a:cubicBezTo>
                <a:lnTo>
                  <a:pt x="1187" y="648"/>
                </a:lnTo>
                <a:cubicBezTo>
                  <a:pt x="1187" y="646"/>
                  <a:pt x="1186" y="643"/>
                  <a:pt x="1186" y="641"/>
                </a:cubicBezTo>
                <a:lnTo>
                  <a:pt x="1186" y="641"/>
                </a:lnTo>
                <a:lnTo>
                  <a:pt x="1186" y="641"/>
                </a:lnTo>
                <a:lnTo>
                  <a:pt x="1186" y="641"/>
                </a:lnTo>
                <a:lnTo>
                  <a:pt x="1186" y="641"/>
                </a:lnTo>
                <a:lnTo>
                  <a:pt x="1186" y="641"/>
                </a:lnTo>
                <a:cubicBezTo>
                  <a:pt x="1186" y="638"/>
                  <a:pt x="1185" y="636"/>
                  <a:pt x="1185" y="634"/>
                </a:cubicBezTo>
                <a:lnTo>
                  <a:pt x="1185" y="634"/>
                </a:lnTo>
                <a:cubicBezTo>
                  <a:pt x="1185" y="631"/>
                  <a:pt x="1184" y="629"/>
                  <a:pt x="1184" y="626"/>
                </a:cubicBezTo>
                <a:lnTo>
                  <a:pt x="1184" y="626"/>
                </a:lnTo>
                <a:cubicBezTo>
                  <a:pt x="1184" y="625"/>
                  <a:pt x="1183" y="624"/>
                  <a:pt x="1183" y="623"/>
                </a:cubicBezTo>
                <a:lnTo>
                  <a:pt x="1183" y="623"/>
                </a:lnTo>
                <a:cubicBezTo>
                  <a:pt x="1183" y="623"/>
                  <a:pt x="1183" y="623"/>
                  <a:pt x="1182" y="622"/>
                </a:cubicBezTo>
                <a:lnTo>
                  <a:pt x="1182" y="622"/>
                </a:lnTo>
                <a:cubicBezTo>
                  <a:pt x="1182" y="621"/>
                  <a:pt x="1182" y="619"/>
                  <a:pt x="1182" y="618"/>
                </a:cubicBezTo>
                <a:lnTo>
                  <a:pt x="1182" y="618"/>
                </a:lnTo>
                <a:cubicBezTo>
                  <a:pt x="1181" y="616"/>
                  <a:pt x="1180" y="613"/>
                  <a:pt x="1180" y="611"/>
                </a:cubicBezTo>
                <a:lnTo>
                  <a:pt x="1180" y="611"/>
                </a:lnTo>
                <a:cubicBezTo>
                  <a:pt x="1179" y="608"/>
                  <a:pt x="1179" y="607"/>
                  <a:pt x="1178" y="605"/>
                </a:cubicBezTo>
                <a:lnTo>
                  <a:pt x="1178" y="605"/>
                </a:lnTo>
                <a:lnTo>
                  <a:pt x="1178" y="604"/>
                </a:lnTo>
                <a:lnTo>
                  <a:pt x="1178" y="604"/>
                </a:lnTo>
                <a:cubicBezTo>
                  <a:pt x="1177" y="604"/>
                  <a:pt x="1177" y="604"/>
                  <a:pt x="1177" y="603"/>
                </a:cubicBezTo>
                <a:lnTo>
                  <a:pt x="1177" y="603"/>
                </a:lnTo>
                <a:cubicBezTo>
                  <a:pt x="1177" y="601"/>
                  <a:pt x="1176" y="598"/>
                  <a:pt x="1175" y="596"/>
                </a:cubicBezTo>
                <a:lnTo>
                  <a:pt x="1175" y="596"/>
                </a:lnTo>
                <a:cubicBezTo>
                  <a:pt x="1174" y="593"/>
                  <a:pt x="1173" y="591"/>
                  <a:pt x="1173" y="588"/>
                </a:cubicBezTo>
                <a:lnTo>
                  <a:pt x="1173" y="588"/>
                </a:lnTo>
                <a:cubicBezTo>
                  <a:pt x="1173" y="588"/>
                  <a:pt x="1172" y="587"/>
                  <a:pt x="1172" y="586"/>
                </a:cubicBezTo>
                <a:lnTo>
                  <a:pt x="1172" y="586"/>
                </a:lnTo>
                <a:cubicBezTo>
                  <a:pt x="1172" y="586"/>
                  <a:pt x="1172" y="586"/>
                  <a:pt x="1171" y="585"/>
                </a:cubicBezTo>
                <a:lnTo>
                  <a:pt x="1171" y="585"/>
                </a:lnTo>
                <a:cubicBezTo>
                  <a:pt x="1171" y="584"/>
                  <a:pt x="1171" y="582"/>
                  <a:pt x="1170" y="581"/>
                </a:cubicBezTo>
                <a:lnTo>
                  <a:pt x="1170" y="581"/>
                </a:lnTo>
                <a:cubicBezTo>
                  <a:pt x="1169" y="578"/>
                  <a:pt x="1168" y="576"/>
                  <a:pt x="1167" y="573"/>
                </a:cubicBezTo>
                <a:lnTo>
                  <a:pt x="1167" y="573"/>
                </a:lnTo>
                <a:cubicBezTo>
                  <a:pt x="1166" y="572"/>
                  <a:pt x="1166" y="571"/>
                  <a:pt x="1164" y="569"/>
                </a:cubicBezTo>
                <a:lnTo>
                  <a:pt x="1164" y="569"/>
                </a:lnTo>
                <a:cubicBezTo>
                  <a:pt x="1164" y="568"/>
                  <a:pt x="1164" y="568"/>
                  <a:pt x="1164" y="567"/>
                </a:cubicBezTo>
                <a:lnTo>
                  <a:pt x="1164" y="567"/>
                </a:lnTo>
                <a:lnTo>
                  <a:pt x="1164" y="567"/>
                </a:lnTo>
                <a:lnTo>
                  <a:pt x="1164" y="567"/>
                </a:lnTo>
                <a:cubicBezTo>
                  <a:pt x="1163" y="564"/>
                  <a:pt x="1162" y="562"/>
                  <a:pt x="1161" y="560"/>
                </a:cubicBezTo>
                <a:lnTo>
                  <a:pt x="1161" y="560"/>
                </a:lnTo>
                <a:cubicBezTo>
                  <a:pt x="1160" y="557"/>
                  <a:pt x="1158" y="555"/>
                  <a:pt x="1157" y="552"/>
                </a:cubicBezTo>
                <a:lnTo>
                  <a:pt x="1157" y="552"/>
                </a:lnTo>
                <a:cubicBezTo>
                  <a:pt x="1157" y="551"/>
                  <a:pt x="1157" y="551"/>
                  <a:pt x="1157" y="551"/>
                </a:cubicBezTo>
                <a:lnTo>
                  <a:pt x="1157" y="551"/>
                </a:lnTo>
                <a:cubicBezTo>
                  <a:pt x="1156" y="550"/>
                  <a:pt x="1156" y="550"/>
                  <a:pt x="1155" y="549"/>
                </a:cubicBezTo>
                <a:lnTo>
                  <a:pt x="1155" y="549"/>
                </a:lnTo>
                <a:cubicBezTo>
                  <a:pt x="1155" y="547"/>
                  <a:pt x="1153" y="545"/>
                  <a:pt x="1152" y="543"/>
                </a:cubicBezTo>
                <a:lnTo>
                  <a:pt x="1152" y="543"/>
                </a:lnTo>
                <a:cubicBezTo>
                  <a:pt x="1151" y="541"/>
                  <a:pt x="1150" y="538"/>
                  <a:pt x="1148" y="536"/>
                </a:cubicBezTo>
                <a:lnTo>
                  <a:pt x="1148" y="536"/>
                </a:lnTo>
                <a:cubicBezTo>
                  <a:pt x="1147" y="534"/>
                  <a:pt x="1147" y="533"/>
                  <a:pt x="1146" y="532"/>
                </a:cubicBezTo>
                <a:lnTo>
                  <a:pt x="1146" y="532"/>
                </a:lnTo>
                <a:cubicBezTo>
                  <a:pt x="1146" y="531"/>
                  <a:pt x="1146" y="531"/>
                  <a:pt x="1146" y="530"/>
                </a:cubicBezTo>
                <a:lnTo>
                  <a:pt x="1146" y="530"/>
                </a:lnTo>
                <a:cubicBezTo>
                  <a:pt x="1144" y="528"/>
                  <a:pt x="1143" y="526"/>
                  <a:pt x="1141" y="524"/>
                </a:cubicBezTo>
                <a:lnTo>
                  <a:pt x="1141" y="524"/>
                </a:lnTo>
                <a:cubicBezTo>
                  <a:pt x="1139" y="521"/>
                  <a:pt x="1138" y="518"/>
                  <a:pt x="1135" y="515"/>
                </a:cubicBezTo>
                <a:lnTo>
                  <a:pt x="1135" y="515"/>
                </a:lnTo>
                <a:cubicBezTo>
                  <a:pt x="1135" y="514"/>
                  <a:pt x="1134" y="514"/>
                  <a:pt x="1134" y="513"/>
                </a:cubicBezTo>
                <a:lnTo>
                  <a:pt x="1134" y="513"/>
                </a:lnTo>
                <a:cubicBezTo>
                  <a:pt x="1132" y="509"/>
                  <a:pt x="1128" y="504"/>
                  <a:pt x="1125" y="500"/>
                </a:cubicBezTo>
                <a:lnTo>
                  <a:pt x="1125" y="500"/>
                </a:lnTo>
                <a:lnTo>
                  <a:pt x="1125" y="500"/>
                </a:lnTo>
                <a:lnTo>
                  <a:pt x="1125" y="500"/>
                </a:lnTo>
                <a:cubicBezTo>
                  <a:pt x="1123" y="497"/>
                  <a:pt x="1121" y="494"/>
                  <a:pt x="1119" y="492"/>
                </a:cubicBezTo>
                <a:lnTo>
                  <a:pt x="1119" y="492"/>
                </a:lnTo>
                <a:cubicBezTo>
                  <a:pt x="1117" y="489"/>
                  <a:pt x="1115" y="487"/>
                  <a:pt x="1113" y="485"/>
                </a:cubicBezTo>
                <a:lnTo>
                  <a:pt x="1113" y="485"/>
                </a:lnTo>
                <a:lnTo>
                  <a:pt x="1113" y="485"/>
                </a:lnTo>
                <a:lnTo>
                  <a:pt x="1113" y="485"/>
                </a:lnTo>
                <a:cubicBezTo>
                  <a:pt x="1113" y="484"/>
                  <a:pt x="1113" y="484"/>
                  <a:pt x="1113" y="484"/>
                </a:cubicBezTo>
                <a:lnTo>
                  <a:pt x="1113" y="484"/>
                </a:lnTo>
                <a:cubicBezTo>
                  <a:pt x="1111" y="482"/>
                  <a:pt x="1110" y="480"/>
                  <a:pt x="1108" y="478"/>
                </a:cubicBezTo>
                <a:lnTo>
                  <a:pt x="1108" y="478"/>
                </a:lnTo>
                <a:cubicBezTo>
                  <a:pt x="1106" y="476"/>
                  <a:pt x="1104" y="474"/>
                  <a:pt x="1101" y="471"/>
                </a:cubicBezTo>
                <a:lnTo>
                  <a:pt x="1101" y="471"/>
                </a:lnTo>
                <a:lnTo>
                  <a:pt x="1101" y="471"/>
                </a:lnTo>
                <a:lnTo>
                  <a:pt x="1101" y="471"/>
                </a:lnTo>
                <a:cubicBezTo>
                  <a:pt x="1100" y="470"/>
                  <a:pt x="1100" y="470"/>
                  <a:pt x="1100" y="470"/>
                </a:cubicBezTo>
                <a:lnTo>
                  <a:pt x="1100" y="470"/>
                </a:lnTo>
                <a:cubicBezTo>
                  <a:pt x="1099" y="468"/>
                  <a:pt x="1097" y="467"/>
                  <a:pt x="1096" y="465"/>
                </a:cubicBezTo>
                <a:lnTo>
                  <a:pt x="1096" y="465"/>
                </a:lnTo>
                <a:cubicBezTo>
                  <a:pt x="1094" y="463"/>
                  <a:pt x="1092" y="461"/>
                  <a:pt x="1090" y="459"/>
                </a:cubicBezTo>
                <a:lnTo>
                  <a:pt x="1090" y="459"/>
                </a:lnTo>
                <a:cubicBezTo>
                  <a:pt x="1089" y="459"/>
                  <a:pt x="1088" y="458"/>
                  <a:pt x="1087" y="457"/>
                </a:cubicBezTo>
                <a:lnTo>
                  <a:pt x="1086" y="456"/>
                </a:lnTo>
                <a:lnTo>
                  <a:pt x="1086" y="456"/>
                </a:lnTo>
                <a:cubicBezTo>
                  <a:pt x="1085" y="455"/>
                  <a:pt x="1084" y="454"/>
                  <a:pt x="1083" y="453"/>
                </a:cubicBezTo>
                <a:lnTo>
                  <a:pt x="1083" y="453"/>
                </a:lnTo>
                <a:cubicBezTo>
                  <a:pt x="1081" y="451"/>
                  <a:pt x="1079" y="450"/>
                  <a:pt x="1076" y="447"/>
                </a:cubicBezTo>
                <a:lnTo>
                  <a:pt x="1076" y="447"/>
                </a:lnTo>
                <a:cubicBezTo>
                  <a:pt x="1076" y="447"/>
                  <a:pt x="1075" y="446"/>
                  <a:pt x="1074" y="445"/>
                </a:cubicBezTo>
                <a:lnTo>
                  <a:pt x="1072" y="444"/>
                </a:lnTo>
                <a:lnTo>
                  <a:pt x="1072" y="444"/>
                </a:lnTo>
                <a:cubicBezTo>
                  <a:pt x="1071" y="443"/>
                  <a:pt x="1071" y="443"/>
                  <a:pt x="1070" y="442"/>
                </a:cubicBezTo>
                <a:lnTo>
                  <a:pt x="1070" y="442"/>
                </a:lnTo>
                <a:cubicBezTo>
                  <a:pt x="1068" y="441"/>
                  <a:pt x="1066" y="439"/>
                  <a:pt x="1064" y="437"/>
                </a:cubicBezTo>
                <a:lnTo>
                  <a:pt x="1064" y="437"/>
                </a:lnTo>
                <a:cubicBezTo>
                  <a:pt x="1062" y="437"/>
                  <a:pt x="1060" y="435"/>
                  <a:pt x="1059" y="434"/>
                </a:cubicBezTo>
                <a:lnTo>
                  <a:pt x="1058" y="434"/>
                </a:lnTo>
                <a:lnTo>
                  <a:pt x="1058" y="433"/>
                </a:lnTo>
                <a:lnTo>
                  <a:pt x="1058" y="433"/>
                </a:lnTo>
                <a:cubicBezTo>
                  <a:pt x="1056" y="432"/>
                  <a:pt x="1053" y="430"/>
                  <a:pt x="1052" y="429"/>
                </a:cubicBezTo>
                <a:lnTo>
                  <a:pt x="1052" y="429"/>
                </a:lnTo>
                <a:cubicBezTo>
                  <a:pt x="1049" y="428"/>
                  <a:pt x="1047" y="426"/>
                  <a:pt x="1045" y="425"/>
                </a:cubicBezTo>
                <a:lnTo>
                  <a:pt x="1045" y="425"/>
                </a:lnTo>
                <a:cubicBezTo>
                  <a:pt x="1045" y="425"/>
                  <a:pt x="1044" y="424"/>
                  <a:pt x="1043" y="424"/>
                </a:cubicBezTo>
                <a:lnTo>
                  <a:pt x="342" y="21"/>
                </a:lnTo>
                <a:lnTo>
                  <a:pt x="342" y="21"/>
                </a:lnTo>
                <a:cubicBezTo>
                  <a:pt x="341" y="20"/>
                  <a:pt x="340" y="19"/>
                  <a:pt x="338" y="18"/>
                </a:cubicBezTo>
                <a:lnTo>
                  <a:pt x="338" y="18"/>
                </a:lnTo>
                <a:cubicBezTo>
                  <a:pt x="336" y="17"/>
                  <a:pt x="334" y="16"/>
                  <a:pt x="332" y="15"/>
                </a:cubicBezTo>
                <a:lnTo>
                  <a:pt x="332" y="15"/>
                </a:lnTo>
                <a:cubicBezTo>
                  <a:pt x="331" y="15"/>
                  <a:pt x="330" y="14"/>
                  <a:pt x="328" y="13"/>
                </a:cubicBezTo>
                <a:lnTo>
                  <a:pt x="328" y="13"/>
                </a:lnTo>
                <a:cubicBezTo>
                  <a:pt x="328" y="12"/>
                  <a:pt x="327" y="12"/>
                  <a:pt x="327" y="12"/>
                </a:cubicBezTo>
                <a:lnTo>
                  <a:pt x="327" y="12"/>
                </a:lnTo>
                <a:cubicBezTo>
                  <a:pt x="327" y="12"/>
                  <a:pt x="327" y="12"/>
                  <a:pt x="326" y="12"/>
                </a:cubicBezTo>
                <a:lnTo>
                  <a:pt x="326" y="12"/>
                </a:lnTo>
                <a:cubicBezTo>
                  <a:pt x="324" y="11"/>
                  <a:pt x="323" y="10"/>
                  <a:pt x="320" y="10"/>
                </a:cubicBezTo>
                <a:lnTo>
                  <a:pt x="320" y="10"/>
                </a:lnTo>
                <a:cubicBezTo>
                  <a:pt x="318" y="9"/>
                  <a:pt x="316" y="8"/>
                  <a:pt x="314" y="7"/>
                </a:cubicBezTo>
                <a:lnTo>
                  <a:pt x="314" y="7"/>
                </a:lnTo>
                <a:cubicBezTo>
                  <a:pt x="314" y="7"/>
                  <a:pt x="314" y="7"/>
                  <a:pt x="313" y="7"/>
                </a:cubicBezTo>
                <a:lnTo>
                  <a:pt x="313" y="7"/>
                </a:lnTo>
                <a:cubicBezTo>
                  <a:pt x="313" y="7"/>
                  <a:pt x="313" y="7"/>
                  <a:pt x="313" y="6"/>
                </a:cubicBezTo>
                <a:lnTo>
                  <a:pt x="313" y="6"/>
                </a:lnTo>
                <a:cubicBezTo>
                  <a:pt x="312" y="6"/>
                  <a:pt x="310" y="6"/>
                  <a:pt x="308" y="5"/>
                </a:cubicBezTo>
                <a:lnTo>
                  <a:pt x="308" y="5"/>
                </a:lnTo>
                <a:cubicBezTo>
                  <a:pt x="307" y="5"/>
                  <a:pt x="305" y="4"/>
                  <a:pt x="303" y="4"/>
                </a:cubicBezTo>
                <a:lnTo>
                  <a:pt x="303" y="4"/>
                </a:lnTo>
                <a:cubicBezTo>
                  <a:pt x="302" y="4"/>
                  <a:pt x="300" y="4"/>
                  <a:pt x="300" y="4"/>
                </a:cubicBezTo>
                <a:lnTo>
                  <a:pt x="300" y="4"/>
                </a:lnTo>
                <a:cubicBezTo>
                  <a:pt x="299" y="3"/>
                  <a:pt x="299" y="3"/>
                  <a:pt x="299" y="3"/>
                </a:cubicBezTo>
                <a:lnTo>
                  <a:pt x="299" y="3"/>
                </a:lnTo>
                <a:cubicBezTo>
                  <a:pt x="298" y="3"/>
                  <a:pt x="297" y="3"/>
                  <a:pt x="297" y="2"/>
                </a:cubicBezTo>
                <a:lnTo>
                  <a:pt x="297" y="2"/>
                </a:lnTo>
                <a:cubicBezTo>
                  <a:pt x="294" y="2"/>
                  <a:pt x="292" y="2"/>
                  <a:pt x="290" y="2"/>
                </a:cubicBezTo>
                <a:lnTo>
                  <a:pt x="290" y="2"/>
                </a:lnTo>
                <a:cubicBezTo>
                  <a:pt x="289" y="1"/>
                  <a:pt x="288" y="1"/>
                  <a:pt x="286" y="1"/>
                </a:cubicBezTo>
                <a:lnTo>
                  <a:pt x="286" y="1"/>
                </a:lnTo>
                <a:cubicBezTo>
                  <a:pt x="286" y="1"/>
                  <a:pt x="286" y="1"/>
                  <a:pt x="285" y="1"/>
                </a:cubicBezTo>
                <a:lnTo>
                  <a:pt x="285" y="1"/>
                </a:lnTo>
                <a:cubicBezTo>
                  <a:pt x="284" y="1"/>
                  <a:pt x="284" y="1"/>
                  <a:pt x="284" y="1"/>
                </a:cubicBezTo>
                <a:lnTo>
                  <a:pt x="284" y="1"/>
                </a:lnTo>
                <a:cubicBezTo>
                  <a:pt x="281" y="0"/>
                  <a:pt x="279" y="0"/>
                  <a:pt x="277" y="0"/>
                </a:cubicBezTo>
                <a:lnTo>
                  <a:pt x="277" y="0"/>
                </a:lnTo>
                <a:cubicBezTo>
                  <a:pt x="276" y="0"/>
                  <a:pt x="275" y="0"/>
                  <a:pt x="274" y="0"/>
                </a:cubicBezTo>
                <a:lnTo>
                  <a:pt x="274" y="0"/>
                </a:lnTo>
                <a:cubicBezTo>
                  <a:pt x="273" y="1"/>
                  <a:pt x="272" y="1"/>
                  <a:pt x="272" y="1"/>
                </a:cubicBezTo>
                <a:lnTo>
                  <a:pt x="272" y="1"/>
                </a:lnTo>
                <a:cubicBezTo>
                  <a:pt x="271" y="1"/>
                  <a:pt x="270" y="1"/>
                  <a:pt x="269" y="1"/>
                </a:cubicBezTo>
                <a:lnTo>
                  <a:pt x="269" y="1"/>
                </a:lnTo>
                <a:cubicBezTo>
                  <a:pt x="266" y="1"/>
                  <a:pt x="264" y="2"/>
                  <a:pt x="261" y="2"/>
                </a:cubicBezTo>
                <a:lnTo>
                  <a:pt x="261" y="2"/>
                </a:lnTo>
                <a:lnTo>
                  <a:pt x="261" y="2"/>
                </a:lnTo>
                <a:lnTo>
                  <a:pt x="261" y="2"/>
                </a:lnTo>
                <a:cubicBezTo>
                  <a:pt x="260" y="2"/>
                  <a:pt x="260" y="2"/>
                  <a:pt x="259" y="3"/>
                </a:cubicBezTo>
                <a:lnTo>
                  <a:pt x="259" y="3"/>
                </a:lnTo>
                <a:cubicBezTo>
                  <a:pt x="256" y="4"/>
                  <a:pt x="253" y="4"/>
                  <a:pt x="251" y="5"/>
                </a:cubicBezTo>
                <a:lnTo>
                  <a:pt x="251" y="5"/>
                </a:lnTo>
                <a:cubicBezTo>
                  <a:pt x="250" y="5"/>
                  <a:pt x="250" y="5"/>
                  <a:pt x="250" y="5"/>
                </a:cubicBezTo>
                <a:lnTo>
                  <a:pt x="250" y="5"/>
                </a:lnTo>
                <a:cubicBezTo>
                  <a:pt x="246" y="6"/>
                  <a:pt x="242" y="8"/>
                  <a:pt x="239" y="10"/>
                </a:cubicBezTo>
                <a:lnTo>
                  <a:pt x="239" y="10"/>
                </a:lnTo>
                <a:lnTo>
                  <a:pt x="239" y="10"/>
                </a:lnTo>
                <a:lnTo>
                  <a:pt x="0" y="148"/>
                </a:lnTo>
                <a:lnTo>
                  <a:pt x="0" y="148"/>
                </a:lnTo>
                <a:cubicBezTo>
                  <a:pt x="4" y="146"/>
                  <a:pt x="8" y="144"/>
                  <a:pt x="11" y="143"/>
                </a:cubicBezTo>
                <a:lnTo>
                  <a:pt x="11" y="143"/>
                </a:lnTo>
                <a:cubicBezTo>
                  <a:pt x="14" y="142"/>
                  <a:pt x="17" y="141"/>
                  <a:pt x="20" y="140"/>
                </a:cubicBezTo>
                <a:lnTo>
                  <a:pt x="20" y="140"/>
                </a:lnTo>
                <a:cubicBezTo>
                  <a:pt x="21" y="140"/>
                  <a:pt x="21" y="140"/>
                  <a:pt x="22" y="140"/>
                </a:cubicBezTo>
                <a:lnTo>
                  <a:pt x="22" y="140"/>
                </a:lnTo>
                <a:cubicBezTo>
                  <a:pt x="26" y="139"/>
                  <a:pt x="30" y="139"/>
                  <a:pt x="33" y="138"/>
                </a:cubicBezTo>
                <a:lnTo>
                  <a:pt x="33" y="138"/>
                </a:lnTo>
                <a:cubicBezTo>
                  <a:pt x="34" y="138"/>
                  <a:pt x="34" y="138"/>
                  <a:pt x="35" y="138"/>
                </a:cubicBezTo>
                <a:lnTo>
                  <a:pt x="35" y="138"/>
                </a:lnTo>
                <a:cubicBezTo>
                  <a:pt x="39" y="138"/>
                  <a:pt x="42" y="138"/>
                  <a:pt x="47" y="139"/>
                </a:cubicBezTo>
                <a:lnTo>
                  <a:pt x="47" y="139"/>
                </a:lnTo>
                <a:cubicBezTo>
                  <a:pt x="47" y="139"/>
                  <a:pt x="47" y="139"/>
                  <a:pt x="48" y="139"/>
                </a:cubicBezTo>
                <a:lnTo>
                  <a:pt x="48" y="139"/>
                </a:lnTo>
                <a:cubicBezTo>
                  <a:pt x="51" y="139"/>
                  <a:pt x="56" y="139"/>
                  <a:pt x="60" y="141"/>
                </a:cubicBezTo>
                <a:lnTo>
                  <a:pt x="60" y="141"/>
                </a:lnTo>
                <a:lnTo>
                  <a:pt x="61" y="141"/>
                </a:lnTo>
                <a:lnTo>
                  <a:pt x="61" y="141"/>
                </a:lnTo>
                <a:cubicBezTo>
                  <a:pt x="66" y="142"/>
                  <a:pt x="70" y="143"/>
                  <a:pt x="74" y="144"/>
                </a:cubicBezTo>
                <a:lnTo>
                  <a:pt x="74" y="144"/>
                </a:lnTo>
                <a:cubicBezTo>
                  <a:pt x="74" y="144"/>
                  <a:pt x="75" y="144"/>
                  <a:pt x="75" y="145"/>
                </a:cubicBezTo>
                <a:lnTo>
                  <a:pt x="75" y="145"/>
                </a:lnTo>
                <a:cubicBezTo>
                  <a:pt x="80" y="146"/>
                  <a:pt x="84" y="148"/>
                  <a:pt x="89" y="150"/>
                </a:cubicBezTo>
                <a:lnTo>
                  <a:pt x="89" y="150"/>
                </a:lnTo>
                <a:lnTo>
                  <a:pt x="89" y="150"/>
                </a:lnTo>
                <a:lnTo>
                  <a:pt x="89" y="150"/>
                </a:lnTo>
                <a:cubicBezTo>
                  <a:pt x="94" y="153"/>
                  <a:pt x="99" y="155"/>
                  <a:pt x="104" y="158"/>
                </a:cubicBezTo>
                <a:lnTo>
                  <a:pt x="805" y="563"/>
                </a:lnTo>
                <a:lnTo>
                  <a:pt x="805" y="563"/>
                </a:lnTo>
                <a:cubicBezTo>
                  <a:pt x="810" y="566"/>
                  <a:pt x="815" y="569"/>
                  <a:pt x="819" y="572"/>
                </a:cubicBezTo>
                <a:lnTo>
                  <a:pt x="819" y="572"/>
                </a:lnTo>
                <a:cubicBezTo>
                  <a:pt x="820" y="572"/>
                  <a:pt x="820" y="572"/>
                  <a:pt x="821" y="573"/>
                </a:cubicBezTo>
                <a:lnTo>
                  <a:pt x="821" y="573"/>
                </a:lnTo>
                <a:cubicBezTo>
                  <a:pt x="825" y="576"/>
                  <a:pt x="829" y="579"/>
                  <a:pt x="834" y="583"/>
                </a:cubicBezTo>
                <a:lnTo>
                  <a:pt x="834" y="583"/>
                </a:lnTo>
                <a:cubicBezTo>
                  <a:pt x="834" y="583"/>
                  <a:pt x="835" y="583"/>
                  <a:pt x="835" y="584"/>
                </a:cubicBezTo>
                <a:lnTo>
                  <a:pt x="835" y="584"/>
                </a:lnTo>
                <a:cubicBezTo>
                  <a:pt x="839" y="588"/>
                  <a:pt x="843" y="591"/>
                  <a:pt x="848" y="595"/>
                </a:cubicBezTo>
                <a:lnTo>
                  <a:pt x="848" y="595"/>
                </a:lnTo>
                <a:cubicBezTo>
                  <a:pt x="848" y="595"/>
                  <a:pt x="848" y="596"/>
                  <a:pt x="849" y="596"/>
                </a:cubicBezTo>
                <a:lnTo>
                  <a:pt x="849" y="596"/>
                </a:lnTo>
                <a:cubicBezTo>
                  <a:pt x="853" y="600"/>
                  <a:pt x="858" y="604"/>
                  <a:pt x="861" y="608"/>
                </a:cubicBezTo>
                <a:lnTo>
                  <a:pt x="861" y="608"/>
                </a:lnTo>
                <a:cubicBezTo>
                  <a:pt x="862" y="608"/>
                  <a:pt x="862" y="609"/>
                  <a:pt x="863" y="609"/>
                </a:cubicBezTo>
                <a:lnTo>
                  <a:pt x="863" y="609"/>
                </a:lnTo>
                <a:cubicBezTo>
                  <a:pt x="867" y="614"/>
                  <a:pt x="870" y="618"/>
                  <a:pt x="875" y="623"/>
                </a:cubicBezTo>
                <a:lnTo>
                  <a:pt x="875" y="624"/>
                </a:lnTo>
                <a:lnTo>
                  <a:pt x="875" y="624"/>
                </a:lnTo>
                <a:cubicBezTo>
                  <a:pt x="879" y="629"/>
                  <a:pt x="882" y="634"/>
                  <a:pt x="887" y="638"/>
                </a:cubicBezTo>
                <a:lnTo>
                  <a:pt x="887" y="638"/>
                </a:lnTo>
                <a:cubicBezTo>
                  <a:pt x="887" y="638"/>
                  <a:pt x="887" y="638"/>
                  <a:pt x="887" y="639"/>
                </a:cubicBezTo>
                <a:lnTo>
                  <a:pt x="887" y="639"/>
                </a:lnTo>
                <a:cubicBezTo>
                  <a:pt x="890" y="643"/>
                  <a:pt x="894" y="648"/>
                  <a:pt x="897" y="653"/>
                </a:cubicBezTo>
                <a:lnTo>
                  <a:pt x="897" y="653"/>
                </a:lnTo>
                <a:cubicBezTo>
                  <a:pt x="899" y="656"/>
                  <a:pt x="901" y="660"/>
                  <a:pt x="903" y="663"/>
                </a:cubicBezTo>
                <a:lnTo>
                  <a:pt x="903" y="663"/>
                </a:lnTo>
                <a:cubicBezTo>
                  <a:pt x="904" y="665"/>
                  <a:pt x="906" y="668"/>
                  <a:pt x="908" y="671"/>
                </a:cubicBezTo>
                <a:lnTo>
                  <a:pt x="908" y="671"/>
                </a:lnTo>
                <a:cubicBezTo>
                  <a:pt x="908" y="672"/>
                  <a:pt x="909" y="673"/>
                  <a:pt x="910" y="675"/>
                </a:cubicBezTo>
                <a:lnTo>
                  <a:pt x="910" y="675"/>
                </a:lnTo>
                <a:cubicBezTo>
                  <a:pt x="912" y="679"/>
                  <a:pt x="914" y="684"/>
                  <a:pt x="917" y="688"/>
                </a:cubicBezTo>
                <a:lnTo>
                  <a:pt x="917" y="688"/>
                </a:lnTo>
                <a:cubicBezTo>
                  <a:pt x="917" y="688"/>
                  <a:pt x="917" y="689"/>
                  <a:pt x="918" y="690"/>
                </a:cubicBezTo>
                <a:lnTo>
                  <a:pt x="918" y="690"/>
                </a:lnTo>
                <a:cubicBezTo>
                  <a:pt x="921" y="695"/>
                  <a:pt x="923" y="701"/>
                  <a:pt x="926" y="706"/>
                </a:cubicBezTo>
                <a:lnTo>
                  <a:pt x="926" y="706"/>
                </a:lnTo>
                <a:cubicBezTo>
                  <a:pt x="926" y="707"/>
                  <a:pt x="926" y="707"/>
                  <a:pt x="926" y="708"/>
                </a:cubicBezTo>
                <a:lnTo>
                  <a:pt x="926" y="708"/>
                </a:lnTo>
                <a:cubicBezTo>
                  <a:pt x="928" y="713"/>
                  <a:pt x="931" y="718"/>
                  <a:pt x="933" y="724"/>
                </a:cubicBezTo>
                <a:lnTo>
                  <a:pt x="933" y="724"/>
                </a:lnTo>
                <a:cubicBezTo>
                  <a:pt x="933" y="725"/>
                  <a:pt x="933" y="725"/>
                  <a:pt x="933" y="725"/>
                </a:cubicBezTo>
                <a:lnTo>
                  <a:pt x="933" y="725"/>
                </a:lnTo>
                <a:cubicBezTo>
                  <a:pt x="935" y="731"/>
                  <a:pt x="938" y="737"/>
                  <a:pt x="939" y="742"/>
                </a:cubicBezTo>
                <a:lnTo>
                  <a:pt x="939" y="742"/>
                </a:lnTo>
                <a:cubicBezTo>
                  <a:pt x="939" y="743"/>
                  <a:pt x="939" y="744"/>
                  <a:pt x="939" y="744"/>
                </a:cubicBezTo>
                <a:lnTo>
                  <a:pt x="939" y="744"/>
                </a:lnTo>
                <a:cubicBezTo>
                  <a:pt x="941" y="749"/>
                  <a:pt x="943" y="755"/>
                  <a:pt x="944" y="760"/>
                </a:cubicBezTo>
                <a:lnTo>
                  <a:pt x="944" y="760"/>
                </a:lnTo>
                <a:cubicBezTo>
                  <a:pt x="944" y="761"/>
                  <a:pt x="944" y="761"/>
                  <a:pt x="944" y="762"/>
                </a:cubicBezTo>
                <a:lnTo>
                  <a:pt x="944" y="762"/>
                </a:lnTo>
                <a:cubicBezTo>
                  <a:pt x="945" y="767"/>
                  <a:pt x="947" y="774"/>
                  <a:pt x="947" y="779"/>
                </a:cubicBezTo>
                <a:lnTo>
                  <a:pt x="947" y="779"/>
                </a:lnTo>
                <a:lnTo>
                  <a:pt x="947" y="780"/>
                </a:lnTo>
                <a:lnTo>
                  <a:pt x="947" y="780"/>
                </a:lnTo>
                <a:cubicBezTo>
                  <a:pt x="949" y="785"/>
                  <a:pt x="949" y="791"/>
                  <a:pt x="950" y="797"/>
                </a:cubicBezTo>
                <a:lnTo>
                  <a:pt x="950" y="797"/>
                </a:lnTo>
                <a:cubicBezTo>
                  <a:pt x="950" y="797"/>
                  <a:pt x="950" y="797"/>
                  <a:pt x="950" y="798"/>
                </a:cubicBezTo>
                <a:lnTo>
                  <a:pt x="950" y="798"/>
                </a:lnTo>
                <a:cubicBezTo>
                  <a:pt x="950" y="803"/>
                  <a:pt x="950" y="810"/>
                  <a:pt x="950" y="815"/>
                </a:cubicBezTo>
                <a:lnTo>
                  <a:pt x="948" y="1621"/>
                </a:lnTo>
                <a:lnTo>
                  <a:pt x="948" y="1621"/>
                </a:lnTo>
                <a:cubicBezTo>
                  <a:pt x="948" y="1626"/>
                  <a:pt x="948" y="1631"/>
                  <a:pt x="947" y="1636"/>
                </a:cubicBezTo>
                <a:lnTo>
                  <a:pt x="947" y="1636"/>
                </a:lnTo>
                <a:cubicBezTo>
                  <a:pt x="947" y="1637"/>
                  <a:pt x="947" y="1637"/>
                  <a:pt x="947" y="1638"/>
                </a:cubicBezTo>
                <a:lnTo>
                  <a:pt x="947" y="1638"/>
                </a:lnTo>
                <a:cubicBezTo>
                  <a:pt x="947" y="1642"/>
                  <a:pt x="946" y="1647"/>
                  <a:pt x="945" y="1651"/>
                </a:cubicBezTo>
                <a:lnTo>
                  <a:pt x="945" y="1651"/>
                </a:lnTo>
                <a:cubicBezTo>
                  <a:pt x="945" y="1652"/>
                  <a:pt x="945" y="1652"/>
                  <a:pt x="945" y="1653"/>
                </a:cubicBezTo>
                <a:lnTo>
                  <a:pt x="945" y="1653"/>
                </a:lnTo>
                <a:cubicBezTo>
                  <a:pt x="944" y="1657"/>
                  <a:pt x="943" y="1662"/>
                  <a:pt x="942" y="1665"/>
                </a:cubicBezTo>
                <a:lnTo>
                  <a:pt x="942" y="1665"/>
                </a:lnTo>
                <a:cubicBezTo>
                  <a:pt x="942" y="1666"/>
                  <a:pt x="941" y="1666"/>
                  <a:pt x="941" y="1668"/>
                </a:cubicBezTo>
                <a:lnTo>
                  <a:pt x="941" y="1668"/>
                </a:lnTo>
                <a:cubicBezTo>
                  <a:pt x="940" y="1671"/>
                  <a:pt x="939" y="1675"/>
                  <a:pt x="937" y="1678"/>
                </a:cubicBezTo>
                <a:lnTo>
                  <a:pt x="937" y="1678"/>
                </a:lnTo>
                <a:lnTo>
                  <a:pt x="937" y="1679"/>
                </a:lnTo>
                <a:lnTo>
                  <a:pt x="937" y="1679"/>
                </a:lnTo>
                <a:cubicBezTo>
                  <a:pt x="935" y="1683"/>
                  <a:pt x="933" y="1686"/>
                  <a:pt x="931" y="1690"/>
                </a:cubicBezTo>
                <a:lnTo>
                  <a:pt x="931" y="1690"/>
                </a:lnTo>
                <a:cubicBezTo>
                  <a:pt x="930" y="1690"/>
                  <a:pt x="930" y="1690"/>
                  <a:pt x="930" y="1691"/>
                </a:cubicBezTo>
                <a:lnTo>
                  <a:pt x="930" y="1691"/>
                </a:lnTo>
                <a:cubicBezTo>
                  <a:pt x="928" y="1693"/>
                  <a:pt x="926" y="1696"/>
                  <a:pt x="924" y="1698"/>
                </a:cubicBezTo>
                <a:lnTo>
                  <a:pt x="924" y="1698"/>
                </a:lnTo>
                <a:cubicBezTo>
                  <a:pt x="924" y="1699"/>
                  <a:pt x="923" y="1700"/>
                  <a:pt x="922" y="1701"/>
                </a:cubicBezTo>
                <a:lnTo>
                  <a:pt x="922" y="1701"/>
                </a:lnTo>
                <a:cubicBezTo>
                  <a:pt x="921" y="1703"/>
                  <a:pt x="919" y="1704"/>
                  <a:pt x="916" y="1706"/>
                </a:cubicBezTo>
                <a:lnTo>
                  <a:pt x="916" y="1706"/>
                </a:lnTo>
                <a:cubicBezTo>
                  <a:pt x="916" y="1707"/>
                  <a:pt x="915" y="1707"/>
                  <a:pt x="914" y="1708"/>
                </a:cubicBezTo>
                <a:lnTo>
                  <a:pt x="914" y="1708"/>
                </a:lnTo>
                <a:cubicBezTo>
                  <a:pt x="911" y="1710"/>
                  <a:pt x="909" y="1712"/>
                  <a:pt x="906" y="1714"/>
                </a:cubicBezTo>
                <a:lnTo>
                  <a:pt x="906" y="1714"/>
                </a:lnTo>
                <a:lnTo>
                  <a:pt x="906" y="1714"/>
                </a:lnTo>
                <a:lnTo>
                  <a:pt x="906" y="1714"/>
                </a:lnTo>
                <a:lnTo>
                  <a:pt x="1144" y="1575"/>
                </a:lnTo>
                <a:lnTo>
                  <a:pt x="1144" y="1575"/>
                </a:lnTo>
                <a:cubicBezTo>
                  <a:pt x="1147" y="1573"/>
                  <a:pt x="1150" y="1572"/>
                  <a:pt x="1153" y="1569"/>
                </a:cubicBezTo>
                <a:lnTo>
                  <a:pt x="1153" y="1569"/>
                </a:lnTo>
                <a:cubicBezTo>
                  <a:pt x="1153" y="1569"/>
                  <a:pt x="1154" y="1568"/>
                  <a:pt x="1155" y="1567"/>
                </a:cubicBezTo>
                <a:lnTo>
                  <a:pt x="1155" y="1567"/>
                </a:lnTo>
                <a:cubicBezTo>
                  <a:pt x="1157" y="1566"/>
                  <a:pt x="1159" y="1564"/>
                  <a:pt x="1161" y="1562"/>
                </a:cubicBezTo>
                <a:lnTo>
                  <a:pt x="1161" y="1562"/>
                </a:lnTo>
                <a:cubicBezTo>
                  <a:pt x="1162" y="1561"/>
                  <a:pt x="1162" y="1561"/>
                  <a:pt x="1163" y="1560"/>
                </a:cubicBezTo>
                <a:lnTo>
                  <a:pt x="1163" y="1560"/>
                </a:lnTo>
                <a:cubicBezTo>
                  <a:pt x="1165" y="1558"/>
                  <a:pt x="1167" y="1555"/>
                  <a:pt x="1169" y="1552"/>
                </a:cubicBezTo>
                <a:lnTo>
                  <a:pt x="1169" y="1552"/>
                </a:lnTo>
                <a:lnTo>
                  <a:pt x="1169" y="1551"/>
                </a:lnTo>
                <a:lnTo>
                  <a:pt x="1169" y="1551"/>
                </a:lnTo>
                <a:lnTo>
                  <a:pt x="1169" y="1551"/>
                </a:lnTo>
                <a:lnTo>
                  <a:pt x="1169" y="1551"/>
                </a:lnTo>
                <a:cubicBezTo>
                  <a:pt x="1172" y="1548"/>
                  <a:pt x="1174" y="1544"/>
                  <a:pt x="1175" y="1540"/>
                </a:cubicBezTo>
                <a:lnTo>
                  <a:pt x="1175" y="1540"/>
                </a:lnTo>
                <a:lnTo>
                  <a:pt x="1175" y="1540"/>
                </a:lnTo>
                <a:lnTo>
                  <a:pt x="1175" y="1540"/>
                </a:lnTo>
                <a:cubicBezTo>
                  <a:pt x="1175" y="1540"/>
                  <a:pt x="1175" y="1540"/>
                  <a:pt x="1175" y="1539"/>
                </a:cubicBezTo>
                <a:lnTo>
                  <a:pt x="1175" y="1539"/>
                </a:lnTo>
                <a:cubicBezTo>
                  <a:pt x="1177" y="1537"/>
                  <a:pt x="1178" y="1535"/>
                  <a:pt x="1179" y="1532"/>
                </a:cubicBezTo>
                <a:lnTo>
                  <a:pt x="1179" y="1532"/>
                </a:lnTo>
                <a:cubicBezTo>
                  <a:pt x="1179" y="1531"/>
                  <a:pt x="1179" y="1530"/>
                  <a:pt x="1180" y="1529"/>
                </a:cubicBezTo>
                <a:lnTo>
                  <a:pt x="1180" y="1529"/>
                </a:lnTo>
                <a:cubicBezTo>
                  <a:pt x="1180" y="1528"/>
                  <a:pt x="1180" y="1528"/>
                  <a:pt x="1180" y="1526"/>
                </a:cubicBezTo>
                <a:lnTo>
                  <a:pt x="1180" y="1526"/>
                </a:lnTo>
                <a:cubicBezTo>
                  <a:pt x="1181" y="1526"/>
                  <a:pt x="1181" y="1525"/>
                  <a:pt x="1181" y="1525"/>
                </a:cubicBezTo>
                <a:lnTo>
                  <a:pt x="1181" y="1525"/>
                </a:lnTo>
                <a:cubicBezTo>
                  <a:pt x="1182" y="1522"/>
                  <a:pt x="1182" y="1520"/>
                  <a:pt x="1183" y="1517"/>
                </a:cubicBezTo>
                <a:lnTo>
                  <a:pt x="1183" y="1517"/>
                </a:lnTo>
                <a:cubicBezTo>
                  <a:pt x="1184" y="1517"/>
                  <a:pt x="1184" y="1515"/>
                  <a:pt x="1184" y="1515"/>
                </a:cubicBezTo>
                <a:lnTo>
                  <a:pt x="1184" y="1515"/>
                </a:lnTo>
                <a:cubicBezTo>
                  <a:pt x="1184" y="1514"/>
                  <a:pt x="1184" y="1514"/>
                  <a:pt x="1184" y="1513"/>
                </a:cubicBezTo>
                <a:lnTo>
                  <a:pt x="1184" y="1513"/>
                </a:lnTo>
                <a:cubicBezTo>
                  <a:pt x="1184" y="1512"/>
                  <a:pt x="1184" y="1511"/>
                  <a:pt x="1185" y="1510"/>
                </a:cubicBezTo>
                <a:lnTo>
                  <a:pt x="1185" y="1510"/>
                </a:lnTo>
                <a:cubicBezTo>
                  <a:pt x="1185" y="1508"/>
                  <a:pt x="1185" y="1506"/>
                  <a:pt x="1185" y="1503"/>
                </a:cubicBezTo>
                <a:lnTo>
                  <a:pt x="1185" y="1503"/>
                </a:lnTo>
                <a:cubicBezTo>
                  <a:pt x="1186" y="1502"/>
                  <a:pt x="1186" y="1501"/>
                  <a:pt x="1186" y="1499"/>
                </a:cubicBezTo>
                <a:lnTo>
                  <a:pt x="1186" y="1499"/>
                </a:lnTo>
                <a:lnTo>
                  <a:pt x="1186" y="1498"/>
                </a:lnTo>
                <a:lnTo>
                  <a:pt x="1186" y="1498"/>
                </a:lnTo>
                <a:cubicBezTo>
                  <a:pt x="1186" y="1497"/>
                  <a:pt x="1186" y="1497"/>
                  <a:pt x="1186" y="1496"/>
                </a:cubicBezTo>
                <a:lnTo>
                  <a:pt x="1186" y="1496"/>
                </a:lnTo>
                <a:cubicBezTo>
                  <a:pt x="1186" y="1494"/>
                  <a:pt x="1186" y="1492"/>
                  <a:pt x="1186" y="1489"/>
                </a:cubicBezTo>
                <a:lnTo>
                  <a:pt x="1186" y="1489"/>
                </a:lnTo>
                <a:cubicBezTo>
                  <a:pt x="1186" y="1487"/>
                  <a:pt x="1187" y="1485"/>
                  <a:pt x="1187" y="1482"/>
                </a:cubicBezTo>
                <a:lnTo>
                  <a:pt x="1187" y="1482"/>
                </a:lnTo>
                <a:lnTo>
                  <a:pt x="1189" y="676"/>
                </a:lnTo>
                <a:lnTo>
                  <a:pt x="1189" y="676"/>
                </a:lnTo>
                <a:cubicBezTo>
                  <a:pt x="1189" y="674"/>
                  <a:pt x="1189" y="672"/>
                  <a:pt x="1189" y="670"/>
                </a:cubicBezTo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45A66F10-6CDC-F149-BB18-3072144DA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1508" y="6878964"/>
            <a:ext cx="1237723" cy="1972088"/>
          </a:xfrm>
          <a:custGeom>
            <a:avLst/>
            <a:gdLst>
              <a:gd name="connsiteX0" fmla="*/ 113345 w 1237723"/>
              <a:gd name="connsiteY0" fmla="*/ 461 h 1972088"/>
              <a:gd name="connsiteX1" fmla="*/ 184300 w 1237723"/>
              <a:gd name="connsiteY1" fmla="*/ 24041 h 1972088"/>
              <a:gd name="connsiteX2" fmla="*/ 1057160 w 1237723"/>
              <a:gd name="connsiteY2" fmla="*/ 527923 h 1972088"/>
              <a:gd name="connsiteX3" fmla="*/ 1237709 w 1237723"/>
              <a:gd name="connsiteY3" fmla="*/ 841449 h 1972088"/>
              <a:gd name="connsiteX4" fmla="*/ 1235218 w 1237723"/>
              <a:gd name="connsiteY4" fmla="*/ 1844236 h 1972088"/>
              <a:gd name="connsiteX5" fmla="*/ 1053424 w 1237723"/>
              <a:gd name="connsiteY5" fmla="*/ 1947501 h 1972088"/>
              <a:gd name="connsiteX6" fmla="*/ 180564 w 1237723"/>
              <a:gd name="connsiteY6" fmla="*/ 1443619 h 1972088"/>
              <a:gd name="connsiteX7" fmla="*/ 15 w 1237723"/>
              <a:gd name="connsiteY7" fmla="*/ 1130093 h 1972088"/>
              <a:gd name="connsiteX8" fmla="*/ 2505 w 1237723"/>
              <a:gd name="connsiteY8" fmla="*/ 127306 h 1972088"/>
              <a:gd name="connsiteX9" fmla="*/ 113345 w 1237723"/>
              <a:gd name="connsiteY9" fmla="*/ 461 h 197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7723" h="1972088">
                <a:moveTo>
                  <a:pt x="113345" y="461"/>
                </a:moveTo>
                <a:cubicBezTo>
                  <a:pt x="135116" y="2346"/>
                  <a:pt x="159085" y="10045"/>
                  <a:pt x="184300" y="24041"/>
                </a:cubicBezTo>
                <a:lnTo>
                  <a:pt x="1057160" y="527923"/>
                </a:lnTo>
                <a:cubicBezTo>
                  <a:pt x="1158018" y="586398"/>
                  <a:pt x="1238954" y="725743"/>
                  <a:pt x="1237709" y="841449"/>
                </a:cubicBezTo>
                <a:lnTo>
                  <a:pt x="1235218" y="1844236"/>
                </a:lnTo>
                <a:cubicBezTo>
                  <a:pt x="1235218" y="1958698"/>
                  <a:pt x="1153038" y="2004732"/>
                  <a:pt x="1053424" y="1947501"/>
                </a:cubicBezTo>
                <a:lnTo>
                  <a:pt x="180564" y="1443619"/>
                </a:lnTo>
                <a:cubicBezTo>
                  <a:pt x="79706" y="1385144"/>
                  <a:pt x="-1230" y="1245799"/>
                  <a:pt x="15" y="1130093"/>
                </a:cubicBezTo>
                <a:lnTo>
                  <a:pt x="2505" y="127306"/>
                </a:lnTo>
                <a:cubicBezTo>
                  <a:pt x="2505" y="41459"/>
                  <a:pt x="48032" y="-5196"/>
                  <a:pt x="113345" y="46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8" name="Freeform 71">
            <a:extLst>
              <a:ext uri="{FF2B5EF4-FFF2-40B4-BE49-F238E27FC236}">
                <a16:creationId xmlns:a16="http://schemas.microsoft.com/office/drawing/2014/main" id="{5CA4DD88-8A29-2047-85B2-1136B5177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5213" y="7489706"/>
            <a:ext cx="351555" cy="780013"/>
          </a:xfrm>
          <a:custGeom>
            <a:avLst/>
            <a:gdLst>
              <a:gd name="T0" fmla="*/ 211 w 281"/>
              <a:gd name="T1" fmla="*/ 43 h 628"/>
              <a:gd name="T2" fmla="*/ 211 w 281"/>
              <a:gd name="T3" fmla="*/ 43 h 628"/>
              <a:gd name="T4" fmla="*/ 280 w 281"/>
              <a:gd name="T5" fmla="*/ 87 h 628"/>
              <a:gd name="T6" fmla="*/ 280 w 281"/>
              <a:gd name="T7" fmla="*/ 189 h 628"/>
              <a:gd name="T8" fmla="*/ 229 w 281"/>
              <a:gd name="T9" fmla="*/ 160 h 628"/>
              <a:gd name="T10" fmla="*/ 229 w 281"/>
              <a:gd name="T11" fmla="*/ 160 h 628"/>
              <a:gd name="T12" fmla="*/ 187 w 281"/>
              <a:gd name="T13" fmla="*/ 193 h 628"/>
              <a:gd name="T14" fmla="*/ 187 w 281"/>
              <a:gd name="T15" fmla="*/ 264 h 628"/>
              <a:gd name="T16" fmla="*/ 280 w 281"/>
              <a:gd name="T17" fmla="*/ 317 h 628"/>
              <a:gd name="T18" fmla="*/ 261 w 281"/>
              <a:gd name="T19" fmla="*/ 413 h 628"/>
              <a:gd name="T20" fmla="*/ 186 w 281"/>
              <a:gd name="T21" fmla="*/ 370 h 628"/>
              <a:gd name="T22" fmla="*/ 185 w 281"/>
              <a:gd name="T23" fmla="*/ 627 h 628"/>
              <a:gd name="T24" fmla="*/ 92 w 281"/>
              <a:gd name="T25" fmla="*/ 573 h 628"/>
              <a:gd name="T26" fmla="*/ 93 w 281"/>
              <a:gd name="T27" fmla="*/ 317 h 628"/>
              <a:gd name="T28" fmla="*/ 0 w 281"/>
              <a:gd name="T29" fmla="*/ 264 h 628"/>
              <a:gd name="T30" fmla="*/ 1 w 281"/>
              <a:gd name="T31" fmla="*/ 156 h 628"/>
              <a:gd name="T32" fmla="*/ 94 w 281"/>
              <a:gd name="T33" fmla="*/ 210 h 628"/>
              <a:gd name="T34" fmla="*/ 94 w 281"/>
              <a:gd name="T35" fmla="*/ 121 h 628"/>
              <a:gd name="T36" fmla="*/ 94 w 281"/>
              <a:gd name="T37" fmla="*/ 121 h 628"/>
              <a:gd name="T38" fmla="*/ 211 w 281"/>
              <a:gd name="T39" fmla="*/ 43 h 6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1" h="628">
                <a:moveTo>
                  <a:pt x="211" y="43"/>
                </a:moveTo>
                <a:lnTo>
                  <a:pt x="211" y="43"/>
                </a:lnTo>
                <a:cubicBezTo>
                  <a:pt x="246" y="63"/>
                  <a:pt x="271" y="81"/>
                  <a:pt x="280" y="87"/>
                </a:cubicBezTo>
                <a:lnTo>
                  <a:pt x="280" y="189"/>
                </a:lnTo>
                <a:lnTo>
                  <a:pt x="229" y="160"/>
                </a:lnTo>
                <a:lnTo>
                  <a:pt x="229" y="160"/>
                </a:lnTo>
                <a:cubicBezTo>
                  <a:pt x="198" y="142"/>
                  <a:pt x="187" y="155"/>
                  <a:pt x="187" y="193"/>
                </a:cubicBezTo>
                <a:lnTo>
                  <a:pt x="187" y="264"/>
                </a:lnTo>
                <a:lnTo>
                  <a:pt x="280" y="317"/>
                </a:lnTo>
                <a:lnTo>
                  <a:pt x="261" y="413"/>
                </a:lnTo>
                <a:lnTo>
                  <a:pt x="186" y="370"/>
                </a:lnTo>
                <a:lnTo>
                  <a:pt x="185" y="627"/>
                </a:lnTo>
                <a:lnTo>
                  <a:pt x="92" y="573"/>
                </a:lnTo>
                <a:lnTo>
                  <a:pt x="93" y="317"/>
                </a:lnTo>
                <a:lnTo>
                  <a:pt x="0" y="264"/>
                </a:lnTo>
                <a:lnTo>
                  <a:pt x="1" y="156"/>
                </a:lnTo>
                <a:lnTo>
                  <a:pt x="94" y="210"/>
                </a:lnTo>
                <a:lnTo>
                  <a:pt x="94" y="121"/>
                </a:lnTo>
                <a:lnTo>
                  <a:pt x="94" y="121"/>
                </a:lnTo>
                <a:cubicBezTo>
                  <a:pt x="94" y="20"/>
                  <a:pt x="137" y="0"/>
                  <a:pt x="211" y="43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73">
            <a:extLst>
              <a:ext uri="{FF2B5EF4-FFF2-40B4-BE49-F238E27FC236}">
                <a16:creationId xmlns:a16="http://schemas.microsoft.com/office/drawing/2014/main" id="{42403023-50C6-2A47-9C10-53970523E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4331" y="10368062"/>
            <a:ext cx="1483123" cy="2136793"/>
          </a:xfrm>
          <a:custGeom>
            <a:avLst/>
            <a:gdLst>
              <a:gd name="T0" fmla="*/ 1188 w 1190"/>
              <a:gd name="T1" fmla="*/ 659 h 1716"/>
              <a:gd name="T2" fmla="*/ 1187 w 1190"/>
              <a:gd name="T3" fmla="*/ 642 h 1716"/>
              <a:gd name="T4" fmla="*/ 1185 w 1190"/>
              <a:gd name="T5" fmla="*/ 635 h 1716"/>
              <a:gd name="T6" fmla="*/ 1182 w 1190"/>
              <a:gd name="T7" fmla="*/ 623 h 1716"/>
              <a:gd name="T8" fmla="*/ 1178 w 1190"/>
              <a:gd name="T9" fmla="*/ 606 h 1716"/>
              <a:gd name="T10" fmla="*/ 1175 w 1190"/>
              <a:gd name="T11" fmla="*/ 596 h 1716"/>
              <a:gd name="T12" fmla="*/ 1171 w 1190"/>
              <a:gd name="T13" fmla="*/ 586 h 1716"/>
              <a:gd name="T14" fmla="*/ 1164 w 1190"/>
              <a:gd name="T15" fmla="*/ 570 h 1716"/>
              <a:gd name="T16" fmla="*/ 1161 w 1190"/>
              <a:gd name="T17" fmla="*/ 561 h 1716"/>
              <a:gd name="T18" fmla="*/ 1155 w 1190"/>
              <a:gd name="T19" fmla="*/ 550 h 1716"/>
              <a:gd name="T20" fmla="*/ 1146 w 1190"/>
              <a:gd name="T21" fmla="*/ 533 h 1716"/>
              <a:gd name="T22" fmla="*/ 1135 w 1190"/>
              <a:gd name="T23" fmla="*/ 516 h 1716"/>
              <a:gd name="T24" fmla="*/ 1125 w 1190"/>
              <a:gd name="T25" fmla="*/ 501 h 1716"/>
              <a:gd name="T26" fmla="*/ 1113 w 1190"/>
              <a:gd name="T27" fmla="*/ 486 h 1716"/>
              <a:gd name="T28" fmla="*/ 1101 w 1190"/>
              <a:gd name="T29" fmla="*/ 471 h 1716"/>
              <a:gd name="T30" fmla="*/ 1089 w 1190"/>
              <a:gd name="T31" fmla="*/ 460 h 1716"/>
              <a:gd name="T32" fmla="*/ 1083 w 1190"/>
              <a:gd name="T33" fmla="*/ 454 h 1716"/>
              <a:gd name="T34" fmla="*/ 1072 w 1190"/>
              <a:gd name="T35" fmla="*/ 445 h 1716"/>
              <a:gd name="T36" fmla="*/ 1059 w 1190"/>
              <a:gd name="T37" fmla="*/ 435 h 1716"/>
              <a:gd name="T38" fmla="*/ 1051 w 1190"/>
              <a:gd name="T39" fmla="*/ 430 h 1716"/>
              <a:gd name="T40" fmla="*/ 338 w 1190"/>
              <a:gd name="T41" fmla="*/ 18 h 1716"/>
              <a:gd name="T42" fmla="*/ 327 w 1190"/>
              <a:gd name="T43" fmla="*/ 13 h 1716"/>
              <a:gd name="T44" fmla="*/ 314 w 1190"/>
              <a:gd name="T45" fmla="*/ 7 h 1716"/>
              <a:gd name="T46" fmla="*/ 308 w 1190"/>
              <a:gd name="T47" fmla="*/ 5 h 1716"/>
              <a:gd name="T48" fmla="*/ 298 w 1190"/>
              <a:gd name="T49" fmla="*/ 3 h 1716"/>
              <a:gd name="T50" fmla="*/ 286 w 1190"/>
              <a:gd name="T51" fmla="*/ 1 h 1716"/>
              <a:gd name="T52" fmla="*/ 276 w 1190"/>
              <a:gd name="T53" fmla="*/ 0 h 1716"/>
              <a:gd name="T54" fmla="*/ 269 w 1190"/>
              <a:gd name="T55" fmla="*/ 1 h 1716"/>
              <a:gd name="T56" fmla="*/ 259 w 1190"/>
              <a:gd name="T57" fmla="*/ 3 h 1716"/>
              <a:gd name="T58" fmla="*/ 0 w 1190"/>
              <a:gd name="T59" fmla="*/ 149 h 1716"/>
              <a:gd name="T60" fmla="*/ 22 w 1190"/>
              <a:gd name="T61" fmla="*/ 141 h 1716"/>
              <a:gd name="T62" fmla="*/ 46 w 1190"/>
              <a:gd name="T63" fmla="*/ 139 h 1716"/>
              <a:gd name="T64" fmla="*/ 61 w 1190"/>
              <a:gd name="T65" fmla="*/ 142 h 1716"/>
              <a:gd name="T66" fmla="*/ 89 w 1190"/>
              <a:gd name="T67" fmla="*/ 152 h 1716"/>
              <a:gd name="T68" fmla="*/ 805 w 1190"/>
              <a:gd name="T69" fmla="*/ 564 h 1716"/>
              <a:gd name="T70" fmla="*/ 835 w 1190"/>
              <a:gd name="T71" fmla="*/ 585 h 1716"/>
              <a:gd name="T72" fmla="*/ 861 w 1190"/>
              <a:gd name="T73" fmla="*/ 610 h 1716"/>
              <a:gd name="T74" fmla="*/ 875 w 1190"/>
              <a:gd name="T75" fmla="*/ 624 h 1716"/>
              <a:gd name="T76" fmla="*/ 887 w 1190"/>
              <a:gd name="T77" fmla="*/ 640 h 1716"/>
              <a:gd name="T78" fmla="*/ 908 w 1190"/>
              <a:gd name="T79" fmla="*/ 671 h 1716"/>
              <a:gd name="T80" fmla="*/ 917 w 1190"/>
              <a:gd name="T81" fmla="*/ 690 h 1716"/>
              <a:gd name="T82" fmla="*/ 933 w 1190"/>
              <a:gd name="T83" fmla="*/ 725 h 1716"/>
              <a:gd name="T84" fmla="*/ 940 w 1190"/>
              <a:gd name="T85" fmla="*/ 745 h 1716"/>
              <a:gd name="T86" fmla="*/ 947 w 1190"/>
              <a:gd name="T87" fmla="*/ 780 h 1716"/>
              <a:gd name="T88" fmla="*/ 950 w 1190"/>
              <a:gd name="T89" fmla="*/ 799 h 1716"/>
              <a:gd name="T90" fmla="*/ 947 w 1190"/>
              <a:gd name="T91" fmla="*/ 1639 h 1716"/>
              <a:gd name="T92" fmla="*/ 942 w 1190"/>
              <a:gd name="T93" fmla="*/ 1666 h 1716"/>
              <a:gd name="T94" fmla="*/ 936 w 1190"/>
              <a:gd name="T95" fmla="*/ 1680 h 1716"/>
              <a:gd name="T96" fmla="*/ 924 w 1190"/>
              <a:gd name="T97" fmla="*/ 1699 h 1716"/>
              <a:gd name="T98" fmla="*/ 914 w 1190"/>
              <a:gd name="T99" fmla="*/ 1709 h 1716"/>
              <a:gd name="T100" fmla="*/ 1153 w 1190"/>
              <a:gd name="T101" fmla="*/ 1570 h 1716"/>
              <a:gd name="T102" fmla="*/ 1163 w 1190"/>
              <a:gd name="T103" fmla="*/ 1561 h 1716"/>
              <a:gd name="T104" fmla="*/ 1169 w 1190"/>
              <a:gd name="T105" fmla="*/ 1552 h 1716"/>
              <a:gd name="T106" fmla="*/ 1179 w 1190"/>
              <a:gd name="T107" fmla="*/ 1534 h 1716"/>
              <a:gd name="T108" fmla="*/ 1181 w 1190"/>
              <a:gd name="T109" fmla="*/ 1526 h 1716"/>
              <a:gd name="T110" fmla="*/ 1184 w 1190"/>
              <a:gd name="T111" fmla="*/ 1514 h 1716"/>
              <a:gd name="T112" fmla="*/ 1186 w 1190"/>
              <a:gd name="T113" fmla="*/ 1500 h 1716"/>
              <a:gd name="T114" fmla="*/ 1187 w 1190"/>
              <a:gd name="T115" fmla="*/ 1490 h 1716"/>
              <a:gd name="T116" fmla="*/ 1189 w 1190"/>
              <a:gd name="T117" fmla="*/ 671 h 1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190" h="1716">
                <a:moveTo>
                  <a:pt x="1189" y="671"/>
                </a:moveTo>
                <a:lnTo>
                  <a:pt x="1189" y="671"/>
                </a:lnTo>
                <a:cubicBezTo>
                  <a:pt x="1189" y="668"/>
                  <a:pt x="1189" y="666"/>
                  <a:pt x="1189" y="664"/>
                </a:cubicBezTo>
                <a:lnTo>
                  <a:pt x="1189" y="664"/>
                </a:lnTo>
                <a:cubicBezTo>
                  <a:pt x="1188" y="663"/>
                  <a:pt x="1188" y="662"/>
                  <a:pt x="1188" y="660"/>
                </a:cubicBezTo>
                <a:lnTo>
                  <a:pt x="1188" y="659"/>
                </a:lnTo>
                <a:lnTo>
                  <a:pt x="1188" y="659"/>
                </a:lnTo>
                <a:cubicBezTo>
                  <a:pt x="1188" y="658"/>
                  <a:pt x="1188" y="657"/>
                  <a:pt x="1188" y="657"/>
                </a:cubicBezTo>
                <a:lnTo>
                  <a:pt x="1188" y="657"/>
                </a:lnTo>
                <a:cubicBezTo>
                  <a:pt x="1188" y="654"/>
                  <a:pt x="1188" y="652"/>
                  <a:pt x="1187" y="649"/>
                </a:cubicBezTo>
                <a:lnTo>
                  <a:pt x="1187" y="649"/>
                </a:lnTo>
                <a:cubicBezTo>
                  <a:pt x="1187" y="647"/>
                  <a:pt x="1187" y="644"/>
                  <a:pt x="1187" y="642"/>
                </a:cubicBezTo>
                <a:lnTo>
                  <a:pt x="1187" y="642"/>
                </a:lnTo>
                <a:lnTo>
                  <a:pt x="1187" y="642"/>
                </a:lnTo>
                <a:lnTo>
                  <a:pt x="1187" y="642"/>
                </a:lnTo>
                <a:lnTo>
                  <a:pt x="1186" y="642"/>
                </a:lnTo>
                <a:lnTo>
                  <a:pt x="1186" y="642"/>
                </a:lnTo>
                <a:cubicBezTo>
                  <a:pt x="1186" y="640"/>
                  <a:pt x="1185" y="637"/>
                  <a:pt x="1185" y="635"/>
                </a:cubicBezTo>
                <a:lnTo>
                  <a:pt x="1185" y="635"/>
                </a:lnTo>
                <a:cubicBezTo>
                  <a:pt x="1185" y="632"/>
                  <a:pt x="1184" y="630"/>
                  <a:pt x="1183" y="627"/>
                </a:cubicBezTo>
                <a:lnTo>
                  <a:pt x="1183" y="627"/>
                </a:lnTo>
                <a:cubicBezTo>
                  <a:pt x="1183" y="626"/>
                  <a:pt x="1183" y="626"/>
                  <a:pt x="1183" y="624"/>
                </a:cubicBezTo>
                <a:lnTo>
                  <a:pt x="1183" y="624"/>
                </a:lnTo>
                <a:cubicBezTo>
                  <a:pt x="1183" y="624"/>
                  <a:pt x="1183" y="623"/>
                  <a:pt x="1182" y="623"/>
                </a:cubicBezTo>
                <a:lnTo>
                  <a:pt x="1182" y="623"/>
                </a:lnTo>
                <a:cubicBezTo>
                  <a:pt x="1182" y="622"/>
                  <a:pt x="1182" y="621"/>
                  <a:pt x="1182" y="619"/>
                </a:cubicBezTo>
                <a:lnTo>
                  <a:pt x="1182" y="619"/>
                </a:lnTo>
                <a:cubicBezTo>
                  <a:pt x="1181" y="617"/>
                  <a:pt x="1180" y="614"/>
                  <a:pt x="1180" y="612"/>
                </a:cubicBezTo>
                <a:lnTo>
                  <a:pt x="1180" y="612"/>
                </a:lnTo>
                <a:cubicBezTo>
                  <a:pt x="1179" y="610"/>
                  <a:pt x="1179" y="608"/>
                  <a:pt x="1178" y="606"/>
                </a:cubicBezTo>
                <a:lnTo>
                  <a:pt x="1178" y="605"/>
                </a:lnTo>
                <a:lnTo>
                  <a:pt x="1178" y="605"/>
                </a:lnTo>
                <a:cubicBezTo>
                  <a:pt x="1177" y="605"/>
                  <a:pt x="1177" y="604"/>
                  <a:pt x="1177" y="604"/>
                </a:cubicBezTo>
                <a:lnTo>
                  <a:pt x="1177" y="604"/>
                </a:lnTo>
                <a:cubicBezTo>
                  <a:pt x="1177" y="602"/>
                  <a:pt x="1176" y="599"/>
                  <a:pt x="1175" y="596"/>
                </a:cubicBezTo>
                <a:lnTo>
                  <a:pt x="1175" y="596"/>
                </a:lnTo>
                <a:cubicBezTo>
                  <a:pt x="1174" y="594"/>
                  <a:pt x="1173" y="591"/>
                  <a:pt x="1172" y="589"/>
                </a:cubicBezTo>
                <a:lnTo>
                  <a:pt x="1172" y="589"/>
                </a:lnTo>
                <a:lnTo>
                  <a:pt x="1172" y="588"/>
                </a:lnTo>
                <a:lnTo>
                  <a:pt x="1172" y="588"/>
                </a:lnTo>
                <a:cubicBezTo>
                  <a:pt x="1172" y="587"/>
                  <a:pt x="1172" y="587"/>
                  <a:pt x="1171" y="586"/>
                </a:cubicBezTo>
                <a:lnTo>
                  <a:pt x="1171" y="586"/>
                </a:lnTo>
                <a:cubicBezTo>
                  <a:pt x="1171" y="585"/>
                  <a:pt x="1170" y="583"/>
                  <a:pt x="1169" y="582"/>
                </a:cubicBezTo>
                <a:lnTo>
                  <a:pt x="1169" y="582"/>
                </a:lnTo>
                <a:cubicBezTo>
                  <a:pt x="1169" y="580"/>
                  <a:pt x="1168" y="577"/>
                  <a:pt x="1167" y="575"/>
                </a:cubicBezTo>
                <a:lnTo>
                  <a:pt x="1167" y="575"/>
                </a:lnTo>
                <a:cubicBezTo>
                  <a:pt x="1166" y="573"/>
                  <a:pt x="1165" y="571"/>
                  <a:pt x="1164" y="570"/>
                </a:cubicBezTo>
                <a:lnTo>
                  <a:pt x="1164" y="570"/>
                </a:lnTo>
                <a:cubicBezTo>
                  <a:pt x="1164" y="569"/>
                  <a:pt x="1164" y="569"/>
                  <a:pt x="1164" y="569"/>
                </a:cubicBezTo>
                <a:lnTo>
                  <a:pt x="1164" y="569"/>
                </a:lnTo>
                <a:lnTo>
                  <a:pt x="1164" y="568"/>
                </a:lnTo>
                <a:lnTo>
                  <a:pt x="1164" y="568"/>
                </a:lnTo>
                <a:cubicBezTo>
                  <a:pt x="1163" y="566"/>
                  <a:pt x="1161" y="563"/>
                  <a:pt x="1161" y="561"/>
                </a:cubicBezTo>
                <a:lnTo>
                  <a:pt x="1161" y="561"/>
                </a:lnTo>
                <a:cubicBezTo>
                  <a:pt x="1160" y="558"/>
                  <a:pt x="1158" y="556"/>
                  <a:pt x="1157" y="553"/>
                </a:cubicBezTo>
                <a:lnTo>
                  <a:pt x="1157" y="553"/>
                </a:lnTo>
                <a:lnTo>
                  <a:pt x="1157" y="552"/>
                </a:lnTo>
                <a:lnTo>
                  <a:pt x="1157" y="552"/>
                </a:lnTo>
                <a:cubicBezTo>
                  <a:pt x="1156" y="551"/>
                  <a:pt x="1156" y="551"/>
                  <a:pt x="1155" y="550"/>
                </a:cubicBezTo>
                <a:lnTo>
                  <a:pt x="1155" y="550"/>
                </a:lnTo>
                <a:cubicBezTo>
                  <a:pt x="1155" y="549"/>
                  <a:pt x="1153" y="547"/>
                  <a:pt x="1152" y="544"/>
                </a:cubicBezTo>
                <a:lnTo>
                  <a:pt x="1152" y="544"/>
                </a:lnTo>
                <a:cubicBezTo>
                  <a:pt x="1151" y="542"/>
                  <a:pt x="1150" y="539"/>
                  <a:pt x="1148" y="537"/>
                </a:cubicBezTo>
                <a:lnTo>
                  <a:pt x="1148" y="537"/>
                </a:lnTo>
                <a:cubicBezTo>
                  <a:pt x="1147" y="536"/>
                  <a:pt x="1147" y="534"/>
                  <a:pt x="1146" y="533"/>
                </a:cubicBezTo>
                <a:lnTo>
                  <a:pt x="1146" y="533"/>
                </a:lnTo>
                <a:cubicBezTo>
                  <a:pt x="1146" y="533"/>
                  <a:pt x="1146" y="532"/>
                  <a:pt x="1145" y="532"/>
                </a:cubicBezTo>
                <a:lnTo>
                  <a:pt x="1145" y="532"/>
                </a:lnTo>
                <a:cubicBezTo>
                  <a:pt x="1144" y="529"/>
                  <a:pt x="1142" y="527"/>
                  <a:pt x="1141" y="525"/>
                </a:cubicBezTo>
                <a:lnTo>
                  <a:pt x="1141" y="525"/>
                </a:lnTo>
                <a:cubicBezTo>
                  <a:pt x="1140" y="522"/>
                  <a:pt x="1137" y="519"/>
                  <a:pt x="1135" y="516"/>
                </a:cubicBezTo>
                <a:lnTo>
                  <a:pt x="1135" y="516"/>
                </a:lnTo>
                <a:cubicBezTo>
                  <a:pt x="1135" y="516"/>
                  <a:pt x="1135" y="515"/>
                  <a:pt x="1135" y="514"/>
                </a:cubicBezTo>
                <a:lnTo>
                  <a:pt x="1135" y="514"/>
                </a:lnTo>
                <a:cubicBezTo>
                  <a:pt x="1131" y="510"/>
                  <a:pt x="1129" y="506"/>
                  <a:pt x="1125" y="501"/>
                </a:cubicBezTo>
                <a:lnTo>
                  <a:pt x="1125" y="501"/>
                </a:lnTo>
                <a:lnTo>
                  <a:pt x="1125" y="501"/>
                </a:lnTo>
                <a:lnTo>
                  <a:pt x="1125" y="501"/>
                </a:lnTo>
                <a:cubicBezTo>
                  <a:pt x="1123" y="498"/>
                  <a:pt x="1121" y="495"/>
                  <a:pt x="1119" y="493"/>
                </a:cubicBezTo>
                <a:lnTo>
                  <a:pt x="1119" y="493"/>
                </a:lnTo>
                <a:cubicBezTo>
                  <a:pt x="1117" y="490"/>
                  <a:pt x="1115" y="488"/>
                  <a:pt x="1113" y="486"/>
                </a:cubicBezTo>
                <a:lnTo>
                  <a:pt x="1113" y="486"/>
                </a:lnTo>
                <a:lnTo>
                  <a:pt x="1113" y="486"/>
                </a:lnTo>
                <a:lnTo>
                  <a:pt x="1113" y="486"/>
                </a:lnTo>
                <a:lnTo>
                  <a:pt x="1113" y="486"/>
                </a:lnTo>
                <a:cubicBezTo>
                  <a:pt x="1111" y="484"/>
                  <a:pt x="1109" y="481"/>
                  <a:pt x="1108" y="479"/>
                </a:cubicBezTo>
                <a:lnTo>
                  <a:pt x="1108" y="479"/>
                </a:lnTo>
                <a:cubicBezTo>
                  <a:pt x="1106" y="477"/>
                  <a:pt x="1103" y="475"/>
                  <a:pt x="1101" y="473"/>
                </a:cubicBezTo>
                <a:lnTo>
                  <a:pt x="1101" y="473"/>
                </a:lnTo>
                <a:cubicBezTo>
                  <a:pt x="1101" y="473"/>
                  <a:pt x="1101" y="472"/>
                  <a:pt x="1101" y="471"/>
                </a:cubicBezTo>
                <a:lnTo>
                  <a:pt x="1101" y="471"/>
                </a:lnTo>
                <a:cubicBezTo>
                  <a:pt x="1100" y="471"/>
                  <a:pt x="1100" y="471"/>
                  <a:pt x="1100" y="471"/>
                </a:cubicBezTo>
                <a:lnTo>
                  <a:pt x="1100" y="471"/>
                </a:lnTo>
                <a:cubicBezTo>
                  <a:pt x="1098" y="470"/>
                  <a:pt x="1097" y="468"/>
                  <a:pt x="1096" y="467"/>
                </a:cubicBezTo>
                <a:lnTo>
                  <a:pt x="1096" y="467"/>
                </a:lnTo>
                <a:cubicBezTo>
                  <a:pt x="1094" y="465"/>
                  <a:pt x="1092" y="462"/>
                  <a:pt x="1089" y="460"/>
                </a:cubicBezTo>
                <a:lnTo>
                  <a:pt x="1089" y="460"/>
                </a:lnTo>
                <a:lnTo>
                  <a:pt x="1088" y="459"/>
                </a:lnTo>
                <a:lnTo>
                  <a:pt x="1088" y="459"/>
                </a:lnTo>
                <a:cubicBezTo>
                  <a:pt x="1088" y="458"/>
                  <a:pt x="1087" y="458"/>
                  <a:pt x="1086" y="457"/>
                </a:cubicBezTo>
                <a:lnTo>
                  <a:pt x="1086" y="457"/>
                </a:lnTo>
                <a:cubicBezTo>
                  <a:pt x="1085" y="456"/>
                  <a:pt x="1084" y="456"/>
                  <a:pt x="1083" y="454"/>
                </a:cubicBezTo>
                <a:lnTo>
                  <a:pt x="1083" y="454"/>
                </a:lnTo>
                <a:cubicBezTo>
                  <a:pt x="1081" y="453"/>
                  <a:pt x="1079" y="451"/>
                  <a:pt x="1077" y="449"/>
                </a:cubicBezTo>
                <a:lnTo>
                  <a:pt x="1077" y="449"/>
                </a:lnTo>
                <a:cubicBezTo>
                  <a:pt x="1076" y="448"/>
                  <a:pt x="1075" y="447"/>
                  <a:pt x="1074" y="446"/>
                </a:cubicBezTo>
                <a:lnTo>
                  <a:pt x="1074" y="446"/>
                </a:lnTo>
                <a:cubicBezTo>
                  <a:pt x="1073" y="446"/>
                  <a:pt x="1073" y="446"/>
                  <a:pt x="1072" y="445"/>
                </a:cubicBezTo>
                <a:lnTo>
                  <a:pt x="1072" y="445"/>
                </a:lnTo>
                <a:cubicBezTo>
                  <a:pt x="1072" y="445"/>
                  <a:pt x="1071" y="444"/>
                  <a:pt x="1070" y="443"/>
                </a:cubicBezTo>
                <a:lnTo>
                  <a:pt x="1070" y="443"/>
                </a:lnTo>
                <a:cubicBezTo>
                  <a:pt x="1068" y="442"/>
                  <a:pt x="1066" y="440"/>
                  <a:pt x="1064" y="438"/>
                </a:cubicBezTo>
                <a:lnTo>
                  <a:pt x="1064" y="438"/>
                </a:lnTo>
                <a:cubicBezTo>
                  <a:pt x="1062" y="437"/>
                  <a:pt x="1061" y="436"/>
                  <a:pt x="1059" y="435"/>
                </a:cubicBezTo>
                <a:lnTo>
                  <a:pt x="1058" y="435"/>
                </a:lnTo>
                <a:lnTo>
                  <a:pt x="1058" y="435"/>
                </a:lnTo>
                <a:lnTo>
                  <a:pt x="1057" y="434"/>
                </a:lnTo>
                <a:lnTo>
                  <a:pt x="1057" y="434"/>
                </a:lnTo>
                <a:cubicBezTo>
                  <a:pt x="1056" y="433"/>
                  <a:pt x="1053" y="431"/>
                  <a:pt x="1051" y="430"/>
                </a:cubicBezTo>
                <a:lnTo>
                  <a:pt x="1051" y="430"/>
                </a:lnTo>
                <a:cubicBezTo>
                  <a:pt x="1049" y="429"/>
                  <a:pt x="1047" y="428"/>
                  <a:pt x="1045" y="426"/>
                </a:cubicBezTo>
                <a:lnTo>
                  <a:pt x="1043" y="425"/>
                </a:lnTo>
                <a:lnTo>
                  <a:pt x="343" y="21"/>
                </a:lnTo>
                <a:lnTo>
                  <a:pt x="343" y="21"/>
                </a:lnTo>
                <a:cubicBezTo>
                  <a:pt x="341" y="20"/>
                  <a:pt x="339" y="19"/>
                  <a:pt x="338" y="18"/>
                </a:cubicBezTo>
                <a:lnTo>
                  <a:pt x="338" y="18"/>
                </a:lnTo>
                <a:cubicBezTo>
                  <a:pt x="336" y="17"/>
                  <a:pt x="334" y="16"/>
                  <a:pt x="332" y="15"/>
                </a:cubicBezTo>
                <a:lnTo>
                  <a:pt x="332" y="15"/>
                </a:lnTo>
                <a:cubicBezTo>
                  <a:pt x="331" y="14"/>
                  <a:pt x="329" y="14"/>
                  <a:pt x="328" y="13"/>
                </a:cubicBezTo>
                <a:lnTo>
                  <a:pt x="328" y="13"/>
                </a:lnTo>
                <a:lnTo>
                  <a:pt x="327" y="13"/>
                </a:lnTo>
                <a:lnTo>
                  <a:pt x="327" y="13"/>
                </a:lnTo>
                <a:cubicBezTo>
                  <a:pt x="327" y="13"/>
                  <a:pt x="327" y="12"/>
                  <a:pt x="326" y="12"/>
                </a:cubicBezTo>
                <a:lnTo>
                  <a:pt x="326" y="12"/>
                </a:lnTo>
                <a:cubicBezTo>
                  <a:pt x="324" y="11"/>
                  <a:pt x="322" y="10"/>
                  <a:pt x="320" y="10"/>
                </a:cubicBezTo>
                <a:lnTo>
                  <a:pt x="320" y="10"/>
                </a:lnTo>
                <a:cubicBezTo>
                  <a:pt x="318" y="9"/>
                  <a:pt x="316" y="8"/>
                  <a:pt x="314" y="7"/>
                </a:cubicBezTo>
                <a:lnTo>
                  <a:pt x="314" y="7"/>
                </a:lnTo>
                <a:cubicBezTo>
                  <a:pt x="314" y="7"/>
                  <a:pt x="314" y="7"/>
                  <a:pt x="313" y="7"/>
                </a:cubicBezTo>
                <a:lnTo>
                  <a:pt x="313" y="7"/>
                </a:lnTo>
                <a:lnTo>
                  <a:pt x="313" y="7"/>
                </a:lnTo>
                <a:lnTo>
                  <a:pt x="313" y="7"/>
                </a:lnTo>
                <a:cubicBezTo>
                  <a:pt x="311" y="7"/>
                  <a:pt x="309" y="6"/>
                  <a:pt x="308" y="5"/>
                </a:cubicBezTo>
                <a:lnTo>
                  <a:pt x="308" y="5"/>
                </a:lnTo>
                <a:cubicBezTo>
                  <a:pt x="307" y="5"/>
                  <a:pt x="305" y="4"/>
                  <a:pt x="302" y="4"/>
                </a:cubicBezTo>
                <a:lnTo>
                  <a:pt x="302" y="4"/>
                </a:lnTo>
                <a:cubicBezTo>
                  <a:pt x="302" y="4"/>
                  <a:pt x="300" y="4"/>
                  <a:pt x="300" y="3"/>
                </a:cubicBezTo>
                <a:lnTo>
                  <a:pt x="300" y="3"/>
                </a:lnTo>
                <a:cubicBezTo>
                  <a:pt x="299" y="3"/>
                  <a:pt x="298" y="3"/>
                  <a:pt x="298" y="3"/>
                </a:cubicBezTo>
                <a:lnTo>
                  <a:pt x="298" y="3"/>
                </a:lnTo>
                <a:lnTo>
                  <a:pt x="297" y="2"/>
                </a:lnTo>
                <a:lnTo>
                  <a:pt x="297" y="2"/>
                </a:lnTo>
                <a:cubicBezTo>
                  <a:pt x="294" y="2"/>
                  <a:pt x="292" y="2"/>
                  <a:pt x="290" y="2"/>
                </a:cubicBezTo>
                <a:lnTo>
                  <a:pt x="290" y="2"/>
                </a:lnTo>
                <a:cubicBezTo>
                  <a:pt x="289" y="1"/>
                  <a:pt x="287" y="1"/>
                  <a:pt x="286" y="1"/>
                </a:cubicBezTo>
                <a:lnTo>
                  <a:pt x="286" y="1"/>
                </a:lnTo>
                <a:lnTo>
                  <a:pt x="285" y="1"/>
                </a:lnTo>
                <a:lnTo>
                  <a:pt x="285" y="1"/>
                </a:lnTo>
                <a:cubicBezTo>
                  <a:pt x="285" y="1"/>
                  <a:pt x="284" y="1"/>
                  <a:pt x="284" y="0"/>
                </a:cubicBezTo>
                <a:lnTo>
                  <a:pt x="284" y="0"/>
                </a:lnTo>
                <a:cubicBezTo>
                  <a:pt x="281" y="0"/>
                  <a:pt x="279" y="0"/>
                  <a:pt x="276" y="0"/>
                </a:cubicBezTo>
                <a:lnTo>
                  <a:pt x="276" y="0"/>
                </a:lnTo>
                <a:cubicBezTo>
                  <a:pt x="276" y="0"/>
                  <a:pt x="275" y="0"/>
                  <a:pt x="274" y="0"/>
                </a:cubicBezTo>
                <a:lnTo>
                  <a:pt x="274" y="0"/>
                </a:lnTo>
                <a:cubicBezTo>
                  <a:pt x="273" y="0"/>
                  <a:pt x="272" y="0"/>
                  <a:pt x="272" y="1"/>
                </a:cubicBezTo>
                <a:lnTo>
                  <a:pt x="272" y="1"/>
                </a:lnTo>
                <a:cubicBezTo>
                  <a:pt x="271" y="1"/>
                  <a:pt x="270" y="1"/>
                  <a:pt x="269" y="1"/>
                </a:cubicBezTo>
                <a:lnTo>
                  <a:pt x="269" y="1"/>
                </a:lnTo>
                <a:cubicBezTo>
                  <a:pt x="266" y="1"/>
                  <a:pt x="264" y="2"/>
                  <a:pt x="261" y="2"/>
                </a:cubicBezTo>
                <a:lnTo>
                  <a:pt x="261" y="2"/>
                </a:lnTo>
                <a:lnTo>
                  <a:pt x="261" y="2"/>
                </a:lnTo>
                <a:lnTo>
                  <a:pt x="261" y="2"/>
                </a:lnTo>
                <a:cubicBezTo>
                  <a:pt x="260" y="2"/>
                  <a:pt x="259" y="2"/>
                  <a:pt x="259" y="3"/>
                </a:cubicBezTo>
                <a:lnTo>
                  <a:pt x="259" y="3"/>
                </a:lnTo>
                <a:cubicBezTo>
                  <a:pt x="256" y="4"/>
                  <a:pt x="253" y="4"/>
                  <a:pt x="251" y="5"/>
                </a:cubicBezTo>
                <a:lnTo>
                  <a:pt x="251" y="5"/>
                </a:lnTo>
                <a:cubicBezTo>
                  <a:pt x="250" y="5"/>
                  <a:pt x="250" y="5"/>
                  <a:pt x="250" y="5"/>
                </a:cubicBezTo>
                <a:lnTo>
                  <a:pt x="250" y="5"/>
                </a:lnTo>
                <a:cubicBezTo>
                  <a:pt x="246" y="7"/>
                  <a:pt x="242" y="9"/>
                  <a:pt x="239" y="10"/>
                </a:cubicBezTo>
                <a:lnTo>
                  <a:pt x="0" y="149"/>
                </a:lnTo>
                <a:lnTo>
                  <a:pt x="0" y="149"/>
                </a:lnTo>
                <a:cubicBezTo>
                  <a:pt x="4" y="147"/>
                  <a:pt x="7" y="146"/>
                  <a:pt x="11" y="144"/>
                </a:cubicBezTo>
                <a:lnTo>
                  <a:pt x="11" y="144"/>
                </a:lnTo>
                <a:cubicBezTo>
                  <a:pt x="14" y="143"/>
                  <a:pt x="17" y="142"/>
                  <a:pt x="20" y="141"/>
                </a:cubicBezTo>
                <a:lnTo>
                  <a:pt x="20" y="141"/>
                </a:lnTo>
                <a:cubicBezTo>
                  <a:pt x="21" y="141"/>
                  <a:pt x="22" y="141"/>
                  <a:pt x="22" y="141"/>
                </a:cubicBezTo>
                <a:lnTo>
                  <a:pt x="22" y="141"/>
                </a:lnTo>
                <a:cubicBezTo>
                  <a:pt x="26" y="140"/>
                  <a:pt x="29" y="140"/>
                  <a:pt x="33" y="139"/>
                </a:cubicBezTo>
                <a:lnTo>
                  <a:pt x="33" y="139"/>
                </a:lnTo>
                <a:cubicBezTo>
                  <a:pt x="34" y="139"/>
                  <a:pt x="34" y="139"/>
                  <a:pt x="35" y="139"/>
                </a:cubicBezTo>
                <a:lnTo>
                  <a:pt x="35" y="139"/>
                </a:lnTo>
                <a:cubicBezTo>
                  <a:pt x="39" y="139"/>
                  <a:pt x="42" y="139"/>
                  <a:pt x="46" y="139"/>
                </a:cubicBezTo>
                <a:lnTo>
                  <a:pt x="46" y="139"/>
                </a:lnTo>
                <a:cubicBezTo>
                  <a:pt x="46" y="140"/>
                  <a:pt x="47" y="140"/>
                  <a:pt x="48" y="140"/>
                </a:cubicBezTo>
                <a:lnTo>
                  <a:pt x="48" y="140"/>
                </a:lnTo>
                <a:cubicBezTo>
                  <a:pt x="51" y="140"/>
                  <a:pt x="56" y="141"/>
                  <a:pt x="59" y="142"/>
                </a:cubicBezTo>
                <a:lnTo>
                  <a:pt x="59" y="142"/>
                </a:lnTo>
                <a:cubicBezTo>
                  <a:pt x="60" y="142"/>
                  <a:pt x="61" y="142"/>
                  <a:pt x="61" y="142"/>
                </a:cubicBezTo>
                <a:lnTo>
                  <a:pt x="61" y="142"/>
                </a:lnTo>
                <a:cubicBezTo>
                  <a:pt x="65" y="143"/>
                  <a:pt x="69" y="144"/>
                  <a:pt x="74" y="146"/>
                </a:cubicBezTo>
                <a:lnTo>
                  <a:pt x="74" y="146"/>
                </a:lnTo>
                <a:lnTo>
                  <a:pt x="75" y="146"/>
                </a:lnTo>
                <a:lnTo>
                  <a:pt x="75" y="146"/>
                </a:lnTo>
                <a:cubicBezTo>
                  <a:pt x="79" y="147"/>
                  <a:pt x="84" y="149"/>
                  <a:pt x="89" y="152"/>
                </a:cubicBezTo>
                <a:lnTo>
                  <a:pt x="89" y="152"/>
                </a:lnTo>
                <a:lnTo>
                  <a:pt x="89" y="152"/>
                </a:lnTo>
                <a:lnTo>
                  <a:pt x="89" y="152"/>
                </a:lnTo>
                <a:cubicBezTo>
                  <a:pt x="94" y="154"/>
                  <a:pt x="99" y="156"/>
                  <a:pt x="104" y="160"/>
                </a:cubicBezTo>
                <a:lnTo>
                  <a:pt x="805" y="564"/>
                </a:lnTo>
                <a:lnTo>
                  <a:pt x="805" y="564"/>
                </a:lnTo>
                <a:cubicBezTo>
                  <a:pt x="810" y="567"/>
                  <a:pt x="815" y="570"/>
                  <a:pt x="820" y="574"/>
                </a:cubicBezTo>
                <a:lnTo>
                  <a:pt x="820" y="574"/>
                </a:lnTo>
                <a:lnTo>
                  <a:pt x="820" y="574"/>
                </a:lnTo>
                <a:lnTo>
                  <a:pt x="820" y="574"/>
                </a:lnTo>
                <a:cubicBezTo>
                  <a:pt x="825" y="577"/>
                  <a:pt x="829" y="580"/>
                  <a:pt x="834" y="584"/>
                </a:cubicBezTo>
                <a:lnTo>
                  <a:pt x="835" y="585"/>
                </a:lnTo>
                <a:lnTo>
                  <a:pt x="835" y="585"/>
                </a:lnTo>
                <a:cubicBezTo>
                  <a:pt x="839" y="588"/>
                  <a:pt x="843" y="592"/>
                  <a:pt x="848" y="596"/>
                </a:cubicBezTo>
                <a:lnTo>
                  <a:pt x="848" y="596"/>
                </a:lnTo>
                <a:cubicBezTo>
                  <a:pt x="848" y="596"/>
                  <a:pt x="848" y="597"/>
                  <a:pt x="849" y="597"/>
                </a:cubicBezTo>
                <a:lnTo>
                  <a:pt x="849" y="597"/>
                </a:lnTo>
                <a:cubicBezTo>
                  <a:pt x="853" y="601"/>
                  <a:pt x="857" y="605"/>
                  <a:pt x="861" y="610"/>
                </a:cubicBezTo>
                <a:lnTo>
                  <a:pt x="861" y="610"/>
                </a:lnTo>
                <a:lnTo>
                  <a:pt x="862" y="610"/>
                </a:lnTo>
                <a:lnTo>
                  <a:pt x="862" y="610"/>
                </a:lnTo>
                <a:cubicBezTo>
                  <a:pt x="866" y="615"/>
                  <a:pt x="870" y="619"/>
                  <a:pt x="875" y="624"/>
                </a:cubicBezTo>
                <a:lnTo>
                  <a:pt x="875" y="624"/>
                </a:lnTo>
                <a:lnTo>
                  <a:pt x="875" y="624"/>
                </a:lnTo>
                <a:cubicBezTo>
                  <a:pt x="879" y="629"/>
                  <a:pt x="883" y="635"/>
                  <a:pt x="886" y="640"/>
                </a:cubicBezTo>
                <a:lnTo>
                  <a:pt x="886" y="640"/>
                </a:lnTo>
                <a:lnTo>
                  <a:pt x="886" y="640"/>
                </a:lnTo>
                <a:lnTo>
                  <a:pt x="886" y="640"/>
                </a:lnTo>
                <a:lnTo>
                  <a:pt x="887" y="640"/>
                </a:lnTo>
                <a:lnTo>
                  <a:pt x="887" y="640"/>
                </a:lnTo>
                <a:cubicBezTo>
                  <a:pt x="890" y="644"/>
                  <a:pt x="894" y="649"/>
                  <a:pt x="897" y="654"/>
                </a:cubicBezTo>
                <a:lnTo>
                  <a:pt x="897" y="654"/>
                </a:lnTo>
                <a:cubicBezTo>
                  <a:pt x="899" y="657"/>
                  <a:pt x="901" y="660"/>
                  <a:pt x="903" y="664"/>
                </a:cubicBezTo>
                <a:lnTo>
                  <a:pt x="903" y="664"/>
                </a:lnTo>
                <a:cubicBezTo>
                  <a:pt x="904" y="666"/>
                  <a:pt x="906" y="669"/>
                  <a:pt x="908" y="671"/>
                </a:cubicBezTo>
                <a:lnTo>
                  <a:pt x="908" y="671"/>
                </a:lnTo>
                <a:cubicBezTo>
                  <a:pt x="908" y="673"/>
                  <a:pt x="909" y="675"/>
                  <a:pt x="910" y="676"/>
                </a:cubicBezTo>
                <a:lnTo>
                  <a:pt x="910" y="676"/>
                </a:lnTo>
                <a:cubicBezTo>
                  <a:pt x="912" y="680"/>
                  <a:pt x="914" y="684"/>
                  <a:pt x="917" y="689"/>
                </a:cubicBezTo>
                <a:lnTo>
                  <a:pt x="917" y="689"/>
                </a:lnTo>
                <a:cubicBezTo>
                  <a:pt x="917" y="690"/>
                  <a:pt x="917" y="690"/>
                  <a:pt x="917" y="690"/>
                </a:cubicBezTo>
                <a:lnTo>
                  <a:pt x="917" y="690"/>
                </a:lnTo>
                <a:cubicBezTo>
                  <a:pt x="921" y="696"/>
                  <a:pt x="923" y="702"/>
                  <a:pt x="925" y="707"/>
                </a:cubicBezTo>
                <a:lnTo>
                  <a:pt x="925" y="707"/>
                </a:lnTo>
                <a:cubicBezTo>
                  <a:pt x="926" y="708"/>
                  <a:pt x="926" y="708"/>
                  <a:pt x="926" y="708"/>
                </a:cubicBezTo>
                <a:lnTo>
                  <a:pt x="926" y="708"/>
                </a:lnTo>
                <a:cubicBezTo>
                  <a:pt x="928" y="714"/>
                  <a:pt x="931" y="720"/>
                  <a:pt x="933" y="725"/>
                </a:cubicBezTo>
                <a:lnTo>
                  <a:pt x="933" y="725"/>
                </a:lnTo>
                <a:cubicBezTo>
                  <a:pt x="933" y="726"/>
                  <a:pt x="933" y="726"/>
                  <a:pt x="933" y="727"/>
                </a:cubicBezTo>
                <a:lnTo>
                  <a:pt x="933" y="727"/>
                </a:lnTo>
                <a:cubicBezTo>
                  <a:pt x="935" y="732"/>
                  <a:pt x="938" y="738"/>
                  <a:pt x="939" y="744"/>
                </a:cubicBezTo>
                <a:lnTo>
                  <a:pt x="939" y="744"/>
                </a:lnTo>
                <a:cubicBezTo>
                  <a:pt x="940" y="744"/>
                  <a:pt x="940" y="744"/>
                  <a:pt x="940" y="745"/>
                </a:cubicBezTo>
                <a:lnTo>
                  <a:pt x="940" y="745"/>
                </a:lnTo>
                <a:cubicBezTo>
                  <a:pt x="941" y="750"/>
                  <a:pt x="942" y="756"/>
                  <a:pt x="944" y="761"/>
                </a:cubicBezTo>
                <a:lnTo>
                  <a:pt x="944" y="761"/>
                </a:lnTo>
                <a:cubicBezTo>
                  <a:pt x="944" y="762"/>
                  <a:pt x="944" y="763"/>
                  <a:pt x="944" y="763"/>
                </a:cubicBezTo>
                <a:lnTo>
                  <a:pt x="944" y="763"/>
                </a:lnTo>
                <a:cubicBezTo>
                  <a:pt x="946" y="769"/>
                  <a:pt x="947" y="775"/>
                  <a:pt x="947" y="780"/>
                </a:cubicBezTo>
                <a:lnTo>
                  <a:pt x="947" y="780"/>
                </a:lnTo>
                <a:cubicBezTo>
                  <a:pt x="947" y="780"/>
                  <a:pt x="947" y="780"/>
                  <a:pt x="947" y="781"/>
                </a:cubicBezTo>
                <a:lnTo>
                  <a:pt x="947" y="781"/>
                </a:lnTo>
                <a:cubicBezTo>
                  <a:pt x="949" y="786"/>
                  <a:pt x="949" y="792"/>
                  <a:pt x="950" y="798"/>
                </a:cubicBezTo>
                <a:lnTo>
                  <a:pt x="950" y="798"/>
                </a:lnTo>
                <a:lnTo>
                  <a:pt x="950" y="799"/>
                </a:lnTo>
                <a:lnTo>
                  <a:pt x="950" y="799"/>
                </a:lnTo>
                <a:cubicBezTo>
                  <a:pt x="951" y="805"/>
                  <a:pt x="951" y="810"/>
                  <a:pt x="951" y="816"/>
                </a:cubicBezTo>
                <a:lnTo>
                  <a:pt x="948" y="1622"/>
                </a:lnTo>
                <a:lnTo>
                  <a:pt x="948" y="1622"/>
                </a:lnTo>
                <a:cubicBezTo>
                  <a:pt x="948" y="1627"/>
                  <a:pt x="948" y="1632"/>
                  <a:pt x="947" y="1638"/>
                </a:cubicBezTo>
                <a:lnTo>
                  <a:pt x="947" y="1638"/>
                </a:lnTo>
                <a:cubicBezTo>
                  <a:pt x="947" y="1638"/>
                  <a:pt x="947" y="1638"/>
                  <a:pt x="947" y="1639"/>
                </a:cubicBezTo>
                <a:lnTo>
                  <a:pt x="947" y="1639"/>
                </a:lnTo>
                <a:cubicBezTo>
                  <a:pt x="947" y="1644"/>
                  <a:pt x="946" y="1648"/>
                  <a:pt x="946" y="1652"/>
                </a:cubicBezTo>
                <a:lnTo>
                  <a:pt x="946" y="1652"/>
                </a:lnTo>
                <a:cubicBezTo>
                  <a:pt x="945" y="1653"/>
                  <a:pt x="945" y="1654"/>
                  <a:pt x="945" y="1654"/>
                </a:cubicBezTo>
                <a:lnTo>
                  <a:pt x="945" y="1654"/>
                </a:lnTo>
                <a:cubicBezTo>
                  <a:pt x="944" y="1659"/>
                  <a:pt x="943" y="1663"/>
                  <a:pt x="942" y="1666"/>
                </a:cubicBezTo>
                <a:lnTo>
                  <a:pt x="942" y="1666"/>
                </a:lnTo>
                <a:cubicBezTo>
                  <a:pt x="942" y="1667"/>
                  <a:pt x="941" y="1668"/>
                  <a:pt x="941" y="1669"/>
                </a:cubicBezTo>
                <a:lnTo>
                  <a:pt x="941" y="1669"/>
                </a:lnTo>
                <a:cubicBezTo>
                  <a:pt x="940" y="1672"/>
                  <a:pt x="939" y="1676"/>
                  <a:pt x="937" y="1679"/>
                </a:cubicBezTo>
                <a:lnTo>
                  <a:pt x="937" y="1679"/>
                </a:lnTo>
                <a:cubicBezTo>
                  <a:pt x="937" y="1679"/>
                  <a:pt x="937" y="1680"/>
                  <a:pt x="936" y="1680"/>
                </a:cubicBezTo>
                <a:lnTo>
                  <a:pt x="936" y="1680"/>
                </a:lnTo>
                <a:cubicBezTo>
                  <a:pt x="935" y="1684"/>
                  <a:pt x="933" y="1687"/>
                  <a:pt x="931" y="1691"/>
                </a:cubicBezTo>
                <a:lnTo>
                  <a:pt x="931" y="1691"/>
                </a:lnTo>
                <a:cubicBezTo>
                  <a:pt x="930" y="1691"/>
                  <a:pt x="930" y="1692"/>
                  <a:pt x="930" y="1692"/>
                </a:cubicBezTo>
                <a:lnTo>
                  <a:pt x="930" y="1692"/>
                </a:lnTo>
                <a:cubicBezTo>
                  <a:pt x="928" y="1695"/>
                  <a:pt x="926" y="1697"/>
                  <a:pt x="924" y="1699"/>
                </a:cubicBezTo>
                <a:lnTo>
                  <a:pt x="924" y="1699"/>
                </a:lnTo>
                <a:cubicBezTo>
                  <a:pt x="924" y="1700"/>
                  <a:pt x="923" y="1701"/>
                  <a:pt x="922" y="1702"/>
                </a:cubicBezTo>
                <a:lnTo>
                  <a:pt x="922" y="1702"/>
                </a:lnTo>
                <a:cubicBezTo>
                  <a:pt x="920" y="1704"/>
                  <a:pt x="918" y="1706"/>
                  <a:pt x="916" y="1707"/>
                </a:cubicBezTo>
                <a:lnTo>
                  <a:pt x="916" y="1707"/>
                </a:lnTo>
                <a:cubicBezTo>
                  <a:pt x="916" y="1708"/>
                  <a:pt x="915" y="1709"/>
                  <a:pt x="914" y="1709"/>
                </a:cubicBezTo>
                <a:lnTo>
                  <a:pt x="914" y="1709"/>
                </a:lnTo>
                <a:cubicBezTo>
                  <a:pt x="911" y="1712"/>
                  <a:pt x="909" y="1714"/>
                  <a:pt x="906" y="1715"/>
                </a:cubicBezTo>
                <a:lnTo>
                  <a:pt x="1144" y="1577"/>
                </a:lnTo>
                <a:lnTo>
                  <a:pt x="1144" y="1577"/>
                </a:lnTo>
                <a:cubicBezTo>
                  <a:pt x="1147" y="1575"/>
                  <a:pt x="1150" y="1573"/>
                  <a:pt x="1153" y="1570"/>
                </a:cubicBezTo>
                <a:lnTo>
                  <a:pt x="1153" y="1570"/>
                </a:lnTo>
                <a:cubicBezTo>
                  <a:pt x="1153" y="1570"/>
                  <a:pt x="1154" y="1569"/>
                  <a:pt x="1155" y="1568"/>
                </a:cubicBezTo>
                <a:lnTo>
                  <a:pt x="1155" y="1568"/>
                </a:lnTo>
                <a:cubicBezTo>
                  <a:pt x="1157" y="1567"/>
                  <a:pt x="1159" y="1565"/>
                  <a:pt x="1160" y="1563"/>
                </a:cubicBezTo>
                <a:lnTo>
                  <a:pt x="1160" y="1563"/>
                </a:lnTo>
                <a:cubicBezTo>
                  <a:pt x="1161" y="1562"/>
                  <a:pt x="1162" y="1562"/>
                  <a:pt x="1163" y="1561"/>
                </a:cubicBezTo>
                <a:lnTo>
                  <a:pt x="1163" y="1561"/>
                </a:lnTo>
                <a:cubicBezTo>
                  <a:pt x="1164" y="1558"/>
                  <a:pt x="1167" y="1556"/>
                  <a:pt x="1168" y="1553"/>
                </a:cubicBezTo>
                <a:lnTo>
                  <a:pt x="1168" y="1553"/>
                </a:lnTo>
                <a:cubicBezTo>
                  <a:pt x="1169" y="1553"/>
                  <a:pt x="1169" y="1553"/>
                  <a:pt x="1169" y="1552"/>
                </a:cubicBezTo>
                <a:lnTo>
                  <a:pt x="1169" y="1552"/>
                </a:lnTo>
                <a:lnTo>
                  <a:pt x="1169" y="1552"/>
                </a:lnTo>
                <a:lnTo>
                  <a:pt x="1169" y="1552"/>
                </a:lnTo>
                <a:cubicBezTo>
                  <a:pt x="1171" y="1549"/>
                  <a:pt x="1173" y="1545"/>
                  <a:pt x="1175" y="1542"/>
                </a:cubicBezTo>
                <a:lnTo>
                  <a:pt x="1175" y="1542"/>
                </a:lnTo>
                <a:lnTo>
                  <a:pt x="1175" y="1542"/>
                </a:lnTo>
                <a:cubicBezTo>
                  <a:pt x="1176" y="1541"/>
                  <a:pt x="1176" y="1540"/>
                  <a:pt x="1176" y="1540"/>
                </a:cubicBezTo>
                <a:lnTo>
                  <a:pt x="1176" y="1540"/>
                </a:lnTo>
                <a:cubicBezTo>
                  <a:pt x="1177" y="1538"/>
                  <a:pt x="1177" y="1536"/>
                  <a:pt x="1179" y="1534"/>
                </a:cubicBezTo>
                <a:lnTo>
                  <a:pt x="1179" y="1534"/>
                </a:lnTo>
                <a:cubicBezTo>
                  <a:pt x="1179" y="1533"/>
                  <a:pt x="1179" y="1531"/>
                  <a:pt x="1180" y="1530"/>
                </a:cubicBezTo>
                <a:lnTo>
                  <a:pt x="1180" y="1530"/>
                </a:lnTo>
                <a:cubicBezTo>
                  <a:pt x="1180" y="1529"/>
                  <a:pt x="1180" y="1528"/>
                  <a:pt x="1180" y="1528"/>
                </a:cubicBezTo>
                <a:lnTo>
                  <a:pt x="1180" y="1528"/>
                </a:lnTo>
                <a:cubicBezTo>
                  <a:pt x="1180" y="1527"/>
                  <a:pt x="1181" y="1526"/>
                  <a:pt x="1181" y="1526"/>
                </a:cubicBezTo>
                <a:lnTo>
                  <a:pt x="1181" y="1526"/>
                </a:lnTo>
                <a:cubicBezTo>
                  <a:pt x="1182" y="1523"/>
                  <a:pt x="1182" y="1521"/>
                  <a:pt x="1183" y="1518"/>
                </a:cubicBezTo>
                <a:lnTo>
                  <a:pt x="1183" y="1518"/>
                </a:lnTo>
                <a:cubicBezTo>
                  <a:pt x="1183" y="1517"/>
                  <a:pt x="1183" y="1517"/>
                  <a:pt x="1183" y="1515"/>
                </a:cubicBezTo>
                <a:lnTo>
                  <a:pt x="1183" y="1515"/>
                </a:lnTo>
                <a:cubicBezTo>
                  <a:pt x="1183" y="1515"/>
                  <a:pt x="1184" y="1515"/>
                  <a:pt x="1184" y="1514"/>
                </a:cubicBezTo>
                <a:lnTo>
                  <a:pt x="1184" y="1514"/>
                </a:lnTo>
                <a:cubicBezTo>
                  <a:pt x="1184" y="1513"/>
                  <a:pt x="1184" y="1512"/>
                  <a:pt x="1185" y="1511"/>
                </a:cubicBezTo>
                <a:lnTo>
                  <a:pt x="1185" y="1511"/>
                </a:lnTo>
                <a:cubicBezTo>
                  <a:pt x="1185" y="1509"/>
                  <a:pt x="1185" y="1507"/>
                  <a:pt x="1185" y="1504"/>
                </a:cubicBezTo>
                <a:lnTo>
                  <a:pt x="1185" y="1504"/>
                </a:lnTo>
                <a:cubicBezTo>
                  <a:pt x="1186" y="1503"/>
                  <a:pt x="1186" y="1501"/>
                  <a:pt x="1186" y="1500"/>
                </a:cubicBezTo>
                <a:lnTo>
                  <a:pt x="1186" y="1500"/>
                </a:lnTo>
                <a:lnTo>
                  <a:pt x="1186" y="1499"/>
                </a:lnTo>
                <a:lnTo>
                  <a:pt x="1186" y="1499"/>
                </a:lnTo>
                <a:cubicBezTo>
                  <a:pt x="1186" y="1498"/>
                  <a:pt x="1186" y="1498"/>
                  <a:pt x="1187" y="1497"/>
                </a:cubicBezTo>
                <a:lnTo>
                  <a:pt x="1187" y="1497"/>
                </a:lnTo>
                <a:cubicBezTo>
                  <a:pt x="1187" y="1495"/>
                  <a:pt x="1187" y="1493"/>
                  <a:pt x="1187" y="1490"/>
                </a:cubicBezTo>
                <a:lnTo>
                  <a:pt x="1187" y="1490"/>
                </a:lnTo>
                <a:cubicBezTo>
                  <a:pt x="1187" y="1488"/>
                  <a:pt x="1187" y="1486"/>
                  <a:pt x="1187" y="1484"/>
                </a:cubicBezTo>
                <a:lnTo>
                  <a:pt x="1187" y="1483"/>
                </a:lnTo>
                <a:lnTo>
                  <a:pt x="1189" y="677"/>
                </a:lnTo>
                <a:lnTo>
                  <a:pt x="1189" y="677"/>
                </a:lnTo>
                <a:cubicBezTo>
                  <a:pt x="1189" y="675"/>
                  <a:pt x="1189" y="673"/>
                  <a:pt x="1189" y="671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BC3A87D3-10F1-FF4D-869B-65FBD2C60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19401" y="10544061"/>
            <a:ext cx="1240184" cy="1976271"/>
          </a:xfrm>
          <a:custGeom>
            <a:avLst/>
            <a:gdLst>
              <a:gd name="connsiteX0" fmla="*/ 114555 w 1240184"/>
              <a:gd name="connsiteY0" fmla="*/ 557 h 1976271"/>
              <a:gd name="connsiteX1" fmla="*/ 185530 w 1240184"/>
              <a:gd name="connsiteY1" fmla="*/ 25414 h 1976271"/>
              <a:gd name="connsiteX2" fmla="*/ 1058390 w 1240184"/>
              <a:gd name="connsiteY2" fmla="*/ 529098 h 1976271"/>
              <a:gd name="connsiteX3" fmla="*/ 1240184 w 1240184"/>
              <a:gd name="connsiteY3" fmla="*/ 843278 h 1976271"/>
              <a:gd name="connsiteX4" fmla="*/ 1236448 w 1240184"/>
              <a:gd name="connsiteY4" fmla="*/ 1848153 h 1976271"/>
              <a:gd name="connsiteX5" fmla="*/ 1054654 w 1240184"/>
              <a:gd name="connsiteY5" fmla="*/ 1951633 h 1976271"/>
              <a:gd name="connsiteX6" fmla="*/ 181794 w 1240184"/>
              <a:gd name="connsiteY6" fmla="*/ 1446702 h 1976271"/>
              <a:gd name="connsiteX7" fmla="*/ 0 w 1240184"/>
              <a:gd name="connsiteY7" fmla="*/ 1132522 h 1976271"/>
              <a:gd name="connsiteX8" fmla="*/ 2490 w 1240184"/>
              <a:gd name="connsiteY8" fmla="*/ 128894 h 1976271"/>
              <a:gd name="connsiteX9" fmla="*/ 114555 w 1240184"/>
              <a:gd name="connsiteY9" fmla="*/ 557 h 1976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40184" h="1976271">
                <a:moveTo>
                  <a:pt x="114555" y="557"/>
                </a:moveTo>
                <a:cubicBezTo>
                  <a:pt x="136346" y="2661"/>
                  <a:pt x="160315" y="10765"/>
                  <a:pt x="185530" y="25414"/>
                </a:cubicBezTo>
                <a:lnTo>
                  <a:pt x="1058390" y="529098"/>
                </a:lnTo>
                <a:cubicBezTo>
                  <a:pt x="1159248" y="587695"/>
                  <a:pt x="1240184" y="727331"/>
                  <a:pt x="1240184" y="843278"/>
                </a:cubicBezTo>
                <a:lnTo>
                  <a:pt x="1236448" y="1848153"/>
                </a:lnTo>
                <a:cubicBezTo>
                  <a:pt x="1236448" y="1962854"/>
                  <a:pt x="1155513" y="2008983"/>
                  <a:pt x="1054654" y="1951633"/>
                </a:cubicBezTo>
                <a:lnTo>
                  <a:pt x="181794" y="1446702"/>
                </a:lnTo>
                <a:cubicBezTo>
                  <a:pt x="80936" y="1389352"/>
                  <a:pt x="0" y="1248470"/>
                  <a:pt x="0" y="1132522"/>
                </a:cubicBezTo>
                <a:lnTo>
                  <a:pt x="2490" y="128894"/>
                </a:lnTo>
                <a:cubicBezTo>
                  <a:pt x="3424" y="41934"/>
                  <a:pt x="49184" y="-5754"/>
                  <a:pt x="114555" y="55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75">
            <a:extLst>
              <a:ext uri="{FF2B5EF4-FFF2-40B4-BE49-F238E27FC236}">
                <a16:creationId xmlns:a16="http://schemas.microsoft.com/office/drawing/2014/main" id="{0CF3FB83-989C-044B-BA0D-EF2DD5059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0388" y="11137085"/>
            <a:ext cx="444939" cy="659166"/>
          </a:xfrm>
          <a:custGeom>
            <a:avLst/>
            <a:gdLst>
              <a:gd name="T0" fmla="*/ 189 w 355"/>
              <a:gd name="T1" fmla="*/ 54 h 529"/>
              <a:gd name="T2" fmla="*/ 189 w 355"/>
              <a:gd name="T3" fmla="*/ 54 h 529"/>
              <a:gd name="T4" fmla="*/ 353 w 355"/>
              <a:gd name="T5" fmla="*/ 324 h 529"/>
              <a:gd name="T6" fmla="*/ 353 w 355"/>
              <a:gd name="T7" fmla="*/ 324 h 529"/>
              <a:gd name="T8" fmla="*/ 211 w 355"/>
              <a:gd name="T9" fmla="*/ 450 h 529"/>
              <a:gd name="T10" fmla="*/ 211 w 355"/>
              <a:gd name="T11" fmla="*/ 450 h 529"/>
              <a:gd name="T12" fmla="*/ 148 w 355"/>
              <a:gd name="T13" fmla="*/ 375 h 529"/>
              <a:gd name="T14" fmla="*/ 148 w 355"/>
              <a:gd name="T15" fmla="*/ 375 h 529"/>
              <a:gd name="T16" fmla="*/ 84 w 355"/>
              <a:gd name="T17" fmla="*/ 528 h 529"/>
              <a:gd name="T18" fmla="*/ 84 w 355"/>
              <a:gd name="T19" fmla="*/ 528 h 529"/>
              <a:gd name="T20" fmla="*/ 81 w 355"/>
              <a:gd name="T21" fmla="*/ 527 h 529"/>
              <a:gd name="T22" fmla="*/ 81 w 355"/>
              <a:gd name="T23" fmla="*/ 527 h 529"/>
              <a:gd name="T24" fmla="*/ 78 w 355"/>
              <a:gd name="T25" fmla="*/ 522 h 529"/>
              <a:gd name="T26" fmla="*/ 78 w 355"/>
              <a:gd name="T27" fmla="*/ 522 h 529"/>
              <a:gd name="T28" fmla="*/ 74 w 355"/>
              <a:gd name="T29" fmla="*/ 461 h 529"/>
              <a:gd name="T30" fmla="*/ 74 w 355"/>
              <a:gd name="T31" fmla="*/ 461 h 529"/>
              <a:gd name="T32" fmla="*/ 111 w 355"/>
              <a:gd name="T33" fmla="*/ 254 h 529"/>
              <a:gd name="T34" fmla="*/ 111 w 355"/>
              <a:gd name="T35" fmla="*/ 254 h 529"/>
              <a:gd name="T36" fmla="*/ 102 w 355"/>
              <a:gd name="T37" fmla="*/ 195 h 529"/>
              <a:gd name="T38" fmla="*/ 102 w 355"/>
              <a:gd name="T39" fmla="*/ 195 h 529"/>
              <a:gd name="T40" fmla="*/ 152 w 355"/>
              <a:gd name="T41" fmla="*/ 152 h 529"/>
              <a:gd name="T42" fmla="*/ 152 w 355"/>
              <a:gd name="T43" fmla="*/ 152 h 529"/>
              <a:gd name="T44" fmla="*/ 187 w 355"/>
              <a:gd name="T45" fmla="*/ 216 h 529"/>
              <a:gd name="T46" fmla="*/ 187 w 355"/>
              <a:gd name="T47" fmla="*/ 216 h 529"/>
              <a:gd name="T48" fmla="*/ 164 w 355"/>
              <a:gd name="T49" fmla="*/ 324 h 529"/>
              <a:gd name="T50" fmla="*/ 164 w 355"/>
              <a:gd name="T51" fmla="*/ 324 h 529"/>
              <a:gd name="T52" fmla="*/ 206 w 355"/>
              <a:gd name="T53" fmla="*/ 394 h 529"/>
              <a:gd name="T54" fmla="*/ 206 w 355"/>
              <a:gd name="T55" fmla="*/ 394 h 529"/>
              <a:gd name="T56" fmla="*/ 290 w 355"/>
              <a:gd name="T57" fmla="*/ 281 h 529"/>
              <a:gd name="T58" fmla="*/ 290 w 355"/>
              <a:gd name="T59" fmla="*/ 281 h 529"/>
              <a:gd name="T60" fmla="*/ 181 w 355"/>
              <a:gd name="T61" fmla="*/ 102 h 529"/>
              <a:gd name="T62" fmla="*/ 181 w 355"/>
              <a:gd name="T63" fmla="*/ 102 h 529"/>
              <a:gd name="T64" fmla="*/ 51 w 355"/>
              <a:gd name="T65" fmla="*/ 173 h 529"/>
              <a:gd name="T66" fmla="*/ 51 w 355"/>
              <a:gd name="T67" fmla="*/ 173 h 529"/>
              <a:gd name="T68" fmla="*/ 73 w 355"/>
              <a:gd name="T69" fmla="*/ 257 h 529"/>
              <a:gd name="T70" fmla="*/ 73 w 355"/>
              <a:gd name="T71" fmla="*/ 257 h 529"/>
              <a:gd name="T72" fmla="*/ 59 w 355"/>
              <a:gd name="T73" fmla="*/ 286 h 529"/>
              <a:gd name="T74" fmla="*/ 59 w 355"/>
              <a:gd name="T75" fmla="*/ 286 h 529"/>
              <a:gd name="T76" fmla="*/ 0 w 355"/>
              <a:gd name="T77" fmla="*/ 136 h 529"/>
              <a:gd name="T78" fmla="*/ 0 w 355"/>
              <a:gd name="T79" fmla="*/ 136 h 529"/>
              <a:gd name="T80" fmla="*/ 189 w 355"/>
              <a:gd name="T81" fmla="*/ 54 h 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355" h="529">
                <a:moveTo>
                  <a:pt x="189" y="54"/>
                </a:moveTo>
                <a:lnTo>
                  <a:pt x="189" y="54"/>
                </a:lnTo>
                <a:cubicBezTo>
                  <a:pt x="275" y="105"/>
                  <a:pt x="354" y="218"/>
                  <a:pt x="353" y="324"/>
                </a:cubicBezTo>
                <a:lnTo>
                  <a:pt x="353" y="324"/>
                </a:lnTo>
                <a:cubicBezTo>
                  <a:pt x="353" y="422"/>
                  <a:pt x="309" y="507"/>
                  <a:pt x="211" y="450"/>
                </a:cubicBezTo>
                <a:lnTo>
                  <a:pt x="211" y="450"/>
                </a:lnTo>
                <a:cubicBezTo>
                  <a:pt x="188" y="437"/>
                  <a:pt x="159" y="406"/>
                  <a:pt x="148" y="375"/>
                </a:cubicBezTo>
                <a:lnTo>
                  <a:pt x="148" y="375"/>
                </a:lnTo>
                <a:cubicBezTo>
                  <a:pt x="126" y="458"/>
                  <a:pt x="131" y="481"/>
                  <a:pt x="84" y="528"/>
                </a:cubicBezTo>
                <a:lnTo>
                  <a:pt x="84" y="528"/>
                </a:lnTo>
                <a:cubicBezTo>
                  <a:pt x="83" y="527"/>
                  <a:pt x="81" y="527"/>
                  <a:pt x="81" y="527"/>
                </a:cubicBezTo>
                <a:lnTo>
                  <a:pt x="81" y="527"/>
                </a:lnTo>
                <a:cubicBezTo>
                  <a:pt x="80" y="526"/>
                  <a:pt x="79" y="525"/>
                  <a:pt x="78" y="522"/>
                </a:cubicBezTo>
                <a:lnTo>
                  <a:pt x="78" y="522"/>
                </a:lnTo>
                <a:cubicBezTo>
                  <a:pt x="76" y="502"/>
                  <a:pt x="74" y="481"/>
                  <a:pt x="74" y="461"/>
                </a:cubicBezTo>
                <a:lnTo>
                  <a:pt x="74" y="461"/>
                </a:lnTo>
                <a:cubicBezTo>
                  <a:pt x="74" y="396"/>
                  <a:pt x="98" y="309"/>
                  <a:pt x="111" y="254"/>
                </a:cubicBezTo>
                <a:lnTo>
                  <a:pt x="111" y="254"/>
                </a:lnTo>
                <a:cubicBezTo>
                  <a:pt x="104" y="233"/>
                  <a:pt x="102" y="213"/>
                  <a:pt x="102" y="195"/>
                </a:cubicBezTo>
                <a:lnTo>
                  <a:pt x="102" y="195"/>
                </a:lnTo>
                <a:cubicBezTo>
                  <a:pt x="102" y="147"/>
                  <a:pt x="129" y="138"/>
                  <a:pt x="152" y="152"/>
                </a:cubicBezTo>
                <a:lnTo>
                  <a:pt x="152" y="152"/>
                </a:lnTo>
                <a:cubicBezTo>
                  <a:pt x="171" y="162"/>
                  <a:pt x="187" y="186"/>
                  <a:pt x="187" y="216"/>
                </a:cubicBezTo>
                <a:lnTo>
                  <a:pt x="187" y="216"/>
                </a:lnTo>
                <a:cubicBezTo>
                  <a:pt x="187" y="257"/>
                  <a:pt x="164" y="284"/>
                  <a:pt x="164" y="324"/>
                </a:cubicBezTo>
                <a:lnTo>
                  <a:pt x="164" y="324"/>
                </a:lnTo>
                <a:cubicBezTo>
                  <a:pt x="164" y="351"/>
                  <a:pt x="183" y="381"/>
                  <a:pt x="206" y="394"/>
                </a:cubicBezTo>
                <a:lnTo>
                  <a:pt x="206" y="394"/>
                </a:lnTo>
                <a:cubicBezTo>
                  <a:pt x="269" y="431"/>
                  <a:pt x="290" y="337"/>
                  <a:pt x="290" y="281"/>
                </a:cubicBezTo>
                <a:lnTo>
                  <a:pt x="290" y="281"/>
                </a:lnTo>
                <a:cubicBezTo>
                  <a:pt x="290" y="205"/>
                  <a:pt x="244" y="138"/>
                  <a:pt x="181" y="102"/>
                </a:cubicBezTo>
                <a:lnTo>
                  <a:pt x="181" y="102"/>
                </a:lnTo>
                <a:cubicBezTo>
                  <a:pt x="108" y="60"/>
                  <a:pt x="52" y="88"/>
                  <a:pt x="51" y="173"/>
                </a:cubicBezTo>
                <a:lnTo>
                  <a:pt x="51" y="173"/>
                </a:lnTo>
                <a:cubicBezTo>
                  <a:pt x="51" y="214"/>
                  <a:pt x="73" y="247"/>
                  <a:pt x="73" y="257"/>
                </a:cubicBezTo>
                <a:lnTo>
                  <a:pt x="73" y="257"/>
                </a:lnTo>
                <a:cubicBezTo>
                  <a:pt x="73" y="265"/>
                  <a:pt x="68" y="291"/>
                  <a:pt x="59" y="286"/>
                </a:cubicBezTo>
                <a:lnTo>
                  <a:pt x="59" y="286"/>
                </a:lnTo>
                <a:cubicBezTo>
                  <a:pt x="37" y="273"/>
                  <a:pt x="0" y="210"/>
                  <a:pt x="0" y="136"/>
                </a:cubicBezTo>
                <a:lnTo>
                  <a:pt x="0" y="136"/>
                </a:lnTo>
                <a:cubicBezTo>
                  <a:pt x="1" y="18"/>
                  <a:pt x="94" y="0"/>
                  <a:pt x="189" y="5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76">
            <a:extLst>
              <a:ext uri="{FF2B5EF4-FFF2-40B4-BE49-F238E27FC236}">
                <a16:creationId xmlns:a16="http://schemas.microsoft.com/office/drawing/2014/main" id="{AA7D7FF0-842F-5A4B-A067-3EBFCEC86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4538" y="4413600"/>
            <a:ext cx="4235141" cy="5745726"/>
          </a:xfrm>
          <a:custGeom>
            <a:avLst/>
            <a:gdLst>
              <a:gd name="T0" fmla="*/ 3392 w 3398"/>
              <a:gd name="T1" fmla="*/ 3089 h 4611"/>
              <a:gd name="T2" fmla="*/ 3377 w 3398"/>
              <a:gd name="T3" fmla="*/ 2925 h 4611"/>
              <a:gd name="T4" fmla="*/ 3351 w 3398"/>
              <a:gd name="T5" fmla="*/ 2759 h 4611"/>
              <a:gd name="T6" fmla="*/ 3320 w 3398"/>
              <a:gd name="T7" fmla="*/ 2605 h 4611"/>
              <a:gd name="T8" fmla="*/ 3259 w 3398"/>
              <a:gd name="T9" fmla="*/ 2379 h 4611"/>
              <a:gd name="T10" fmla="*/ 3195 w 3398"/>
              <a:gd name="T11" fmla="*/ 2186 h 4611"/>
              <a:gd name="T12" fmla="*/ 3095 w 3398"/>
              <a:gd name="T13" fmla="*/ 1942 h 4611"/>
              <a:gd name="T14" fmla="*/ 2994 w 3398"/>
              <a:gd name="T15" fmla="*/ 1729 h 4611"/>
              <a:gd name="T16" fmla="*/ 2872 w 3398"/>
              <a:gd name="T17" fmla="*/ 1507 h 4611"/>
              <a:gd name="T18" fmla="*/ 2754 w 3398"/>
              <a:gd name="T19" fmla="*/ 1318 h 4611"/>
              <a:gd name="T20" fmla="*/ 2596 w 3398"/>
              <a:gd name="T21" fmla="*/ 1095 h 4611"/>
              <a:gd name="T22" fmla="*/ 2425 w 3398"/>
              <a:gd name="T23" fmla="*/ 886 h 4611"/>
              <a:gd name="T24" fmla="*/ 2269 w 3398"/>
              <a:gd name="T25" fmla="*/ 717 h 4611"/>
              <a:gd name="T26" fmla="*/ 2134 w 3398"/>
              <a:gd name="T27" fmla="*/ 589 h 4611"/>
              <a:gd name="T28" fmla="*/ 1998 w 3398"/>
              <a:gd name="T29" fmla="*/ 473 h 4611"/>
              <a:gd name="T30" fmla="*/ 1873 w 3398"/>
              <a:gd name="T31" fmla="*/ 378 h 4611"/>
              <a:gd name="T32" fmla="*/ 1744 w 3398"/>
              <a:gd name="T33" fmla="*/ 291 h 4611"/>
              <a:gd name="T34" fmla="*/ 1568 w 3398"/>
              <a:gd name="T35" fmla="*/ 190 h 4611"/>
              <a:gd name="T36" fmla="*/ 1431 w 3398"/>
              <a:gd name="T37" fmla="*/ 125 h 4611"/>
              <a:gd name="T38" fmla="*/ 1271 w 3398"/>
              <a:gd name="T39" fmla="*/ 65 h 4611"/>
              <a:gd name="T40" fmla="*/ 1140 w 3398"/>
              <a:gd name="T41" fmla="*/ 30 h 4611"/>
              <a:gd name="T42" fmla="*/ 1023 w 3398"/>
              <a:gd name="T43" fmla="*/ 10 h 4611"/>
              <a:gd name="T44" fmla="*/ 884 w 3398"/>
              <a:gd name="T45" fmla="*/ 1 h 4611"/>
              <a:gd name="T46" fmla="*/ 737 w 3398"/>
              <a:gd name="T47" fmla="*/ 10 h 4611"/>
              <a:gd name="T48" fmla="*/ 614 w 3398"/>
              <a:gd name="T49" fmla="*/ 35 h 4611"/>
              <a:gd name="T50" fmla="*/ 496 w 3398"/>
              <a:gd name="T51" fmla="*/ 78 h 4611"/>
              <a:gd name="T52" fmla="*/ 78 w 3398"/>
              <a:gd name="T53" fmla="*/ 321 h 4611"/>
              <a:gd name="T54" fmla="*/ 215 w 3398"/>
              <a:gd name="T55" fmla="*/ 273 h 4611"/>
              <a:gd name="T56" fmla="*/ 365 w 3398"/>
              <a:gd name="T57" fmla="*/ 248 h 4611"/>
              <a:gd name="T58" fmla="*/ 547 w 3398"/>
              <a:gd name="T59" fmla="*/ 247 h 4611"/>
              <a:gd name="T60" fmla="*/ 709 w 3398"/>
              <a:gd name="T61" fmla="*/ 270 h 4611"/>
              <a:gd name="T62" fmla="*/ 879 w 3398"/>
              <a:gd name="T63" fmla="*/ 317 h 4611"/>
              <a:gd name="T64" fmla="*/ 1097 w 3398"/>
              <a:gd name="T65" fmla="*/ 407 h 4611"/>
              <a:gd name="T66" fmla="*/ 1326 w 3398"/>
              <a:gd name="T67" fmla="*/ 535 h 4611"/>
              <a:gd name="T68" fmla="*/ 1496 w 3398"/>
              <a:gd name="T69" fmla="*/ 651 h 4611"/>
              <a:gd name="T70" fmla="*/ 1675 w 3398"/>
              <a:gd name="T71" fmla="*/ 796 h 4611"/>
              <a:gd name="T72" fmla="*/ 1834 w 3398"/>
              <a:gd name="T73" fmla="*/ 944 h 4611"/>
              <a:gd name="T74" fmla="*/ 2070 w 3398"/>
              <a:gd name="T75" fmla="*/ 1203 h 4611"/>
              <a:gd name="T76" fmla="*/ 2274 w 3398"/>
              <a:gd name="T77" fmla="*/ 1471 h 4611"/>
              <a:gd name="T78" fmla="*/ 2432 w 3398"/>
              <a:gd name="T79" fmla="*/ 1714 h 4611"/>
              <a:gd name="T80" fmla="*/ 2576 w 3398"/>
              <a:gd name="T81" fmla="*/ 1971 h 4611"/>
              <a:gd name="T82" fmla="*/ 2716 w 3398"/>
              <a:gd name="T83" fmla="*/ 2276 h 4611"/>
              <a:gd name="T84" fmla="*/ 2841 w 3398"/>
              <a:gd name="T85" fmla="*/ 2626 h 4611"/>
              <a:gd name="T86" fmla="*/ 2901 w 3398"/>
              <a:gd name="T87" fmla="*/ 2849 h 4611"/>
              <a:gd name="T88" fmla="*/ 2943 w 3398"/>
              <a:gd name="T89" fmla="*/ 3059 h 4611"/>
              <a:gd name="T90" fmla="*/ 2969 w 3398"/>
              <a:gd name="T91" fmla="*/ 3273 h 4611"/>
              <a:gd name="T92" fmla="*/ 2978 w 3398"/>
              <a:gd name="T93" fmla="*/ 3541 h 4611"/>
              <a:gd name="T94" fmla="*/ 2965 w 3398"/>
              <a:gd name="T95" fmla="*/ 3724 h 4611"/>
              <a:gd name="T96" fmla="*/ 2933 w 3398"/>
              <a:gd name="T97" fmla="*/ 3916 h 4611"/>
              <a:gd name="T98" fmla="*/ 2876 w 3398"/>
              <a:gd name="T99" fmla="*/ 4104 h 4611"/>
              <a:gd name="T100" fmla="*/ 2788 w 3398"/>
              <a:gd name="T101" fmla="*/ 4288 h 4611"/>
              <a:gd name="T102" fmla="*/ 2705 w 3398"/>
              <a:gd name="T103" fmla="*/ 4407 h 4611"/>
              <a:gd name="T104" fmla="*/ 2611 w 3398"/>
              <a:gd name="T105" fmla="*/ 4507 h 4611"/>
              <a:gd name="T106" fmla="*/ 2503 w 3398"/>
              <a:gd name="T107" fmla="*/ 4589 h 4611"/>
              <a:gd name="T108" fmla="*/ 2970 w 3398"/>
              <a:gd name="T109" fmla="*/ 4312 h 4611"/>
              <a:gd name="T110" fmla="*/ 3075 w 3398"/>
              <a:gd name="T111" fmla="*/ 4220 h 4611"/>
              <a:gd name="T112" fmla="*/ 3163 w 3398"/>
              <a:gd name="T113" fmla="*/ 4112 h 4611"/>
              <a:gd name="T114" fmla="*/ 3225 w 3398"/>
              <a:gd name="T115" fmla="*/ 4014 h 4611"/>
              <a:gd name="T116" fmla="*/ 3298 w 3398"/>
              <a:gd name="T117" fmla="*/ 3854 h 4611"/>
              <a:gd name="T118" fmla="*/ 3341 w 3398"/>
              <a:gd name="T119" fmla="*/ 3716 h 4611"/>
              <a:gd name="T120" fmla="*/ 3375 w 3398"/>
              <a:gd name="T121" fmla="*/ 3543 h 4611"/>
              <a:gd name="T122" fmla="*/ 3391 w 3398"/>
              <a:gd name="T123" fmla="*/ 3408 h 4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8" h="4611">
                <a:moveTo>
                  <a:pt x="3397" y="3254"/>
                </a:moveTo>
                <a:lnTo>
                  <a:pt x="3397" y="3254"/>
                </a:lnTo>
                <a:cubicBezTo>
                  <a:pt x="3397" y="3252"/>
                  <a:pt x="3397" y="3250"/>
                  <a:pt x="3397" y="3249"/>
                </a:cubicBezTo>
                <a:lnTo>
                  <a:pt x="3397" y="3249"/>
                </a:lnTo>
                <a:cubicBezTo>
                  <a:pt x="3397" y="3225"/>
                  <a:pt x="3396" y="3202"/>
                  <a:pt x="3396" y="3178"/>
                </a:cubicBezTo>
                <a:lnTo>
                  <a:pt x="3396" y="3178"/>
                </a:lnTo>
                <a:cubicBezTo>
                  <a:pt x="3396" y="3175"/>
                  <a:pt x="3396" y="3173"/>
                  <a:pt x="3396" y="3170"/>
                </a:cubicBezTo>
                <a:lnTo>
                  <a:pt x="3396" y="3170"/>
                </a:lnTo>
                <a:cubicBezTo>
                  <a:pt x="3396" y="3165"/>
                  <a:pt x="3395" y="3159"/>
                  <a:pt x="3395" y="3154"/>
                </a:cubicBezTo>
                <a:lnTo>
                  <a:pt x="3395" y="3154"/>
                </a:lnTo>
                <a:cubicBezTo>
                  <a:pt x="3395" y="3149"/>
                  <a:pt x="3395" y="3143"/>
                  <a:pt x="3395" y="3137"/>
                </a:cubicBezTo>
                <a:lnTo>
                  <a:pt x="3395" y="3137"/>
                </a:lnTo>
                <a:cubicBezTo>
                  <a:pt x="3394" y="3125"/>
                  <a:pt x="3393" y="3113"/>
                  <a:pt x="3393" y="3101"/>
                </a:cubicBezTo>
                <a:lnTo>
                  <a:pt x="3393" y="3101"/>
                </a:lnTo>
                <a:cubicBezTo>
                  <a:pt x="3393" y="3097"/>
                  <a:pt x="3392" y="3093"/>
                  <a:pt x="3392" y="3089"/>
                </a:cubicBezTo>
                <a:lnTo>
                  <a:pt x="3392" y="3089"/>
                </a:lnTo>
                <a:cubicBezTo>
                  <a:pt x="3392" y="3088"/>
                  <a:pt x="3392" y="3087"/>
                  <a:pt x="3392" y="3085"/>
                </a:cubicBezTo>
                <a:lnTo>
                  <a:pt x="3392" y="3085"/>
                </a:lnTo>
                <a:cubicBezTo>
                  <a:pt x="3391" y="3071"/>
                  <a:pt x="3390" y="3056"/>
                  <a:pt x="3388" y="3041"/>
                </a:cubicBezTo>
                <a:lnTo>
                  <a:pt x="3388" y="3041"/>
                </a:lnTo>
                <a:cubicBezTo>
                  <a:pt x="3388" y="3037"/>
                  <a:pt x="3388" y="3033"/>
                  <a:pt x="3388" y="3029"/>
                </a:cubicBezTo>
                <a:lnTo>
                  <a:pt x="3388" y="3029"/>
                </a:lnTo>
                <a:cubicBezTo>
                  <a:pt x="3386" y="3020"/>
                  <a:pt x="3386" y="3010"/>
                  <a:pt x="3385" y="3000"/>
                </a:cubicBezTo>
                <a:lnTo>
                  <a:pt x="3385" y="3000"/>
                </a:lnTo>
                <a:cubicBezTo>
                  <a:pt x="3385" y="2998"/>
                  <a:pt x="3385" y="2995"/>
                  <a:pt x="3384" y="2992"/>
                </a:cubicBezTo>
                <a:lnTo>
                  <a:pt x="3384" y="2992"/>
                </a:lnTo>
                <a:cubicBezTo>
                  <a:pt x="3384" y="2987"/>
                  <a:pt x="3383" y="2981"/>
                  <a:pt x="3382" y="2975"/>
                </a:cubicBezTo>
                <a:lnTo>
                  <a:pt x="3382" y="2975"/>
                </a:lnTo>
                <a:cubicBezTo>
                  <a:pt x="3381" y="2964"/>
                  <a:pt x="3380" y="2953"/>
                  <a:pt x="3379" y="2942"/>
                </a:cubicBezTo>
                <a:lnTo>
                  <a:pt x="3379" y="2942"/>
                </a:lnTo>
                <a:cubicBezTo>
                  <a:pt x="3378" y="2936"/>
                  <a:pt x="3377" y="2931"/>
                  <a:pt x="3377" y="2925"/>
                </a:cubicBezTo>
                <a:lnTo>
                  <a:pt x="3377" y="2925"/>
                </a:lnTo>
                <a:cubicBezTo>
                  <a:pt x="3376" y="2922"/>
                  <a:pt x="3376" y="2919"/>
                  <a:pt x="3375" y="2915"/>
                </a:cubicBezTo>
                <a:lnTo>
                  <a:pt x="3375" y="2915"/>
                </a:lnTo>
                <a:cubicBezTo>
                  <a:pt x="3374" y="2906"/>
                  <a:pt x="3373" y="2898"/>
                  <a:pt x="3372" y="2889"/>
                </a:cubicBezTo>
                <a:lnTo>
                  <a:pt x="3372" y="2889"/>
                </a:lnTo>
                <a:cubicBezTo>
                  <a:pt x="3371" y="2884"/>
                  <a:pt x="3371" y="2880"/>
                  <a:pt x="3370" y="2875"/>
                </a:cubicBezTo>
                <a:lnTo>
                  <a:pt x="3370" y="2875"/>
                </a:lnTo>
                <a:cubicBezTo>
                  <a:pt x="3368" y="2859"/>
                  <a:pt x="3366" y="2843"/>
                  <a:pt x="3363" y="2828"/>
                </a:cubicBezTo>
                <a:lnTo>
                  <a:pt x="3363" y="2828"/>
                </a:lnTo>
                <a:cubicBezTo>
                  <a:pt x="3363" y="2827"/>
                  <a:pt x="3363" y="2826"/>
                  <a:pt x="3363" y="2826"/>
                </a:cubicBezTo>
                <a:lnTo>
                  <a:pt x="3363" y="2826"/>
                </a:lnTo>
                <a:cubicBezTo>
                  <a:pt x="3362" y="2822"/>
                  <a:pt x="3362" y="2819"/>
                  <a:pt x="3361" y="2816"/>
                </a:cubicBezTo>
                <a:lnTo>
                  <a:pt x="3361" y="2816"/>
                </a:lnTo>
                <a:cubicBezTo>
                  <a:pt x="3359" y="2802"/>
                  <a:pt x="3357" y="2789"/>
                  <a:pt x="3355" y="2776"/>
                </a:cubicBezTo>
                <a:lnTo>
                  <a:pt x="3355" y="2776"/>
                </a:lnTo>
                <a:cubicBezTo>
                  <a:pt x="3353" y="2770"/>
                  <a:pt x="3352" y="2764"/>
                  <a:pt x="3351" y="2759"/>
                </a:cubicBezTo>
                <a:lnTo>
                  <a:pt x="3351" y="2759"/>
                </a:lnTo>
                <a:cubicBezTo>
                  <a:pt x="3351" y="2753"/>
                  <a:pt x="3349" y="2746"/>
                  <a:pt x="3348" y="2739"/>
                </a:cubicBezTo>
                <a:lnTo>
                  <a:pt x="3348" y="2739"/>
                </a:lnTo>
                <a:cubicBezTo>
                  <a:pt x="3347" y="2735"/>
                  <a:pt x="3346" y="2730"/>
                  <a:pt x="3345" y="2726"/>
                </a:cubicBezTo>
                <a:lnTo>
                  <a:pt x="3345" y="2726"/>
                </a:lnTo>
                <a:cubicBezTo>
                  <a:pt x="3344" y="2720"/>
                  <a:pt x="3343" y="2713"/>
                  <a:pt x="3341" y="2707"/>
                </a:cubicBezTo>
                <a:lnTo>
                  <a:pt x="3341" y="2707"/>
                </a:lnTo>
                <a:cubicBezTo>
                  <a:pt x="3340" y="2696"/>
                  <a:pt x="3337" y="2685"/>
                  <a:pt x="3335" y="2674"/>
                </a:cubicBezTo>
                <a:lnTo>
                  <a:pt x="3335" y="2674"/>
                </a:lnTo>
                <a:cubicBezTo>
                  <a:pt x="3333" y="2668"/>
                  <a:pt x="3332" y="2662"/>
                  <a:pt x="3331" y="2656"/>
                </a:cubicBezTo>
                <a:lnTo>
                  <a:pt x="3331" y="2656"/>
                </a:lnTo>
                <a:cubicBezTo>
                  <a:pt x="3330" y="2654"/>
                  <a:pt x="3330" y="2651"/>
                  <a:pt x="3330" y="2649"/>
                </a:cubicBezTo>
                <a:lnTo>
                  <a:pt x="3330" y="2649"/>
                </a:lnTo>
                <a:cubicBezTo>
                  <a:pt x="3327" y="2638"/>
                  <a:pt x="3325" y="2628"/>
                  <a:pt x="3322" y="2618"/>
                </a:cubicBezTo>
                <a:lnTo>
                  <a:pt x="3322" y="2618"/>
                </a:lnTo>
                <a:cubicBezTo>
                  <a:pt x="3322" y="2614"/>
                  <a:pt x="3321" y="2610"/>
                  <a:pt x="3320" y="2605"/>
                </a:cubicBezTo>
                <a:lnTo>
                  <a:pt x="3320" y="2605"/>
                </a:lnTo>
                <a:cubicBezTo>
                  <a:pt x="3316" y="2590"/>
                  <a:pt x="3312" y="2574"/>
                  <a:pt x="3308" y="2557"/>
                </a:cubicBezTo>
                <a:lnTo>
                  <a:pt x="3308" y="2557"/>
                </a:lnTo>
                <a:cubicBezTo>
                  <a:pt x="3308" y="2557"/>
                  <a:pt x="3308" y="2556"/>
                  <a:pt x="3308" y="2555"/>
                </a:cubicBezTo>
                <a:lnTo>
                  <a:pt x="3308" y="2555"/>
                </a:lnTo>
                <a:cubicBezTo>
                  <a:pt x="3306" y="2551"/>
                  <a:pt x="3305" y="2547"/>
                  <a:pt x="3304" y="2542"/>
                </a:cubicBezTo>
                <a:lnTo>
                  <a:pt x="3304" y="2542"/>
                </a:lnTo>
                <a:cubicBezTo>
                  <a:pt x="3301" y="2529"/>
                  <a:pt x="3298" y="2517"/>
                  <a:pt x="3294" y="2504"/>
                </a:cubicBezTo>
                <a:lnTo>
                  <a:pt x="3294" y="2504"/>
                </a:lnTo>
                <a:cubicBezTo>
                  <a:pt x="3293" y="2498"/>
                  <a:pt x="3291" y="2492"/>
                  <a:pt x="3289" y="2486"/>
                </a:cubicBezTo>
                <a:lnTo>
                  <a:pt x="3289" y="2486"/>
                </a:lnTo>
                <a:cubicBezTo>
                  <a:pt x="3288" y="2479"/>
                  <a:pt x="3286" y="2472"/>
                  <a:pt x="3284" y="2465"/>
                </a:cubicBezTo>
                <a:lnTo>
                  <a:pt x="3284" y="2465"/>
                </a:lnTo>
                <a:cubicBezTo>
                  <a:pt x="3283" y="2462"/>
                  <a:pt x="3283" y="2460"/>
                  <a:pt x="3282" y="2458"/>
                </a:cubicBezTo>
                <a:lnTo>
                  <a:pt x="3282" y="2458"/>
                </a:lnTo>
                <a:cubicBezTo>
                  <a:pt x="3275" y="2432"/>
                  <a:pt x="3267" y="2405"/>
                  <a:pt x="3259" y="2379"/>
                </a:cubicBezTo>
                <a:lnTo>
                  <a:pt x="3259" y="2379"/>
                </a:lnTo>
                <a:cubicBezTo>
                  <a:pt x="3258" y="2377"/>
                  <a:pt x="3258" y="2375"/>
                  <a:pt x="3257" y="2373"/>
                </a:cubicBezTo>
                <a:lnTo>
                  <a:pt x="3257" y="2373"/>
                </a:lnTo>
                <a:cubicBezTo>
                  <a:pt x="3256" y="2370"/>
                  <a:pt x="3255" y="2367"/>
                  <a:pt x="3254" y="2364"/>
                </a:cubicBezTo>
                <a:lnTo>
                  <a:pt x="3254" y="2364"/>
                </a:lnTo>
                <a:cubicBezTo>
                  <a:pt x="3246" y="2338"/>
                  <a:pt x="3237" y="2311"/>
                  <a:pt x="3229" y="2285"/>
                </a:cubicBezTo>
                <a:lnTo>
                  <a:pt x="3229" y="2285"/>
                </a:lnTo>
                <a:cubicBezTo>
                  <a:pt x="3229" y="2284"/>
                  <a:pt x="3228" y="2284"/>
                  <a:pt x="3228" y="2282"/>
                </a:cubicBezTo>
                <a:lnTo>
                  <a:pt x="3228" y="2282"/>
                </a:lnTo>
                <a:lnTo>
                  <a:pt x="3228" y="2282"/>
                </a:lnTo>
                <a:lnTo>
                  <a:pt x="3228" y="2282"/>
                </a:lnTo>
                <a:cubicBezTo>
                  <a:pt x="3219" y="2256"/>
                  <a:pt x="3210" y="2229"/>
                  <a:pt x="3200" y="2203"/>
                </a:cubicBezTo>
                <a:lnTo>
                  <a:pt x="3200" y="2203"/>
                </a:lnTo>
                <a:cubicBezTo>
                  <a:pt x="3199" y="2200"/>
                  <a:pt x="3198" y="2197"/>
                  <a:pt x="3197" y="2194"/>
                </a:cubicBezTo>
                <a:lnTo>
                  <a:pt x="3197" y="2194"/>
                </a:lnTo>
                <a:cubicBezTo>
                  <a:pt x="3196" y="2191"/>
                  <a:pt x="3195" y="2189"/>
                  <a:pt x="3195" y="2186"/>
                </a:cubicBezTo>
                <a:lnTo>
                  <a:pt x="3195" y="2186"/>
                </a:lnTo>
                <a:cubicBezTo>
                  <a:pt x="3185" y="2161"/>
                  <a:pt x="3176" y="2137"/>
                  <a:pt x="3167" y="2112"/>
                </a:cubicBezTo>
                <a:lnTo>
                  <a:pt x="3167" y="2112"/>
                </a:lnTo>
                <a:cubicBezTo>
                  <a:pt x="3166" y="2111"/>
                  <a:pt x="3165" y="2109"/>
                  <a:pt x="3165" y="2108"/>
                </a:cubicBezTo>
                <a:lnTo>
                  <a:pt x="3165" y="2108"/>
                </a:lnTo>
                <a:cubicBezTo>
                  <a:pt x="3164" y="2106"/>
                  <a:pt x="3163" y="2103"/>
                  <a:pt x="3162" y="2100"/>
                </a:cubicBezTo>
                <a:lnTo>
                  <a:pt x="3162" y="2100"/>
                </a:lnTo>
                <a:cubicBezTo>
                  <a:pt x="3153" y="2078"/>
                  <a:pt x="3144" y="2056"/>
                  <a:pt x="3134" y="2033"/>
                </a:cubicBezTo>
                <a:lnTo>
                  <a:pt x="3134" y="2033"/>
                </a:lnTo>
                <a:cubicBezTo>
                  <a:pt x="3133" y="2030"/>
                  <a:pt x="3132" y="2027"/>
                  <a:pt x="3131" y="2024"/>
                </a:cubicBezTo>
                <a:lnTo>
                  <a:pt x="3131" y="2024"/>
                </a:lnTo>
                <a:cubicBezTo>
                  <a:pt x="3130" y="2022"/>
                  <a:pt x="3130" y="2020"/>
                  <a:pt x="3128" y="2019"/>
                </a:cubicBezTo>
                <a:lnTo>
                  <a:pt x="3128" y="2019"/>
                </a:lnTo>
                <a:cubicBezTo>
                  <a:pt x="3119" y="1994"/>
                  <a:pt x="3108" y="1971"/>
                  <a:pt x="3098" y="1947"/>
                </a:cubicBezTo>
                <a:lnTo>
                  <a:pt x="3098" y="1947"/>
                </a:lnTo>
                <a:cubicBezTo>
                  <a:pt x="3097" y="1945"/>
                  <a:pt x="3096" y="1943"/>
                  <a:pt x="3095" y="1942"/>
                </a:cubicBezTo>
                <a:lnTo>
                  <a:pt x="3095" y="1942"/>
                </a:lnTo>
                <a:cubicBezTo>
                  <a:pt x="3094" y="1938"/>
                  <a:pt x="3092" y="1936"/>
                  <a:pt x="3091" y="1932"/>
                </a:cubicBezTo>
                <a:lnTo>
                  <a:pt x="3091" y="1932"/>
                </a:lnTo>
                <a:cubicBezTo>
                  <a:pt x="3081" y="1909"/>
                  <a:pt x="3070" y="1887"/>
                  <a:pt x="3060" y="1864"/>
                </a:cubicBezTo>
                <a:lnTo>
                  <a:pt x="3060" y="1864"/>
                </a:lnTo>
                <a:cubicBezTo>
                  <a:pt x="3059" y="1862"/>
                  <a:pt x="3058" y="1860"/>
                  <a:pt x="3057" y="1857"/>
                </a:cubicBezTo>
                <a:lnTo>
                  <a:pt x="3057" y="1857"/>
                </a:lnTo>
                <a:cubicBezTo>
                  <a:pt x="3056" y="1857"/>
                  <a:pt x="3056" y="1856"/>
                  <a:pt x="3056" y="1856"/>
                </a:cubicBezTo>
                <a:lnTo>
                  <a:pt x="3056" y="1856"/>
                </a:lnTo>
                <a:cubicBezTo>
                  <a:pt x="3043" y="1828"/>
                  <a:pt x="3030" y="1801"/>
                  <a:pt x="3017" y="1773"/>
                </a:cubicBezTo>
                <a:lnTo>
                  <a:pt x="3017" y="1773"/>
                </a:lnTo>
                <a:cubicBezTo>
                  <a:pt x="3015" y="1771"/>
                  <a:pt x="3014" y="1768"/>
                  <a:pt x="3012" y="1765"/>
                </a:cubicBezTo>
                <a:lnTo>
                  <a:pt x="3012" y="1765"/>
                </a:lnTo>
                <a:cubicBezTo>
                  <a:pt x="3011" y="1762"/>
                  <a:pt x="3009" y="1759"/>
                  <a:pt x="3007" y="1755"/>
                </a:cubicBezTo>
                <a:lnTo>
                  <a:pt x="3007" y="1755"/>
                </a:lnTo>
                <a:cubicBezTo>
                  <a:pt x="3003" y="1747"/>
                  <a:pt x="2998" y="1738"/>
                  <a:pt x="2994" y="1729"/>
                </a:cubicBezTo>
                <a:lnTo>
                  <a:pt x="2994" y="1729"/>
                </a:lnTo>
                <a:cubicBezTo>
                  <a:pt x="2990" y="1720"/>
                  <a:pt x="2985" y="1712"/>
                  <a:pt x="2980" y="1703"/>
                </a:cubicBezTo>
                <a:lnTo>
                  <a:pt x="2980" y="1703"/>
                </a:lnTo>
                <a:cubicBezTo>
                  <a:pt x="2976" y="1694"/>
                  <a:pt x="2971" y="1685"/>
                  <a:pt x="2967" y="1677"/>
                </a:cubicBezTo>
                <a:lnTo>
                  <a:pt x="2967" y="1677"/>
                </a:lnTo>
                <a:cubicBezTo>
                  <a:pt x="2964" y="1671"/>
                  <a:pt x="2961" y="1666"/>
                  <a:pt x="2959" y="1661"/>
                </a:cubicBezTo>
                <a:lnTo>
                  <a:pt x="2959" y="1661"/>
                </a:lnTo>
                <a:cubicBezTo>
                  <a:pt x="2957" y="1658"/>
                  <a:pt x="2956" y="1656"/>
                  <a:pt x="2955" y="1654"/>
                </a:cubicBezTo>
                <a:lnTo>
                  <a:pt x="2955" y="1654"/>
                </a:lnTo>
                <a:cubicBezTo>
                  <a:pt x="2943" y="1631"/>
                  <a:pt x="2930" y="1608"/>
                  <a:pt x="2917" y="1586"/>
                </a:cubicBezTo>
                <a:lnTo>
                  <a:pt x="2917" y="1586"/>
                </a:lnTo>
                <a:cubicBezTo>
                  <a:pt x="2916" y="1583"/>
                  <a:pt x="2914" y="1580"/>
                  <a:pt x="2912" y="1576"/>
                </a:cubicBezTo>
                <a:lnTo>
                  <a:pt x="2912" y="1576"/>
                </a:lnTo>
                <a:cubicBezTo>
                  <a:pt x="2901" y="1557"/>
                  <a:pt x="2889" y="1537"/>
                  <a:pt x="2878" y="1517"/>
                </a:cubicBezTo>
                <a:lnTo>
                  <a:pt x="2878" y="1517"/>
                </a:lnTo>
                <a:cubicBezTo>
                  <a:pt x="2876" y="1514"/>
                  <a:pt x="2874" y="1511"/>
                  <a:pt x="2872" y="1507"/>
                </a:cubicBezTo>
                <a:lnTo>
                  <a:pt x="2872" y="1507"/>
                </a:lnTo>
                <a:cubicBezTo>
                  <a:pt x="2870" y="1504"/>
                  <a:pt x="2869" y="1501"/>
                  <a:pt x="2867" y="1498"/>
                </a:cubicBezTo>
                <a:lnTo>
                  <a:pt x="2867" y="1498"/>
                </a:lnTo>
                <a:cubicBezTo>
                  <a:pt x="2861" y="1489"/>
                  <a:pt x="2856" y="1479"/>
                  <a:pt x="2850" y="1471"/>
                </a:cubicBezTo>
                <a:lnTo>
                  <a:pt x="2850" y="1471"/>
                </a:lnTo>
                <a:cubicBezTo>
                  <a:pt x="2845" y="1462"/>
                  <a:pt x="2840" y="1454"/>
                  <a:pt x="2835" y="1446"/>
                </a:cubicBezTo>
                <a:lnTo>
                  <a:pt x="2835" y="1446"/>
                </a:lnTo>
                <a:cubicBezTo>
                  <a:pt x="2830" y="1437"/>
                  <a:pt x="2824" y="1428"/>
                  <a:pt x="2819" y="1419"/>
                </a:cubicBezTo>
                <a:lnTo>
                  <a:pt x="2819" y="1419"/>
                </a:lnTo>
                <a:cubicBezTo>
                  <a:pt x="2814" y="1411"/>
                  <a:pt x="2809" y="1403"/>
                  <a:pt x="2804" y="1396"/>
                </a:cubicBezTo>
                <a:lnTo>
                  <a:pt x="2804" y="1396"/>
                </a:lnTo>
                <a:cubicBezTo>
                  <a:pt x="2798" y="1386"/>
                  <a:pt x="2793" y="1378"/>
                  <a:pt x="2787" y="1369"/>
                </a:cubicBezTo>
                <a:lnTo>
                  <a:pt x="2787" y="1369"/>
                </a:lnTo>
                <a:cubicBezTo>
                  <a:pt x="2782" y="1361"/>
                  <a:pt x="2777" y="1353"/>
                  <a:pt x="2772" y="1345"/>
                </a:cubicBezTo>
                <a:lnTo>
                  <a:pt x="2772" y="1345"/>
                </a:lnTo>
                <a:cubicBezTo>
                  <a:pt x="2766" y="1336"/>
                  <a:pt x="2760" y="1327"/>
                  <a:pt x="2754" y="1318"/>
                </a:cubicBezTo>
                <a:lnTo>
                  <a:pt x="2754" y="1318"/>
                </a:lnTo>
                <a:cubicBezTo>
                  <a:pt x="2750" y="1313"/>
                  <a:pt x="2747" y="1307"/>
                  <a:pt x="2743" y="1301"/>
                </a:cubicBezTo>
                <a:lnTo>
                  <a:pt x="2743" y="1301"/>
                </a:lnTo>
                <a:cubicBezTo>
                  <a:pt x="2742" y="1300"/>
                  <a:pt x="2741" y="1298"/>
                  <a:pt x="2740" y="1297"/>
                </a:cubicBezTo>
                <a:lnTo>
                  <a:pt x="2740" y="1297"/>
                </a:lnTo>
                <a:cubicBezTo>
                  <a:pt x="2724" y="1274"/>
                  <a:pt x="2709" y="1251"/>
                  <a:pt x="2693" y="1228"/>
                </a:cubicBezTo>
                <a:lnTo>
                  <a:pt x="2693" y="1228"/>
                </a:lnTo>
                <a:cubicBezTo>
                  <a:pt x="2690" y="1224"/>
                  <a:pt x="2686" y="1219"/>
                  <a:pt x="2683" y="1214"/>
                </a:cubicBezTo>
                <a:lnTo>
                  <a:pt x="2683" y="1214"/>
                </a:lnTo>
                <a:cubicBezTo>
                  <a:pt x="2667" y="1191"/>
                  <a:pt x="2650" y="1167"/>
                  <a:pt x="2633" y="1144"/>
                </a:cubicBezTo>
                <a:lnTo>
                  <a:pt x="2633" y="1144"/>
                </a:lnTo>
                <a:lnTo>
                  <a:pt x="2633" y="1144"/>
                </a:lnTo>
                <a:lnTo>
                  <a:pt x="2633" y="1144"/>
                </a:lnTo>
                <a:cubicBezTo>
                  <a:pt x="2633" y="1144"/>
                  <a:pt x="2632" y="1143"/>
                  <a:pt x="2631" y="1143"/>
                </a:cubicBezTo>
                <a:lnTo>
                  <a:pt x="2631" y="1143"/>
                </a:lnTo>
                <a:cubicBezTo>
                  <a:pt x="2620" y="1127"/>
                  <a:pt x="2608" y="1111"/>
                  <a:pt x="2596" y="1095"/>
                </a:cubicBezTo>
                <a:lnTo>
                  <a:pt x="2596" y="1095"/>
                </a:lnTo>
                <a:cubicBezTo>
                  <a:pt x="2592" y="1090"/>
                  <a:pt x="2588" y="1084"/>
                  <a:pt x="2583" y="1079"/>
                </a:cubicBezTo>
                <a:lnTo>
                  <a:pt x="2583" y="1079"/>
                </a:lnTo>
                <a:cubicBezTo>
                  <a:pt x="2575" y="1068"/>
                  <a:pt x="2567" y="1057"/>
                  <a:pt x="2559" y="1047"/>
                </a:cubicBezTo>
                <a:lnTo>
                  <a:pt x="2559" y="1047"/>
                </a:lnTo>
                <a:cubicBezTo>
                  <a:pt x="2557" y="1045"/>
                  <a:pt x="2557" y="1044"/>
                  <a:pt x="2555" y="1043"/>
                </a:cubicBezTo>
                <a:lnTo>
                  <a:pt x="2555" y="1043"/>
                </a:lnTo>
                <a:cubicBezTo>
                  <a:pt x="2554" y="1041"/>
                  <a:pt x="2552" y="1039"/>
                  <a:pt x="2551" y="1036"/>
                </a:cubicBezTo>
                <a:lnTo>
                  <a:pt x="2551" y="1036"/>
                </a:lnTo>
                <a:cubicBezTo>
                  <a:pt x="2530" y="1011"/>
                  <a:pt x="2510" y="985"/>
                  <a:pt x="2489" y="960"/>
                </a:cubicBezTo>
                <a:lnTo>
                  <a:pt x="2489" y="960"/>
                </a:lnTo>
                <a:cubicBezTo>
                  <a:pt x="2488" y="960"/>
                  <a:pt x="2488" y="960"/>
                  <a:pt x="2488" y="960"/>
                </a:cubicBezTo>
                <a:lnTo>
                  <a:pt x="2488" y="960"/>
                </a:lnTo>
                <a:cubicBezTo>
                  <a:pt x="2488" y="959"/>
                  <a:pt x="2487" y="958"/>
                  <a:pt x="2486" y="958"/>
                </a:cubicBezTo>
                <a:lnTo>
                  <a:pt x="2486" y="958"/>
                </a:lnTo>
                <a:cubicBezTo>
                  <a:pt x="2466" y="933"/>
                  <a:pt x="2446" y="909"/>
                  <a:pt x="2425" y="886"/>
                </a:cubicBezTo>
                <a:lnTo>
                  <a:pt x="2425" y="886"/>
                </a:lnTo>
                <a:cubicBezTo>
                  <a:pt x="2424" y="884"/>
                  <a:pt x="2422" y="882"/>
                  <a:pt x="2421" y="881"/>
                </a:cubicBezTo>
                <a:lnTo>
                  <a:pt x="2421" y="881"/>
                </a:lnTo>
                <a:cubicBezTo>
                  <a:pt x="2420" y="880"/>
                  <a:pt x="2419" y="879"/>
                  <a:pt x="2418" y="878"/>
                </a:cubicBezTo>
                <a:lnTo>
                  <a:pt x="2418" y="878"/>
                </a:lnTo>
                <a:cubicBezTo>
                  <a:pt x="2399" y="856"/>
                  <a:pt x="2379" y="834"/>
                  <a:pt x="2358" y="812"/>
                </a:cubicBezTo>
                <a:lnTo>
                  <a:pt x="2358" y="812"/>
                </a:lnTo>
                <a:cubicBezTo>
                  <a:pt x="2357" y="810"/>
                  <a:pt x="2355" y="808"/>
                  <a:pt x="2353" y="805"/>
                </a:cubicBezTo>
                <a:lnTo>
                  <a:pt x="2353" y="805"/>
                </a:lnTo>
                <a:cubicBezTo>
                  <a:pt x="2351" y="804"/>
                  <a:pt x="2350" y="802"/>
                  <a:pt x="2348" y="800"/>
                </a:cubicBezTo>
                <a:lnTo>
                  <a:pt x="2348" y="800"/>
                </a:lnTo>
                <a:cubicBezTo>
                  <a:pt x="2328" y="778"/>
                  <a:pt x="2307" y="757"/>
                  <a:pt x="2286" y="736"/>
                </a:cubicBezTo>
                <a:lnTo>
                  <a:pt x="2286" y="736"/>
                </a:lnTo>
                <a:cubicBezTo>
                  <a:pt x="2284" y="734"/>
                  <a:pt x="2283" y="732"/>
                  <a:pt x="2282" y="731"/>
                </a:cubicBezTo>
                <a:lnTo>
                  <a:pt x="2282" y="731"/>
                </a:lnTo>
                <a:cubicBezTo>
                  <a:pt x="2277" y="726"/>
                  <a:pt x="2273" y="722"/>
                  <a:pt x="2269" y="717"/>
                </a:cubicBezTo>
                <a:lnTo>
                  <a:pt x="2269" y="717"/>
                </a:lnTo>
                <a:cubicBezTo>
                  <a:pt x="2263" y="712"/>
                  <a:pt x="2258" y="706"/>
                  <a:pt x="2252" y="701"/>
                </a:cubicBezTo>
                <a:lnTo>
                  <a:pt x="2252" y="701"/>
                </a:lnTo>
                <a:cubicBezTo>
                  <a:pt x="2245" y="693"/>
                  <a:pt x="2237" y="686"/>
                  <a:pt x="2230" y="679"/>
                </a:cubicBezTo>
                <a:lnTo>
                  <a:pt x="2230" y="679"/>
                </a:lnTo>
                <a:cubicBezTo>
                  <a:pt x="2224" y="673"/>
                  <a:pt x="2219" y="668"/>
                  <a:pt x="2213" y="663"/>
                </a:cubicBezTo>
                <a:lnTo>
                  <a:pt x="2213" y="663"/>
                </a:lnTo>
                <a:cubicBezTo>
                  <a:pt x="2212" y="662"/>
                  <a:pt x="2210" y="660"/>
                  <a:pt x="2208" y="658"/>
                </a:cubicBezTo>
                <a:lnTo>
                  <a:pt x="2208" y="658"/>
                </a:lnTo>
                <a:cubicBezTo>
                  <a:pt x="2202" y="652"/>
                  <a:pt x="2196" y="647"/>
                  <a:pt x="2190" y="641"/>
                </a:cubicBezTo>
                <a:lnTo>
                  <a:pt x="2190" y="641"/>
                </a:lnTo>
                <a:cubicBezTo>
                  <a:pt x="2185" y="636"/>
                  <a:pt x="2179" y="630"/>
                  <a:pt x="2174" y="626"/>
                </a:cubicBezTo>
                <a:lnTo>
                  <a:pt x="2174" y="626"/>
                </a:lnTo>
                <a:cubicBezTo>
                  <a:pt x="2165" y="618"/>
                  <a:pt x="2157" y="610"/>
                  <a:pt x="2149" y="603"/>
                </a:cubicBezTo>
                <a:lnTo>
                  <a:pt x="2149" y="603"/>
                </a:lnTo>
                <a:cubicBezTo>
                  <a:pt x="2144" y="598"/>
                  <a:pt x="2139" y="594"/>
                  <a:pt x="2134" y="589"/>
                </a:cubicBezTo>
                <a:lnTo>
                  <a:pt x="2134" y="589"/>
                </a:lnTo>
                <a:cubicBezTo>
                  <a:pt x="2133" y="588"/>
                  <a:pt x="2132" y="588"/>
                  <a:pt x="2132" y="586"/>
                </a:cubicBezTo>
                <a:lnTo>
                  <a:pt x="2132" y="586"/>
                </a:lnTo>
                <a:cubicBezTo>
                  <a:pt x="2122" y="578"/>
                  <a:pt x="2113" y="570"/>
                  <a:pt x="2104" y="563"/>
                </a:cubicBezTo>
                <a:lnTo>
                  <a:pt x="2104" y="563"/>
                </a:lnTo>
                <a:cubicBezTo>
                  <a:pt x="2101" y="559"/>
                  <a:pt x="2097" y="557"/>
                  <a:pt x="2094" y="553"/>
                </a:cubicBezTo>
                <a:lnTo>
                  <a:pt x="2094" y="553"/>
                </a:lnTo>
                <a:cubicBezTo>
                  <a:pt x="2080" y="542"/>
                  <a:pt x="2067" y="530"/>
                  <a:pt x="2054" y="519"/>
                </a:cubicBezTo>
                <a:lnTo>
                  <a:pt x="2054" y="519"/>
                </a:lnTo>
                <a:cubicBezTo>
                  <a:pt x="2053" y="519"/>
                  <a:pt x="2053" y="519"/>
                  <a:pt x="2053" y="519"/>
                </a:cubicBezTo>
                <a:lnTo>
                  <a:pt x="2053" y="519"/>
                </a:lnTo>
                <a:cubicBezTo>
                  <a:pt x="2050" y="516"/>
                  <a:pt x="2048" y="514"/>
                  <a:pt x="2045" y="512"/>
                </a:cubicBezTo>
                <a:lnTo>
                  <a:pt x="2045" y="512"/>
                </a:lnTo>
                <a:cubicBezTo>
                  <a:pt x="2034" y="503"/>
                  <a:pt x="2024" y="494"/>
                  <a:pt x="2012" y="485"/>
                </a:cubicBezTo>
                <a:lnTo>
                  <a:pt x="2012" y="485"/>
                </a:lnTo>
                <a:cubicBezTo>
                  <a:pt x="2008" y="481"/>
                  <a:pt x="2003" y="477"/>
                  <a:pt x="1998" y="473"/>
                </a:cubicBezTo>
                <a:lnTo>
                  <a:pt x="1998" y="473"/>
                </a:lnTo>
                <a:cubicBezTo>
                  <a:pt x="1991" y="467"/>
                  <a:pt x="1984" y="462"/>
                  <a:pt x="1976" y="456"/>
                </a:cubicBezTo>
                <a:lnTo>
                  <a:pt x="1976" y="456"/>
                </a:lnTo>
                <a:cubicBezTo>
                  <a:pt x="1974" y="454"/>
                  <a:pt x="1973" y="453"/>
                  <a:pt x="1972" y="452"/>
                </a:cubicBezTo>
                <a:lnTo>
                  <a:pt x="1972" y="452"/>
                </a:lnTo>
                <a:cubicBezTo>
                  <a:pt x="1967" y="448"/>
                  <a:pt x="1961" y="444"/>
                  <a:pt x="1956" y="440"/>
                </a:cubicBezTo>
                <a:lnTo>
                  <a:pt x="1956" y="440"/>
                </a:lnTo>
                <a:cubicBezTo>
                  <a:pt x="1948" y="433"/>
                  <a:pt x="1939" y="427"/>
                  <a:pt x="1930" y="421"/>
                </a:cubicBezTo>
                <a:lnTo>
                  <a:pt x="1930" y="421"/>
                </a:lnTo>
                <a:cubicBezTo>
                  <a:pt x="1925" y="416"/>
                  <a:pt x="1919" y="412"/>
                  <a:pt x="1914" y="408"/>
                </a:cubicBezTo>
                <a:lnTo>
                  <a:pt x="1914" y="408"/>
                </a:lnTo>
                <a:cubicBezTo>
                  <a:pt x="1909" y="405"/>
                  <a:pt x="1905" y="401"/>
                  <a:pt x="1900" y="397"/>
                </a:cubicBezTo>
                <a:lnTo>
                  <a:pt x="1900" y="397"/>
                </a:lnTo>
                <a:cubicBezTo>
                  <a:pt x="1896" y="395"/>
                  <a:pt x="1893" y="393"/>
                  <a:pt x="1889" y="390"/>
                </a:cubicBezTo>
                <a:lnTo>
                  <a:pt x="1889" y="390"/>
                </a:lnTo>
                <a:cubicBezTo>
                  <a:pt x="1884" y="386"/>
                  <a:pt x="1878" y="381"/>
                  <a:pt x="1873" y="378"/>
                </a:cubicBezTo>
                <a:lnTo>
                  <a:pt x="1873" y="378"/>
                </a:lnTo>
                <a:cubicBezTo>
                  <a:pt x="1864" y="372"/>
                  <a:pt x="1856" y="366"/>
                  <a:pt x="1847" y="359"/>
                </a:cubicBezTo>
                <a:lnTo>
                  <a:pt x="1847" y="359"/>
                </a:lnTo>
                <a:cubicBezTo>
                  <a:pt x="1842" y="356"/>
                  <a:pt x="1837" y="352"/>
                  <a:pt x="1831" y="348"/>
                </a:cubicBezTo>
                <a:lnTo>
                  <a:pt x="1831" y="348"/>
                </a:lnTo>
                <a:cubicBezTo>
                  <a:pt x="1829" y="347"/>
                  <a:pt x="1826" y="346"/>
                  <a:pt x="1824" y="344"/>
                </a:cubicBezTo>
                <a:lnTo>
                  <a:pt x="1824" y="344"/>
                </a:lnTo>
                <a:cubicBezTo>
                  <a:pt x="1817" y="339"/>
                  <a:pt x="1810" y="334"/>
                  <a:pt x="1802" y="329"/>
                </a:cubicBezTo>
                <a:lnTo>
                  <a:pt x="1802" y="329"/>
                </a:lnTo>
                <a:cubicBezTo>
                  <a:pt x="1799" y="327"/>
                  <a:pt x="1795" y="323"/>
                  <a:pt x="1790" y="321"/>
                </a:cubicBezTo>
                <a:lnTo>
                  <a:pt x="1790" y="321"/>
                </a:lnTo>
                <a:cubicBezTo>
                  <a:pt x="1777" y="312"/>
                  <a:pt x="1763" y="303"/>
                  <a:pt x="1750" y="295"/>
                </a:cubicBezTo>
                <a:lnTo>
                  <a:pt x="1750" y="295"/>
                </a:lnTo>
                <a:cubicBezTo>
                  <a:pt x="1749" y="294"/>
                  <a:pt x="1749" y="294"/>
                  <a:pt x="1749" y="294"/>
                </a:cubicBezTo>
                <a:lnTo>
                  <a:pt x="1749" y="294"/>
                </a:lnTo>
                <a:cubicBezTo>
                  <a:pt x="1748" y="293"/>
                  <a:pt x="1746" y="292"/>
                  <a:pt x="1744" y="291"/>
                </a:cubicBezTo>
                <a:lnTo>
                  <a:pt x="1744" y="291"/>
                </a:lnTo>
                <a:cubicBezTo>
                  <a:pt x="1732" y="284"/>
                  <a:pt x="1720" y="276"/>
                  <a:pt x="1708" y="268"/>
                </a:cubicBezTo>
                <a:lnTo>
                  <a:pt x="1708" y="268"/>
                </a:lnTo>
                <a:cubicBezTo>
                  <a:pt x="1704" y="266"/>
                  <a:pt x="1699" y="263"/>
                  <a:pt x="1694" y="260"/>
                </a:cubicBezTo>
                <a:lnTo>
                  <a:pt x="1694" y="260"/>
                </a:lnTo>
                <a:cubicBezTo>
                  <a:pt x="1688" y="257"/>
                  <a:pt x="1682" y="253"/>
                  <a:pt x="1676" y="249"/>
                </a:cubicBezTo>
                <a:lnTo>
                  <a:pt x="1676" y="249"/>
                </a:lnTo>
                <a:cubicBezTo>
                  <a:pt x="1670" y="246"/>
                  <a:pt x="1664" y="243"/>
                  <a:pt x="1659" y="240"/>
                </a:cubicBezTo>
                <a:lnTo>
                  <a:pt x="1659" y="240"/>
                </a:lnTo>
                <a:cubicBezTo>
                  <a:pt x="1642" y="229"/>
                  <a:pt x="1625" y="220"/>
                  <a:pt x="1608" y="211"/>
                </a:cubicBezTo>
                <a:lnTo>
                  <a:pt x="1608" y="211"/>
                </a:lnTo>
                <a:cubicBezTo>
                  <a:pt x="1606" y="210"/>
                  <a:pt x="1605" y="209"/>
                  <a:pt x="1603" y="208"/>
                </a:cubicBezTo>
                <a:lnTo>
                  <a:pt x="1603" y="208"/>
                </a:lnTo>
                <a:cubicBezTo>
                  <a:pt x="1593" y="202"/>
                  <a:pt x="1582" y="197"/>
                  <a:pt x="1572" y="191"/>
                </a:cubicBezTo>
                <a:lnTo>
                  <a:pt x="1572" y="191"/>
                </a:lnTo>
                <a:cubicBezTo>
                  <a:pt x="1571" y="191"/>
                  <a:pt x="1570" y="190"/>
                  <a:pt x="1568" y="190"/>
                </a:cubicBezTo>
                <a:lnTo>
                  <a:pt x="1568" y="190"/>
                </a:lnTo>
                <a:cubicBezTo>
                  <a:pt x="1556" y="184"/>
                  <a:pt x="1544" y="177"/>
                  <a:pt x="1532" y="171"/>
                </a:cubicBezTo>
                <a:lnTo>
                  <a:pt x="1532" y="171"/>
                </a:lnTo>
                <a:cubicBezTo>
                  <a:pt x="1531" y="171"/>
                  <a:pt x="1529" y="170"/>
                  <a:pt x="1527" y="169"/>
                </a:cubicBezTo>
                <a:lnTo>
                  <a:pt x="1527" y="169"/>
                </a:lnTo>
                <a:cubicBezTo>
                  <a:pt x="1523" y="167"/>
                  <a:pt x="1519" y="165"/>
                  <a:pt x="1515" y="163"/>
                </a:cubicBezTo>
                <a:lnTo>
                  <a:pt x="1515" y="163"/>
                </a:lnTo>
                <a:cubicBezTo>
                  <a:pt x="1505" y="158"/>
                  <a:pt x="1496" y="154"/>
                  <a:pt x="1486" y="150"/>
                </a:cubicBezTo>
                <a:lnTo>
                  <a:pt x="1486" y="150"/>
                </a:lnTo>
                <a:cubicBezTo>
                  <a:pt x="1481" y="147"/>
                  <a:pt x="1477" y="145"/>
                  <a:pt x="1472" y="143"/>
                </a:cubicBezTo>
                <a:lnTo>
                  <a:pt x="1472" y="143"/>
                </a:lnTo>
                <a:cubicBezTo>
                  <a:pt x="1469" y="141"/>
                  <a:pt x="1465" y="140"/>
                  <a:pt x="1461" y="138"/>
                </a:cubicBezTo>
                <a:lnTo>
                  <a:pt x="1461" y="138"/>
                </a:lnTo>
                <a:cubicBezTo>
                  <a:pt x="1456" y="136"/>
                  <a:pt x="1450" y="133"/>
                  <a:pt x="1444" y="131"/>
                </a:cubicBezTo>
                <a:lnTo>
                  <a:pt x="1444" y="131"/>
                </a:lnTo>
                <a:cubicBezTo>
                  <a:pt x="1440" y="129"/>
                  <a:pt x="1436" y="127"/>
                  <a:pt x="1431" y="125"/>
                </a:cubicBezTo>
                <a:lnTo>
                  <a:pt x="1431" y="125"/>
                </a:lnTo>
                <a:cubicBezTo>
                  <a:pt x="1418" y="119"/>
                  <a:pt x="1405" y="114"/>
                  <a:pt x="1392" y="108"/>
                </a:cubicBezTo>
                <a:lnTo>
                  <a:pt x="1392" y="108"/>
                </a:lnTo>
                <a:lnTo>
                  <a:pt x="1392" y="108"/>
                </a:lnTo>
                <a:lnTo>
                  <a:pt x="1392" y="108"/>
                </a:lnTo>
                <a:cubicBezTo>
                  <a:pt x="1378" y="103"/>
                  <a:pt x="1365" y="98"/>
                  <a:pt x="1352" y="93"/>
                </a:cubicBezTo>
                <a:lnTo>
                  <a:pt x="1352" y="93"/>
                </a:lnTo>
                <a:cubicBezTo>
                  <a:pt x="1348" y="92"/>
                  <a:pt x="1343" y="90"/>
                  <a:pt x="1339" y="89"/>
                </a:cubicBezTo>
                <a:lnTo>
                  <a:pt x="1339" y="89"/>
                </a:lnTo>
                <a:cubicBezTo>
                  <a:pt x="1334" y="86"/>
                  <a:pt x="1327" y="84"/>
                  <a:pt x="1321" y="82"/>
                </a:cubicBezTo>
                <a:lnTo>
                  <a:pt x="1321" y="82"/>
                </a:lnTo>
                <a:cubicBezTo>
                  <a:pt x="1318" y="81"/>
                  <a:pt x="1315" y="80"/>
                  <a:pt x="1312" y="79"/>
                </a:cubicBezTo>
                <a:lnTo>
                  <a:pt x="1312" y="79"/>
                </a:lnTo>
                <a:cubicBezTo>
                  <a:pt x="1307" y="77"/>
                  <a:pt x="1302" y="76"/>
                  <a:pt x="1297" y="74"/>
                </a:cubicBezTo>
                <a:lnTo>
                  <a:pt x="1297" y="74"/>
                </a:lnTo>
                <a:cubicBezTo>
                  <a:pt x="1289" y="71"/>
                  <a:pt x="1280" y="69"/>
                  <a:pt x="1271" y="65"/>
                </a:cubicBezTo>
                <a:lnTo>
                  <a:pt x="1271" y="65"/>
                </a:lnTo>
                <a:cubicBezTo>
                  <a:pt x="1267" y="64"/>
                  <a:pt x="1262" y="62"/>
                  <a:pt x="1258" y="61"/>
                </a:cubicBezTo>
                <a:lnTo>
                  <a:pt x="1258" y="61"/>
                </a:lnTo>
                <a:cubicBezTo>
                  <a:pt x="1256" y="60"/>
                  <a:pt x="1253" y="60"/>
                  <a:pt x="1251" y="59"/>
                </a:cubicBezTo>
                <a:lnTo>
                  <a:pt x="1251" y="59"/>
                </a:lnTo>
                <a:cubicBezTo>
                  <a:pt x="1244" y="57"/>
                  <a:pt x="1238" y="55"/>
                  <a:pt x="1230" y="53"/>
                </a:cubicBezTo>
                <a:lnTo>
                  <a:pt x="1230" y="53"/>
                </a:lnTo>
                <a:cubicBezTo>
                  <a:pt x="1226" y="52"/>
                  <a:pt x="1222" y="51"/>
                  <a:pt x="1218" y="49"/>
                </a:cubicBezTo>
                <a:lnTo>
                  <a:pt x="1218" y="49"/>
                </a:lnTo>
                <a:cubicBezTo>
                  <a:pt x="1205" y="46"/>
                  <a:pt x="1192" y="43"/>
                  <a:pt x="1180" y="39"/>
                </a:cubicBezTo>
                <a:lnTo>
                  <a:pt x="1180" y="39"/>
                </a:lnTo>
                <a:cubicBezTo>
                  <a:pt x="1180" y="39"/>
                  <a:pt x="1180" y="39"/>
                  <a:pt x="1179" y="39"/>
                </a:cubicBezTo>
                <a:lnTo>
                  <a:pt x="1179" y="39"/>
                </a:lnTo>
                <a:cubicBezTo>
                  <a:pt x="1177" y="39"/>
                  <a:pt x="1176" y="38"/>
                  <a:pt x="1174" y="38"/>
                </a:cubicBezTo>
                <a:lnTo>
                  <a:pt x="1174" y="38"/>
                </a:lnTo>
                <a:cubicBezTo>
                  <a:pt x="1163" y="35"/>
                  <a:pt x="1151" y="32"/>
                  <a:pt x="1140" y="30"/>
                </a:cubicBezTo>
                <a:lnTo>
                  <a:pt x="1140" y="30"/>
                </a:lnTo>
                <a:cubicBezTo>
                  <a:pt x="1135" y="29"/>
                  <a:pt x="1131" y="28"/>
                  <a:pt x="1127" y="27"/>
                </a:cubicBezTo>
                <a:lnTo>
                  <a:pt x="1127" y="27"/>
                </a:lnTo>
                <a:cubicBezTo>
                  <a:pt x="1121" y="26"/>
                  <a:pt x="1114" y="24"/>
                  <a:pt x="1108" y="23"/>
                </a:cubicBezTo>
                <a:lnTo>
                  <a:pt x="1108" y="23"/>
                </a:lnTo>
                <a:cubicBezTo>
                  <a:pt x="1106" y="23"/>
                  <a:pt x="1104" y="23"/>
                  <a:pt x="1102" y="23"/>
                </a:cubicBezTo>
                <a:lnTo>
                  <a:pt x="1102" y="23"/>
                </a:lnTo>
                <a:cubicBezTo>
                  <a:pt x="1096" y="21"/>
                  <a:pt x="1090" y="20"/>
                  <a:pt x="1084" y="19"/>
                </a:cubicBezTo>
                <a:lnTo>
                  <a:pt x="1084" y="19"/>
                </a:lnTo>
                <a:cubicBezTo>
                  <a:pt x="1077" y="18"/>
                  <a:pt x="1069" y="17"/>
                  <a:pt x="1062" y="15"/>
                </a:cubicBezTo>
                <a:lnTo>
                  <a:pt x="1062" y="15"/>
                </a:lnTo>
                <a:cubicBezTo>
                  <a:pt x="1056" y="14"/>
                  <a:pt x="1050" y="13"/>
                  <a:pt x="1044" y="13"/>
                </a:cubicBezTo>
                <a:lnTo>
                  <a:pt x="1044" y="13"/>
                </a:lnTo>
                <a:cubicBezTo>
                  <a:pt x="1040" y="12"/>
                  <a:pt x="1036" y="12"/>
                  <a:pt x="1031" y="11"/>
                </a:cubicBezTo>
                <a:lnTo>
                  <a:pt x="1031" y="11"/>
                </a:lnTo>
                <a:cubicBezTo>
                  <a:pt x="1029" y="10"/>
                  <a:pt x="1026" y="10"/>
                  <a:pt x="1023" y="10"/>
                </a:cubicBezTo>
                <a:lnTo>
                  <a:pt x="1023" y="10"/>
                </a:lnTo>
                <a:cubicBezTo>
                  <a:pt x="1017" y="9"/>
                  <a:pt x="1010" y="8"/>
                  <a:pt x="1004" y="8"/>
                </a:cubicBezTo>
                <a:lnTo>
                  <a:pt x="1004" y="8"/>
                </a:lnTo>
                <a:cubicBezTo>
                  <a:pt x="998" y="7"/>
                  <a:pt x="991" y="6"/>
                  <a:pt x="984" y="6"/>
                </a:cubicBezTo>
                <a:lnTo>
                  <a:pt x="984" y="6"/>
                </a:lnTo>
                <a:cubicBezTo>
                  <a:pt x="978" y="5"/>
                  <a:pt x="971" y="4"/>
                  <a:pt x="965" y="4"/>
                </a:cubicBezTo>
                <a:lnTo>
                  <a:pt x="965" y="4"/>
                </a:lnTo>
                <a:cubicBezTo>
                  <a:pt x="962" y="4"/>
                  <a:pt x="958" y="3"/>
                  <a:pt x="954" y="3"/>
                </a:cubicBezTo>
                <a:lnTo>
                  <a:pt x="954" y="3"/>
                </a:lnTo>
                <a:cubicBezTo>
                  <a:pt x="951" y="3"/>
                  <a:pt x="949" y="2"/>
                  <a:pt x="946" y="2"/>
                </a:cubicBezTo>
                <a:lnTo>
                  <a:pt x="946" y="2"/>
                </a:lnTo>
                <a:cubicBezTo>
                  <a:pt x="939" y="2"/>
                  <a:pt x="931" y="2"/>
                  <a:pt x="924" y="1"/>
                </a:cubicBezTo>
                <a:lnTo>
                  <a:pt x="924" y="1"/>
                </a:lnTo>
                <a:cubicBezTo>
                  <a:pt x="918" y="1"/>
                  <a:pt x="912" y="1"/>
                  <a:pt x="906" y="1"/>
                </a:cubicBezTo>
                <a:lnTo>
                  <a:pt x="906" y="1"/>
                </a:lnTo>
                <a:cubicBezTo>
                  <a:pt x="899" y="1"/>
                  <a:pt x="891" y="1"/>
                  <a:pt x="884" y="1"/>
                </a:cubicBezTo>
                <a:lnTo>
                  <a:pt x="884" y="1"/>
                </a:lnTo>
                <a:cubicBezTo>
                  <a:pt x="880" y="1"/>
                  <a:pt x="876" y="0"/>
                  <a:pt x="872" y="0"/>
                </a:cubicBezTo>
                <a:lnTo>
                  <a:pt x="872" y="0"/>
                </a:lnTo>
                <a:cubicBezTo>
                  <a:pt x="871" y="0"/>
                  <a:pt x="869" y="1"/>
                  <a:pt x="867" y="1"/>
                </a:cubicBezTo>
                <a:lnTo>
                  <a:pt x="867" y="1"/>
                </a:lnTo>
                <a:cubicBezTo>
                  <a:pt x="856" y="1"/>
                  <a:pt x="846" y="1"/>
                  <a:pt x="835" y="1"/>
                </a:cubicBezTo>
                <a:lnTo>
                  <a:pt x="835" y="1"/>
                </a:lnTo>
                <a:cubicBezTo>
                  <a:pt x="831" y="1"/>
                  <a:pt x="828" y="1"/>
                  <a:pt x="825" y="2"/>
                </a:cubicBezTo>
                <a:lnTo>
                  <a:pt x="825" y="2"/>
                </a:lnTo>
                <a:cubicBezTo>
                  <a:pt x="811" y="2"/>
                  <a:pt x="797" y="3"/>
                  <a:pt x="784" y="4"/>
                </a:cubicBezTo>
                <a:lnTo>
                  <a:pt x="784" y="4"/>
                </a:lnTo>
                <a:cubicBezTo>
                  <a:pt x="783" y="4"/>
                  <a:pt x="783" y="4"/>
                  <a:pt x="782" y="4"/>
                </a:cubicBezTo>
                <a:lnTo>
                  <a:pt x="782" y="4"/>
                </a:lnTo>
                <a:cubicBezTo>
                  <a:pt x="780" y="5"/>
                  <a:pt x="778" y="5"/>
                  <a:pt x="776" y="5"/>
                </a:cubicBezTo>
                <a:lnTo>
                  <a:pt x="776" y="5"/>
                </a:lnTo>
                <a:cubicBezTo>
                  <a:pt x="763" y="7"/>
                  <a:pt x="750" y="8"/>
                  <a:pt x="737" y="10"/>
                </a:cubicBezTo>
                <a:lnTo>
                  <a:pt x="737" y="10"/>
                </a:lnTo>
                <a:cubicBezTo>
                  <a:pt x="733" y="10"/>
                  <a:pt x="729" y="11"/>
                  <a:pt x="724" y="12"/>
                </a:cubicBezTo>
                <a:lnTo>
                  <a:pt x="724" y="12"/>
                </a:lnTo>
                <a:cubicBezTo>
                  <a:pt x="711" y="13"/>
                  <a:pt x="699" y="16"/>
                  <a:pt x="687" y="18"/>
                </a:cubicBezTo>
                <a:lnTo>
                  <a:pt x="687" y="18"/>
                </a:lnTo>
                <a:cubicBezTo>
                  <a:pt x="685" y="18"/>
                  <a:pt x="683" y="19"/>
                  <a:pt x="682" y="19"/>
                </a:cubicBezTo>
                <a:lnTo>
                  <a:pt x="682" y="19"/>
                </a:lnTo>
                <a:cubicBezTo>
                  <a:pt x="681" y="19"/>
                  <a:pt x="680" y="19"/>
                  <a:pt x="679" y="19"/>
                </a:cubicBezTo>
                <a:lnTo>
                  <a:pt x="679" y="19"/>
                </a:lnTo>
                <a:cubicBezTo>
                  <a:pt x="676" y="20"/>
                  <a:pt x="672" y="21"/>
                  <a:pt x="669" y="22"/>
                </a:cubicBezTo>
                <a:lnTo>
                  <a:pt x="669" y="22"/>
                </a:lnTo>
                <a:cubicBezTo>
                  <a:pt x="661" y="23"/>
                  <a:pt x="653" y="25"/>
                  <a:pt x="646" y="27"/>
                </a:cubicBezTo>
                <a:lnTo>
                  <a:pt x="646" y="27"/>
                </a:lnTo>
                <a:cubicBezTo>
                  <a:pt x="642" y="28"/>
                  <a:pt x="638" y="29"/>
                  <a:pt x="634" y="30"/>
                </a:cubicBezTo>
                <a:lnTo>
                  <a:pt x="634" y="30"/>
                </a:lnTo>
                <a:cubicBezTo>
                  <a:pt x="627" y="32"/>
                  <a:pt x="620" y="34"/>
                  <a:pt x="614" y="35"/>
                </a:cubicBezTo>
                <a:lnTo>
                  <a:pt x="614" y="35"/>
                </a:lnTo>
                <a:cubicBezTo>
                  <a:pt x="609" y="37"/>
                  <a:pt x="605" y="38"/>
                  <a:pt x="600" y="39"/>
                </a:cubicBezTo>
                <a:lnTo>
                  <a:pt x="600" y="39"/>
                </a:lnTo>
                <a:cubicBezTo>
                  <a:pt x="594" y="41"/>
                  <a:pt x="588" y="43"/>
                  <a:pt x="582" y="45"/>
                </a:cubicBezTo>
                <a:lnTo>
                  <a:pt x="582" y="45"/>
                </a:lnTo>
                <a:cubicBezTo>
                  <a:pt x="577" y="46"/>
                  <a:pt x="573" y="48"/>
                  <a:pt x="568" y="49"/>
                </a:cubicBezTo>
                <a:lnTo>
                  <a:pt x="568" y="49"/>
                </a:lnTo>
                <a:cubicBezTo>
                  <a:pt x="566" y="51"/>
                  <a:pt x="562" y="51"/>
                  <a:pt x="559" y="53"/>
                </a:cubicBezTo>
                <a:lnTo>
                  <a:pt x="559" y="53"/>
                </a:lnTo>
                <a:cubicBezTo>
                  <a:pt x="557" y="54"/>
                  <a:pt x="554" y="54"/>
                  <a:pt x="552" y="56"/>
                </a:cubicBezTo>
                <a:lnTo>
                  <a:pt x="552" y="56"/>
                </a:lnTo>
                <a:cubicBezTo>
                  <a:pt x="545" y="58"/>
                  <a:pt x="538" y="60"/>
                  <a:pt x="531" y="64"/>
                </a:cubicBezTo>
                <a:lnTo>
                  <a:pt x="531" y="64"/>
                </a:lnTo>
                <a:cubicBezTo>
                  <a:pt x="527" y="65"/>
                  <a:pt x="522" y="67"/>
                  <a:pt x="518" y="69"/>
                </a:cubicBezTo>
                <a:lnTo>
                  <a:pt x="518" y="69"/>
                </a:lnTo>
                <a:cubicBezTo>
                  <a:pt x="510" y="72"/>
                  <a:pt x="504" y="75"/>
                  <a:pt x="496" y="78"/>
                </a:cubicBezTo>
                <a:lnTo>
                  <a:pt x="496" y="78"/>
                </a:lnTo>
                <a:cubicBezTo>
                  <a:pt x="492" y="80"/>
                  <a:pt x="488" y="82"/>
                  <a:pt x="483" y="84"/>
                </a:cubicBezTo>
                <a:lnTo>
                  <a:pt x="483" y="84"/>
                </a:lnTo>
                <a:cubicBezTo>
                  <a:pt x="476" y="87"/>
                  <a:pt x="469" y="91"/>
                  <a:pt x="462" y="95"/>
                </a:cubicBezTo>
                <a:lnTo>
                  <a:pt x="462" y="95"/>
                </a:lnTo>
                <a:cubicBezTo>
                  <a:pt x="458" y="97"/>
                  <a:pt x="454" y="98"/>
                  <a:pt x="451" y="100"/>
                </a:cubicBezTo>
                <a:lnTo>
                  <a:pt x="451" y="100"/>
                </a:lnTo>
                <a:cubicBezTo>
                  <a:pt x="440" y="106"/>
                  <a:pt x="429" y="112"/>
                  <a:pt x="418" y="118"/>
                </a:cubicBezTo>
                <a:lnTo>
                  <a:pt x="0" y="361"/>
                </a:lnTo>
                <a:lnTo>
                  <a:pt x="0" y="361"/>
                </a:lnTo>
                <a:cubicBezTo>
                  <a:pt x="11" y="355"/>
                  <a:pt x="21" y="349"/>
                  <a:pt x="32" y="344"/>
                </a:cubicBezTo>
                <a:lnTo>
                  <a:pt x="32" y="344"/>
                </a:lnTo>
                <a:cubicBezTo>
                  <a:pt x="36" y="341"/>
                  <a:pt x="39" y="340"/>
                  <a:pt x="43" y="338"/>
                </a:cubicBezTo>
                <a:lnTo>
                  <a:pt x="43" y="338"/>
                </a:lnTo>
                <a:cubicBezTo>
                  <a:pt x="50" y="334"/>
                  <a:pt x="58" y="331"/>
                  <a:pt x="65" y="327"/>
                </a:cubicBezTo>
                <a:lnTo>
                  <a:pt x="65" y="327"/>
                </a:lnTo>
                <a:cubicBezTo>
                  <a:pt x="69" y="325"/>
                  <a:pt x="74" y="323"/>
                  <a:pt x="78" y="321"/>
                </a:cubicBezTo>
                <a:lnTo>
                  <a:pt x="78" y="321"/>
                </a:lnTo>
                <a:cubicBezTo>
                  <a:pt x="85" y="318"/>
                  <a:pt x="92" y="315"/>
                  <a:pt x="99" y="312"/>
                </a:cubicBezTo>
                <a:lnTo>
                  <a:pt x="99" y="312"/>
                </a:lnTo>
                <a:cubicBezTo>
                  <a:pt x="104" y="310"/>
                  <a:pt x="108" y="308"/>
                  <a:pt x="113" y="306"/>
                </a:cubicBezTo>
                <a:lnTo>
                  <a:pt x="113" y="306"/>
                </a:lnTo>
                <a:cubicBezTo>
                  <a:pt x="120" y="304"/>
                  <a:pt x="127" y="301"/>
                  <a:pt x="134" y="299"/>
                </a:cubicBezTo>
                <a:lnTo>
                  <a:pt x="134" y="299"/>
                </a:lnTo>
                <a:cubicBezTo>
                  <a:pt x="139" y="296"/>
                  <a:pt x="145" y="295"/>
                  <a:pt x="150" y="293"/>
                </a:cubicBezTo>
                <a:lnTo>
                  <a:pt x="150" y="293"/>
                </a:lnTo>
                <a:cubicBezTo>
                  <a:pt x="154" y="291"/>
                  <a:pt x="159" y="290"/>
                  <a:pt x="164" y="289"/>
                </a:cubicBezTo>
                <a:lnTo>
                  <a:pt x="164" y="289"/>
                </a:lnTo>
                <a:cubicBezTo>
                  <a:pt x="170" y="286"/>
                  <a:pt x="176" y="284"/>
                  <a:pt x="182" y="283"/>
                </a:cubicBezTo>
                <a:lnTo>
                  <a:pt x="182" y="283"/>
                </a:lnTo>
                <a:cubicBezTo>
                  <a:pt x="186" y="281"/>
                  <a:pt x="191" y="280"/>
                  <a:pt x="195" y="279"/>
                </a:cubicBezTo>
                <a:lnTo>
                  <a:pt x="195" y="279"/>
                </a:lnTo>
                <a:cubicBezTo>
                  <a:pt x="202" y="277"/>
                  <a:pt x="209" y="275"/>
                  <a:pt x="215" y="273"/>
                </a:cubicBezTo>
                <a:lnTo>
                  <a:pt x="215" y="273"/>
                </a:lnTo>
                <a:cubicBezTo>
                  <a:pt x="219" y="272"/>
                  <a:pt x="223" y="271"/>
                  <a:pt x="228" y="270"/>
                </a:cubicBezTo>
                <a:lnTo>
                  <a:pt x="228" y="270"/>
                </a:lnTo>
                <a:cubicBezTo>
                  <a:pt x="235" y="268"/>
                  <a:pt x="242" y="266"/>
                  <a:pt x="251" y="265"/>
                </a:cubicBezTo>
                <a:lnTo>
                  <a:pt x="251" y="265"/>
                </a:lnTo>
                <a:cubicBezTo>
                  <a:pt x="253" y="264"/>
                  <a:pt x="257" y="264"/>
                  <a:pt x="261" y="263"/>
                </a:cubicBezTo>
                <a:lnTo>
                  <a:pt x="261" y="263"/>
                </a:lnTo>
                <a:cubicBezTo>
                  <a:pt x="263" y="262"/>
                  <a:pt x="266" y="262"/>
                  <a:pt x="268" y="261"/>
                </a:cubicBezTo>
                <a:lnTo>
                  <a:pt x="268" y="261"/>
                </a:lnTo>
                <a:cubicBezTo>
                  <a:pt x="281" y="259"/>
                  <a:pt x="293" y="257"/>
                  <a:pt x="306" y="255"/>
                </a:cubicBezTo>
                <a:lnTo>
                  <a:pt x="306" y="255"/>
                </a:lnTo>
                <a:cubicBezTo>
                  <a:pt x="310" y="254"/>
                  <a:pt x="315" y="254"/>
                  <a:pt x="319" y="253"/>
                </a:cubicBezTo>
                <a:lnTo>
                  <a:pt x="319" y="253"/>
                </a:lnTo>
                <a:cubicBezTo>
                  <a:pt x="332" y="251"/>
                  <a:pt x="344" y="249"/>
                  <a:pt x="358" y="248"/>
                </a:cubicBezTo>
                <a:lnTo>
                  <a:pt x="358" y="248"/>
                </a:lnTo>
                <a:cubicBezTo>
                  <a:pt x="360" y="248"/>
                  <a:pt x="362" y="248"/>
                  <a:pt x="365" y="248"/>
                </a:cubicBezTo>
                <a:lnTo>
                  <a:pt x="365" y="248"/>
                </a:lnTo>
                <a:cubicBezTo>
                  <a:pt x="379" y="247"/>
                  <a:pt x="392" y="245"/>
                  <a:pt x="406" y="244"/>
                </a:cubicBezTo>
                <a:lnTo>
                  <a:pt x="406" y="244"/>
                </a:lnTo>
                <a:cubicBezTo>
                  <a:pt x="410" y="244"/>
                  <a:pt x="413" y="244"/>
                  <a:pt x="417" y="244"/>
                </a:cubicBezTo>
                <a:lnTo>
                  <a:pt x="417" y="244"/>
                </a:lnTo>
                <a:cubicBezTo>
                  <a:pt x="427" y="244"/>
                  <a:pt x="438" y="243"/>
                  <a:pt x="449" y="243"/>
                </a:cubicBezTo>
                <a:lnTo>
                  <a:pt x="449" y="243"/>
                </a:lnTo>
                <a:cubicBezTo>
                  <a:pt x="454" y="243"/>
                  <a:pt x="459" y="243"/>
                  <a:pt x="466" y="243"/>
                </a:cubicBezTo>
                <a:lnTo>
                  <a:pt x="466" y="243"/>
                </a:lnTo>
                <a:cubicBezTo>
                  <a:pt x="473" y="243"/>
                  <a:pt x="480" y="244"/>
                  <a:pt x="488" y="244"/>
                </a:cubicBezTo>
                <a:lnTo>
                  <a:pt x="488" y="244"/>
                </a:lnTo>
                <a:cubicBezTo>
                  <a:pt x="493" y="244"/>
                  <a:pt x="499" y="244"/>
                  <a:pt x="505" y="244"/>
                </a:cubicBezTo>
                <a:lnTo>
                  <a:pt x="505" y="244"/>
                </a:lnTo>
                <a:cubicBezTo>
                  <a:pt x="513" y="244"/>
                  <a:pt x="520" y="245"/>
                  <a:pt x="527" y="246"/>
                </a:cubicBezTo>
                <a:lnTo>
                  <a:pt x="527" y="246"/>
                </a:lnTo>
                <a:cubicBezTo>
                  <a:pt x="533" y="246"/>
                  <a:pt x="540" y="247"/>
                  <a:pt x="547" y="247"/>
                </a:cubicBezTo>
                <a:lnTo>
                  <a:pt x="547" y="247"/>
                </a:lnTo>
                <a:cubicBezTo>
                  <a:pt x="553" y="248"/>
                  <a:pt x="559" y="248"/>
                  <a:pt x="566" y="249"/>
                </a:cubicBezTo>
                <a:lnTo>
                  <a:pt x="566" y="249"/>
                </a:lnTo>
                <a:cubicBezTo>
                  <a:pt x="572" y="249"/>
                  <a:pt x="579" y="250"/>
                  <a:pt x="586" y="251"/>
                </a:cubicBezTo>
                <a:lnTo>
                  <a:pt x="586" y="251"/>
                </a:lnTo>
                <a:cubicBezTo>
                  <a:pt x="592" y="251"/>
                  <a:pt x="598" y="252"/>
                  <a:pt x="605" y="253"/>
                </a:cubicBezTo>
                <a:lnTo>
                  <a:pt x="605" y="253"/>
                </a:lnTo>
                <a:cubicBezTo>
                  <a:pt x="612" y="254"/>
                  <a:pt x="619" y="255"/>
                  <a:pt x="626" y="256"/>
                </a:cubicBezTo>
                <a:lnTo>
                  <a:pt x="626" y="256"/>
                </a:lnTo>
                <a:cubicBezTo>
                  <a:pt x="632" y="257"/>
                  <a:pt x="638" y="257"/>
                  <a:pt x="644" y="259"/>
                </a:cubicBezTo>
                <a:lnTo>
                  <a:pt x="644" y="259"/>
                </a:lnTo>
                <a:cubicBezTo>
                  <a:pt x="651" y="260"/>
                  <a:pt x="658" y="261"/>
                  <a:pt x="666" y="262"/>
                </a:cubicBezTo>
                <a:lnTo>
                  <a:pt x="666" y="262"/>
                </a:lnTo>
                <a:cubicBezTo>
                  <a:pt x="671" y="264"/>
                  <a:pt x="677" y="264"/>
                  <a:pt x="683" y="265"/>
                </a:cubicBezTo>
                <a:lnTo>
                  <a:pt x="683" y="265"/>
                </a:lnTo>
                <a:cubicBezTo>
                  <a:pt x="692" y="267"/>
                  <a:pt x="700" y="269"/>
                  <a:pt x="709" y="270"/>
                </a:cubicBezTo>
                <a:lnTo>
                  <a:pt x="709" y="270"/>
                </a:lnTo>
                <a:cubicBezTo>
                  <a:pt x="713" y="271"/>
                  <a:pt x="717" y="272"/>
                  <a:pt x="721" y="273"/>
                </a:cubicBezTo>
                <a:lnTo>
                  <a:pt x="721" y="273"/>
                </a:lnTo>
                <a:cubicBezTo>
                  <a:pt x="733" y="276"/>
                  <a:pt x="744" y="278"/>
                  <a:pt x="756" y="281"/>
                </a:cubicBezTo>
                <a:lnTo>
                  <a:pt x="756" y="281"/>
                </a:lnTo>
                <a:cubicBezTo>
                  <a:pt x="757" y="282"/>
                  <a:pt x="759" y="282"/>
                  <a:pt x="761" y="283"/>
                </a:cubicBezTo>
                <a:lnTo>
                  <a:pt x="761" y="283"/>
                </a:lnTo>
                <a:cubicBezTo>
                  <a:pt x="773" y="286"/>
                  <a:pt x="787" y="289"/>
                  <a:pt x="800" y="293"/>
                </a:cubicBezTo>
                <a:lnTo>
                  <a:pt x="800" y="293"/>
                </a:lnTo>
                <a:cubicBezTo>
                  <a:pt x="804" y="294"/>
                  <a:pt x="808" y="295"/>
                  <a:pt x="812" y="296"/>
                </a:cubicBezTo>
                <a:lnTo>
                  <a:pt x="812" y="296"/>
                </a:lnTo>
                <a:cubicBezTo>
                  <a:pt x="821" y="299"/>
                  <a:pt x="830" y="301"/>
                  <a:pt x="839" y="305"/>
                </a:cubicBezTo>
                <a:lnTo>
                  <a:pt x="839" y="305"/>
                </a:lnTo>
                <a:cubicBezTo>
                  <a:pt x="844" y="306"/>
                  <a:pt x="849" y="307"/>
                  <a:pt x="853" y="309"/>
                </a:cubicBezTo>
                <a:lnTo>
                  <a:pt x="853" y="309"/>
                </a:lnTo>
                <a:cubicBezTo>
                  <a:pt x="861" y="311"/>
                  <a:pt x="871" y="314"/>
                  <a:pt x="879" y="317"/>
                </a:cubicBezTo>
                <a:lnTo>
                  <a:pt x="879" y="317"/>
                </a:lnTo>
                <a:cubicBezTo>
                  <a:pt x="884" y="318"/>
                  <a:pt x="889" y="320"/>
                  <a:pt x="894" y="322"/>
                </a:cubicBezTo>
                <a:lnTo>
                  <a:pt x="894" y="322"/>
                </a:lnTo>
                <a:cubicBezTo>
                  <a:pt x="902" y="325"/>
                  <a:pt x="912" y="328"/>
                  <a:pt x="921" y="331"/>
                </a:cubicBezTo>
                <a:lnTo>
                  <a:pt x="921" y="331"/>
                </a:lnTo>
                <a:cubicBezTo>
                  <a:pt x="925" y="333"/>
                  <a:pt x="929" y="334"/>
                  <a:pt x="934" y="336"/>
                </a:cubicBezTo>
                <a:lnTo>
                  <a:pt x="934" y="336"/>
                </a:lnTo>
                <a:cubicBezTo>
                  <a:pt x="960" y="346"/>
                  <a:pt x="986" y="357"/>
                  <a:pt x="1013" y="368"/>
                </a:cubicBezTo>
                <a:lnTo>
                  <a:pt x="1013" y="368"/>
                </a:lnTo>
                <a:cubicBezTo>
                  <a:pt x="1017" y="370"/>
                  <a:pt x="1022" y="372"/>
                  <a:pt x="1026" y="374"/>
                </a:cubicBezTo>
                <a:lnTo>
                  <a:pt x="1026" y="374"/>
                </a:lnTo>
                <a:cubicBezTo>
                  <a:pt x="1035" y="378"/>
                  <a:pt x="1044" y="382"/>
                  <a:pt x="1054" y="386"/>
                </a:cubicBezTo>
                <a:lnTo>
                  <a:pt x="1054" y="386"/>
                </a:lnTo>
                <a:cubicBezTo>
                  <a:pt x="1058" y="388"/>
                  <a:pt x="1063" y="391"/>
                  <a:pt x="1068" y="393"/>
                </a:cubicBezTo>
                <a:lnTo>
                  <a:pt x="1068" y="393"/>
                </a:lnTo>
                <a:cubicBezTo>
                  <a:pt x="1077" y="397"/>
                  <a:pt x="1087" y="402"/>
                  <a:pt x="1097" y="407"/>
                </a:cubicBezTo>
                <a:lnTo>
                  <a:pt x="1097" y="407"/>
                </a:lnTo>
                <a:cubicBezTo>
                  <a:pt x="1101" y="409"/>
                  <a:pt x="1105" y="410"/>
                  <a:pt x="1109" y="412"/>
                </a:cubicBezTo>
                <a:lnTo>
                  <a:pt x="1109" y="412"/>
                </a:lnTo>
                <a:cubicBezTo>
                  <a:pt x="1123" y="419"/>
                  <a:pt x="1136" y="426"/>
                  <a:pt x="1150" y="433"/>
                </a:cubicBezTo>
                <a:lnTo>
                  <a:pt x="1150" y="433"/>
                </a:lnTo>
                <a:cubicBezTo>
                  <a:pt x="1151" y="433"/>
                  <a:pt x="1153" y="434"/>
                  <a:pt x="1154" y="435"/>
                </a:cubicBezTo>
                <a:lnTo>
                  <a:pt x="1154" y="435"/>
                </a:lnTo>
                <a:cubicBezTo>
                  <a:pt x="1165" y="441"/>
                  <a:pt x="1177" y="448"/>
                  <a:pt x="1189" y="454"/>
                </a:cubicBezTo>
                <a:lnTo>
                  <a:pt x="1189" y="454"/>
                </a:lnTo>
                <a:cubicBezTo>
                  <a:pt x="1206" y="463"/>
                  <a:pt x="1223" y="473"/>
                  <a:pt x="1240" y="483"/>
                </a:cubicBezTo>
                <a:lnTo>
                  <a:pt x="1240" y="483"/>
                </a:lnTo>
                <a:cubicBezTo>
                  <a:pt x="1252" y="489"/>
                  <a:pt x="1264" y="496"/>
                  <a:pt x="1276" y="503"/>
                </a:cubicBezTo>
                <a:lnTo>
                  <a:pt x="1276" y="503"/>
                </a:lnTo>
                <a:cubicBezTo>
                  <a:pt x="1280" y="506"/>
                  <a:pt x="1285" y="509"/>
                  <a:pt x="1290" y="512"/>
                </a:cubicBezTo>
                <a:lnTo>
                  <a:pt x="1290" y="512"/>
                </a:lnTo>
                <a:cubicBezTo>
                  <a:pt x="1302" y="519"/>
                  <a:pt x="1314" y="526"/>
                  <a:pt x="1326" y="535"/>
                </a:cubicBezTo>
                <a:lnTo>
                  <a:pt x="1326" y="535"/>
                </a:lnTo>
                <a:cubicBezTo>
                  <a:pt x="1327" y="535"/>
                  <a:pt x="1329" y="536"/>
                  <a:pt x="1331" y="537"/>
                </a:cubicBezTo>
                <a:lnTo>
                  <a:pt x="1331" y="537"/>
                </a:lnTo>
                <a:cubicBezTo>
                  <a:pt x="1345" y="546"/>
                  <a:pt x="1358" y="555"/>
                  <a:pt x="1372" y="564"/>
                </a:cubicBezTo>
                <a:lnTo>
                  <a:pt x="1372" y="564"/>
                </a:lnTo>
                <a:cubicBezTo>
                  <a:pt x="1376" y="567"/>
                  <a:pt x="1380" y="570"/>
                  <a:pt x="1384" y="572"/>
                </a:cubicBezTo>
                <a:lnTo>
                  <a:pt x="1384" y="572"/>
                </a:lnTo>
                <a:cubicBezTo>
                  <a:pt x="1394" y="579"/>
                  <a:pt x="1403" y="585"/>
                  <a:pt x="1413" y="592"/>
                </a:cubicBezTo>
                <a:lnTo>
                  <a:pt x="1413" y="592"/>
                </a:lnTo>
                <a:cubicBezTo>
                  <a:pt x="1418" y="596"/>
                  <a:pt x="1423" y="599"/>
                  <a:pt x="1429" y="603"/>
                </a:cubicBezTo>
                <a:lnTo>
                  <a:pt x="1429" y="603"/>
                </a:lnTo>
                <a:cubicBezTo>
                  <a:pt x="1438" y="609"/>
                  <a:pt x="1446" y="615"/>
                  <a:pt x="1455" y="621"/>
                </a:cubicBezTo>
                <a:lnTo>
                  <a:pt x="1455" y="621"/>
                </a:lnTo>
                <a:cubicBezTo>
                  <a:pt x="1460" y="625"/>
                  <a:pt x="1465" y="629"/>
                  <a:pt x="1470" y="633"/>
                </a:cubicBezTo>
                <a:lnTo>
                  <a:pt x="1470" y="633"/>
                </a:lnTo>
                <a:cubicBezTo>
                  <a:pt x="1479" y="639"/>
                  <a:pt x="1487" y="645"/>
                  <a:pt x="1496" y="651"/>
                </a:cubicBezTo>
                <a:lnTo>
                  <a:pt x="1496" y="651"/>
                </a:lnTo>
                <a:cubicBezTo>
                  <a:pt x="1501" y="656"/>
                  <a:pt x="1507" y="659"/>
                  <a:pt x="1512" y="663"/>
                </a:cubicBezTo>
                <a:lnTo>
                  <a:pt x="1512" y="663"/>
                </a:lnTo>
                <a:cubicBezTo>
                  <a:pt x="1521" y="670"/>
                  <a:pt x="1529" y="676"/>
                  <a:pt x="1538" y="683"/>
                </a:cubicBezTo>
                <a:lnTo>
                  <a:pt x="1538" y="683"/>
                </a:lnTo>
                <a:cubicBezTo>
                  <a:pt x="1543" y="687"/>
                  <a:pt x="1548" y="691"/>
                  <a:pt x="1553" y="695"/>
                </a:cubicBezTo>
                <a:lnTo>
                  <a:pt x="1553" y="695"/>
                </a:lnTo>
                <a:cubicBezTo>
                  <a:pt x="1562" y="702"/>
                  <a:pt x="1571" y="709"/>
                  <a:pt x="1579" y="716"/>
                </a:cubicBezTo>
                <a:lnTo>
                  <a:pt x="1579" y="716"/>
                </a:lnTo>
                <a:cubicBezTo>
                  <a:pt x="1584" y="720"/>
                  <a:pt x="1589" y="724"/>
                  <a:pt x="1594" y="728"/>
                </a:cubicBezTo>
                <a:lnTo>
                  <a:pt x="1594" y="728"/>
                </a:lnTo>
                <a:cubicBezTo>
                  <a:pt x="1605" y="737"/>
                  <a:pt x="1616" y="746"/>
                  <a:pt x="1627" y="755"/>
                </a:cubicBezTo>
                <a:lnTo>
                  <a:pt x="1627" y="755"/>
                </a:lnTo>
                <a:cubicBezTo>
                  <a:pt x="1629" y="757"/>
                  <a:pt x="1632" y="760"/>
                  <a:pt x="1635" y="762"/>
                </a:cubicBezTo>
                <a:lnTo>
                  <a:pt x="1635" y="762"/>
                </a:lnTo>
                <a:cubicBezTo>
                  <a:pt x="1648" y="773"/>
                  <a:pt x="1662" y="784"/>
                  <a:pt x="1675" y="796"/>
                </a:cubicBezTo>
                <a:lnTo>
                  <a:pt x="1675" y="796"/>
                </a:lnTo>
                <a:cubicBezTo>
                  <a:pt x="1679" y="800"/>
                  <a:pt x="1683" y="803"/>
                  <a:pt x="1686" y="806"/>
                </a:cubicBezTo>
                <a:lnTo>
                  <a:pt x="1686" y="806"/>
                </a:lnTo>
                <a:cubicBezTo>
                  <a:pt x="1696" y="815"/>
                  <a:pt x="1706" y="823"/>
                  <a:pt x="1715" y="832"/>
                </a:cubicBezTo>
                <a:lnTo>
                  <a:pt x="1715" y="832"/>
                </a:lnTo>
                <a:cubicBezTo>
                  <a:pt x="1721" y="836"/>
                  <a:pt x="1726" y="841"/>
                  <a:pt x="1731" y="846"/>
                </a:cubicBezTo>
                <a:lnTo>
                  <a:pt x="1731" y="846"/>
                </a:lnTo>
                <a:cubicBezTo>
                  <a:pt x="1739" y="854"/>
                  <a:pt x="1747" y="861"/>
                  <a:pt x="1755" y="869"/>
                </a:cubicBezTo>
                <a:lnTo>
                  <a:pt x="1755" y="869"/>
                </a:lnTo>
                <a:cubicBezTo>
                  <a:pt x="1761" y="874"/>
                  <a:pt x="1767" y="879"/>
                  <a:pt x="1772" y="884"/>
                </a:cubicBezTo>
                <a:lnTo>
                  <a:pt x="1772" y="884"/>
                </a:lnTo>
                <a:cubicBezTo>
                  <a:pt x="1779" y="892"/>
                  <a:pt x="1787" y="899"/>
                  <a:pt x="1795" y="906"/>
                </a:cubicBezTo>
                <a:lnTo>
                  <a:pt x="1795" y="906"/>
                </a:lnTo>
                <a:cubicBezTo>
                  <a:pt x="1800" y="911"/>
                  <a:pt x="1806" y="917"/>
                  <a:pt x="1811" y="922"/>
                </a:cubicBezTo>
                <a:lnTo>
                  <a:pt x="1811" y="922"/>
                </a:lnTo>
                <a:cubicBezTo>
                  <a:pt x="1818" y="930"/>
                  <a:pt x="1826" y="937"/>
                  <a:pt x="1834" y="944"/>
                </a:cubicBezTo>
                <a:lnTo>
                  <a:pt x="1834" y="944"/>
                </a:lnTo>
                <a:cubicBezTo>
                  <a:pt x="1839" y="950"/>
                  <a:pt x="1845" y="955"/>
                  <a:pt x="1850" y="961"/>
                </a:cubicBezTo>
                <a:lnTo>
                  <a:pt x="1850" y="961"/>
                </a:lnTo>
                <a:cubicBezTo>
                  <a:pt x="1856" y="967"/>
                  <a:pt x="1862" y="973"/>
                  <a:pt x="1868" y="979"/>
                </a:cubicBezTo>
                <a:lnTo>
                  <a:pt x="1868" y="979"/>
                </a:lnTo>
                <a:cubicBezTo>
                  <a:pt x="1889" y="1000"/>
                  <a:pt x="1910" y="1022"/>
                  <a:pt x="1930" y="1044"/>
                </a:cubicBezTo>
                <a:lnTo>
                  <a:pt x="1930" y="1044"/>
                </a:lnTo>
                <a:cubicBezTo>
                  <a:pt x="1933" y="1047"/>
                  <a:pt x="1937" y="1051"/>
                  <a:pt x="1940" y="1055"/>
                </a:cubicBezTo>
                <a:lnTo>
                  <a:pt x="1940" y="1055"/>
                </a:lnTo>
                <a:cubicBezTo>
                  <a:pt x="1961" y="1077"/>
                  <a:pt x="1980" y="1099"/>
                  <a:pt x="2000" y="1122"/>
                </a:cubicBezTo>
                <a:lnTo>
                  <a:pt x="2000" y="1122"/>
                </a:lnTo>
                <a:cubicBezTo>
                  <a:pt x="2003" y="1124"/>
                  <a:pt x="2004" y="1127"/>
                  <a:pt x="2007" y="1129"/>
                </a:cubicBezTo>
                <a:lnTo>
                  <a:pt x="2007" y="1129"/>
                </a:lnTo>
                <a:cubicBezTo>
                  <a:pt x="2028" y="1153"/>
                  <a:pt x="2048" y="1177"/>
                  <a:pt x="2068" y="1201"/>
                </a:cubicBezTo>
                <a:lnTo>
                  <a:pt x="2068" y="1201"/>
                </a:lnTo>
                <a:cubicBezTo>
                  <a:pt x="2069" y="1202"/>
                  <a:pt x="2069" y="1202"/>
                  <a:pt x="2070" y="1203"/>
                </a:cubicBezTo>
                <a:lnTo>
                  <a:pt x="2070" y="1203"/>
                </a:lnTo>
                <a:cubicBezTo>
                  <a:pt x="2091" y="1229"/>
                  <a:pt x="2112" y="1254"/>
                  <a:pt x="2132" y="1280"/>
                </a:cubicBezTo>
                <a:lnTo>
                  <a:pt x="2132" y="1280"/>
                </a:lnTo>
                <a:cubicBezTo>
                  <a:pt x="2135" y="1283"/>
                  <a:pt x="2138" y="1287"/>
                  <a:pt x="2140" y="1290"/>
                </a:cubicBezTo>
                <a:lnTo>
                  <a:pt x="2140" y="1290"/>
                </a:lnTo>
                <a:cubicBezTo>
                  <a:pt x="2149" y="1301"/>
                  <a:pt x="2157" y="1312"/>
                  <a:pt x="2165" y="1322"/>
                </a:cubicBezTo>
                <a:lnTo>
                  <a:pt x="2165" y="1322"/>
                </a:lnTo>
                <a:cubicBezTo>
                  <a:pt x="2169" y="1328"/>
                  <a:pt x="2173" y="1333"/>
                  <a:pt x="2178" y="1338"/>
                </a:cubicBezTo>
                <a:lnTo>
                  <a:pt x="2178" y="1338"/>
                </a:lnTo>
                <a:cubicBezTo>
                  <a:pt x="2190" y="1355"/>
                  <a:pt x="2202" y="1370"/>
                  <a:pt x="2214" y="1386"/>
                </a:cubicBezTo>
                <a:lnTo>
                  <a:pt x="2214" y="1386"/>
                </a:lnTo>
                <a:cubicBezTo>
                  <a:pt x="2214" y="1387"/>
                  <a:pt x="2214" y="1387"/>
                  <a:pt x="2214" y="1387"/>
                </a:cubicBezTo>
                <a:lnTo>
                  <a:pt x="2214" y="1387"/>
                </a:lnTo>
                <a:cubicBezTo>
                  <a:pt x="2231" y="1410"/>
                  <a:pt x="2248" y="1434"/>
                  <a:pt x="2264" y="1457"/>
                </a:cubicBezTo>
                <a:lnTo>
                  <a:pt x="2264" y="1457"/>
                </a:lnTo>
                <a:cubicBezTo>
                  <a:pt x="2268" y="1462"/>
                  <a:pt x="2271" y="1466"/>
                  <a:pt x="2274" y="1471"/>
                </a:cubicBezTo>
                <a:lnTo>
                  <a:pt x="2274" y="1471"/>
                </a:lnTo>
                <a:cubicBezTo>
                  <a:pt x="2291" y="1494"/>
                  <a:pt x="2306" y="1517"/>
                  <a:pt x="2322" y="1540"/>
                </a:cubicBezTo>
                <a:lnTo>
                  <a:pt x="2322" y="1540"/>
                </a:lnTo>
                <a:cubicBezTo>
                  <a:pt x="2326" y="1547"/>
                  <a:pt x="2331" y="1554"/>
                  <a:pt x="2336" y="1561"/>
                </a:cubicBezTo>
                <a:lnTo>
                  <a:pt x="2336" y="1561"/>
                </a:lnTo>
                <a:cubicBezTo>
                  <a:pt x="2341" y="1570"/>
                  <a:pt x="2347" y="1579"/>
                  <a:pt x="2353" y="1588"/>
                </a:cubicBezTo>
                <a:lnTo>
                  <a:pt x="2353" y="1588"/>
                </a:lnTo>
                <a:cubicBezTo>
                  <a:pt x="2358" y="1596"/>
                  <a:pt x="2363" y="1604"/>
                  <a:pt x="2368" y="1612"/>
                </a:cubicBezTo>
                <a:lnTo>
                  <a:pt x="2368" y="1612"/>
                </a:lnTo>
                <a:cubicBezTo>
                  <a:pt x="2374" y="1621"/>
                  <a:pt x="2380" y="1630"/>
                  <a:pt x="2386" y="1638"/>
                </a:cubicBezTo>
                <a:lnTo>
                  <a:pt x="2386" y="1638"/>
                </a:lnTo>
                <a:cubicBezTo>
                  <a:pt x="2390" y="1646"/>
                  <a:pt x="2396" y="1654"/>
                  <a:pt x="2401" y="1662"/>
                </a:cubicBezTo>
                <a:lnTo>
                  <a:pt x="2401" y="1662"/>
                </a:lnTo>
                <a:cubicBezTo>
                  <a:pt x="2406" y="1671"/>
                  <a:pt x="2412" y="1680"/>
                  <a:pt x="2417" y="1690"/>
                </a:cubicBezTo>
                <a:lnTo>
                  <a:pt x="2417" y="1690"/>
                </a:lnTo>
                <a:cubicBezTo>
                  <a:pt x="2422" y="1698"/>
                  <a:pt x="2427" y="1706"/>
                  <a:pt x="2432" y="1714"/>
                </a:cubicBezTo>
                <a:lnTo>
                  <a:pt x="2432" y="1714"/>
                </a:lnTo>
                <a:cubicBezTo>
                  <a:pt x="2438" y="1723"/>
                  <a:pt x="2443" y="1732"/>
                  <a:pt x="2448" y="1741"/>
                </a:cubicBezTo>
                <a:lnTo>
                  <a:pt x="2448" y="1741"/>
                </a:lnTo>
                <a:cubicBezTo>
                  <a:pt x="2452" y="1747"/>
                  <a:pt x="2456" y="1754"/>
                  <a:pt x="2460" y="1760"/>
                </a:cubicBezTo>
                <a:lnTo>
                  <a:pt x="2460" y="1760"/>
                </a:lnTo>
                <a:cubicBezTo>
                  <a:pt x="2471" y="1780"/>
                  <a:pt x="2483" y="1800"/>
                  <a:pt x="2494" y="1820"/>
                </a:cubicBezTo>
                <a:lnTo>
                  <a:pt x="2494" y="1820"/>
                </a:lnTo>
                <a:cubicBezTo>
                  <a:pt x="2496" y="1823"/>
                  <a:pt x="2497" y="1826"/>
                  <a:pt x="2499" y="1829"/>
                </a:cubicBezTo>
                <a:lnTo>
                  <a:pt x="2499" y="1829"/>
                </a:lnTo>
                <a:cubicBezTo>
                  <a:pt x="2512" y="1852"/>
                  <a:pt x="2524" y="1874"/>
                  <a:pt x="2536" y="1897"/>
                </a:cubicBezTo>
                <a:lnTo>
                  <a:pt x="2536" y="1897"/>
                </a:lnTo>
                <a:cubicBezTo>
                  <a:pt x="2540" y="1904"/>
                  <a:pt x="2544" y="1912"/>
                  <a:pt x="2548" y="1920"/>
                </a:cubicBezTo>
                <a:lnTo>
                  <a:pt x="2548" y="1920"/>
                </a:lnTo>
                <a:cubicBezTo>
                  <a:pt x="2553" y="1929"/>
                  <a:pt x="2558" y="1937"/>
                  <a:pt x="2562" y="1946"/>
                </a:cubicBezTo>
                <a:lnTo>
                  <a:pt x="2562" y="1946"/>
                </a:lnTo>
                <a:cubicBezTo>
                  <a:pt x="2566" y="1955"/>
                  <a:pt x="2571" y="1963"/>
                  <a:pt x="2576" y="1971"/>
                </a:cubicBezTo>
                <a:lnTo>
                  <a:pt x="2576" y="1971"/>
                </a:lnTo>
                <a:cubicBezTo>
                  <a:pt x="2580" y="1980"/>
                  <a:pt x="2585" y="1989"/>
                  <a:pt x="2589" y="1998"/>
                </a:cubicBezTo>
                <a:lnTo>
                  <a:pt x="2589" y="1998"/>
                </a:lnTo>
                <a:cubicBezTo>
                  <a:pt x="2592" y="2004"/>
                  <a:pt x="2595" y="2010"/>
                  <a:pt x="2598" y="2016"/>
                </a:cubicBezTo>
                <a:lnTo>
                  <a:pt x="2598" y="2016"/>
                </a:lnTo>
                <a:cubicBezTo>
                  <a:pt x="2612" y="2043"/>
                  <a:pt x="2625" y="2070"/>
                  <a:pt x="2638" y="2097"/>
                </a:cubicBezTo>
                <a:lnTo>
                  <a:pt x="2638" y="2097"/>
                </a:lnTo>
                <a:cubicBezTo>
                  <a:pt x="2639" y="2100"/>
                  <a:pt x="2640" y="2103"/>
                  <a:pt x="2642" y="2106"/>
                </a:cubicBezTo>
                <a:lnTo>
                  <a:pt x="2642" y="2106"/>
                </a:lnTo>
                <a:cubicBezTo>
                  <a:pt x="2652" y="2129"/>
                  <a:pt x="2662" y="2152"/>
                  <a:pt x="2672" y="2174"/>
                </a:cubicBezTo>
                <a:lnTo>
                  <a:pt x="2672" y="2174"/>
                </a:lnTo>
                <a:cubicBezTo>
                  <a:pt x="2675" y="2179"/>
                  <a:pt x="2677" y="2185"/>
                  <a:pt x="2680" y="2190"/>
                </a:cubicBezTo>
                <a:lnTo>
                  <a:pt x="2680" y="2190"/>
                </a:lnTo>
                <a:cubicBezTo>
                  <a:pt x="2690" y="2213"/>
                  <a:pt x="2700" y="2238"/>
                  <a:pt x="2710" y="2262"/>
                </a:cubicBezTo>
                <a:lnTo>
                  <a:pt x="2710" y="2262"/>
                </a:lnTo>
                <a:cubicBezTo>
                  <a:pt x="2713" y="2267"/>
                  <a:pt x="2714" y="2271"/>
                  <a:pt x="2716" y="2276"/>
                </a:cubicBezTo>
                <a:lnTo>
                  <a:pt x="2716" y="2276"/>
                </a:lnTo>
                <a:cubicBezTo>
                  <a:pt x="2725" y="2298"/>
                  <a:pt x="2735" y="2321"/>
                  <a:pt x="2743" y="2343"/>
                </a:cubicBezTo>
                <a:lnTo>
                  <a:pt x="2743" y="2343"/>
                </a:lnTo>
                <a:cubicBezTo>
                  <a:pt x="2744" y="2347"/>
                  <a:pt x="2746" y="2351"/>
                  <a:pt x="2748" y="2355"/>
                </a:cubicBezTo>
                <a:lnTo>
                  <a:pt x="2748" y="2355"/>
                </a:lnTo>
                <a:cubicBezTo>
                  <a:pt x="2757" y="2380"/>
                  <a:pt x="2767" y="2405"/>
                  <a:pt x="2776" y="2429"/>
                </a:cubicBezTo>
                <a:lnTo>
                  <a:pt x="2776" y="2429"/>
                </a:lnTo>
                <a:cubicBezTo>
                  <a:pt x="2778" y="2435"/>
                  <a:pt x="2780" y="2440"/>
                  <a:pt x="2782" y="2446"/>
                </a:cubicBezTo>
                <a:lnTo>
                  <a:pt x="2782" y="2446"/>
                </a:lnTo>
                <a:cubicBezTo>
                  <a:pt x="2792" y="2472"/>
                  <a:pt x="2801" y="2498"/>
                  <a:pt x="2809" y="2525"/>
                </a:cubicBezTo>
                <a:lnTo>
                  <a:pt x="2809" y="2525"/>
                </a:lnTo>
                <a:cubicBezTo>
                  <a:pt x="2810" y="2526"/>
                  <a:pt x="2810" y="2527"/>
                  <a:pt x="2811" y="2528"/>
                </a:cubicBezTo>
                <a:lnTo>
                  <a:pt x="2811" y="2528"/>
                </a:lnTo>
                <a:cubicBezTo>
                  <a:pt x="2819" y="2555"/>
                  <a:pt x="2828" y="2580"/>
                  <a:pt x="2835" y="2607"/>
                </a:cubicBezTo>
                <a:lnTo>
                  <a:pt x="2835" y="2607"/>
                </a:lnTo>
                <a:cubicBezTo>
                  <a:pt x="2837" y="2613"/>
                  <a:pt x="2839" y="2619"/>
                  <a:pt x="2841" y="2626"/>
                </a:cubicBezTo>
                <a:lnTo>
                  <a:pt x="2841" y="2626"/>
                </a:lnTo>
                <a:cubicBezTo>
                  <a:pt x="2844" y="2632"/>
                  <a:pt x="2845" y="2638"/>
                  <a:pt x="2847" y="2644"/>
                </a:cubicBezTo>
                <a:lnTo>
                  <a:pt x="2847" y="2644"/>
                </a:lnTo>
                <a:cubicBezTo>
                  <a:pt x="2850" y="2655"/>
                  <a:pt x="2853" y="2666"/>
                  <a:pt x="2856" y="2677"/>
                </a:cubicBezTo>
                <a:lnTo>
                  <a:pt x="2856" y="2677"/>
                </a:lnTo>
                <a:cubicBezTo>
                  <a:pt x="2858" y="2683"/>
                  <a:pt x="2860" y="2690"/>
                  <a:pt x="2862" y="2696"/>
                </a:cubicBezTo>
                <a:lnTo>
                  <a:pt x="2862" y="2696"/>
                </a:lnTo>
                <a:cubicBezTo>
                  <a:pt x="2865" y="2707"/>
                  <a:pt x="2868" y="2718"/>
                  <a:pt x="2871" y="2729"/>
                </a:cubicBezTo>
                <a:lnTo>
                  <a:pt x="2871" y="2729"/>
                </a:lnTo>
                <a:cubicBezTo>
                  <a:pt x="2873" y="2735"/>
                  <a:pt x="2875" y="2741"/>
                  <a:pt x="2876" y="2747"/>
                </a:cubicBezTo>
                <a:lnTo>
                  <a:pt x="2876" y="2747"/>
                </a:lnTo>
                <a:cubicBezTo>
                  <a:pt x="2880" y="2760"/>
                  <a:pt x="2883" y="2772"/>
                  <a:pt x="2886" y="2785"/>
                </a:cubicBezTo>
                <a:lnTo>
                  <a:pt x="2886" y="2785"/>
                </a:lnTo>
                <a:cubicBezTo>
                  <a:pt x="2887" y="2789"/>
                  <a:pt x="2888" y="2794"/>
                  <a:pt x="2889" y="2798"/>
                </a:cubicBezTo>
                <a:lnTo>
                  <a:pt x="2889" y="2798"/>
                </a:lnTo>
                <a:cubicBezTo>
                  <a:pt x="2893" y="2815"/>
                  <a:pt x="2897" y="2832"/>
                  <a:pt x="2901" y="2849"/>
                </a:cubicBezTo>
                <a:lnTo>
                  <a:pt x="2901" y="2849"/>
                </a:lnTo>
                <a:cubicBezTo>
                  <a:pt x="2902" y="2852"/>
                  <a:pt x="2903" y="2857"/>
                  <a:pt x="2904" y="2861"/>
                </a:cubicBezTo>
                <a:lnTo>
                  <a:pt x="2904" y="2861"/>
                </a:lnTo>
                <a:cubicBezTo>
                  <a:pt x="2907" y="2874"/>
                  <a:pt x="2910" y="2887"/>
                  <a:pt x="2913" y="2899"/>
                </a:cubicBezTo>
                <a:lnTo>
                  <a:pt x="2913" y="2899"/>
                </a:lnTo>
                <a:cubicBezTo>
                  <a:pt x="2914" y="2905"/>
                  <a:pt x="2915" y="2911"/>
                  <a:pt x="2916" y="2917"/>
                </a:cubicBezTo>
                <a:lnTo>
                  <a:pt x="2916" y="2917"/>
                </a:lnTo>
                <a:cubicBezTo>
                  <a:pt x="2919" y="2928"/>
                  <a:pt x="2921" y="2939"/>
                  <a:pt x="2923" y="2950"/>
                </a:cubicBezTo>
                <a:lnTo>
                  <a:pt x="2923" y="2950"/>
                </a:lnTo>
                <a:cubicBezTo>
                  <a:pt x="2924" y="2956"/>
                  <a:pt x="2926" y="2963"/>
                  <a:pt x="2927" y="2969"/>
                </a:cubicBezTo>
                <a:lnTo>
                  <a:pt x="2927" y="2969"/>
                </a:lnTo>
                <a:cubicBezTo>
                  <a:pt x="2929" y="2980"/>
                  <a:pt x="2931" y="2991"/>
                  <a:pt x="2933" y="3002"/>
                </a:cubicBezTo>
                <a:lnTo>
                  <a:pt x="2933" y="3002"/>
                </a:lnTo>
                <a:cubicBezTo>
                  <a:pt x="2934" y="3008"/>
                  <a:pt x="2935" y="3013"/>
                  <a:pt x="2936" y="3019"/>
                </a:cubicBezTo>
                <a:lnTo>
                  <a:pt x="2936" y="3019"/>
                </a:lnTo>
                <a:cubicBezTo>
                  <a:pt x="2938" y="3032"/>
                  <a:pt x="2941" y="3046"/>
                  <a:pt x="2943" y="3059"/>
                </a:cubicBezTo>
                <a:lnTo>
                  <a:pt x="2943" y="3059"/>
                </a:lnTo>
                <a:cubicBezTo>
                  <a:pt x="2943" y="3062"/>
                  <a:pt x="2944" y="3066"/>
                  <a:pt x="2944" y="3069"/>
                </a:cubicBezTo>
                <a:lnTo>
                  <a:pt x="2944" y="3069"/>
                </a:lnTo>
                <a:cubicBezTo>
                  <a:pt x="2947" y="3085"/>
                  <a:pt x="2949" y="3102"/>
                  <a:pt x="2952" y="3119"/>
                </a:cubicBezTo>
                <a:lnTo>
                  <a:pt x="2952" y="3119"/>
                </a:lnTo>
                <a:cubicBezTo>
                  <a:pt x="2952" y="3123"/>
                  <a:pt x="2953" y="3127"/>
                  <a:pt x="2954" y="3132"/>
                </a:cubicBezTo>
                <a:lnTo>
                  <a:pt x="2954" y="3132"/>
                </a:lnTo>
                <a:cubicBezTo>
                  <a:pt x="2955" y="3144"/>
                  <a:pt x="2957" y="3156"/>
                  <a:pt x="2959" y="3168"/>
                </a:cubicBezTo>
                <a:lnTo>
                  <a:pt x="2959" y="3168"/>
                </a:lnTo>
                <a:cubicBezTo>
                  <a:pt x="2959" y="3173"/>
                  <a:pt x="2960" y="3179"/>
                  <a:pt x="2960" y="3184"/>
                </a:cubicBezTo>
                <a:lnTo>
                  <a:pt x="2960" y="3184"/>
                </a:lnTo>
                <a:cubicBezTo>
                  <a:pt x="2961" y="3196"/>
                  <a:pt x="2963" y="3207"/>
                  <a:pt x="2964" y="3218"/>
                </a:cubicBezTo>
                <a:lnTo>
                  <a:pt x="2964" y="3218"/>
                </a:lnTo>
                <a:cubicBezTo>
                  <a:pt x="2965" y="3224"/>
                  <a:pt x="2965" y="3229"/>
                  <a:pt x="2966" y="3235"/>
                </a:cubicBezTo>
                <a:lnTo>
                  <a:pt x="2966" y="3235"/>
                </a:lnTo>
                <a:cubicBezTo>
                  <a:pt x="2967" y="3247"/>
                  <a:pt x="2968" y="3260"/>
                  <a:pt x="2969" y="3273"/>
                </a:cubicBezTo>
                <a:lnTo>
                  <a:pt x="2969" y="3273"/>
                </a:lnTo>
                <a:cubicBezTo>
                  <a:pt x="2969" y="3276"/>
                  <a:pt x="2970" y="3280"/>
                  <a:pt x="2970" y="3284"/>
                </a:cubicBezTo>
                <a:lnTo>
                  <a:pt x="2970" y="3284"/>
                </a:lnTo>
                <a:cubicBezTo>
                  <a:pt x="2971" y="3299"/>
                  <a:pt x="2973" y="3316"/>
                  <a:pt x="2974" y="3332"/>
                </a:cubicBezTo>
                <a:lnTo>
                  <a:pt x="2974" y="3332"/>
                </a:lnTo>
                <a:cubicBezTo>
                  <a:pt x="2974" y="3336"/>
                  <a:pt x="2974" y="3340"/>
                  <a:pt x="2974" y="3344"/>
                </a:cubicBezTo>
                <a:lnTo>
                  <a:pt x="2974" y="3344"/>
                </a:lnTo>
                <a:cubicBezTo>
                  <a:pt x="2975" y="3356"/>
                  <a:pt x="2976" y="3369"/>
                  <a:pt x="2976" y="3380"/>
                </a:cubicBezTo>
                <a:lnTo>
                  <a:pt x="2976" y="3380"/>
                </a:lnTo>
                <a:cubicBezTo>
                  <a:pt x="2976" y="3386"/>
                  <a:pt x="2977" y="3391"/>
                  <a:pt x="2977" y="3397"/>
                </a:cubicBezTo>
                <a:lnTo>
                  <a:pt x="2977" y="3397"/>
                </a:lnTo>
                <a:cubicBezTo>
                  <a:pt x="2977" y="3405"/>
                  <a:pt x="2977" y="3413"/>
                  <a:pt x="2977" y="3422"/>
                </a:cubicBezTo>
                <a:lnTo>
                  <a:pt x="2977" y="3422"/>
                </a:lnTo>
                <a:cubicBezTo>
                  <a:pt x="2978" y="3445"/>
                  <a:pt x="2979" y="3468"/>
                  <a:pt x="2979" y="3492"/>
                </a:cubicBezTo>
                <a:lnTo>
                  <a:pt x="2979" y="3492"/>
                </a:lnTo>
                <a:cubicBezTo>
                  <a:pt x="2979" y="3508"/>
                  <a:pt x="2978" y="3525"/>
                  <a:pt x="2978" y="3541"/>
                </a:cubicBezTo>
                <a:lnTo>
                  <a:pt x="2978" y="3541"/>
                </a:lnTo>
                <a:cubicBezTo>
                  <a:pt x="2977" y="3545"/>
                  <a:pt x="2977" y="3548"/>
                  <a:pt x="2977" y="3551"/>
                </a:cubicBezTo>
                <a:lnTo>
                  <a:pt x="2977" y="3551"/>
                </a:lnTo>
                <a:cubicBezTo>
                  <a:pt x="2977" y="3564"/>
                  <a:pt x="2977" y="3575"/>
                  <a:pt x="2976" y="3587"/>
                </a:cubicBezTo>
                <a:lnTo>
                  <a:pt x="2976" y="3587"/>
                </a:lnTo>
                <a:cubicBezTo>
                  <a:pt x="2976" y="3593"/>
                  <a:pt x="2976" y="3598"/>
                  <a:pt x="2975" y="3604"/>
                </a:cubicBezTo>
                <a:lnTo>
                  <a:pt x="2975" y="3604"/>
                </a:lnTo>
                <a:cubicBezTo>
                  <a:pt x="2975" y="3614"/>
                  <a:pt x="2974" y="3624"/>
                  <a:pt x="2974" y="3633"/>
                </a:cubicBezTo>
                <a:lnTo>
                  <a:pt x="2974" y="3633"/>
                </a:lnTo>
                <a:cubicBezTo>
                  <a:pt x="2973" y="3639"/>
                  <a:pt x="2973" y="3645"/>
                  <a:pt x="2973" y="3650"/>
                </a:cubicBezTo>
                <a:lnTo>
                  <a:pt x="2973" y="3650"/>
                </a:lnTo>
                <a:cubicBezTo>
                  <a:pt x="2971" y="3660"/>
                  <a:pt x="2971" y="3670"/>
                  <a:pt x="2970" y="3679"/>
                </a:cubicBezTo>
                <a:lnTo>
                  <a:pt x="2970" y="3679"/>
                </a:lnTo>
                <a:cubicBezTo>
                  <a:pt x="2969" y="3685"/>
                  <a:pt x="2969" y="3691"/>
                  <a:pt x="2968" y="3697"/>
                </a:cubicBezTo>
                <a:lnTo>
                  <a:pt x="2968" y="3697"/>
                </a:lnTo>
                <a:cubicBezTo>
                  <a:pt x="2967" y="3706"/>
                  <a:pt x="2966" y="3715"/>
                  <a:pt x="2965" y="3724"/>
                </a:cubicBezTo>
                <a:lnTo>
                  <a:pt x="2965" y="3724"/>
                </a:lnTo>
                <a:cubicBezTo>
                  <a:pt x="2965" y="3731"/>
                  <a:pt x="2964" y="3736"/>
                  <a:pt x="2963" y="3742"/>
                </a:cubicBezTo>
                <a:lnTo>
                  <a:pt x="2963" y="3742"/>
                </a:lnTo>
                <a:cubicBezTo>
                  <a:pt x="2962" y="3752"/>
                  <a:pt x="2961" y="3761"/>
                  <a:pt x="2960" y="3770"/>
                </a:cubicBezTo>
                <a:lnTo>
                  <a:pt x="2960" y="3770"/>
                </a:lnTo>
                <a:cubicBezTo>
                  <a:pt x="2959" y="3775"/>
                  <a:pt x="2958" y="3781"/>
                  <a:pt x="2957" y="3786"/>
                </a:cubicBezTo>
                <a:lnTo>
                  <a:pt x="2957" y="3786"/>
                </a:lnTo>
                <a:cubicBezTo>
                  <a:pt x="2955" y="3797"/>
                  <a:pt x="2954" y="3808"/>
                  <a:pt x="2952" y="3819"/>
                </a:cubicBezTo>
                <a:lnTo>
                  <a:pt x="2952" y="3819"/>
                </a:lnTo>
                <a:cubicBezTo>
                  <a:pt x="2952" y="3822"/>
                  <a:pt x="2951" y="3826"/>
                  <a:pt x="2950" y="3830"/>
                </a:cubicBezTo>
                <a:lnTo>
                  <a:pt x="2950" y="3830"/>
                </a:lnTo>
                <a:cubicBezTo>
                  <a:pt x="2949" y="3839"/>
                  <a:pt x="2947" y="3849"/>
                  <a:pt x="2945" y="3858"/>
                </a:cubicBezTo>
                <a:lnTo>
                  <a:pt x="2945" y="3858"/>
                </a:lnTo>
                <a:cubicBezTo>
                  <a:pt x="2944" y="3863"/>
                  <a:pt x="2943" y="3868"/>
                  <a:pt x="2942" y="3873"/>
                </a:cubicBezTo>
                <a:lnTo>
                  <a:pt x="2942" y="3873"/>
                </a:lnTo>
                <a:cubicBezTo>
                  <a:pt x="2939" y="3887"/>
                  <a:pt x="2937" y="3902"/>
                  <a:pt x="2933" y="3916"/>
                </a:cubicBezTo>
                <a:lnTo>
                  <a:pt x="2933" y="3916"/>
                </a:lnTo>
                <a:cubicBezTo>
                  <a:pt x="2930" y="3931"/>
                  <a:pt x="2926" y="3945"/>
                  <a:pt x="2922" y="3959"/>
                </a:cubicBezTo>
                <a:lnTo>
                  <a:pt x="2922" y="3959"/>
                </a:lnTo>
                <a:cubicBezTo>
                  <a:pt x="2921" y="3964"/>
                  <a:pt x="2920" y="3969"/>
                  <a:pt x="2919" y="3973"/>
                </a:cubicBezTo>
                <a:lnTo>
                  <a:pt x="2919" y="3973"/>
                </a:lnTo>
                <a:cubicBezTo>
                  <a:pt x="2916" y="3983"/>
                  <a:pt x="2913" y="3993"/>
                  <a:pt x="2911" y="4002"/>
                </a:cubicBezTo>
                <a:lnTo>
                  <a:pt x="2911" y="4002"/>
                </a:lnTo>
                <a:cubicBezTo>
                  <a:pt x="2910" y="4006"/>
                  <a:pt x="2908" y="4011"/>
                  <a:pt x="2907" y="4016"/>
                </a:cubicBezTo>
                <a:lnTo>
                  <a:pt x="2907" y="4016"/>
                </a:lnTo>
                <a:cubicBezTo>
                  <a:pt x="2903" y="4025"/>
                  <a:pt x="2900" y="4036"/>
                  <a:pt x="2897" y="4046"/>
                </a:cubicBezTo>
                <a:lnTo>
                  <a:pt x="2897" y="4046"/>
                </a:lnTo>
                <a:cubicBezTo>
                  <a:pt x="2896" y="4051"/>
                  <a:pt x="2894" y="4057"/>
                  <a:pt x="2892" y="4062"/>
                </a:cubicBezTo>
                <a:lnTo>
                  <a:pt x="2892" y="4062"/>
                </a:lnTo>
                <a:cubicBezTo>
                  <a:pt x="2889" y="4071"/>
                  <a:pt x="2886" y="4080"/>
                  <a:pt x="2882" y="4088"/>
                </a:cubicBezTo>
                <a:lnTo>
                  <a:pt x="2882" y="4088"/>
                </a:lnTo>
                <a:cubicBezTo>
                  <a:pt x="2880" y="4094"/>
                  <a:pt x="2878" y="4099"/>
                  <a:pt x="2876" y="4104"/>
                </a:cubicBezTo>
                <a:lnTo>
                  <a:pt x="2876" y="4104"/>
                </a:lnTo>
                <a:cubicBezTo>
                  <a:pt x="2872" y="4116"/>
                  <a:pt x="2867" y="4128"/>
                  <a:pt x="2863" y="4140"/>
                </a:cubicBezTo>
                <a:lnTo>
                  <a:pt x="2863" y="4140"/>
                </a:lnTo>
                <a:cubicBezTo>
                  <a:pt x="2861" y="4143"/>
                  <a:pt x="2859" y="4147"/>
                  <a:pt x="2858" y="4150"/>
                </a:cubicBezTo>
                <a:lnTo>
                  <a:pt x="2858" y="4150"/>
                </a:lnTo>
                <a:cubicBezTo>
                  <a:pt x="2852" y="4164"/>
                  <a:pt x="2845" y="4179"/>
                  <a:pt x="2839" y="4193"/>
                </a:cubicBezTo>
                <a:lnTo>
                  <a:pt x="2839" y="4193"/>
                </a:lnTo>
                <a:cubicBezTo>
                  <a:pt x="2835" y="4200"/>
                  <a:pt x="2832" y="4207"/>
                  <a:pt x="2828" y="4214"/>
                </a:cubicBezTo>
                <a:lnTo>
                  <a:pt x="2828" y="4214"/>
                </a:lnTo>
                <a:cubicBezTo>
                  <a:pt x="2827" y="4218"/>
                  <a:pt x="2825" y="4222"/>
                  <a:pt x="2823" y="4225"/>
                </a:cubicBezTo>
                <a:lnTo>
                  <a:pt x="2823" y="4225"/>
                </a:lnTo>
                <a:cubicBezTo>
                  <a:pt x="2818" y="4236"/>
                  <a:pt x="2812" y="4247"/>
                  <a:pt x="2806" y="4257"/>
                </a:cubicBezTo>
                <a:lnTo>
                  <a:pt x="2806" y="4257"/>
                </a:lnTo>
                <a:lnTo>
                  <a:pt x="2806" y="4257"/>
                </a:lnTo>
                <a:lnTo>
                  <a:pt x="2806" y="4257"/>
                </a:lnTo>
                <a:cubicBezTo>
                  <a:pt x="2800" y="4268"/>
                  <a:pt x="2795" y="4278"/>
                  <a:pt x="2788" y="4288"/>
                </a:cubicBezTo>
                <a:lnTo>
                  <a:pt x="2788" y="4288"/>
                </a:lnTo>
                <a:cubicBezTo>
                  <a:pt x="2787" y="4292"/>
                  <a:pt x="2784" y="4294"/>
                  <a:pt x="2782" y="4298"/>
                </a:cubicBezTo>
                <a:lnTo>
                  <a:pt x="2782" y="4298"/>
                </a:lnTo>
                <a:cubicBezTo>
                  <a:pt x="2778" y="4305"/>
                  <a:pt x="2774" y="4312"/>
                  <a:pt x="2770" y="4318"/>
                </a:cubicBezTo>
                <a:lnTo>
                  <a:pt x="2770" y="4318"/>
                </a:lnTo>
                <a:cubicBezTo>
                  <a:pt x="2768" y="4321"/>
                  <a:pt x="2766" y="4324"/>
                  <a:pt x="2764" y="4326"/>
                </a:cubicBezTo>
                <a:lnTo>
                  <a:pt x="2764" y="4326"/>
                </a:lnTo>
                <a:cubicBezTo>
                  <a:pt x="2760" y="4333"/>
                  <a:pt x="2755" y="4340"/>
                  <a:pt x="2750" y="4346"/>
                </a:cubicBezTo>
                <a:lnTo>
                  <a:pt x="2750" y="4346"/>
                </a:lnTo>
                <a:cubicBezTo>
                  <a:pt x="2749" y="4350"/>
                  <a:pt x="2747" y="4353"/>
                  <a:pt x="2744" y="4355"/>
                </a:cubicBezTo>
                <a:lnTo>
                  <a:pt x="2744" y="4355"/>
                </a:lnTo>
                <a:cubicBezTo>
                  <a:pt x="2739" y="4362"/>
                  <a:pt x="2735" y="4370"/>
                  <a:pt x="2729" y="4377"/>
                </a:cubicBezTo>
                <a:lnTo>
                  <a:pt x="2729" y="4377"/>
                </a:lnTo>
                <a:cubicBezTo>
                  <a:pt x="2728" y="4378"/>
                  <a:pt x="2727" y="4380"/>
                  <a:pt x="2725" y="4382"/>
                </a:cubicBezTo>
                <a:lnTo>
                  <a:pt x="2725" y="4382"/>
                </a:lnTo>
                <a:cubicBezTo>
                  <a:pt x="2719" y="4390"/>
                  <a:pt x="2712" y="4398"/>
                  <a:pt x="2705" y="4407"/>
                </a:cubicBezTo>
                <a:lnTo>
                  <a:pt x="2705" y="4407"/>
                </a:lnTo>
                <a:cubicBezTo>
                  <a:pt x="2703" y="4409"/>
                  <a:pt x="2702" y="4411"/>
                  <a:pt x="2700" y="4413"/>
                </a:cubicBezTo>
                <a:lnTo>
                  <a:pt x="2700" y="4413"/>
                </a:lnTo>
                <a:cubicBezTo>
                  <a:pt x="2695" y="4420"/>
                  <a:pt x="2690" y="4426"/>
                  <a:pt x="2685" y="4432"/>
                </a:cubicBezTo>
                <a:lnTo>
                  <a:pt x="2685" y="4432"/>
                </a:lnTo>
                <a:cubicBezTo>
                  <a:pt x="2682" y="4435"/>
                  <a:pt x="2680" y="4437"/>
                  <a:pt x="2678" y="4440"/>
                </a:cubicBezTo>
                <a:lnTo>
                  <a:pt x="2678" y="4440"/>
                </a:lnTo>
                <a:cubicBezTo>
                  <a:pt x="2672" y="4446"/>
                  <a:pt x="2667" y="4452"/>
                  <a:pt x="2661" y="4457"/>
                </a:cubicBezTo>
                <a:lnTo>
                  <a:pt x="2661" y="4457"/>
                </a:lnTo>
                <a:cubicBezTo>
                  <a:pt x="2659" y="4459"/>
                  <a:pt x="2657" y="4461"/>
                  <a:pt x="2656" y="4463"/>
                </a:cubicBezTo>
                <a:lnTo>
                  <a:pt x="2656" y="4463"/>
                </a:lnTo>
                <a:cubicBezTo>
                  <a:pt x="2648" y="4471"/>
                  <a:pt x="2641" y="4478"/>
                  <a:pt x="2634" y="4485"/>
                </a:cubicBezTo>
                <a:lnTo>
                  <a:pt x="2634" y="4485"/>
                </a:lnTo>
                <a:cubicBezTo>
                  <a:pt x="2633" y="4487"/>
                  <a:pt x="2631" y="4488"/>
                  <a:pt x="2629" y="4490"/>
                </a:cubicBezTo>
                <a:lnTo>
                  <a:pt x="2629" y="4490"/>
                </a:lnTo>
                <a:cubicBezTo>
                  <a:pt x="2623" y="4496"/>
                  <a:pt x="2617" y="4501"/>
                  <a:pt x="2611" y="4507"/>
                </a:cubicBezTo>
                <a:lnTo>
                  <a:pt x="2611" y="4507"/>
                </a:lnTo>
                <a:cubicBezTo>
                  <a:pt x="2609" y="4509"/>
                  <a:pt x="2606" y="4511"/>
                  <a:pt x="2603" y="4513"/>
                </a:cubicBezTo>
                <a:lnTo>
                  <a:pt x="2603" y="4513"/>
                </a:lnTo>
                <a:cubicBezTo>
                  <a:pt x="2598" y="4518"/>
                  <a:pt x="2592" y="4523"/>
                  <a:pt x="2586" y="4528"/>
                </a:cubicBezTo>
                <a:lnTo>
                  <a:pt x="2586" y="4528"/>
                </a:lnTo>
                <a:cubicBezTo>
                  <a:pt x="2583" y="4530"/>
                  <a:pt x="2582" y="4532"/>
                  <a:pt x="2579" y="4534"/>
                </a:cubicBezTo>
                <a:lnTo>
                  <a:pt x="2579" y="4534"/>
                </a:lnTo>
                <a:cubicBezTo>
                  <a:pt x="2571" y="4540"/>
                  <a:pt x="2564" y="4547"/>
                  <a:pt x="2555" y="4553"/>
                </a:cubicBezTo>
                <a:lnTo>
                  <a:pt x="2555" y="4553"/>
                </a:lnTo>
                <a:cubicBezTo>
                  <a:pt x="2554" y="4554"/>
                  <a:pt x="2553" y="4555"/>
                  <a:pt x="2552" y="4556"/>
                </a:cubicBezTo>
                <a:lnTo>
                  <a:pt x="2552" y="4556"/>
                </a:lnTo>
                <a:cubicBezTo>
                  <a:pt x="2544" y="4561"/>
                  <a:pt x="2538" y="4566"/>
                  <a:pt x="2530" y="4571"/>
                </a:cubicBezTo>
                <a:lnTo>
                  <a:pt x="2530" y="4571"/>
                </a:lnTo>
                <a:cubicBezTo>
                  <a:pt x="2528" y="4573"/>
                  <a:pt x="2525" y="4575"/>
                  <a:pt x="2523" y="4576"/>
                </a:cubicBezTo>
                <a:lnTo>
                  <a:pt x="2523" y="4576"/>
                </a:lnTo>
                <a:cubicBezTo>
                  <a:pt x="2516" y="4581"/>
                  <a:pt x="2510" y="4585"/>
                  <a:pt x="2503" y="4589"/>
                </a:cubicBezTo>
                <a:lnTo>
                  <a:pt x="2503" y="4589"/>
                </a:lnTo>
                <a:cubicBezTo>
                  <a:pt x="2501" y="4591"/>
                  <a:pt x="2499" y="4592"/>
                  <a:pt x="2496" y="4594"/>
                </a:cubicBezTo>
                <a:lnTo>
                  <a:pt x="2496" y="4594"/>
                </a:lnTo>
                <a:cubicBezTo>
                  <a:pt x="2488" y="4600"/>
                  <a:pt x="2478" y="4604"/>
                  <a:pt x="2470" y="4610"/>
                </a:cubicBezTo>
                <a:lnTo>
                  <a:pt x="2888" y="4367"/>
                </a:lnTo>
                <a:lnTo>
                  <a:pt x="2888" y="4367"/>
                </a:lnTo>
                <a:cubicBezTo>
                  <a:pt x="2897" y="4362"/>
                  <a:pt x="2906" y="4356"/>
                  <a:pt x="2914" y="4351"/>
                </a:cubicBezTo>
                <a:lnTo>
                  <a:pt x="2914" y="4351"/>
                </a:lnTo>
                <a:cubicBezTo>
                  <a:pt x="2917" y="4349"/>
                  <a:pt x="2919" y="4348"/>
                  <a:pt x="2922" y="4346"/>
                </a:cubicBezTo>
                <a:lnTo>
                  <a:pt x="2922" y="4346"/>
                </a:lnTo>
                <a:cubicBezTo>
                  <a:pt x="2928" y="4342"/>
                  <a:pt x="2935" y="4338"/>
                  <a:pt x="2941" y="4334"/>
                </a:cubicBezTo>
                <a:lnTo>
                  <a:pt x="2941" y="4334"/>
                </a:lnTo>
                <a:cubicBezTo>
                  <a:pt x="2943" y="4332"/>
                  <a:pt x="2946" y="4330"/>
                  <a:pt x="2949" y="4328"/>
                </a:cubicBezTo>
                <a:lnTo>
                  <a:pt x="2949" y="4328"/>
                </a:lnTo>
                <a:cubicBezTo>
                  <a:pt x="2956" y="4323"/>
                  <a:pt x="2963" y="4318"/>
                  <a:pt x="2970" y="4312"/>
                </a:cubicBezTo>
                <a:lnTo>
                  <a:pt x="2970" y="4312"/>
                </a:lnTo>
                <a:cubicBezTo>
                  <a:pt x="2971" y="4312"/>
                  <a:pt x="2973" y="4310"/>
                  <a:pt x="2974" y="4310"/>
                </a:cubicBezTo>
                <a:lnTo>
                  <a:pt x="2974" y="4310"/>
                </a:lnTo>
                <a:cubicBezTo>
                  <a:pt x="2982" y="4304"/>
                  <a:pt x="2990" y="4297"/>
                  <a:pt x="2998" y="4291"/>
                </a:cubicBezTo>
                <a:lnTo>
                  <a:pt x="2998" y="4291"/>
                </a:lnTo>
                <a:cubicBezTo>
                  <a:pt x="3000" y="4289"/>
                  <a:pt x="3002" y="4287"/>
                  <a:pt x="3004" y="4285"/>
                </a:cubicBezTo>
                <a:lnTo>
                  <a:pt x="3004" y="4285"/>
                </a:lnTo>
                <a:cubicBezTo>
                  <a:pt x="3011" y="4280"/>
                  <a:pt x="3016" y="4276"/>
                  <a:pt x="3022" y="4270"/>
                </a:cubicBezTo>
                <a:lnTo>
                  <a:pt x="3022" y="4270"/>
                </a:lnTo>
                <a:cubicBezTo>
                  <a:pt x="3024" y="4268"/>
                  <a:pt x="3027" y="4266"/>
                  <a:pt x="3029" y="4263"/>
                </a:cubicBezTo>
                <a:lnTo>
                  <a:pt x="3029" y="4263"/>
                </a:lnTo>
                <a:cubicBezTo>
                  <a:pt x="3036" y="4258"/>
                  <a:pt x="3042" y="4252"/>
                  <a:pt x="3047" y="4247"/>
                </a:cubicBezTo>
                <a:lnTo>
                  <a:pt x="3047" y="4247"/>
                </a:lnTo>
                <a:cubicBezTo>
                  <a:pt x="3049" y="4245"/>
                  <a:pt x="3051" y="4244"/>
                  <a:pt x="3052" y="4242"/>
                </a:cubicBezTo>
                <a:lnTo>
                  <a:pt x="3052" y="4242"/>
                </a:lnTo>
                <a:cubicBezTo>
                  <a:pt x="3060" y="4235"/>
                  <a:pt x="3067" y="4227"/>
                  <a:pt x="3075" y="4220"/>
                </a:cubicBezTo>
                <a:lnTo>
                  <a:pt x="3075" y="4220"/>
                </a:lnTo>
                <a:cubicBezTo>
                  <a:pt x="3076" y="4218"/>
                  <a:pt x="3078" y="4216"/>
                  <a:pt x="3080" y="4214"/>
                </a:cubicBezTo>
                <a:lnTo>
                  <a:pt x="3080" y="4214"/>
                </a:lnTo>
                <a:cubicBezTo>
                  <a:pt x="3085" y="4208"/>
                  <a:pt x="3091" y="4202"/>
                  <a:pt x="3096" y="4196"/>
                </a:cubicBezTo>
                <a:lnTo>
                  <a:pt x="3096" y="4196"/>
                </a:lnTo>
                <a:cubicBezTo>
                  <a:pt x="3099" y="4194"/>
                  <a:pt x="3100" y="4191"/>
                  <a:pt x="3103" y="4189"/>
                </a:cubicBezTo>
                <a:lnTo>
                  <a:pt x="3103" y="4189"/>
                </a:lnTo>
                <a:cubicBezTo>
                  <a:pt x="3108" y="4183"/>
                  <a:pt x="3113" y="4177"/>
                  <a:pt x="3119" y="4170"/>
                </a:cubicBezTo>
                <a:lnTo>
                  <a:pt x="3119" y="4170"/>
                </a:lnTo>
                <a:cubicBezTo>
                  <a:pt x="3121" y="4168"/>
                  <a:pt x="3122" y="4166"/>
                  <a:pt x="3123" y="4164"/>
                </a:cubicBezTo>
                <a:lnTo>
                  <a:pt x="3123" y="4164"/>
                </a:lnTo>
                <a:cubicBezTo>
                  <a:pt x="3130" y="4156"/>
                  <a:pt x="3137" y="4147"/>
                  <a:pt x="3144" y="4138"/>
                </a:cubicBezTo>
                <a:lnTo>
                  <a:pt x="3144" y="4138"/>
                </a:lnTo>
                <a:cubicBezTo>
                  <a:pt x="3145" y="4137"/>
                  <a:pt x="3146" y="4135"/>
                  <a:pt x="3147" y="4134"/>
                </a:cubicBezTo>
                <a:lnTo>
                  <a:pt x="3147" y="4134"/>
                </a:lnTo>
                <a:cubicBezTo>
                  <a:pt x="3153" y="4126"/>
                  <a:pt x="3158" y="4119"/>
                  <a:pt x="3163" y="4112"/>
                </a:cubicBezTo>
                <a:lnTo>
                  <a:pt x="3163" y="4112"/>
                </a:lnTo>
                <a:cubicBezTo>
                  <a:pt x="3165" y="4109"/>
                  <a:pt x="3167" y="4106"/>
                  <a:pt x="3169" y="4104"/>
                </a:cubicBezTo>
                <a:lnTo>
                  <a:pt x="3169" y="4104"/>
                </a:lnTo>
                <a:cubicBezTo>
                  <a:pt x="3174" y="4097"/>
                  <a:pt x="3178" y="4090"/>
                  <a:pt x="3183" y="4084"/>
                </a:cubicBezTo>
                <a:lnTo>
                  <a:pt x="3183" y="4084"/>
                </a:lnTo>
                <a:cubicBezTo>
                  <a:pt x="3184" y="4080"/>
                  <a:pt x="3186" y="4078"/>
                  <a:pt x="3188" y="4075"/>
                </a:cubicBezTo>
                <a:lnTo>
                  <a:pt x="3188" y="4075"/>
                </a:lnTo>
                <a:cubicBezTo>
                  <a:pt x="3189" y="4074"/>
                  <a:pt x="3190" y="4073"/>
                  <a:pt x="3190" y="4072"/>
                </a:cubicBezTo>
                <a:lnTo>
                  <a:pt x="3190" y="4072"/>
                </a:lnTo>
                <a:cubicBezTo>
                  <a:pt x="3194" y="4067"/>
                  <a:pt x="3197" y="4060"/>
                  <a:pt x="3201" y="4055"/>
                </a:cubicBezTo>
                <a:lnTo>
                  <a:pt x="3201" y="4055"/>
                </a:lnTo>
                <a:cubicBezTo>
                  <a:pt x="3202" y="4052"/>
                  <a:pt x="3205" y="4048"/>
                  <a:pt x="3207" y="4045"/>
                </a:cubicBezTo>
                <a:lnTo>
                  <a:pt x="3207" y="4045"/>
                </a:lnTo>
                <a:cubicBezTo>
                  <a:pt x="3213" y="4035"/>
                  <a:pt x="3219" y="4024"/>
                  <a:pt x="3225" y="4014"/>
                </a:cubicBezTo>
                <a:lnTo>
                  <a:pt x="3225" y="4014"/>
                </a:lnTo>
                <a:lnTo>
                  <a:pt x="3225" y="4014"/>
                </a:lnTo>
                <a:lnTo>
                  <a:pt x="3225" y="4014"/>
                </a:lnTo>
                <a:cubicBezTo>
                  <a:pt x="3231" y="4004"/>
                  <a:pt x="3236" y="3993"/>
                  <a:pt x="3242" y="3982"/>
                </a:cubicBezTo>
                <a:lnTo>
                  <a:pt x="3242" y="3982"/>
                </a:lnTo>
                <a:cubicBezTo>
                  <a:pt x="3243" y="3978"/>
                  <a:pt x="3245" y="3975"/>
                  <a:pt x="3247" y="3971"/>
                </a:cubicBezTo>
                <a:lnTo>
                  <a:pt x="3247" y="3971"/>
                </a:lnTo>
                <a:cubicBezTo>
                  <a:pt x="3250" y="3965"/>
                  <a:pt x="3253" y="3959"/>
                  <a:pt x="3256" y="3953"/>
                </a:cubicBezTo>
                <a:lnTo>
                  <a:pt x="3256" y="3953"/>
                </a:lnTo>
                <a:cubicBezTo>
                  <a:pt x="3256" y="3952"/>
                  <a:pt x="3257" y="3951"/>
                  <a:pt x="3258" y="3950"/>
                </a:cubicBezTo>
                <a:lnTo>
                  <a:pt x="3258" y="3950"/>
                </a:lnTo>
                <a:cubicBezTo>
                  <a:pt x="3264" y="3936"/>
                  <a:pt x="3270" y="3921"/>
                  <a:pt x="3276" y="3906"/>
                </a:cubicBezTo>
                <a:lnTo>
                  <a:pt x="3276" y="3906"/>
                </a:lnTo>
                <a:cubicBezTo>
                  <a:pt x="3278" y="3903"/>
                  <a:pt x="3280" y="3900"/>
                  <a:pt x="3281" y="3896"/>
                </a:cubicBezTo>
                <a:lnTo>
                  <a:pt x="3281" y="3896"/>
                </a:lnTo>
                <a:cubicBezTo>
                  <a:pt x="3286" y="3885"/>
                  <a:pt x="3291" y="3873"/>
                  <a:pt x="3295" y="3860"/>
                </a:cubicBezTo>
                <a:lnTo>
                  <a:pt x="3295" y="3860"/>
                </a:lnTo>
                <a:cubicBezTo>
                  <a:pt x="3296" y="3858"/>
                  <a:pt x="3297" y="3856"/>
                  <a:pt x="3298" y="3854"/>
                </a:cubicBezTo>
                <a:lnTo>
                  <a:pt x="3298" y="3854"/>
                </a:lnTo>
                <a:cubicBezTo>
                  <a:pt x="3299" y="3850"/>
                  <a:pt x="3300" y="3848"/>
                  <a:pt x="3301" y="3846"/>
                </a:cubicBezTo>
                <a:lnTo>
                  <a:pt x="3301" y="3846"/>
                </a:lnTo>
                <a:cubicBezTo>
                  <a:pt x="3304" y="3837"/>
                  <a:pt x="3307" y="3828"/>
                  <a:pt x="3310" y="3819"/>
                </a:cubicBezTo>
                <a:lnTo>
                  <a:pt x="3310" y="3819"/>
                </a:lnTo>
                <a:cubicBezTo>
                  <a:pt x="3312" y="3813"/>
                  <a:pt x="3314" y="3808"/>
                  <a:pt x="3316" y="3803"/>
                </a:cubicBezTo>
                <a:lnTo>
                  <a:pt x="3316" y="3803"/>
                </a:lnTo>
                <a:cubicBezTo>
                  <a:pt x="3319" y="3792"/>
                  <a:pt x="3322" y="3783"/>
                  <a:pt x="3325" y="3772"/>
                </a:cubicBezTo>
                <a:lnTo>
                  <a:pt x="3325" y="3772"/>
                </a:lnTo>
                <a:cubicBezTo>
                  <a:pt x="3326" y="3769"/>
                  <a:pt x="3327" y="3765"/>
                  <a:pt x="3328" y="3762"/>
                </a:cubicBezTo>
                <a:lnTo>
                  <a:pt x="3328" y="3762"/>
                </a:lnTo>
                <a:cubicBezTo>
                  <a:pt x="3328" y="3761"/>
                  <a:pt x="3329" y="3760"/>
                  <a:pt x="3329" y="3759"/>
                </a:cubicBezTo>
                <a:lnTo>
                  <a:pt x="3329" y="3759"/>
                </a:lnTo>
                <a:cubicBezTo>
                  <a:pt x="3332" y="3750"/>
                  <a:pt x="3335" y="3740"/>
                  <a:pt x="3337" y="3730"/>
                </a:cubicBezTo>
                <a:lnTo>
                  <a:pt x="3337" y="3730"/>
                </a:lnTo>
                <a:cubicBezTo>
                  <a:pt x="3338" y="3726"/>
                  <a:pt x="3340" y="3721"/>
                  <a:pt x="3341" y="3716"/>
                </a:cubicBezTo>
                <a:lnTo>
                  <a:pt x="3341" y="3716"/>
                </a:lnTo>
                <a:cubicBezTo>
                  <a:pt x="3344" y="3702"/>
                  <a:pt x="3348" y="3687"/>
                  <a:pt x="3352" y="3673"/>
                </a:cubicBezTo>
                <a:lnTo>
                  <a:pt x="3352" y="3673"/>
                </a:lnTo>
                <a:lnTo>
                  <a:pt x="3352" y="3673"/>
                </a:lnTo>
                <a:lnTo>
                  <a:pt x="3352" y="3673"/>
                </a:lnTo>
                <a:cubicBezTo>
                  <a:pt x="3355" y="3659"/>
                  <a:pt x="3358" y="3644"/>
                  <a:pt x="3361" y="3630"/>
                </a:cubicBezTo>
                <a:lnTo>
                  <a:pt x="3361" y="3630"/>
                </a:lnTo>
                <a:cubicBezTo>
                  <a:pt x="3362" y="3626"/>
                  <a:pt x="3362" y="3621"/>
                  <a:pt x="3363" y="3616"/>
                </a:cubicBezTo>
                <a:lnTo>
                  <a:pt x="3363" y="3616"/>
                </a:lnTo>
                <a:cubicBezTo>
                  <a:pt x="3365" y="3607"/>
                  <a:pt x="3367" y="3597"/>
                  <a:pt x="3369" y="3587"/>
                </a:cubicBezTo>
                <a:lnTo>
                  <a:pt x="3369" y="3587"/>
                </a:lnTo>
                <a:lnTo>
                  <a:pt x="3369" y="3586"/>
                </a:lnTo>
                <a:lnTo>
                  <a:pt x="3369" y="3586"/>
                </a:lnTo>
                <a:cubicBezTo>
                  <a:pt x="3369" y="3583"/>
                  <a:pt x="3370" y="3579"/>
                  <a:pt x="3371" y="3575"/>
                </a:cubicBezTo>
                <a:lnTo>
                  <a:pt x="3371" y="3575"/>
                </a:lnTo>
                <a:cubicBezTo>
                  <a:pt x="3373" y="3565"/>
                  <a:pt x="3374" y="3554"/>
                  <a:pt x="3375" y="3543"/>
                </a:cubicBezTo>
                <a:lnTo>
                  <a:pt x="3375" y="3543"/>
                </a:lnTo>
                <a:cubicBezTo>
                  <a:pt x="3377" y="3538"/>
                  <a:pt x="3377" y="3532"/>
                  <a:pt x="3378" y="3527"/>
                </a:cubicBezTo>
                <a:lnTo>
                  <a:pt x="3378" y="3527"/>
                </a:lnTo>
                <a:cubicBezTo>
                  <a:pt x="3379" y="3519"/>
                  <a:pt x="3380" y="3512"/>
                  <a:pt x="3381" y="3504"/>
                </a:cubicBezTo>
                <a:lnTo>
                  <a:pt x="3381" y="3504"/>
                </a:lnTo>
                <a:cubicBezTo>
                  <a:pt x="3381" y="3502"/>
                  <a:pt x="3382" y="3500"/>
                  <a:pt x="3382" y="3499"/>
                </a:cubicBezTo>
                <a:lnTo>
                  <a:pt x="3382" y="3499"/>
                </a:lnTo>
                <a:cubicBezTo>
                  <a:pt x="3382" y="3493"/>
                  <a:pt x="3383" y="3487"/>
                  <a:pt x="3384" y="3482"/>
                </a:cubicBezTo>
                <a:lnTo>
                  <a:pt x="3384" y="3482"/>
                </a:lnTo>
                <a:cubicBezTo>
                  <a:pt x="3385" y="3472"/>
                  <a:pt x="3386" y="3464"/>
                  <a:pt x="3386" y="3454"/>
                </a:cubicBezTo>
                <a:lnTo>
                  <a:pt x="3386" y="3454"/>
                </a:lnTo>
                <a:cubicBezTo>
                  <a:pt x="3387" y="3448"/>
                  <a:pt x="3388" y="3441"/>
                  <a:pt x="3388" y="3435"/>
                </a:cubicBezTo>
                <a:lnTo>
                  <a:pt x="3388" y="3435"/>
                </a:lnTo>
                <a:cubicBezTo>
                  <a:pt x="3389" y="3430"/>
                  <a:pt x="3390" y="3425"/>
                  <a:pt x="3390" y="3420"/>
                </a:cubicBezTo>
                <a:lnTo>
                  <a:pt x="3390" y="3420"/>
                </a:lnTo>
                <a:cubicBezTo>
                  <a:pt x="3390" y="3416"/>
                  <a:pt x="3390" y="3412"/>
                  <a:pt x="3391" y="3408"/>
                </a:cubicBezTo>
                <a:lnTo>
                  <a:pt x="3391" y="3408"/>
                </a:lnTo>
                <a:cubicBezTo>
                  <a:pt x="3391" y="3402"/>
                  <a:pt x="3391" y="3396"/>
                  <a:pt x="3392" y="3391"/>
                </a:cubicBezTo>
                <a:lnTo>
                  <a:pt x="3392" y="3391"/>
                </a:lnTo>
                <a:cubicBezTo>
                  <a:pt x="3393" y="3381"/>
                  <a:pt x="3393" y="3371"/>
                  <a:pt x="3394" y="3361"/>
                </a:cubicBezTo>
                <a:lnTo>
                  <a:pt x="3394" y="3361"/>
                </a:lnTo>
                <a:cubicBezTo>
                  <a:pt x="3394" y="3355"/>
                  <a:pt x="3395" y="3350"/>
                  <a:pt x="3395" y="3344"/>
                </a:cubicBezTo>
                <a:lnTo>
                  <a:pt x="3395" y="3344"/>
                </a:lnTo>
                <a:cubicBezTo>
                  <a:pt x="3395" y="3342"/>
                  <a:pt x="3395" y="3340"/>
                  <a:pt x="3395" y="3338"/>
                </a:cubicBezTo>
                <a:lnTo>
                  <a:pt x="3395" y="3338"/>
                </a:lnTo>
                <a:cubicBezTo>
                  <a:pt x="3395" y="3328"/>
                  <a:pt x="3396" y="3318"/>
                  <a:pt x="3396" y="3308"/>
                </a:cubicBezTo>
                <a:lnTo>
                  <a:pt x="3396" y="3308"/>
                </a:lnTo>
                <a:cubicBezTo>
                  <a:pt x="3396" y="3305"/>
                  <a:pt x="3396" y="3301"/>
                  <a:pt x="3396" y="3298"/>
                </a:cubicBezTo>
                <a:lnTo>
                  <a:pt x="3396" y="3298"/>
                </a:lnTo>
                <a:cubicBezTo>
                  <a:pt x="3396" y="3283"/>
                  <a:pt x="3397" y="3268"/>
                  <a:pt x="3397" y="3254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77">
            <a:extLst>
              <a:ext uri="{FF2B5EF4-FFF2-40B4-BE49-F238E27FC236}">
                <a16:creationId xmlns:a16="http://schemas.microsoft.com/office/drawing/2014/main" id="{DE8DB73D-8070-9F4E-91E0-025FFC567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04964" y="5918691"/>
            <a:ext cx="2175246" cy="3185967"/>
          </a:xfrm>
          <a:custGeom>
            <a:avLst/>
            <a:gdLst>
              <a:gd name="T0" fmla="*/ 871 w 1747"/>
              <a:gd name="T1" fmla="*/ 1946 h 2559"/>
              <a:gd name="T2" fmla="*/ 871 w 1747"/>
              <a:gd name="T3" fmla="*/ 1946 h 2559"/>
              <a:gd name="T4" fmla="*/ 1454 w 1747"/>
              <a:gd name="T5" fmla="*/ 1614 h 2559"/>
              <a:gd name="T6" fmla="*/ 1454 w 1747"/>
              <a:gd name="T7" fmla="*/ 1614 h 2559"/>
              <a:gd name="T8" fmla="*/ 875 w 1747"/>
              <a:gd name="T9" fmla="*/ 611 h 2559"/>
              <a:gd name="T10" fmla="*/ 875 w 1747"/>
              <a:gd name="T11" fmla="*/ 611 h 2559"/>
              <a:gd name="T12" fmla="*/ 291 w 1747"/>
              <a:gd name="T13" fmla="*/ 942 h 2559"/>
              <a:gd name="T14" fmla="*/ 291 w 1747"/>
              <a:gd name="T15" fmla="*/ 942 h 2559"/>
              <a:gd name="T16" fmla="*/ 871 w 1747"/>
              <a:gd name="T17" fmla="*/ 1946 h 2559"/>
              <a:gd name="T18" fmla="*/ 876 w 1747"/>
              <a:gd name="T19" fmla="*/ 277 h 2559"/>
              <a:gd name="T20" fmla="*/ 876 w 1747"/>
              <a:gd name="T21" fmla="*/ 277 h 2559"/>
              <a:gd name="T22" fmla="*/ 1744 w 1747"/>
              <a:gd name="T23" fmla="*/ 1781 h 2559"/>
              <a:gd name="T24" fmla="*/ 1744 w 1747"/>
              <a:gd name="T25" fmla="*/ 1781 h 2559"/>
              <a:gd name="T26" fmla="*/ 870 w 1747"/>
              <a:gd name="T27" fmla="*/ 2280 h 2559"/>
              <a:gd name="T28" fmla="*/ 870 w 1747"/>
              <a:gd name="T29" fmla="*/ 2280 h 2559"/>
              <a:gd name="T30" fmla="*/ 1 w 1747"/>
              <a:gd name="T31" fmla="*/ 775 h 2559"/>
              <a:gd name="T32" fmla="*/ 1 w 1747"/>
              <a:gd name="T33" fmla="*/ 775 h 2559"/>
              <a:gd name="T34" fmla="*/ 876 w 1747"/>
              <a:gd name="T35" fmla="*/ 277 h 2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747" h="2559">
                <a:moveTo>
                  <a:pt x="871" y="1946"/>
                </a:moveTo>
                <a:lnTo>
                  <a:pt x="871" y="1946"/>
                </a:lnTo>
                <a:cubicBezTo>
                  <a:pt x="1192" y="2131"/>
                  <a:pt x="1453" y="1982"/>
                  <a:pt x="1454" y="1614"/>
                </a:cubicBezTo>
                <a:lnTo>
                  <a:pt x="1454" y="1614"/>
                </a:lnTo>
                <a:cubicBezTo>
                  <a:pt x="1455" y="1245"/>
                  <a:pt x="1196" y="795"/>
                  <a:pt x="875" y="611"/>
                </a:cubicBezTo>
                <a:lnTo>
                  <a:pt x="875" y="611"/>
                </a:lnTo>
                <a:cubicBezTo>
                  <a:pt x="554" y="426"/>
                  <a:pt x="293" y="574"/>
                  <a:pt x="291" y="942"/>
                </a:cubicBezTo>
                <a:lnTo>
                  <a:pt x="291" y="942"/>
                </a:lnTo>
                <a:cubicBezTo>
                  <a:pt x="291" y="1311"/>
                  <a:pt x="550" y="1760"/>
                  <a:pt x="871" y="1946"/>
                </a:cubicBezTo>
                <a:close/>
                <a:moveTo>
                  <a:pt x="876" y="277"/>
                </a:moveTo>
                <a:lnTo>
                  <a:pt x="876" y="277"/>
                </a:lnTo>
                <a:cubicBezTo>
                  <a:pt x="1358" y="555"/>
                  <a:pt x="1746" y="1228"/>
                  <a:pt x="1744" y="1781"/>
                </a:cubicBezTo>
                <a:lnTo>
                  <a:pt x="1744" y="1781"/>
                </a:lnTo>
                <a:cubicBezTo>
                  <a:pt x="1743" y="2335"/>
                  <a:pt x="1351" y="2558"/>
                  <a:pt x="870" y="2280"/>
                </a:cubicBezTo>
                <a:lnTo>
                  <a:pt x="870" y="2280"/>
                </a:lnTo>
                <a:cubicBezTo>
                  <a:pt x="389" y="2002"/>
                  <a:pt x="0" y="1328"/>
                  <a:pt x="1" y="775"/>
                </a:cubicBezTo>
                <a:lnTo>
                  <a:pt x="1" y="775"/>
                </a:lnTo>
                <a:cubicBezTo>
                  <a:pt x="3" y="222"/>
                  <a:pt x="394" y="0"/>
                  <a:pt x="876" y="2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78">
            <a:extLst>
              <a:ext uri="{FF2B5EF4-FFF2-40B4-BE49-F238E27FC236}">
                <a16:creationId xmlns:a16="http://schemas.microsoft.com/office/drawing/2014/main" id="{748411C6-439C-FE4E-8B91-11740B25F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7341" y="4325711"/>
            <a:ext cx="4355988" cy="6377425"/>
          </a:xfrm>
          <a:custGeom>
            <a:avLst/>
            <a:gdLst>
              <a:gd name="T0" fmla="*/ 1742 w 3495"/>
              <a:gd name="T1" fmla="*/ 4227 h 5118"/>
              <a:gd name="T2" fmla="*/ 1742 w 3495"/>
              <a:gd name="T3" fmla="*/ 4227 h 5118"/>
              <a:gd name="T4" fmla="*/ 3199 w 3495"/>
              <a:gd name="T5" fmla="*/ 3397 h 5118"/>
              <a:gd name="T6" fmla="*/ 3199 w 3495"/>
              <a:gd name="T7" fmla="*/ 3397 h 5118"/>
              <a:gd name="T8" fmla="*/ 1751 w 3495"/>
              <a:gd name="T9" fmla="*/ 889 h 5118"/>
              <a:gd name="T10" fmla="*/ 1751 w 3495"/>
              <a:gd name="T11" fmla="*/ 889 h 5118"/>
              <a:gd name="T12" fmla="*/ 294 w 3495"/>
              <a:gd name="T13" fmla="*/ 1720 h 5118"/>
              <a:gd name="T14" fmla="*/ 294 w 3495"/>
              <a:gd name="T15" fmla="*/ 1720 h 5118"/>
              <a:gd name="T16" fmla="*/ 1742 w 3495"/>
              <a:gd name="T17" fmla="*/ 4227 h 5118"/>
              <a:gd name="T18" fmla="*/ 1752 w 3495"/>
              <a:gd name="T19" fmla="*/ 556 h 5118"/>
              <a:gd name="T20" fmla="*/ 1752 w 3495"/>
              <a:gd name="T21" fmla="*/ 556 h 5118"/>
              <a:gd name="T22" fmla="*/ 3491 w 3495"/>
              <a:gd name="T23" fmla="*/ 3565 h 5118"/>
              <a:gd name="T24" fmla="*/ 3491 w 3495"/>
              <a:gd name="T25" fmla="*/ 3565 h 5118"/>
              <a:gd name="T26" fmla="*/ 1741 w 3495"/>
              <a:gd name="T27" fmla="*/ 4561 h 5118"/>
              <a:gd name="T28" fmla="*/ 1741 w 3495"/>
              <a:gd name="T29" fmla="*/ 4561 h 5118"/>
              <a:gd name="T30" fmla="*/ 4 w 3495"/>
              <a:gd name="T31" fmla="*/ 1552 h 5118"/>
              <a:gd name="T32" fmla="*/ 4 w 3495"/>
              <a:gd name="T33" fmla="*/ 1552 h 5118"/>
              <a:gd name="T34" fmla="*/ 1752 w 3495"/>
              <a:gd name="T35" fmla="*/ 556 h 5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495" h="5118">
                <a:moveTo>
                  <a:pt x="1742" y="4227"/>
                </a:moveTo>
                <a:lnTo>
                  <a:pt x="1742" y="4227"/>
                </a:lnTo>
                <a:cubicBezTo>
                  <a:pt x="2544" y="4691"/>
                  <a:pt x="3197" y="4319"/>
                  <a:pt x="3199" y="3397"/>
                </a:cubicBezTo>
                <a:lnTo>
                  <a:pt x="3199" y="3397"/>
                </a:lnTo>
                <a:cubicBezTo>
                  <a:pt x="3203" y="2475"/>
                  <a:pt x="2554" y="1353"/>
                  <a:pt x="1751" y="889"/>
                </a:cubicBezTo>
                <a:lnTo>
                  <a:pt x="1751" y="889"/>
                </a:lnTo>
                <a:cubicBezTo>
                  <a:pt x="949" y="426"/>
                  <a:pt x="297" y="798"/>
                  <a:pt x="294" y="1720"/>
                </a:cubicBezTo>
                <a:lnTo>
                  <a:pt x="294" y="1720"/>
                </a:lnTo>
                <a:cubicBezTo>
                  <a:pt x="292" y="2641"/>
                  <a:pt x="940" y="3764"/>
                  <a:pt x="1742" y="4227"/>
                </a:cubicBezTo>
                <a:close/>
                <a:moveTo>
                  <a:pt x="1752" y="556"/>
                </a:moveTo>
                <a:lnTo>
                  <a:pt x="1752" y="556"/>
                </a:lnTo>
                <a:cubicBezTo>
                  <a:pt x="2715" y="1111"/>
                  <a:pt x="3494" y="2458"/>
                  <a:pt x="3491" y="3565"/>
                </a:cubicBezTo>
                <a:lnTo>
                  <a:pt x="3491" y="3565"/>
                </a:lnTo>
                <a:cubicBezTo>
                  <a:pt x="3488" y="4671"/>
                  <a:pt x="2704" y="5117"/>
                  <a:pt x="1741" y="4561"/>
                </a:cubicBezTo>
                <a:lnTo>
                  <a:pt x="1741" y="4561"/>
                </a:lnTo>
                <a:cubicBezTo>
                  <a:pt x="778" y="4005"/>
                  <a:pt x="0" y="2658"/>
                  <a:pt x="4" y="1552"/>
                </a:cubicBezTo>
                <a:lnTo>
                  <a:pt x="4" y="1552"/>
                </a:lnTo>
                <a:cubicBezTo>
                  <a:pt x="6" y="446"/>
                  <a:pt x="789" y="0"/>
                  <a:pt x="1752" y="5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79">
            <a:extLst>
              <a:ext uri="{FF2B5EF4-FFF2-40B4-BE49-F238E27FC236}">
                <a16:creationId xmlns:a16="http://schemas.microsoft.com/office/drawing/2014/main" id="{6DC88A6A-40F3-8D42-968D-752F1AB94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67505" y="6495463"/>
            <a:ext cx="1450164" cy="2076371"/>
          </a:xfrm>
          <a:custGeom>
            <a:avLst/>
            <a:gdLst>
              <a:gd name="T0" fmla="*/ 580 w 1164"/>
              <a:gd name="T1" fmla="*/ 1480 h 1666"/>
              <a:gd name="T2" fmla="*/ 1163 w 1164"/>
              <a:gd name="T3" fmla="*/ 1148 h 1666"/>
              <a:gd name="T4" fmla="*/ 1133 w 1164"/>
              <a:gd name="T5" fmla="*/ 916 h 1666"/>
              <a:gd name="T6" fmla="*/ 1112 w 1164"/>
              <a:gd name="T7" fmla="*/ 843 h 1666"/>
              <a:gd name="T8" fmla="*/ 1100 w 1164"/>
              <a:gd name="T9" fmla="*/ 807 h 1666"/>
              <a:gd name="T10" fmla="*/ 1092 w 1164"/>
              <a:gd name="T11" fmla="*/ 784 h 1666"/>
              <a:gd name="T12" fmla="*/ 1032 w 1164"/>
              <a:gd name="T13" fmla="*/ 646 h 1666"/>
              <a:gd name="T14" fmla="*/ 1022 w 1164"/>
              <a:gd name="T15" fmla="*/ 628 h 1666"/>
              <a:gd name="T16" fmla="*/ 1004 w 1164"/>
              <a:gd name="T17" fmla="*/ 594 h 1666"/>
              <a:gd name="T18" fmla="*/ 994 w 1164"/>
              <a:gd name="T19" fmla="*/ 577 h 1666"/>
              <a:gd name="T20" fmla="*/ 974 w 1164"/>
              <a:gd name="T21" fmla="*/ 544 h 1666"/>
              <a:gd name="T22" fmla="*/ 964 w 1164"/>
              <a:gd name="T23" fmla="*/ 527 h 1666"/>
              <a:gd name="T24" fmla="*/ 923 w 1164"/>
              <a:gd name="T25" fmla="*/ 466 h 1666"/>
              <a:gd name="T26" fmla="*/ 860 w 1164"/>
              <a:gd name="T27" fmla="*/ 385 h 1666"/>
              <a:gd name="T28" fmla="*/ 810 w 1164"/>
              <a:gd name="T29" fmla="*/ 327 h 1666"/>
              <a:gd name="T30" fmla="*/ 783 w 1164"/>
              <a:gd name="T31" fmla="*/ 300 h 1666"/>
              <a:gd name="T32" fmla="*/ 756 w 1164"/>
              <a:gd name="T33" fmla="*/ 275 h 1666"/>
              <a:gd name="T34" fmla="*/ 727 w 1164"/>
              <a:gd name="T35" fmla="*/ 248 h 1666"/>
              <a:gd name="T36" fmla="*/ 709 w 1164"/>
              <a:gd name="T37" fmla="*/ 233 h 1666"/>
              <a:gd name="T38" fmla="*/ 693 w 1164"/>
              <a:gd name="T39" fmla="*/ 220 h 1666"/>
              <a:gd name="T40" fmla="*/ 681 w 1164"/>
              <a:gd name="T41" fmla="*/ 211 h 1666"/>
              <a:gd name="T42" fmla="*/ 584 w 1164"/>
              <a:gd name="T43" fmla="*/ 145 h 1666"/>
              <a:gd name="T44" fmla="*/ 36 w 1164"/>
              <a:gd name="T45" fmla="*/ 268 h 1666"/>
              <a:gd name="T46" fmla="*/ 0 w 1164"/>
              <a:gd name="T47" fmla="*/ 476 h 1666"/>
              <a:gd name="T48" fmla="*/ 1 w 1164"/>
              <a:gd name="T49" fmla="*/ 511 h 1666"/>
              <a:gd name="T50" fmla="*/ 12 w 1164"/>
              <a:gd name="T51" fmla="*/ 618 h 1666"/>
              <a:gd name="T52" fmla="*/ 18 w 1164"/>
              <a:gd name="T53" fmla="*/ 654 h 1666"/>
              <a:gd name="T54" fmla="*/ 22 w 1164"/>
              <a:gd name="T55" fmla="*/ 672 h 1666"/>
              <a:gd name="T56" fmla="*/ 29 w 1164"/>
              <a:gd name="T57" fmla="*/ 704 h 1666"/>
              <a:gd name="T58" fmla="*/ 35 w 1164"/>
              <a:gd name="T59" fmla="*/ 726 h 1666"/>
              <a:gd name="T60" fmla="*/ 50 w 1164"/>
              <a:gd name="T61" fmla="*/ 776 h 1666"/>
              <a:gd name="T62" fmla="*/ 73 w 1164"/>
              <a:gd name="T63" fmla="*/ 842 h 1666"/>
              <a:gd name="T64" fmla="*/ 81 w 1164"/>
              <a:gd name="T65" fmla="*/ 865 h 1666"/>
              <a:gd name="T66" fmla="*/ 87 w 1164"/>
              <a:gd name="T67" fmla="*/ 879 h 1666"/>
              <a:gd name="T68" fmla="*/ 95 w 1164"/>
              <a:gd name="T69" fmla="*/ 899 h 1666"/>
              <a:gd name="T70" fmla="*/ 103 w 1164"/>
              <a:gd name="T71" fmla="*/ 915 h 1666"/>
              <a:gd name="T72" fmla="*/ 115 w 1164"/>
              <a:gd name="T73" fmla="*/ 943 h 1666"/>
              <a:gd name="T74" fmla="*/ 141 w 1164"/>
              <a:gd name="T75" fmla="*/ 995 h 1666"/>
              <a:gd name="T76" fmla="*/ 155 w 1164"/>
              <a:gd name="T77" fmla="*/ 1021 h 1666"/>
              <a:gd name="T78" fmla="*/ 175 w 1164"/>
              <a:gd name="T79" fmla="*/ 1057 h 1666"/>
              <a:gd name="T80" fmla="*/ 194 w 1164"/>
              <a:gd name="T81" fmla="*/ 1087 h 1666"/>
              <a:gd name="T82" fmla="*/ 218 w 1164"/>
              <a:gd name="T83" fmla="*/ 1125 h 1666"/>
              <a:gd name="T84" fmla="*/ 225 w 1164"/>
              <a:gd name="T85" fmla="*/ 1136 h 1666"/>
              <a:gd name="T86" fmla="*/ 252 w 1164"/>
              <a:gd name="T87" fmla="*/ 1174 h 1666"/>
              <a:gd name="T88" fmla="*/ 270 w 1164"/>
              <a:gd name="T89" fmla="*/ 1197 h 1666"/>
              <a:gd name="T90" fmla="*/ 301 w 1164"/>
              <a:gd name="T91" fmla="*/ 1236 h 1666"/>
              <a:gd name="T92" fmla="*/ 380 w 1164"/>
              <a:gd name="T93" fmla="*/ 1324 h 1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164" h="1666">
                <a:moveTo>
                  <a:pt x="580" y="1480"/>
                </a:moveTo>
                <a:lnTo>
                  <a:pt x="580" y="1480"/>
                </a:lnTo>
                <a:cubicBezTo>
                  <a:pt x="901" y="1665"/>
                  <a:pt x="1162" y="1516"/>
                  <a:pt x="1163" y="1148"/>
                </a:cubicBezTo>
                <a:lnTo>
                  <a:pt x="1163" y="1148"/>
                </a:lnTo>
                <a:cubicBezTo>
                  <a:pt x="1163" y="1073"/>
                  <a:pt x="1153" y="994"/>
                  <a:pt x="1133" y="916"/>
                </a:cubicBezTo>
                <a:lnTo>
                  <a:pt x="1133" y="916"/>
                </a:lnTo>
                <a:cubicBezTo>
                  <a:pt x="1127" y="891"/>
                  <a:pt x="1120" y="868"/>
                  <a:pt x="1112" y="843"/>
                </a:cubicBezTo>
                <a:lnTo>
                  <a:pt x="1112" y="843"/>
                </a:lnTo>
                <a:cubicBezTo>
                  <a:pt x="1109" y="831"/>
                  <a:pt x="1104" y="819"/>
                  <a:pt x="1100" y="807"/>
                </a:cubicBezTo>
                <a:lnTo>
                  <a:pt x="1100" y="807"/>
                </a:lnTo>
                <a:cubicBezTo>
                  <a:pt x="1098" y="799"/>
                  <a:pt x="1095" y="792"/>
                  <a:pt x="1092" y="784"/>
                </a:cubicBezTo>
                <a:lnTo>
                  <a:pt x="1092" y="784"/>
                </a:lnTo>
                <a:cubicBezTo>
                  <a:pt x="1074" y="737"/>
                  <a:pt x="1054" y="691"/>
                  <a:pt x="1032" y="646"/>
                </a:cubicBezTo>
                <a:lnTo>
                  <a:pt x="1032" y="646"/>
                </a:lnTo>
                <a:cubicBezTo>
                  <a:pt x="1028" y="640"/>
                  <a:pt x="1026" y="635"/>
                  <a:pt x="1022" y="628"/>
                </a:cubicBezTo>
                <a:lnTo>
                  <a:pt x="1022" y="628"/>
                </a:lnTo>
                <a:cubicBezTo>
                  <a:pt x="1016" y="617"/>
                  <a:pt x="1010" y="606"/>
                  <a:pt x="1004" y="594"/>
                </a:cubicBezTo>
                <a:lnTo>
                  <a:pt x="1004" y="594"/>
                </a:lnTo>
                <a:cubicBezTo>
                  <a:pt x="1000" y="589"/>
                  <a:pt x="997" y="583"/>
                  <a:pt x="994" y="577"/>
                </a:cubicBezTo>
                <a:lnTo>
                  <a:pt x="994" y="577"/>
                </a:lnTo>
                <a:cubicBezTo>
                  <a:pt x="988" y="566"/>
                  <a:pt x="981" y="555"/>
                  <a:pt x="974" y="544"/>
                </a:cubicBezTo>
                <a:lnTo>
                  <a:pt x="974" y="544"/>
                </a:lnTo>
                <a:cubicBezTo>
                  <a:pt x="970" y="538"/>
                  <a:pt x="967" y="533"/>
                  <a:pt x="964" y="527"/>
                </a:cubicBezTo>
                <a:lnTo>
                  <a:pt x="964" y="527"/>
                </a:lnTo>
                <a:cubicBezTo>
                  <a:pt x="951" y="506"/>
                  <a:pt x="937" y="486"/>
                  <a:pt x="923" y="466"/>
                </a:cubicBezTo>
                <a:lnTo>
                  <a:pt x="923" y="466"/>
                </a:lnTo>
                <a:cubicBezTo>
                  <a:pt x="903" y="438"/>
                  <a:pt x="882" y="411"/>
                  <a:pt x="860" y="385"/>
                </a:cubicBezTo>
                <a:lnTo>
                  <a:pt x="860" y="385"/>
                </a:lnTo>
                <a:cubicBezTo>
                  <a:pt x="844" y="365"/>
                  <a:pt x="827" y="346"/>
                  <a:pt x="810" y="327"/>
                </a:cubicBezTo>
                <a:lnTo>
                  <a:pt x="810" y="327"/>
                </a:lnTo>
                <a:cubicBezTo>
                  <a:pt x="801" y="318"/>
                  <a:pt x="792" y="309"/>
                  <a:pt x="783" y="300"/>
                </a:cubicBezTo>
                <a:lnTo>
                  <a:pt x="783" y="300"/>
                </a:lnTo>
                <a:cubicBezTo>
                  <a:pt x="775" y="292"/>
                  <a:pt x="765" y="283"/>
                  <a:pt x="756" y="275"/>
                </a:cubicBezTo>
                <a:lnTo>
                  <a:pt x="756" y="275"/>
                </a:lnTo>
                <a:cubicBezTo>
                  <a:pt x="747" y="266"/>
                  <a:pt x="737" y="257"/>
                  <a:pt x="727" y="248"/>
                </a:cubicBezTo>
                <a:lnTo>
                  <a:pt x="727" y="248"/>
                </a:lnTo>
                <a:cubicBezTo>
                  <a:pt x="721" y="243"/>
                  <a:pt x="715" y="238"/>
                  <a:pt x="709" y="233"/>
                </a:cubicBezTo>
                <a:lnTo>
                  <a:pt x="709" y="233"/>
                </a:lnTo>
                <a:cubicBezTo>
                  <a:pt x="703" y="228"/>
                  <a:pt x="698" y="224"/>
                  <a:pt x="693" y="220"/>
                </a:cubicBezTo>
                <a:lnTo>
                  <a:pt x="693" y="220"/>
                </a:lnTo>
                <a:cubicBezTo>
                  <a:pt x="689" y="217"/>
                  <a:pt x="685" y="214"/>
                  <a:pt x="681" y="211"/>
                </a:cubicBezTo>
                <a:lnTo>
                  <a:pt x="681" y="211"/>
                </a:lnTo>
                <a:cubicBezTo>
                  <a:pt x="649" y="186"/>
                  <a:pt x="617" y="164"/>
                  <a:pt x="584" y="145"/>
                </a:cubicBezTo>
                <a:lnTo>
                  <a:pt x="584" y="145"/>
                </a:lnTo>
                <a:cubicBezTo>
                  <a:pt x="333" y="0"/>
                  <a:pt x="119" y="59"/>
                  <a:pt x="36" y="268"/>
                </a:cubicBezTo>
                <a:lnTo>
                  <a:pt x="36" y="268"/>
                </a:lnTo>
                <a:cubicBezTo>
                  <a:pt x="13" y="326"/>
                  <a:pt x="1" y="395"/>
                  <a:pt x="0" y="476"/>
                </a:cubicBezTo>
                <a:lnTo>
                  <a:pt x="0" y="476"/>
                </a:lnTo>
                <a:cubicBezTo>
                  <a:pt x="0" y="488"/>
                  <a:pt x="1" y="499"/>
                  <a:pt x="1" y="511"/>
                </a:cubicBezTo>
                <a:lnTo>
                  <a:pt x="1" y="511"/>
                </a:lnTo>
                <a:cubicBezTo>
                  <a:pt x="3" y="546"/>
                  <a:pt x="7" y="582"/>
                  <a:pt x="12" y="618"/>
                </a:cubicBezTo>
                <a:lnTo>
                  <a:pt x="12" y="618"/>
                </a:lnTo>
                <a:cubicBezTo>
                  <a:pt x="14" y="630"/>
                  <a:pt x="16" y="642"/>
                  <a:pt x="18" y="654"/>
                </a:cubicBezTo>
                <a:lnTo>
                  <a:pt x="18" y="654"/>
                </a:lnTo>
                <a:cubicBezTo>
                  <a:pt x="19" y="660"/>
                  <a:pt x="21" y="666"/>
                  <a:pt x="22" y="672"/>
                </a:cubicBezTo>
                <a:lnTo>
                  <a:pt x="22" y="672"/>
                </a:lnTo>
                <a:cubicBezTo>
                  <a:pt x="24" y="683"/>
                  <a:pt x="27" y="693"/>
                  <a:pt x="29" y="704"/>
                </a:cubicBezTo>
                <a:lnTo>
                  <a:pt x="29" y="704"/>
                </a:lnTo>
                <a:cubicBezTo>
                  <a:pt x="31" y="712"/>
                  <a:pt x="34" y="719"/>
                  <a:pt x="35" y="726"/>
                </a:cubicBezTo>
                <a:lnTo>
                  <a:pt x="35" y="726"/>
                </a:lnTo>
                <a:cubicBezTo>
                  <a:pt x="40" y="743"/>
                  <a:pt x="45" y="760"/>
                  <a:pt x="50" y="776"/>
                </a:cubicBezTo>
                <a:lnTo>
                  <a:pt x="50" y="776"/>
                </a:lnTo>
                <a:cubicBezTo>
                  <a:pt x="57" y="798"/>
                  <a:pt x="64" y="821"/>
                  <a:pt x="73" y="842"/>
                </a:cubicBezTo>
                <a:lnTo>
                  <a:pt x="73" y="842"/>
                </a:lnTo>
                <a:cubicBezTo>
                  <a:pt x="75" y="849"/>
                  <a:pt x="78" y="856"/>
                  <a:pt x="81" y="865"/>
                </a:cubicBezTo>
                <a:lnTo>
                  <a:pt x="81" y="865"/>
                </a:lnTo>
                <a:cubicBezTo>
                  <a:pt x="83" y="869"/>
                  <a:pt x="85" y="874"/>
                  <a:pt x="87" y="879"/>
                </a:cubicBezTo>
                <a:lnTo>
                  <a:pt x="87" y="879"/>
                </a:lnTo>
                <a:cubicBezTo>
                  <a:pt x="90" y="886"/>
                  <a:pt x="93" y="893"/>
                  <a:pt x="95" y="899"/>
                </a:cubicBezTo>
                <a:lnTo>
                  <a:pt x="95" y="899"/>
                </a:lnTo>
                <a:cubicBezTo>
                  <a:pt x="98" y="905"/>
                  <a:pt x="100" y="910"/>
                  <a:pt x="103" y="915"/>
                </a:cubicBezTo>
                <a:lnTo>
                  <a:pt x="103" y="915"/>
                </a:lnTo>
                <a:cubicBezTo>
                  <a:pt x="106" y="924"/>
                  <a:pt x="110" y="934"/>
                  <a:pt x="115" y="943"/>
                </a:cubicBezTo>
                <a:lnTo>
                  <a:pt x="115" y="943"/>
                </a:lnTo>
                <a:cubicBezTo>
                  <a:pt x="123" y="960"/>
                  <a:pt x="132" y="978"/>
                  <a:pt x="141" y="995"/>
                </a:cubicBezTo>
                <a:lnTo>
                  <a:pt x="141" y="995"/>
                </a:lnTo>
                <a:cubicBezTo>
                  <a:pt x="145" y="1004"/>
                  <a:pt x="150" y="1012"/>
                  <a:pt x="155" y="1021"/>
                </a:cubicBezTo>
                <a:lnTo>
                  <a:pt x="155" y="1021"/>
                </a:lnTo>
                <a:cubicBezTo>
                  <a:pt x="161" y="1033"/>
                  <a:pt x="168" y="1045"/>
                  <a:pt x="175" y="1057"/>
                </a:cubicBezTo>
                <a:lnTo>
                  <a:pt x="175" y="1057"/>
                </a:lnTo>
                <a:cubicBezTo>
                  <a:pt x="182" y="1067"/>
                  <a:pt x="188" y="1077"/>
                  <a:pt x="194" y="1087"/>
                </a:cubicBezTo>
                <a:lnTo>
                  <a:pt x="194" y="1087"/>
                </a:lnTo>
                <a:cubicBezTo>
                  <a:pt x="202" y="1100"/>
                  <a:pt x="210" y="1112"/>
                  <a:pt x="218" y="1125"/>
                </a:cubicBezTo>
                <a:lnTo>
                  <a:pt x="218" y="1125"/>
                </a:lnTo>
                <a:cubicBezTo>
                  <a:pt x="220" y="1128"/>
                  <a:pt x="223" y="1132"/>
                  <a:pt x="225" y="1136"/>
                </a:cubicBezTo>
                <a:lnTo>
                  <a:pt x="225" y="1136"/>
                </a:lnTo>
                <a:cubicBezTo>
                  <a:pt x="234" y="1148"/>
                  <a:pt x="243" y="1161"/>
                  <a:pt x="252" y="1174"/>
                </a:cubicBezTo>
                <a:lnTo>
                  <a:pt x="252" y="1174"/>
                </a:lnTo>
                <a:cubicBezTo>
                  <a:pt x="258" y="1182"/>
                  <a:pt x="264" y="1190"/>
                  <a:pt x="270" y="1197"/>
                </a:cubicBezTo>
                <a:lnTo>
                  <a:pt x="270" y="1197"/>
                </a:lnTo>
                <a:cubicBezTo>
                  <a:pt x="280" y="1211"/>
                  <a:pt x="290" y="1223"/>
                  <a:pt x="301" y="1236"/>
                </a:cubicBezTo>
                <a:lnTo>
                  <a:pt x="301" y="1236"/>
                </a:lnTo>
                <a:cubicBezTo>
                  <a:pt x="327" y="1268"/>
                  <a:pt x="353" y="1296"/>
                  <a:pt x="380" y="1324"/>
                </a:cubicBezTo>
                <a:lnTo>
                  <a:pt x="380" y="1324"/>
                </a:lnTo>
                <a:cubicBezTo>
                  <a:pt x="443" y="1386"/>
                  <a:pt x="510" y="1439"/>
                  <a:pt x="580" y="148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80">
            <a:extLst>
              <a:ext uri="{FF2B5EF4-FFF2-40B4-BE49-F238E27FC236}">
                <a16:creationId xmlns:a16="http://schemas.microsoft.com/office/drawing/2014/main" id="{E9AFC3C7-7972-2546-A260-43FA465CA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9882" y="4853040"/>
            <a:ext cx="3625411" cy="5311774"/>
          </a:xfrm>
          <a:custGeom>
            <a:avLst/>
            <a:gdLst>
              <a:gd name="T0" fmla="*/ 1451 w 2912"/>
              <a:gd name="T1" fmla="*/ 3468 h 4266"/>
              <a:gd name="T2" fmla="*/ 1451 w 2912"/>
              <a:gd name="T3" fmla="*/ 3468 h 4266"/>
              <a:gd name="T4" fmla="*/ 2617 w 2912"/>
              <a:gd name="T5" fmla="*/ 2803 h 4266"/>
              <a:gd name="T6" fmla="*/ 2617 w 2912"/>
              <a:gd name="T7" fmla="*/ 2803 h 4266"/>
              <a:gd name="T8" fmla="*/ 1459 w 2912"/>
              <a:gd name="T9" fmla="*/ 797 h 4266"/>
              <a:gd name="T10" fmla="*/ 1459 w 2912"/>
              <a:gd name="T11" fmla="*/ 797 h 4266"/>
              <a:gd name="T12" fmla="*/ 293 w 2912"/>
              <a:gd name="T13" fmla="*/ 1462 h 4266"/>
              <a:gd name="T14" fmla="*/ 293 w 2912"/>
              <a:gd name="T15" fmla="*/ 1462 h 4266"/>
              <a:gd name="T16" fmla="*/ 1451 w 2912"/>
              <a:gd name="T17" fmla="*/ 3468 h 4266"/>
              <a:gd name="T18" fmla="*/ 1459 w 2912"/>
              <a:gd name="T19" fmla="*/ 463 h 4266"/>
              <a:gd name="T20" fmla="*/ 1459 w 2912"/>
              <a:gd name="T21" fmla="*/ 463 h 4266"/>
              <a:gd name="T22" fmla="*/ 2907 w 2912"/>
              <a:gd name="T23" fmla="*/ 2971 h 4266"/>
              <a:gd name="T24" fmla="*/ 2907 w 2912"/>
              <a:gd name="T25" fmla="*/ 2971 h 4266"/>
              <a:gd name="T26" fmla="*/ 1450 w 2912"/>
              <a:gd name="T27" fmla="*/ 3801 h 4266"/>
              <a:gd name="T28" fmla="*/ 1450 w 2912"/>
              <a:gd name="T29" fmla="*/ 3801 h 4266"/>
              <a:gd name="T30" fmla="*/ 2 w 2912"/>
              <a:gd name="T31" fmla="*/ 1294 h 4266"/>
              <a:gd name="T32" fmla="*/ 2 w 2912"/>
              <a:gd name="T33" fmla="*/ 1294 h 4266"/>
              <a:gd name="T34" fmla="*/ 1459 w 2912"/>
              <a:gd name="T35" fmla="*/ 463 h 4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912" h="4266">
                <a:moveTo>
                  <a:pt x="1451" y="3468"/>
                </a:moveTo>
                <a:lnTo>
                  <a:pt x="1451" y="3468"/>
                </a:lnTo>
                <a:cubicBezTo>
                  <a:pt x="2093" y="3838"/>
                  <a:pt x="2615" y="3541"/>
                  <a:pt x="2617" y="2803"/>
                </a:cubicBezTo>
                <a:lnTo>
                  <a:pt x="2617" y="2803"/>
                </a:lnTo>
                <a:cubicBezTo>
                  <a:pt x="2619" y="2065"/>
                  <a:pt x="2101" y="1168"/>
                  <a:pt x="1459" y="797"/>
                </a:cubicBezTo>
                <a:lnTo>
                  <a:pt x="1459" y="797"/>
                </a:lnTo>
                <a:cubicBezTo>
                  <a:pt x="817" y="427"/>
                  <a:pt x="294" y="724"/>
                  <a:pt x="293" y="1462"/>
                </a:cubicBezTo>
                <a:lnTo>
                  <a:pt x="293" y="1462"/>
                </a:lnTo>
                <a:cubicBezTo>
                  <a:pt x="291" y="2199"/>
                  <a:pt x="809" y="3097"/>
                  <a:pt x="1451" y="3468"/>
                </a:cubicBezTo>
                <a:close/>
                <a:moveTo>
                  <a:pt x="1459" y="463"/>
                </a:moveTo>
                <a:lnTo>
                  <a:pt x="1459" y="463"/>
                </a:lnTo>
                <a:cubicBezTo>
                  <a:pt x="2262" y="927"/>
                  <a:pt x="2911" y="2049"/>
                  <a:pt x="2907" y="2971"/>
                </a:cubicBezTo>
                <a:lnTo>
                  <a:pt x="2907" y="2971"/>
                </a:lnTo>
                <a:cubicBezTo>
                  <a:pt x="2905" y="3893"/>
                  <a:pt x="2252" y="4265"/>
                  <a:pt x="1450" y="3801"/>
                </a:cubicBezTo>
                <a:lnTo>
                  <a:pt x="1450" y="3801"/>
                </a:lnTo>
                <a:cubicBezTo>
                  <a:pt x="648" y="3338"/>
                  <a:pt x="0" y="2215"/>
                  <a:pt x="2" y="1294"/>
                </a:cubicBezTo>
                <a:lnTo>
                  <a:pt x="2" y="1294"/>
                </a:lnTo>
                <a:cubicBezTo>
                  <a:pt x="5" y="372"/>
                  <a:pt x="657" y="0"/>
                  <a:pt x="1459" y="4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81">
            <a:extLst>
              <a:ext uri="{FF2B5EF4-FFF2-40B4-BE49-F238E27FC236}">
                <a16:creationId xmlns:a16="http://schemas.microsoft.com/office/drawing/2014/main" id="{8AF5571D-6EB4-6449-B75B-22D225C1C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2423" y="5385868"/>
            <a:ext cx="2900329" cy="4251618"/>
          </a:xfrm>
          <a:custGeom>
            <a:avLst/>
            <a:gdLst>
              <a:gd name="T0" fmla="*/ 1161 w 2329"/>
              <a:gd name="T1" fmla="*/ 2707 h 3412"/>
              <a:gd name="T2" fmla="*/ 1161 w 2329"/>
              <a:gd name="T3" fmla="*/ 2707 h 3412"/>
              <a:gd name="T4" fmla="*/ 2035 w 2329"/>
              <a:gd name="T5" fmla="*/ 2208 h 3412"/>
              <a:gd name="T6" fmla="*/ 2035 w 2329"/>
              <a:gd name="T7" fmla="*/ 2208 h 3412"/>
              <a:gd name="T8" fmla="*/ 1167 w 2329"/>
              <a:gd name="T9" fmla="*/ 704 h 3412"/>
              <a:gd name="T10" fmla="*/ 1167 w 2329"/>
              <a:gd name="T11" fmla="*/ 704 h 3412"/>
              <a:gd name="T12" fmla="*/ 292 w 2329"/>
              <a:gd name="T13" fmla="*/ 1202 h 3412"/>
              <a:gd name="T14" fmla="*/ 292 w 2329"/>
              <a:gd name="T15" fmla="*/ 1202 h 3412"/>
              <a:gd name="T16" fmla="*/ 1161 w 2329"/>
              <a:gd name="T17" fmla="*/ 2707 h 3412"/>
              <a:gd name="T18" fmla="*/ 1168 w 2329"/>
              <a:gd name="T19" fmla="*/ 370 h 3412"/>
              <a:gd name="T20" fmla="*/ 1168 w 2329"/>
              <a:gd name="T21" fmla="*/ 370 h 3412"/>
              <a:gd name="T22" fmla="*/ 2326 w 2329"/>
              <a:gd name="T23" fmla="*/ 2376 h 3412"/>
              <a:gd name="T24" fmla="*/ 2326 w 2329"/>
              <a:gd name="T25" fmla="*/ 2376 h 3412"/>
              <a:gd name="T26" fmla="*/ 1160 w 2329"/>
              <a:gd name="T27" fmla="*/ 3041 h 3412"/>
              <a:gd name="T28" fmla="*/ 1160 w 2329"/>
              <a:gd name="T29" fmla="*/ 3041 h 3412"/>
              <a:gd name="T30" fmla="*/ 2 w 2329"/>
              <a:gd name="T31" fmla="*/ 1035 h 3412"/>
              <a:gd name="T32" fmla="*/ 2 w 2329"/>
              <a:gd name="T33" fmla="*/ 1035 h 3412"/>
              <a:gd name="T34" fmla="*/ 1168 w 2329"/>
              <a:gd name="T35" fmla="*/ 370 h 3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329" h="3412">
                <a:moveTo>
                  <a:pt x="1161" y="2707"/>
                </a:moveTo>
                <a:lnTo>
                  <a:pt x="1161" y="2707"/>
                </a:lnTo>
                <a:cubicBezTo>
                  <a:pt x="1642" y="2985"/>
                  <a:pt x="2034" y="2762"/>
                  <a:pt x="2035" y="2208"/>
                </a:cubicBezTo>
                <a:lnTo>
                  <a:pt x="2035" y="2208"/>
                </a:lnTo>
                <a:cubicBezTo>
                  <a:pt x="2037" y="1655"/>
                  <a:pt x="1649" y="982"/>
                  <a:pt x="1167" y="704"/>
                </a:cubicBezTo>
                <a:lnTo>
                  <a:pt x="1167" y="704"/>
                </a:lnTo>
                <a:cubicBezTo>
                  <a:pt x="685" y="427"/>
                  <a:pt x="294" y="649"/>
                  <a:pt x="292" y="1202"/>
                </a:cubicBezTo>
                <a:lnTo>
                  <a:pt x="292" y="1202"/>
                </a:lnTo>
                <a:cubicBezTo>
                  <a:pt x="291" y="1755"/>
                  <a:pt x="680" y="2429"/>
                  <a:pt x="1161" y="2707"/>
                </a:cubicBezTo>
                <a:close/>
                <a:moveTo>
                  <a:pt x="1168" y="370"/>
                </a:moveTo>
                <a:lnTo>
                  <a:pt x="1168" y="370"/>
                </a:lnTo>
                <a:cubicBezTo>
                  <a:pt x="1810" y="741"/>
                  <a:pt x="2328" y="1638"/>
                  <a:pt x="2326" y="2376"/>
                </a:cubicBezTo>
                <a:lnTo>
                  <a:pt x="2326" y="2376"/>
                </a:lnTo>
                <a:cubicBezTo>
                  <a:pt x="2324" y="3114"/>
                  <a:pt x="1802" y="3411"/>
                  <a:pt x="1160" y="3041"/>
                </a:cubicBezTo>
                <a:lnTo>
                  <a:pt x="1160" y="3041"/>
                </a:lnTo>
                <a:cubicBezTo>
                  <a:pt x="518" y="2670"/>
                  <a:pt x="0" y="1772"/>
                  <a:pt x="2" y="1035"/>
                </a:cubicBezTo>
                <a:lnTo>
                  <a:pt x="2" y="1035"/>
                </a:lnTo>
                <a:cubicBezTo>
                  <a:pt x="3" y="297"/>
                  <a:pt x="526" y="0"/>
                  <a:pt x="1168" y="37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82">
            <a:extLst>
              <a:ext uri="{FF2B5EF4-FFF2-40B4-BE49-F238E27FC236}">
                <a16:creationId xmlns:a16="http://schemas.microsoft.com/office/drawing/2014/main" id="{3680851B-54CB-3542-87EA-1754DA69B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9013" y="9472690"/>
            <a:ext cx="1483123" cy="2136797"/>
          </a:xfrm>
          <a:custGeom>
            <a:avLst/>
            <a:gdLst>
              <a:gd name="T0" fmla="*/ 1189 w 1190"/>
              <a:gd name="T1" fmla="*/ 659 h 1716"/>
              <a:gd name="T2" fmla="*/ 1186 w 1190"/>
              <a:gd name="T3" fmla="*/ 642 h 1716"/>
              <a:gd name="T4" fmla="*/ 1185 w 1190"/>
              <a:gd name="T5" fmla="*/ 634 h 1716"/>
              <a:gd name="T6" fmla="*/ 1183 w 1190"/>
              <a:gd name="T7" fmla="*/ 622 h 1716"/>
              <a:gd name="T8" fmla="*/ 1178 w 1190"/>
              <a:gd name="T9" fmla="*/ 606 h 1716"/>
              <a:gd name="T10" fmla="*/ 1175 w 1190"/>
              <a:gd name="T11" fmla="*/ 596 h 1716"/>
              <a:gd name="T12" fmla="*/ 1172 w 1190"/>
              <a:gd name="T13" fmla="*/ 586 h 1716"/>
              <a:gd name="T14" fmla="*/ 1165 w 1190"/>
              <a:gd name="T15" fmla="*/ 569 h 1716"/>
              <a:gd name="T16" fmla="*/ 1161 w 1190"/>
              <a:gd name="T17" fmla="*/ 560 h 1716"/>
              <a:gd name="T18" fmla="*/ 1156 w 1190"/>
              <a:gd name="T19" fmla="*/ 550 h 1716"/>
              <a:gd name="T20" fmla="*/ 1147 w 1190"/>
              <a:gd name="T21" fmla="*/ 533 h 1716"/>
              <a:gd name="T22" fmla="*/ 1135 w 1190"/>
              <a:gd name="T23" fmla="*/ 515 h 1716"/>
              <a:gd name="T24" fmla="*/ 1125 w 1190"/>
              <a:gd name="T25" fmla="*/ 500 h 1716"/>
              <a:gd name="T26" fmla="*/ 1113 w 1190"/>
              <a:gd name="T27" fmla="*/ 485 h 1716"/>
              <a:gd name="T28" fmla="*/ 1102 w 1190"/>
              <a:gd name="T29" fmla="*/ 472 h 1716"/>
              <a:gd name="T30" fmla="*/ 1096 w 1190"/>
              <a:gd name="T31" fmla="*/ 466 h 1716"/>
              <a:gd name="T32" fmla="*/ 1087 w 1190"/>
              <a:gd name="T33" fmla="*/ 457 h 1716"/>
              <a:gd name="T34" fmla="*/ 1074 w 1190"/>
              <a:gd name="T35" fmla="*/ 446 h 1716"/>
              <a:gd name="T36" fmla="*/ 1064 w 1190"/>
              <a:gd name="T37" fmla="*/ 438 h 1716"/>
              <a:gd name="T38" fmla="*/ 1058 w 1190"/>
              <a:gd name="T39" fmla="*/ 434 h 1716"/>
              <a:gd name="T40" fmla="*/ 1044 w 1190"/>
              <a:gd name="T41" fmla="*/ 425 h 1716"/>
              <a:gd name="T42" fmla="*/ 332 w 1190"/>
              <a:gd name="T43" fmla="*/ 14 h 1716"/>
              <a:gd name="T44" fmla="*/ 326 w 1190"/>
              <a:gd name="T45" fmla="*/ 12 h 1716"/>
              <a:gd name="T46" fmla="*/ 314 w 1190"/>
              <a:gd name="T47" fmla="*/ 7 h 1716"/>
              <a:gd name="T48" fmla="*/ 303 w 1190"/>
              <a:gd name="T49" fmla="*/ 3 h 1716"/>
              <a:gd name="T50" fmla="*/ 296 w 1190"/>
              <a:gd name="T51" fmla="*/ 2 h 1716"/>
              <a:gd name="T52" fmla="*/ 285 w 1190"/>
              <a:gd name="T53" fmla="*/ 1 h 1716"/>
              <a:gd name="T54" fmla="*/ 274 w 1190"/>
              <a:gd name="T55" fmla="*/ 0 h 1716"/>
              <a:gd name="T56" fmla="*/ 261 w 1190"/>
              <a:gd name="T57" fmla="*/ 2 h 1716"/>
              <a:gd name="T58" fmla="*/ 251 w 1190"/>
              <a:gd name="T59" fmla="*/ 4 h 1716"/>
              <a:gd name="T60" fmla="*/ 11 w 1190"/>
              <a:gd name="T61" fmla="*/ 143 h 1716"/>
              <a:gd name="T62" fmla="*/ 33 w 1190"/>
              <a:gd name="T63" fmla="*/ 139 h 1716"/>
              <a:gd name="T64" fmla="*/ 48 w 1190"/>
              <a:gd name="T65" fmla="*/ 140 h 1716"/>
              <a:gd name="T66" fmla="*/ 74 w 1190"/>
              <a:gd name="T67" fmla="*/ 145 h 1716"/>
              <a:gd name="T68" fmla="*/ 90 w 1190"/>
              <a:gd name="T69" fmla="*/ 151 h 1716"/>
              <a:gd name="T70" fmla="*/ 820 w 1190"/>
              <a:gd name="T71" fmla="*/ 572 h 1716"/>
              <a:gd name="T72" fmla="*/ 848 w 1190"/>
              <a:gd name="T73" fmla="*/ 595 h 1716"/>
              <a:gd name="T74" fmla="*/ 862 w 1190"/>
              <a:gd name="T75" fmla="*/ 610 h 1716"/>
              <a:gd name="T76" fmla="*/ 887 w 1190"/>
              <a:gd name="T77" fmla="*/ 639 h 1716"/>
              <a:gd name="T78" fmla="*/ 903 w 1190"/>
              <a:gd name="T79" fmla="*/ 663 h 1716"/>
              <a:gd name="T80" fmla="*/ 917 w 1190"/>
              <a:gd name="T81" fmla="*/ 689 h 1716"/>
              <a:gd name="T82" fmla="*/ 927 w 1190"/>
              <a:gd name="T83" fmla="*/ 708 h 1716"/>
              <a:gd name="T84" fmla="*/ 939 w 1190"/>
              <a:gd name="T85" fmla="*/ 743 h 1716"/>
              <a:gd name="T86" fmla="*/ 945 w 1190"/>
              <a:gd name="T87" fmla="*/ 763 h 1716"/>
              <a:gd name="T88" fmla="*/ 950 w 1190"/>
              <a:gd name="T89" fmla="*/ 797 h 1716"/>
              <a:gd name="T90" fmla="*/ 948 w 1190"/>
              <a:gd name="T91" fmla="*/ 1637 h 1716"/>
              <a:gd name="T92" fmla="*/ 945 w 1190"/>
              <a:gd name="T93" fmla="*/ 1654 h 1716"/>
              <a:gd name="T94" fmla="*/ 937 w 1190"/>
              <a:gd name="T95" fmla="*/ 1678 h 1716"/>
              <a:gd name="T96" fmla="*/ 930 w 1190"/>
              <a:gd name="T97" fmla="*/ 1692 h 1716"/>
              <a:gd name="T98" fmla="*/ 917 w 1190"/>
              <a:gd name="T99" fmla="*/ 1707 h 1716"/>
              <a:gd name="T100" fmla="*/ 1145 w 1190"/>
              <a:gd name="T101" fmla="*/ 1576 h 1716"/>
              <a:gd name="T102" fmla="*/ 1161 w 1190"/>
              <a:gd name="T103" fmla="*/ 1563 h 1716"/>
              <a:gd name="T104" fmla="*/ 1170 w 1190"/>
              <a:gd name="T105" fmla="*/ 1552 h 1716"/>
              <a:gd name="T106" fmla="*/ 1176 w 1190"/>
              <a:gd name="T107" fmla="*/ 1540 h 1716"/>
              <a:gd name="T108" fmla="*/ 1181 w 1190"/>
              <a:gd name="T109" fmla="*/ 1527 h 1716"/>
              <a:gd name="T110" fmla="*/ 1184 w 1190"/>
              <a:gd name="T111" fmla="*/ 1515 h 1716"/>
              <a:gd name="T112" fmla="*/ 1186 w 1190"/>
              <a:gd name="T113" fmla="*/ 1504 h 1716"/>
              <a:gd name="T114" fmla="*/ 1186 w 1190"/>
              <a:gd name="T115" fmla="*/ 1497 h 1716"/>
              <a:gd name="T116" fmla="*/ 1189 w 1190"/>
              <a:gd name="T117" fmla="*/ 677 h 1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190" h="1716">
                <a:moveTo>
                  <a:pt x="1189" y="670"/>
                </a:moveTo>
                <a:lnTo>
                  <a:pt x="1189" y="670"/>
                </a:lnTo>
                <a:cubicBezTo>
                  <a:pt x="1189" y="668"/>
                  <a:pt x="1189" y="665"/>
                  <a:pt x="1189" y="663"/>
                </a:cubicBezTo>
                <a:lnTo>
                  <a:pt x="1189" y="663"/>
                </a:lnTo>
                <a:cubicBezTo>
                  <a:pt x="1189" y="663"/>
                  <a:pt x="1189" y="661"/>
                  <a:pt x="1189" y="660"/>
                </a:cubicBezTo>
                <a:lnTo>
                  <a:pt x="1189" y="659"/>
                </a:lnTo>
                <a:lnTo>
                  <a:pt x="1189" y="659"/>
                </a:lnTo>
                <a:cubicBezTo>
                  <a:pt x="1189" y="658"/>
                  <a:pt x="1189" y="657"/>
                  <a:pt x="1188" y="656"/>
                </a:cubicBezTo>
                <a:lnTo>
                  <a:pt x="1188" y="656"/>
                </a:lnTo>
                <a:cubicBezTo>
                  <a:pt x="1188" y="654"/>
                  <a:pt x="1188" y="652"/>
                  <a:pt x="1187" y="649"/>
                </a:cubicBezTo>
                <a:lnTo>
                  <a:pt x="1187" y="649"/>
                </a:lnTo>
                <a:cubicBezTo>
                  <a:pt x="1187" y="647"/>
                  <a:pt x="1187" y="644"/>
                  <a:pt x="1186" y="642"/>
                </a:cubicBezTo>
                <a:lnTo>
                  <a:pt x="1186" y="642"/>
                </a:lnTo>
                <a:lnTo>
                  <a:pt x="1186" y="642"/>
                </a:lnTo>
                <a:lnTo>
                  <a:pt x="1186" y="642"/>
                </a:lnTo>
                <a:lnTo>
                  <a:pt x="1186" y="641"/>
                </a:lnTo>
                <a:lnTo>
                  <a:pt x="1186" y="641"/>
                </a:lnTo>
                <a:cubicBezTo>
                  <a:pt x="1186" y="639"/>
                  <a:pt x="1186" y="637"/>
                  <a:pt x="1185" y="634"/>
                </a:cubicBezTo>
                <a:lnTo>
                  <a:pt x="1185" y="634"/>
                </a:lnTo>
                <a:cubicBezTo>
                  <a:pt x="1185" y="632"/>
                  <a:pt x="1185" y="629"/>
                  <a:pt x="1184" y="627"/>
                </a:cubicBezTo>
                <a:lnTo>
                  <a:pt x="1184" y="627"/>
                </a:lnTo>
                <a:cubicBezTo>
                  <a:pt x="1184" y="626"/>
                  <a:pt x="1183" y="625"/>
                  <a:pt x="1183" y="624"/>
                </a:cubicBezTo>
                <a:lnTo>
                  <a:pt x="1183" y="624"/>
                </a:lnTo>
                <a:cubicBezTo>
                  <a:pt x="1183" y="623"/>
                  <a:pt x="1183" y="623"/>
                  <a:pt x="1183" y="622"/>
                </a:cubicBezTo>
                <a:lnTo>
                  <a:pt x="1183" y="622"/>
                </a:lnTo>
                <a:cubicBezTo>
                  <a:pt x="1183" y="621"/>
                  <a:pt x="1182" y="620"/>
                  <a:pt x="1182" y="619"/>
                </a:cubicBezTo>
                <a:lnTo>
                  <a:pt x="1182" y="619"/>
                </a:lnTo>
                <a:cubicBezTo>
                  <a:pt x="1181" y="617"/>
                  <a:pt x="1181" y="614"/>
                  <a:pt x="1180" y="611"/>
                </a:cubicBezTo>
                <a:lnTo>
                  <a:pt x="1180" y="611"/>
                </a:lnTo>
                <a:cubicBezTo>
                  <a:pt x="1180" y="609"/>
                  <a:pt x="1179" y="607"/>
                  <a:pt x="1178" y="606"/>
                </a:cubicBezTo>
                <a:lnTo>
                  <a:pt x="1178" y="606"/>
                </a:lnTo>
                <a:cubicBezTo>
                  <a:pt x="1178" y="606"/>
                  <a:pt x="1178" y="605"/>
                  <a:pt x="1178" y="604"/>
                </a:cubicBezTo>
                <a:lnTo>
                  <a:pt x="1178" y="604"/>
                </a:lnTo>
                <a:lnTo>
                  <a:pt x="1178" y="604"/>
                </a:lnTo>
                <a:lnTo>
                  <a:pt x="1178" y="604"/>
                </a:lnTo>
                <a:cubicBezTo>
                  <a:pt x="1177" y="601"/>
                  <a:pt x="1176" y="598"/>
                  <a:pt x="1175" y="596"/>
                </a:cubicBezTo>
                <a:lnTo>
                  <a:pt x="1175" y="596"/>
                </a:lnTo>
                <a:cubicBezTo>
                  <a:pt x="1175" y="593"/>
                  <a:pt x="1174" y="591"/>
                  <a:pt x="1173" y="589"/>
                </a:cubicBezTo>
                <a:lnTo>
                  <a:pt x="1173" y="589"/>
                </a:lnTo>
                <a:cubicBezTo>
                  <a:pt x="1172" y="588"/>
                  <a:pt x="1172" y="588"/>
                  <a:pt x="1172" y="587"/>
                </a:cubicBezTo>
                <a:lnTo>
                  <a:pt x="1172" y="587"/>
                </a:lnTo>
                <a:cubicBezTo>
                  <a:pt x="1172" y="587"/>
                  <a:pt x="1172" y="587"/>
                  <a:pt x="1172" y="586"/>
                </a:cubicBezTo>
                <a:lnTo>
                  <a:pt x="1172" y="586"/>
                </a:lnTo>
                <a:cubicBezTo>
                  <a:pt x="1171" y="585"/>
                  <a:pt x="1170" y="583"/>
                  <a:pt x="1170" y="582"/>
                </a:cubicBezTo>
                <a:lnTo>
                  <a:pt x="1170" y="582"/>
                </a:lnTo>
                <a:cubicBezTo>
                  <a:pt x="1169" y="579"/>
                  <a:pt x="1168" y="577"/>
                  <a:pt x="1167" y="574"/>
                </a:cubicBezTo>
                <a:lnTo>
                  <a:pt x="1167" y="574"/>
                </a:lnTo>
                <a:cubicBezTo>
                  <a:pt x="1167" y="572"/>
                  <a:pt x="1165" y="571"/>
                  <a:pt x="1165" y="569"/>
                </a:cubicBezTo>
                <a:lnTo>
                  <a:pt x="1165" y="569"/>
                </a:lnTo>
                <a:cubicBezTo>
                  <a:pt x="1165" y="569"/>
                  <a:pt x="1165" y="569"/>
                  <a:pt x="1164" y="568"/>
                </a:cubicBezTo>
                <a:lnTo>
                  <a:pt x="1164" y="568"/>
                </a:lnTo>
                <a:lnTo>
                  <a:pt x="1164" y="568"/>
                </a:lnTo>
                <a:lnTo>
                  <a:pt x="1164" y="568"/>
                </a:lnTo>
                <a:cubicBezTo>
                  <a:pt x="1163" y="565"/>
                  <a:pt x="1162" y="563"/>
                  <a:pt x="1161" y="560"/>
                </a:cubicBezTo>
                <a:lnTo>
                  <a:pt x="1161" y="560"/>
                </a:lnTo>
                <a:cubicBezTo>
                  <a:pt x="1160" y="558"/>
                  <a:pt x="1159" y="555"/>
                  <a:pt x="1157" y="552"/>
                </a:cubicBezTo>
                <a:lnTo>
                  <a:pt x="1157" y="552"/>
                </a:lnTo>
                <a:cubicBezTo>
                  <a:pt x="1157" y="552"/>
                  <a:pt x="1157" y="552"/>
                  <a:pt x="1156" y="552"/>
                </a:cubicBezTo>
                <a:lnTo>
                  <a:pt x="1156" y="552"/>
                </a:lnTo>
                <a:cubicBezTo>
                  <a:pt x="1156" y="551"/>
                  <a:pt x="1156" y="550"/>
                  <a:pt x="1156" y="550"/>
                </a:cubicBezTo>
                <a:lnTo>
                  <a:pt x="1156" y="550"/>
                </a:lnTo>
                <a:cubicBezTo>
                  <a:pt x="1154" y="548"/>
                  <a:pt x="1154" y="545"/>
                  <a:pt x="1153" y="544"/>
                </a:cubicBezTo>
                <a:lnTo>
                  <a:pt x="1153" y="544"/>
                </a:lnTo>
                <a:cubicBezTo>
                  <a:pt x="1152" y="541"/>
                  <a:pt x="1150" y="539"/>
                  <a:pt x="1148" y="537"/>
                </a:cubicBezTo>
                <a:lnTo>
                  <a:pt x="1148" y="537"/>
                </a:lnTo>
                <a:cubicBezTo>
                  <a:pt x="1148" y="535"/>
                  <a:pt x="1147" y="534"/>
                  <a:pt x="1147" y="533"/>
                </a:cubicBezTo>
                <a:lnTo>
                  <a:pt x="1147" y="533"/>
                </a:lnTo>
                <a:cubicBezTo>
                  <a:pt x="1146" y="532"/>
                  <a:pt x="1146" y="532"/>
                  <a:pt x="1145" y="531"/>
                </a:cubicBezTo>
                <a:lnTo>
                  <a:pt x="1145" y="531"/>
                </a:lnTo>
                <a:cubicBezTo>
                  <a:pt x="1144" y="529"/>
                  <a:pt x="1143" y="527"/>
                  <a:pt x="1142" y="525"/>
                </a:cubicBezTo>
                <a:lnTo>
                  <a:pt x="1142" y="525"/>
                </a:lnTo>
                <a:cubicBezTo>
                  <a:pt x="1140" y="522"/>
                  <a:pt x="1137" y="518"/>
                  <a:pt x="1135" y="515"/>
                </a:cubicBezTo>
                <a:lnTo>
                  <a:pt x="1135" y="515"/>
                </a:lnTo>
                <a:lnTo>
                  <a:pt x="1135" y="514"/>
                </a:lnTo>
                <a:lnTo>
                  <a:pt x="1135" y="514"/>
                </a:lnTo>
                <a:cubicBezTo>
                  <a:pt x="1132" y="509"/>
                  <a:pt x="1129" y="505"/>
                  <a:pt x="1126" y="501"/>
                </a:cubicBezTo>
                <a:lnTo>
                  <a:pt x="1126" y="501"/>
                </a:lnTo>
                <a:cubicBezTo>
                  <a:pt x="1126" y="500"/>
                  <a:pt x="1125" y="500"/>
                  <a:pt x="1125" y="500"/>
                </a:cubicBezTo>
                <a:lnTo>
                  <a:pt x="1125" y="500"/>
                </a:lnTo>
                <a:cubicBezTo>
                  <a:pt x="1123" y="498"/>
                  <a:pt x="1121" y="495"/>
                  <a:pt x="1119" y="492"/>
                </a:cubicBezTo>
                <a:lnTo>
                  <a:pt x="1119" y="492"/>
                </a:lnTo>
                <a:cubicBezTo>
                  <a:pt x="1117" y="490"/>
                  <a:pt x="1115" y="487"/>
                  <a:pt x="1113" y="486"/>
                </a:cubicBezTo>
                <a:lnTo>
                  <a:pt x="1113" y="486"/>
                </a:lnTo>
                <a:cubicBezTo>
                  <a:pt x="1113" y="485"/>
                  <a:pt x="1113" y="485"/>
                  <a:pt x="1113" y="485"/>
                </a:cubicBezTo>
                <a:lnTo>
                  <a:pt x="1113" y="485"/>
                </a:lnTo>
                <a:lnTo>
                  <a:pt x="1113" y="485"/>
                </a:lnTo>
                <a:lnTo>
                  <a:pt x="1113" y="485"/>
                </a:lnTo>
                <a:cubicBezTo>
                  <a:pt x="1112" y="483"/>
                  <a:pt x="1110" y="481"/>
                  <a:pt x="1107" y="478"/>
                </a:cubicBezTo>
                <a:lnTo>
                  <a:pt x="1107" y="478"/>
                </a:lnTo>
                <a:cubicBezTo>
                  <a:pt x="1106" y="476"/>
                  <a:pt x="1104" y="474"/>
                  <a:pt x="1102" y="472"/>
                </a:cubicBezTo>
                <a:lnTo>
                  <a:pt x="1102" y="472"/>
                </a:lnTo>
                <a:cubicBezTo>
                  <a:pt x="1102" y="472"/>
                  <a:pt x="1101" y="472"/>
                  <a:pt x="1101" y="471"/>
                </a:cubicBezTo>
                <a:lnTo>
                  <a:pt x="1101" y="471"/>
                </a:lnTo>
                <a:cubicBezTo>
                  <a:pt x="1101" y="471"/>
                  <a:pt x="1101" y="470"/>
                  <a:pt x="1100" y="470"/>
                </a:cubicBezTo>
                <a:lnTo>
                  <a:pt x="1100" y="470"/>
                </a:lnTo>
                <a:cubicBezTo>
                  <a:pt x="1099" y="469"/>
                  <a:pt x="1098" y="467"/>
                  <a:pt x="1096" y="466"/>
                </a:cubicBezTo>
                <a:lnTo>
                  <a:pt x="1096" y="466"/>
                </a:lnTo>
                <a:cubicBezTo>
                  <a:pt x="1094" y="464"/>
                  <a:pt x="1092" y="462"/>
                  <a:pt x="1090" y="460"/>
                </a:cubicBezTo>
                <a:lnTo>
                  <a:pt x="1090" y="460"/>
                </a:lnTo>
                <a:cubicBezTo>
                  <a:pt x="1089" y="459"/>
                  <a:pt x="1089" y="459"/>
                  <a:pt x="1088" y="458"/>
                </a:cubicBezTo>
                <a:lnTo>
                  <a:pt x="1088" y="458"/>
                </a:lnTo>
                <a:cubicBezTo>
                  <a:pt x="1087" y="458"/>
                  <a:pt x="1087" y="457"/>
                  <a:pt x="1087" y="457"/>
                </a:cubicBezTo>
                <a:lnTo>
                  <a:pt x="1087" y="457"/>
                </a:lnTo>
                <a:cubicBezTo>
                  <a:pt x="1085" y="456"/>
                  <a:pt x="1085" y="455"/>
                  <a:pt x="1084" y="454"/>
                </a:cubicBezTo>
                <a:lnTo>
                  <a:pt x="1084" y="454"/>
                </a:lnTo>
                <a:cubicBezTo>
                  <a:pt x="1081" y="452"/>
                  <a:pt x="1079" y="450"/>
                  <a:pt x="1077" y="448"/>
                </a:cubicBezTo>
                <a:lnTo>
                  <a:pt x="1077" y="448"/>
                </a:lnTo>
                <a:cubicBezTo>
                  <a:pt x="1076" y="448"/>
                  <a:pt x="1075" y="446"/>
                  <a:pt x="1074" y="446"/>
                </a:cubicBezTo>
                <a:lnTo>
                  <a:pt x="1074" y="446"/>
                </a:lnTo>
                <a:cubicBezTo>
                  <a:pt x="1074" y="445"/>
                  <a:pt x="1073" y="445"/>
                  <a:pt x="1072" y="445"/>
                </a:cubicBezTo>
                <a:lnTo>
                  <a:pt x="1072" y="445"/>
                </a:lnTo>
                <a:cubicBezTo>
                  <a:pt x="1072" y="444"/>
                  <a:pt x="1071" y="444"/>
                  <a:pt x="1071" y="443"/>
                </a:cubicBezTo>
                <a:lnTo>
                  <a:pt x="1071" y="443"/>
                </a:lnTo>
                <a:cubicBezTo>
                  <a:pt x="1068" y="441"/>
                  <a:pt x="1066" y="440"/>
                  <a:pt x="1064" y="438"/>
                </a:cubicBezTo>
                <a:lnTo>
                  <a:pt x="1064" y="438"/>
                </a:lnTo>
                <a:cubicBezTo>
                  <a:pt x="1063" y="437"/>
                  <a:pt x="1061" y="436"/>
                  <a:pt x="1059" y="435"/>
                </a:cubicBezTo>
                <a:lnTo>
                  <a:pt x="1059" y="435"/>
                </a:lnTo>
                <a:cubicBezTo>
                  <a:pt x="1059" y="434"/>
                  <a:pt x="1059" y="434"/>
                  <a:pt x="1059" y="434"/>
                </a:cubicBezTo>
                <a:lnTo>
                  <a:pt x="1059" y="434"/>
                </a:lnTo>
                <a:lnTo>
                  <a:pt x="1058" y="434"/>
                </a:lnTo>
                <a:lnTo>
                  <a:pt x="1058" y="434"/>
                </a:lnTo>
                <a:cubicBezTo>
                  <a:pt x="1055" y="432"/>
                  <a:pt x="1054" y="431"/>
                  <a:pt x="1052" y="429"/>
                </a:cubicBezTo>
                <a:lnTo>
                  <a:pt x="1052" y="429"/>
                </a:lnTo>
                <a:cubicBezTo>
                  <a:pt x="1049" y="428"/>
                  <a:pt x="1048" y="427"/>
                  <a:pt x="1045" y="426"/>
                </a:cubicBezTo>
                <a:lnTo>
                  <a:pt x="1045" y="426"/>
                </a:lnTo>
                <a:cubicBezTo>
                  <a:pt x="1045" y="425"/>
                  <a:pt x="1044" y="425"/>
                  <a:pt x="1044" y="425"/>
                </a:cubicBezTo>
                <a:lnTo>
                  <a:pt x="343" y="20"/>
                </a:lnTo>
                <a:lnTo>
                  <a:pt x="343" y="20"/>
                </a:lnTo>
                <a:cubicBezTo>
                  <a:pt x="341" y="19"/>
                  <a:pt x="340" y="19"/>
                  <a:pt x="338" y="18"/>
                </a:cubicBezTo>
                <a:lnTo>
                  <a:pt x="338" y="18"/>
                </a:lnTo>
                <a:cubicBezTo>
                  <a:pt x="336" y="16"/>
                  <a:pt x="334" y="15"/>
                  <a:pt x="332" y="14"/>
                </a:cubicBezTo>
                <a:lnTo>
                  <a:pt x="332" y="14"/>
                </a:lnTo>
                <a:cubicBezTo>
                  <a:pt x="331" y="14"/>
                  <a:pt x="330" y="13"/>
                  <a:pt x="328" y="12"/>
                </a:cubicBezTo>
                <a:lnTo>
                  <a:pt x="328" y="12"/>
                </a:lnTo>
                <a:lnTo>
                  <a:pt x="328" y="12"/>
                </a:lnTo>
                <a:lnTo>
                  <a:pt x="328" y="12"/>
                </a:lnTo>
                <a:cubicBezTo>
                  <a:pt x="327" y="12"/>
                  <a:pt x="326" y="12"/>
                  <a:pt x="326" y="12"/>
                </a:cubicBezTo>
                <a:lnTo>
                  <a:pt x="326" y="12"/>
                </a:lnTo>
                <a:cubicBezTo>
                  <a:pt x="325" y="10"/>
                  <a:pt x="322" y="10"/>
                  <a:pt x="320" y="9"/>
                </a:cubicBezTo>
                <a:lnTo>
                  <a:pt x="320" y="9"/>
                </a:lnTo>
                <a:cubicBezTo>
                  <a:pt x="319" y="9"/>
                  <a:pt x="317" y="8"/>
                  <a:pt x="315" y="7"/>
                </a:cubicBezTo>
                <a:lnTo>
                  <a:pt x="315" y="7"/>
                </a:lnTo>
                <a:cubicBezTo>
                  <a:pt x="314" y="7"/>
                  <a:pt x="314" y="7"/>
                  <a:pt x="314" y="7"/>
                </a:cubicBezTo>
                <a:lnTo>
                  <a:pt x="314" y="7"/>
                </a:lnTo>
                <a:lnTo>
                  <a:pt x="313" y="6"/>
                </a:lnTo>
                <a:lnTo>
                  <a:pt x="313" y="6"/>
                </a:lnTo>
                <a:cubicBezTo>
                  <a:pt x="311" y="5"/>
                  <a:pt x="310" y="5"/>
                  <a:pt x="309" y="5"/>
                </a:cubicBezTo>
                <a:lnTo>
                  <a:pt x="309" y="5"/>
                </a:lnTo>
                <a:cubicBezTo>
                  <a:pt x="307" y="4"/>
                  <a:pt x="305" y="4"/>
                  <a:pt x="303" y="3"/>
                </a:cubicBezTo>
                <a:lnTo>
                  <a:pt x="303" y="3"/>
                </a:lnTo>
                <a:cubicBezTo>
                  <a:pt x="302" y="3"/>
                  <a:pt x="301" y="3"/>
                  <a:pt x="300" y="3"/>
                </a:cubicBezTo>
                <a:lnTo>
                  <a:pt x="300" y="3"/>
                </a:lnTo>
                <a:cubicBezTo>
                  <a:pt x="300" y="3"/>
                  <a:pt x="299" y="3"/>
                  <a:pt x="298" y="3"/>
                </a:cubicBezTo>
                <a:lnTo>
                  <a:pt x="298" y="3"/>
                </a:lnTo>
                <a:cubicBezTo>
                  <a:pt x="298" y="3"/>
                  <a:pt x="297" y="2"/>
                  <a:pt x="296" y="2"/>
                </a:cubicBezTo>
                <a:lnTo>
                  <a:pt x="296" y="2"/>
                </a:lnTo>
                <a:cubicBezTo>
                  <a:pt x="295" y="1"/>
                  <a:pt x="292" y="1"/>
                  <a:pt x="290" y="1"/>
                </a:cubicBezTo>
                <a:lnTo>
                  <a:pt x="290" y="1"/>
                </a:lnTo>
                <a:cubicBezTo>
                  <a:pt x="289" y="1"/>
                  <a:pt x="288" y="1"/>
                  <a:pt x="287" y="1"/>
                </a:cubicBezTo>
                <a:lnTo>
                  <a:pt x="287" y="1"/>
                </a:lnTo>
                <a:cubicBezTo>
                  <a:pt x="286" y="1"/>
                  <a:pt x="285" y="1"/>
                  <a:pt x="285" y="1"/>
                </a:cubicBezTo>
                <a:lnTo>
                  <a:pt x="285" y="1"/>
                </a:lnTo>
                <a:lnTo>
                  <a:pt x="284" y="0"/>
                </a:lnTo>
                <a:lnTo>
                  <a:pt x="284" y="0"/>
                </a:lnTo>
                <a:cubicBezTo>
                  <a:pt x="282" y="0"/>
                  <a:pt x="279" y="0"/>
                  <a:pt x="277" y="0"/>
                </a:cubicBezTo>
                <a:lnTo>
                  <a:pt x="277" y="0"/>
                </a:lnTo>
                <a:cubicBezTo>
                  <a:pt x="276" y="0"/>
                  <a:pt x="275" y="0"/>
                  <a:pt x="274" y="0"/>
                </a:cubicBezTo>
                <a:lnTo>
                  <a:pt x="274" y="0"/>
                </a:lnTo>
                <a:cubicBezTo>
                  <a:pt x="273" y="0"/>
                  <a:pt x="273" y="0"/>
                  <a:pt x="272" y="0"/>
                </a:cubicBezTo>
                <a:lnTo>
                  <a:pt x="272" y="0"/>
                </a:lnTo>
                <a:cubicBezTo>
                  <a:pt x="271" y="0"/>
                  <a:pt x="270" y="0"/>
                  <a:pt x="269" y="1"/>
                </a:cubicBezTo>
                <a:lnTo>
                  <a:pt x="269" y="1"/>
                </a:lnTo>
                <a:cubicBezTo>
                  <a:pt x="267" y="1"/>
                  <a:pt x="264" y="1"/>
                  <a:pt x="261" y="2"/>
                </a:cubicBezTo>
                <a:lnTo>
                  <a:pt x="261" y="2"/>
                </a:lnTo>
                <a:lnTo>
                  <a:pt x="261" y="2"/>
                </a:lnTo>
                <a:lnTo>
                  <a:pt x="261" y="2"/>
                </a:lnTo>
                <a:cubicBezTo>
                  <a:pt x="260" y="2"/>
                  <a:pt x="260" y="2"/>
                  <a:pt x="259" y="2"/>
                </a:cubicBezTo>
                <a:lnTo>
                  <a:pt x="259" y="2"/>
                </a:lnTo>
                <a:cubicBezTo>
                  <a:pt x="256" y="3"/>
                  <a:pt x="254" y="4"/>
                  <a:pt x="251" y="4"/>
                </a:cubicBezTo>
                <a:lnTo>
                  <a:pt x="251" y="4"/>
                </a:lnTo>
                <a:cubicBezTo>
                  <a:pt x="251" y="4"/>
                  <a:pt x="251" y="5"/>
                  <a:pt x="250" y="5"/>
                </a:cubicBezTo>
                <a:lnTo>
                  <a:pt x="250" y="5"/>
                </a:lnTo>
                <a:cubicBezTo>
                  <a:pt x="246" y="6"/>
                  <a:pt x="243" y="8"/>
                  <a:pt x="239" y="10"/>
                </a:cubicBezTo>
                <a:lnTo>
                  <a:pt x="0" y="149"/>
                </a:lnTo>
                <a:lnTo>
                  <a:pt x="0" y="149"/>
                </a:lnTo>
                <a:cubicBezTo>
                  <a:pt x="4" y="146"/>
                  <a:pt x="8" y="145"/>
                  <a:pt x="11" y="143"/>
                </a:cubicBezTo>
                <a:lnTo>
                  <a:pt x="11" y="143"/>
                </a:lnTo>
                <a:cubicBezTo>
                  <a:pt x="15" y="142"/>
                  <a:pt x="18" y="141"/>
                  <a:pt x="21" y="141"/>
                </a:cubicBezTo>
                <a:lnTo>
                  <a:pt x="21" y="141"/>
                </a:lnTo>
                <a:cubicBezTo>
                  <a:pt x="21" y="141"/>
                  <a:pt x="22" y="141"/>
                  <a:pt x="22" y="140"/>
                </a:cubicBezTo>
                <a:lnTo>
                  <a:pt x="22" y="140"/>
                </a:lnTo>
                <a:cubicBezTo>
                  <a:pt x="26" y="140"/>
                  <a:pt x="29" y="140"/>
                  <a:pt x="33" y="139"/>
                </a:cubicBezTo>
                <a:lnTo>
                  <a:pt x="33" y="139"/>
                </a:lnTo>
                <a:cubicBezTo>
                  <a:pt x="34" y="139"/>
                  <a:pt x="35" y="139"/>
                  <a:pt x="35" y="139"/>
                </a:cubicBezTo>
                <a:lnTo>
                  <a:pt x="35" y="139"/>
                </a:lnTo>
                <a:cubicBezTo>
                  <a:pt x="39" y="139"/>
                  <a:pt x="43" y="139"/>
                  <a:pt x="46" y="139"/>
                </a:cubicBezTo>
                <a:lnTo>
                  <a:pt x="46" y="139"/>
                </a:lnTo>
                <a:cubicBezTo>
                  <a:pt x="47" y="139"/>
                  <a:pt x="48" y="139"/>
                  <a:pt x="48" y="140"/>
                </a:cubicBezTo>
                <a:lnTo>
                  <a:pt x="48" y="140"/>
                </a:lnTo>
                <a:cubicBezTo>
                  <a:pt x="52" y="140"/>
                  <a:pt x="56" y="140"/>
                  <a:pt x="60" y="141"/>
                </a:cubicBezTo>
                <a:lnTo>
                  <a:pt x="60" y="141"/>
                </a:lnTo>
                <a:lnTo>
                  <a:pt x="61" y="141"/>
                </a:lnTo>
                <a:lnTo>
                  <a:pt x="61" y="141"/>
                </a:lnTo>
                <a:cubicBezTo>
                  <a:pt x="65" y="142"/>
                  <a:pt x="70" y="144"/>
                  <a:pt x="74" y="145"/>
                </a:cubicBezTo>
                <a:lnTo>
                  <a:pt x="74" y="145"/>
                </a:lnTo>
                <a:cubicBezTo>
                  <a:pt x="74" y="145"/>
                  <a:pt x="74" y="145"/>
                  <a:pt x="75" y="145"/>
                </a:cubicBezTo>
                <a:lnTo>
                  <a:pt x="75" y="145"/>
                </a:lnTo>
                <a:cubicBezTo>
                  <a:pt x="79" y="147"/>
                  <a:pt x="84" y="149"/>
                  <a:pt x="89" y="151"/>
                </a:cubicBezTo>
                <a:lnTo>
                  <a:pt x="89" y="151"/>
                </a:lnTo>
                <a:lnTo>
                  <a:pt x="90" y="151"/>
                </a:lnTo>
                <a:lnTo>
                  <a:pt x="90" y="151"/>
                </a:lnTo>
                <a:cubicBezTo>
                  <a:pt x="95" y="154"/>
                  <a:pt x="100" y="156"/>
                  <a:pt x="104" y="158"/>
                </a:cubicBezTo>
                <a:lnTo>
                  <a:pt x="805" y="563"/>
                </a:lnTo>
                <a:lnTo>
                  <a:pt x="805" y="563"/>
                </a:lnTo>
                <a:cubicBezTo>
                  <a:pt x="810" y="566"/>
                  <a:pt x="815" y="569"/>
                  <a:pt x="820" y="572"/>
                </a:cubicBezTo>
                <a:lnTo>
                  <a:pt x="820" y="572"/>
                </a:lnTo>
                <a:cubicBezTo>
                  <a:pt x="820" y="573"/>
                  <a:pt x="820" y="573"/>
                  <a:pt x="820" y="573"/>
                </a:cubicBezTo>
                <a:lnTo>
                  <a:pt x="820" y="573"/>
                </a:lnTo>
                <a:cubicBezTo>
                  <a:pt x="825" y="577"/>
                  <a:pt x="830" y="580"/>
                  <a:pt x="834" y="584"/>
                </a:cubicBezTo>
                <a:lnTo>
                  <a:pt x="835" y="585"/>
                </a:lnTo>
                <a:lnTo>
                  <a:pt x="835" y="585"/>
                </a:lnTo>
                <a:cubicBezTo>
                  <a:pt x="840" y="588"/>
                  <a:pt x="844" y="591"/>
                  <a:pt x="848" y="595"/>
                </a:cubicBezTo>
                <a:lnTo>
                  <a:pt x="848" y="595"/>
                </a:lnTo>
                <a:cubicBezTo>
                  <a:pt x="848" y="596"/>
                  <a:pt x="849" y="596"/>
                  <a:pt x="849" y="597"/>
                </a:cubicBezTo>
                <a:lnTo>
                  <a:pt x="849" y="597"/>
                </a:lnTo>
                <a:cubicBezTo>
                  <a:pt x="854" y="601"/>
                  <a:pt x="857" y="605"/>
                  <a:pt x="861" y="608"/>
                </a:cubicBezTo>
                <a:lnTo>
                  <a:pt x="861" y="608"/>
                </a:lnTo>
                <a:cubicBezTo>
                  <a:pt x="861" y="609"/>
                  <a:pt x="862" y="610"/>
                  <a:pt x="862" y="610"/>
                </a:cubicBezTo>
                <a:lnTo>
                  <a:pt x="862" y="610"/>
                </a:lnTo>
                <a:cubicBezTo>
                  <a:pt x="866" y="615"/>
                  <a:pt x="871" y="619"/>
                  <a:pt x="875" y="624"/>
                </a:cubicBezTo>
                <a:lnTo>
                  <a:pt x="875" y="624"/>
                </a:lnTo>
                <a:lnTo>
                  <a:pt x="875" y="624"/>
                </a:lnTo>
                <a:cubicBezTo>
                  <a:pt x="879" y="629"/>
                  <a:pt x="883" y="634"/>
                  <a:pt x="887" y="639"/>
                </a:cubicBezTo>
                <a:lnTo>
                  <a:pt x="887" y="639"/>
                </a:lnTo>
                <a:lnTo>
                  <a:pt x="887" y="639"/>
                </a:lnTo>
                <a:lnTo>
                  <a:pt x="887" y="639"/>
                </a:lnTo>
                <a:cubicBezTo>
                  <a:pt x="890" y="644"/>
                  <a:pt x="894" y="649"/>
                  <a:pt x="897" y="654"/>
                </a:cubicBezTo>
                <a:lnTo>
                  <a:pt x="897" y="654"/>
                </a:lnTo>
                <a:cubicBezTo>
                  <a:pt x="899" y="657"/>
                  <a:pt x="901" y="660"/>
                  <a:pt x="903" y="663"/>
                </a:cubicBezTo>
                <a:lnTo>
                  <a:pt x="903" y="663"/>
                </a:lnTo>
                <a:cubicBezTo>
                  <a:pt x="904" y="666"/>
                  <a:pt x="906" y="669"/>
                  <a:pt x="907" y="671"/>
                </a:cubicBezTo>
                <a:lnTo>
                  <a:pt x="907" y="671"/>
                </a:lnTo>
                <a:cubicBezTo>
                  <a:pt x="909" y="672"/>
                  <a:pt x="909" y="674"/>
                  <a:pt x="910" y="675"/>
                </a:cubicBezTo>
                <a:lnTo>
                  <a:pt x="910" y="675"/>
                </a:lnTo>
                <a:cubicBezTo>
                  <a:pt x="912" y="680"/>
                  <a:pt x="915" y="684"/>
                  <a:pt x="917" y="689"/>
                </a:cubicBezTo>
                <a:lnTo>
                  <a:pt x="917" y="689"/>
                </a:lnTo>
                <a:cubicBezTo>
                  <a:pt x="917" y="689"/>
                  <a:pt x="918" y="689"/>
                  <a:pt x="918" y="690"/>
                </a:cubicBezTo>
                <a:lnTo>
                  <a:pt x="918" y="690"/>
                </a:lnTo>
                <a:cubicBezTo>
                  <a:pt x="921" y="695"/>
                  <a:pt x="923" y="702"/>
                  <a:pt x="926" y="707"/>
                </a:cubicBezTo>
                <a:lnTo>
                  <a:pt x="926" y="707"/>
                </a:lnTo>
                <a:cubicBezTo>
                  <a:pt x="927" y="707"/>
                  <a:pt x="927" y="708"/>
                  <a:pt x="927" y="708"/>
                </a:cubicBezTo>
                <a:lnTo>
                  <a:pt x="927" y="708"/>
                </a:lnTo>
                <a:cubicBezTo>
                  <a:pt x="929" y="713"/>
                  <a:pt x="931" y="719"/>
                  <a:pt x="933" y="725"/>
                </a:cubicBezTo>
                <a:lnTo>
                  <a:pt x="933" y="725"/>
                </a:lnTo>
                <a:cubicBezTo>
                  <a:pt x="933" y="725"/>
                  <a:pt x="933" y="725"/>
                  <a:pt x="934" y="726"/>
                </a:cubicBezTo>
                <a:lnTo>
                  <a:pt x="934" y="726"/>
                </a:lnTo>
                <a:cubicBezTo>
                  <a:pt x="935" y="732"/>
                  <a:pt x="937" y="738"/>
                  <a:pt x="939" y="743"/>
                </a:cubicBezTo>
                <a:lnTo>
                  <a:pt x="939" y="743"/>
                </a:lnTo>
                <a:cubicBezTo>
                  <a:pt x="939" y="744"/>
                  <a:pt x="940" y="744"/>
                  <a:pt x="940" y="744"/>
                </a:cubicBezTo>
                <a:lnTo>
                  <a:pt x="940" y="744"/>
                </a:lnTo>
                <a:cubicBezTo>
                  <a:pt x="941" y="750"/>
                  <a:pt x="943" y="755"/>
                  <a:pt x="944" y="761"/>
                </a:cubicBezTo>
                <a:lnTo>
                  <a:pt x="944" y="761"/>
                </a:lnTo>
                <a:cubicBezTo>
                  <a:pt x="944" y="762"/>
                  <a:pt x="944" y="762"/>
                  <a:pt x="945" y="763"/>
                </a:cubicBezTo>
                <a:lnTo>
                  <a:pt x="945" y="763"/>
                </a:lnTo>
                <a:cubicBezTo>
                  <a:pt x="946" y="768"/>
                  <a:pt x="947" y="774"/>
                  <a:pt x="948" y="780"/>
                </a:cubicBezTo>
                <a:lnTo>
                  <a:pt x="948" y="780"/>
                </a:lnTo>
                <a:lnTo>
                  <a:pt x="948" y="780"/>
                </a:lnTo>
                <a:lnTo>
                  <a:pt x="948" y="780"/>
                </a:lnTo>
                <a:cubicBezTo>
                  <a:pt x="949" y="786"/>
                  <a:pt x="950" y="791"/>
                  <a:pt x="950" y="797"/>
                </a:cubicBezTo>
                <a:lnTo>
                  <a:pt x="950" y="797"/>
                </a:lnTo>
                <a:cubicBezTo>
                  <a:pt x="950" y="797"/>
                  <a:pt x="950" y="798"/>
                  <a:pt x="950" y="799"/>
                </a:cubicBezTo>
                <a:lnTo>
                  <a:pt x="950" y="799"/>
                </a:lnTo>
                <a:cubicBezTo>
                  <a:pt x="951" y="804"/>
                  <a:pt x="951" y="810"/>
                  <a:pt x="951" y="815"/>
                </a:cubicBezTo>
                <a:lnTo>
                  <a:pt x="948" y="1621"/>
                </a:lnTo>
                <a:lnTo>
                  <a:pt x="948" y="1621"/>
                </a:lnTo>
                <a:cubicBezTo>
                  <a:pt x="948" y="1627"/>
                  <a:pt x="948" y="1632"/>
                  <a:pt x="948" y="1637"/>
                </a:cubicBezTo>
                <a:lnTo>
                  <a:pt x="948" y="1637"/>
                </a:lnTo>
                <a:lnTo>
                  <a:pt x="948" y="1638"/>
                </a:lnTo>
                <a:lnTo>
                  <a:pt x="948" y="1638"/>
                </a:lnTo>
                <a:cubicBezTo>
                  <a:pt x="947" y="1643"/>
                  <a:pt x="946" y="1648"/>
                  <a:pt x="945" y="1652"/>
                </a:cubicBezTo>
                <a:lnTo>
                  <a:pt x="945" y="1652"/>
                </a:lnTo>
                <a:cubicBezTo>
                  <a:pt x="945" y="1653"/>
                  <a:pt x="945" y="1653"/>
                  <a:pt x="945" y="1654"/>
                </a:cubicBezTo>
                <a:lnTo>
                  <a:pt x="945" y="1654"/>
                </a:lnTo>
                <a:cubicBezTo>
                  <a:pt x="944" y="1658"/>
                  <a:pt x="944" y="1662"/>
                  <a:pt x="942" y="1666"/>
                </a:cubicBezTo>
                <a:lnTo>
                  <a:pt x="942" y="1666"/>
                </a:lnTo>
                <a:cubicBezTo>
                  <a:pt x="942" y="1667"/>
                  <a:pt x="942" y="1667"/>
                  <a:pt x="942" y="1668"/>
                </a:cubicBezTo>
                <a:lnTo>
                  <a:pt x="942" y="1668"/>
                </a:lnTo>
                <a:cubicBezTo>
                  <a:pt x="940" y="1671"/>
                  <a:pt x="939" y="1675"/>
                  <a:pt x="937" y="1678"/>
                </a:cubicBezTo>
                <a:lnTo>
                  <a:pt x="937" y="1678"/>
                </a:lnTo>
                <a:cubicBezTo>
                  <a:pt x="937" y="1679"/>
                  <a:pt x="937" y="1680"/>
                  <a:pt x="937" y="1680"/>
                </a:cubicBezTo>
                <a:lnTo>
                  <a:pt x="937" y="1680"/>
                </a:lnTo>
                <a:cubicBezTo>
                  <a:pt x="935" y="1683"/>
                  <a:pt x="933" y="1687"/>
                  <a:pt x="931" y="1691"/>
                </a:cubicBezTo>
                <a:lnTo>
                  <a:pt x="931" y="1691"/>
                </a:lnTo>
                <a:cubicBezTo>
                  <a:pt x="931" y="1691"/>
                  <a:pt x="931" y="1691"/>
                  <a:pt x="930" y="1692"/>
                </a:cubicBezTo>
                <a:lnTo>
                  <a:pt x="930" y="1692"/>
                </a:lnTo>
                <a:cubicBezTo>
                  <a:pt x="928" y="1694"/>
                  <a:pt x="927" y="1697"/>
                  <a:pt x="924" y="1699"/>
                </a:cubicBezTo>
                <a:lnTo>
                  <a:pt x="924" y="1699"/>
                </a:lnTo>
                <a:cubicBezTo>
                  <a:pt x="924" y="1700"/>
                  <a:pt x="923" y="1701"/>
                  <a:pt x="922" y="1701"/>
                </a:cubicBezTo>
                <a:lnTo>
                  <a:pt x="922" y="1701"/>
                </a:lnTo>
                <a:cubicBezTo>
                  <a:pt x="920" y="1703"/>
                  <a:pt x="918" y="1705"/>
                  <a:pt x="917" y="1707"/>
                </a:cubicBezTo>
                <a:lnTo>
                  <a:pt x="917" y="1707"/>
                </a:lnTo>
                <a:cubicBezTo>
                  <a:pt x="916" y="1708"/>
                  <a:pt x="916" y="1708"/>
                  <a:pt x="914" y="1709"/>
                </a:cubicBezTo>
                <a:lnTo>
                  <a:pt x="914" y="1709"/>
                </a:lnTo>
                <a:cubicBezTo>
                  <a:pt x="912" y="1711"/>
                  <a:pt x="909" y="1713"/>
                  <a:pt x="906" y="1715"/>
                </a:cubicBezTo>
                <a:lnTo>
                  <a:pt x="1145" y="1576"/>
                </a:lnTo>
                <a:lnTo>
                  <a:pt x="1145" y="1576"/>
                </a:lnTo>
                <a:cubicBezTo>
                  <a:pt x="1148" y="1574"/>
                  <a:pt x="1150" y="1572"/>
                  <a:pt x="1153" y="1570"/>
                </a:cubicBezTo>
                <a:lnTo>
                  <a:pt x="1153" y="1570"/>
                </a:lnTo>
                <a:cubicBezTo>
                  <a:pt x="1154" y="1569"/>
                  <a:pt x="1154" y="1569"/>
                  <a:pt x="1155" y="1568"/>
                </a:cubicBezTo>
                <a:lnTo>
                  <a:pt x="1155" y="1568"/>
                </a:lnTo>
                <a:cubicBezTo>
                  <a:pt x="1157" y="1566"/>
                  <a:pt x="1159" y="1565"/>
                  <a:pt x="1161" y="1563"/>
                </a:cubicBezTo>
                <a:lnTo>
                  <a:pt x="1161" y="1563"/>
                </a:lnTo>
                <a:cubicBezTo>
                  <a:pt x="1162" y="1562"/>
                  <a:pt x="1163" y="1561"/>
                  <a:pt x="1163" y="1560"/>
                </a:cubicBezTo>
                <a:lnTo>
                  <a:pt x="1163" y="1560"/>
                </a:lnTo>
                <a:cubicBezTo>
                  <a:pt x="1165" y="1558"/>
                  <a:pt x="1167" y="1555"/>
                  <a:pt x="1169" y="1553"/>
                </a:cubicBezTo>
                <a:lnTo>
                  <a:pt x="1169" y="1553"/>
                </a:lnTo>
                <a:cubicBezTo>
                  <a:pt x="1169" y="1552"/>
                  <a:pt x="1169" y="1552"/>
                  <a:pt x="1170" y="1552"/>
                </a:cubicBezTo>
                <a:lnTo>
                  <a:pt x="1170" y="1552"/>
                </a:lnTo>
                <a:cubicBezTo>
                  <a:pt x="1170" y="1552"/>
                  <a:pt x="1170" y="1552"/>
                  <a:pt x="1170" y="1551"/>
                </a:cubicBezTo>
                <a:lnTo>
                  <a:pt x="1170" y="1551"/>
                </a:lnTo>
                <a:cubicBezTo>
                  <a:pt x="1172" y="1548"/>
                  <a:pt x="1174" y="1545"/>
                  <a:pt x="1175" y="1541"/>
                </a:cubicBezTo>
                <a:lnTo>
                  <a:pt x="1175" y="1541"/>
                </a:lnTo>
                <a:lnTo>
                  <a:pt x="1175" y="1541"/>
                </a:lnTo>
                <a:cubicBezTo>
                  <a:pt x="1176" y="1541"/>
                  <a:pt x="1176" y="1540"/>
                  <a:pt x="1176" y="1540"/>
                </a:cubicBezTo>
                <a:lnTo>
                  <a:pt x="1176" y="1540"/>
                </a:lnTo>
                <a:cubicBezTo>
                  <a:pt x="1177" y="1538"/>
                  <a:pt x="1178" y="1535"/>
                  <a:pt x="1179" y="1533"/>
                </a:cubicBezTo>
                <a:lnTo>
                  <a:pt x="1179" y="1533"/>
                </a:lnTo>
                <a:cubicBezTo>
                  <a:pt x="1179" y="1532"/>
                  <a:pt x="1180" y="1531"/>
                  <a:pt x="1180" y="1530"/>
                </a:cubicBezTo>
                <a:lnTo>
                  <a:pt x="1180" y="1530"/>
                </a:lnTo>
                <a:cubicBezTo>
                  <a:pt x="1180" y="1528"/>
                  <a:pt x="1181" y="1528"/>
                  <a:pt x="1181" y="1527"/>
                </a:cubicBezTo>
                <a:lnTo>
                  <a:pt x="1181" y="1527"/>
                </a:lnTo>
                <a:cubicBezTo>
                  <a:pt x="1181" y="1526"/>
                  <a:pt x="1181" y="1526"/>
                  <a:pt x="1181" y="1525"/>
                </a:cubicBezTo>
                <a:lnTo>
                  <a:pt x="1181" y="1525"/>
                </a:lnTo>
                <a:cubicBezTo>
                  <a:pt x="1182" y="1523"/>
                  <a:pt x="1183" y="1520"/>
                  <a:pt x="1183" y="1518"/>
                </a:cubicBezTo>
                <a:lnTo>
                  <a:pt x="1183" y="1518"/>
                </a:lnTo>
                <a:cubicBezTo>
                  <a:pt x="1183" y="1517"/>
                  <a:pt x="1184" y="1516"/>
                  <a:pt x="1184" y="1515"/>
                </a:cubicBezTo>
                <a:lnTo>
                  <a:pt x="1184" y="1515"/>
                </a:lnTo>
                <a:cubicBezTo>
                  <a:pt x="1184" y="1514"/>
                  <a:pt x="1184" y="1514"/>
                  <a:pt x="1185" y="1513"/>
                </a:cubicBezTo>
                <a:lnTo>
                  <a:pt x="1185" y="1513"/>
                </a:lnTo>
                <a:cubicBezTo>
                  <a:pt x="1185" y="1513"/>
                  <a:pt x="1185" y="1512"/>
                  <a:pt x="1185" y="1511"/>
                </a:cubicBezTo>
                <a:lnTo>
                  <a:pt x="1185" y="1511"/>
                </a:lnTo>
                <a:cubicBezTo>
                  <a:pt x="1185" y="1508"/>
                  <a:pt x="1186" y="1506"/>
                  <a:pt x="1186" y="1504"/>
                </a:cubicBezTo>
                <a:lnTo>
                  <a:pt x="1186" y="1504"/>
                </a:lnTo>
                <a:cubicBezTo>
                  <a:pt x="1186" y="1503"/>
                  <a:pt x="1186" y="1501"/>
                  <a:pt x="1186" y="1500"/>
                </a:cubicBezTo>
                <a:lnTo>
                  <a:pt x="1186" y="1500"/>
                </a:lnTo>
                <a:cubicBezTo>
                  <a:pt x="1186" y="1499"/>
                  <a:pt x="1186" y="1499"/>
                  <a:pt x="1186" y="1498"/>
                </a:cubicBezTo>
                <a:lnTo>
                  <a:pt x="1186" y="1498"/>
                </a:lnTo>
                <a:lnTo>
                  <a:pt x="1186" y="1497"/>
                </a:lnTo>
                <a:lnTo>
                  <a:pt x="1186" y="1497"/>
                </a:lnTo>
                <a:cubicBezTo>
                  <a:pt x="1187" y="1495"/>
                  <a:pt x="1187" y="1492"/>
                  <a:pt x="1187" y="1490"/>
                </a:cubicBezTo>
                <a:lnTo>
                  <a:pt x="1187" y="1490"/>
                </a:lnTo>
                <a:cubicBezTo>
                  <a:pt x="1187" y="1487"/>
                  <a:pt x="1187" y="1485"/>
                  <a:pt x="1187" y="1482"/>
                </a:cubicBezTo>
                <a:lnTo>
                  <a:pt x="1187" y="1482"/>
                </a:lnTo>
                <a:lnTo>
                  <a:pt x="1189" y="677"/>
                </a:lnTo>
                <a:lnTo>
                  <a:pt x="1189" y="677"/>
                </a:lnTo>
                <a:cubicBezTo>
                  <a:pt x="1189" y="675"/>
                  <a:pt x="1189" y="672"/>
                  <a:pt x="1189" y="670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9B23568D-3065-774C-8D4D-FE5F4DAB1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5314" y="9643181"/>
            <a:ext cx="1238953" cy="1975840"/>
          </a:xfrm>
          <a:custGeom>
            <a:avLst/>
            <a:gdLst>
              <a:gd name="connsiteX0" fmla="*/ 113869 w 1238953"/>
              <a:gd name="connsiteY0" fmla="*/ 556 h 1975840"/>
              <a:gd name="connsiteX1" fmla="*/ 184299 w 1238953"/>
              <a:gd name="connsiteY1" fmla="*/ 25398 h 1975840"/>
              <a:gd name="connsiteX2" fmla="*/ 1057159 w 1238953"/>
              <a:gd name="connsiteY2" fmla="*/ 528776 h 1975840"/>
              <a:gd name="connsiteX3" fmla="*/ 1238953 w 1238953"/>
              <a:gd name="connsiteY3" fmla="*/ 842763 h 1975840"/>
              <a:gd name="connsiteX4" fmla="*/ 1235217 w 1238953"/>
              <a:gd name="connsiteY4" fmla="*/ 1847026 h 1975840"/>
              <a:gd name="connsiteX5" fmla="*/ 1053423 w 1238953"/>
              <a:gd name="connsiteY5" fmla="*/ 1950443 h 1975840"/>
              <a:gd name="connsiteX6" fmla="*/ 180563 w 1238953"/>
              <a:gd name="connsiteY6" fmla="*/ 1447065 h 1975840"/>
              <a:gd name="connsiteX7" fmla="*/ 14 w 1238953"/>
              <a:gd name="connsiteY7" fmla="*/ 1133078 h 1975840"/>
              <a:gd name="connsiteX8" fmla="*/ 2504 w 1238953"/>
              <a:gd name="connsiteY8" fmla="*/ 128815 h 1975840"/>
              <a:gd name="connsiteX9" fmla="*/ 113869 w 1238953"/>
              <a:gd name="connsiteY9" fmla="*/ 556 h 197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8953" h="1975840">
                <a:moveTo>
                  <a:pt x="113869" y="556"/>
                </a:moveTo>
                <a:cubicBezTo>
                  <a:pt x="135582" y="2659"/>
                  <a:pt x="159396" y="10758"/>
                  <a:pt x="184299" y="25398"/>
                </a:cubicBezTo>
                <a:lnTo>
                  <a:pt x="1057159" y="528776"/>
                </a:lnTo>
                <a:cubicBezTo>
                  <a:pt x="1158017" y="587337"/>
                  <a:pt x="1238953" y="728133"/>
                  <a:pt x="1238953" y="842763"/>
                </a:cubicBezTo>
                <a:lnTo>
                  <a:pt x="1235217" y="1847026"/>
                </a:lnTo>
                <a:cubicBezTo>
                  <a:pt x="1235217" y="1962903"/>
                  <a:pt x="1154282" y="2009004"/>
                  <a:pt x="1053423" y="1950443"/>
                </a:cubicBezTo>
                <a:lnTo>
                  <a:pt x="180563" y="1447065"/>
                </a:lnTo>
                <a:cubicBezTo>
                  <a:pt x="80950" y="1388504"/>
                  <a:pt x="-1231" y="1248954"/>
                  <a:pt x="14" y="1133078"/>
                </a:cubicBezTo>
                <a:lnTo>
                  <a:pt x="2504" y="128815"/>
                </a:lnTo>
                <a:cubicBezTo>
                  <a:pt x="2504" y="41907"/>
                  <a:pt x="48731" y="-5751"/>
                  <a:pt x="113869" y="5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40E5E66-63ED-F04B-9E47-C82593DAA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84652" y="10275598"/>
            <a:ext cx="559040" cy="711007"/>
          </a:xfrm>
          <a:custGeom>
            <a:avLst/>
            <a:gdLst>
              <a:gd name="connsiteX0" fmla="*/ 167502 w 559040"/>
              <a:gd name="connsiteY0" fmla="*/ 151141 h 711007"/>
              <a:gd name="connsiteX1" fmla="*/ 186013 w 559040"/>
              <a:gd name="connsiteY1" fmla="*/ 151141 h 711007"/>
              <a:gd name="connsiteX2" fmla="*/ 198355 w 559040"/>
              <a:gd name="connsiteY2" fmla="*/ 159890 h 711007"/>
              <a:gd name="connsiteX3" fmla="*/ 214398 w 559040"/>
              <a:gd name="connsiteY3" fmla="*/ 182389 h 711007"/>
              <a:gd name="connsiteX4" fmla="*/ 235379 w 559040"/>
              <a:gd name="connsiteY4" fmla="*/ 253634 h 711007"/>
              <a:gd name="connsiteX5" fmla="*/ 235379 w 559040"/>
              <a:gd name="connsiteY5" fmla="*/ 268633 h 711007"/>
              <a:gd name="connsiteX6" fmla="*/ 229208 w 559040"/>
              <a:gd name="connsiteY6" fmla="*/ 277382 h 711007"/>
              <a:gd name="connsiteX7" fmla="*/ 218101 w 559040"/>
              <a:gd name="connsiteY7" fmla="*/ 284882 h 711007"/>
              <a:gd name="connsiteX8" fmla="*/ 215633 w 559040"/>
              <a:gd name="connsiteY8" fmla="*/ 299881 h 711007"/>
              <a:gd name="connsiteX9" fmla="*/ 252656 w 559040"/>
              <a:gd name="connsiteY9" fmla="*/ 377376 h 711007"/>
              <a:gd name="connsiteX10" fmla="*/ 308192 w 559040"/>
              <a:gd name="connsiteY10" fmla="*/ 449871 h 711007"/>
              <a:gd name="connsiteX11" fmla="*/ 315597 w 559040"/>
              <a:gd name="connsiteY11" fmla="*/ 456120 h 711007"/>
              <a:gd name="connsiteX12" fmla="*/ 323002 w 559040"/>
              <a:gd name="connsiteY12" fmla="*/ 456120 h 711007"/>
              <a:gd name="connsiteX13" fmla="*/ 345216 w 559040"/>
              <a:gd name="connsiteY13" fmla="*/ 437372 h 711007"/>
              <a:gd name="connsiteX14" fmla="*/ 352621 w 559040"/>
              <a:gd name="connsiteY14" fmla="*/ 436122 h 711007"/>
              <a:gd name="connsiteX15" fmla="*/ 360025 w 559040"/>
              <a:gd name="connsiteY15" fmla="*/ 442371 h 711007"/>
              <a:gd name="connsiteX16" fmla="*/ 406922 w 559040"/>
              <a:gd name="connsiteY16" fmla="*/ 496118 h 711007"/>
              <a:gd name="connsiteX17" fmla="*/ 420498 w 559040"/>
              <a:gd name="connsiteY17" fmla="*/ 512367 h 711007"/>
              <a:gd name="connsiteX18" fmla="*/ 415561 w 559040"/>
              <a:gd name="connsiteY18" fmla="*/ 548614 h 711007"/>
              <a:gd name="connsiteX19" fmla="*/ 369898 w 559040"/>
              <a:gd name="connsiteY19" fmla="*/ 558613 h 711007"/>
              <a:gd name="connsiteX20" fmla="*/ 353855 w 559040"/>
              <a:gd name="connsiteY20" fmla="*/ 551114 h 711007"/>
              <a:gd name="connsiteX21" fmla="*/ 326704 w 559040"/>
              <a:gd name="connsiteY21" fmla="*/ 531115 h 711007"/>
              <a:gd name="connsiteX22" fmla="*/ 287212 w 559040"/>
              <a:gd name="connsiteY22" fmla="*/ 491118 h 711007"/>
              <a:gd name="connsiteX23" fmla="*/ 171204 w 559040"/>
              <a:gd name="connsiteY23" fmla="*/ 302381 h 711007"/>
              <a:gd name="connsiteX24" fmla="*/ 144053 w 559040"/>
              <a:gd name="connsiteY24" fmla="*/ 203637 h 711007"/>
              <a:gd name="connsiteX25" fmla="*/ 167502 w 559040"/>
              <a:gd name="connsiteY25" fmla="*/ 151141 h 711007"/>
              <a:gd name="connsiteX26" fmla="*/ 192483 w 559040"/>
              <a:gd name="connsiteY26" fmla="*/ 60522 h 711007"/>
              <a:gd name="connsiteX27" fmla="*/ 50026 w 559040"/>
              <a:gd name="connsiteY27" fmla="*/ 222291 h 711007"/>
              <a:gd name="connsiteX28" fmla="*/ 85044 w 559040"/>
              <a:gd name="connsiteY28" fmla="*/ 382894 h 711007"/>
              <a:gd name="connsiteX29" fmla="*/ 91297 w 559040"/>
              <a:gd name="connsiteY29" fmla="*/ 396588 h 711007"/>
              <a:gd name="connsiteX30" fmla="*/ 67535 w 559040"/>
              <a:gd name="connsiteY30" fmla="*/ 481247 h 711007"/>
              <a:gd name="connsiteX31" fmla="*/ 155081 w 559040"/>
              <a:gd name="connsiteY31" fmla="*/ 503656 h 711007"/>
              <a:gd name="connsiteX32" fmla="*/ 163835 w 559040"/>
              <a:gd name="connsiteY32" fmla="*/ 514861 h 711007"/>
              <a:gd name="connsiteX33" fmla="*/ 281396 w 559040"/>
              <a:gd name="connsiteY33" fmla="*/ 619439 h 711007"/>
              <a:gd name="connsiteX34" fmla="*/ 511516 w 559040"/>
              <a:gd name="connsiteY34" fmla="*/ 488717 h 711007"/>
              <a:gd name="connsiteX35" fmla="*/ 445231 w 559040"/>
              <a:gd name="connsiteY35" fmla="*/ 263376 h 711007"/>
              <a:gd name="connsiteX36" fmla="*/ 282647 w 559040"/>
              <a:gd name="connsiteY36" fmla="*/ 91569 h 711007"/>
              <a:gd name="connsiteX37" fmla="*/ 192483 w 559040"/>
              <a:gd name="connsiteY37" fmla="*/ 60522 h 711007"/>
              <a:gd name="connsiteX38" fmla="*/ 174173 w 559040"/>
              <a:gd name="connsiteY38" fmla="*/ 763 h 711007"/>
              <a:gd name="connsiteX39" fmla="*/ 282647 w 559040"/>
              <a:gd name="connsiteY39" fmla="*/ 38034 h 711007"/>
              <a:gd name="connsiteX40" fmla="*/ 478999 w 559040"/>
              <a:gd name="connsiteY40" fmla="*/ 243456 h 711007"/>
              <a:gd name="connsiteX41" fmla="*/ 559040 w 559040"/>
              <a:gd name="connsiteY41" fmla="*/ 514861 h 711007"/>
              <a:gd name="connsiteX42" fmla="*/ 280146 w 559040"/>
              <a:gd name="connsiteY42" fmla="*/ 672974 h 711007"/>
              <a:gd name="connsiteX43" fmla="*/ 147577 w 559040"/>
              <a:gd name="connsiteY43" fmla="*/ 558436 h 711007"/>
              <a:gd name="connsiteX44" fmla="*/ 0 w 559040"/>
              <a:gd name="connsiteY44" fmla="*/ 517351 h 711007"/>
              <a:gd name="connsiteX45" fmla="*/ 41271 w 559040"/>
              <a:gd name="connsiteY45" fmla="*/ 375424 h 711007"/>
              <a:gd name="connsiteX46" fmla="*/ 3752 w 559040"/>
              <a:gd name="connsiteY46" fmla="*/ 196147 h 711007"/>
              <a:gd name="connsiteX47" fmla="*/ 174173 w 559040"/>
              <a:gd name="connsiteY47" fmla="*/ 763 h 711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59040" h="711007">
                <a:moveTo>
                  <a:pt x="167502" y="151141"/>
                </a:moveTo>
                <a:cubicBezTo>
                  <a:pt x="173672" y="147391"/>
                  <a:pt x="181077" y="149891"/>
                  <a:pt x="186013" y="151141"/>
                </a:cubicBezTo>
                <a:cubicBezTo>
                  <a:pt x="190950" y="154890"/>
                  <a:pt x="194652" y="157390"/>
                  <a:pt x="198355" y="159890"/>
                </a:cubicBezTo>
                <a:cubicBezTo>
                  <a:pt x="203291" y="162390"/>
                  <a:pt x="208228" y="163640"/>
                  <a:pt x="214398" y="182389"/>
                </a:cubicBezTo>
                <a:cubicBezTo>
                  <a:pt x="220569" y="202387"/>
                  <a:pt x="234144" y="249884"/>
                  <a:pt x="235379" y="253634"/>
                </a:cubicBezTo>
                <a:cubicBezTo>
                  <a:pt x="237847" y="259883"/>
                  <a:pt x="237847" y="264883"/>
                  <a:pt x="235379" y="268633"/>
                </a:cubicBezTo>
                <a:cubicBezTo>
                  <a:pt x="234144" y="272383"/>
                  <a:pt x="231676" y="274882"/>
                  <a:pt x="229208" y="277382"/>
                </a:cubicBezTo>
                <a:cubicBezTo>
                  <a:pt x="225506" y="279882"/>
                  <a:pt x="221803" y="283632"/>
                  <a:pt x="218101" y="284882"/>
                </a:cubicBezTo>
                <a:cubicBezTo>
                  <a:pt x="215633" y="287382"/>
                  <a:pt x="211930" y="289881"/>
                  <a:pt x="215633" y="299881"/>
                </a:cubicBezTo>
                <a:cubicBezTo>
                  <a:pt x="219335" y="311130"/>
                  <a:pt x="232910" y="344878"/>
                  <a:pt x="252656" y="377376"/>
                </a:cubicBezTo>
                <a:cubicBezTo>
                  <a:pt x="279807" y="419873"/>
                  <a:pt x="300787" y="441121"/>
                  <a:pt x="308192" y="449871"/>
                </a:cubicBezTo>
                <a:cubicBezTo>
                  <a:pt x="310660" y="452371"/>
                  <a:pt x="313129" y="454870"/>
                  <a:pt x="315597" y="456120"/>
                </a:cubicBezTo>
                <a:cubicBezTo>
                  <a:pt x="319299" y="458620"/>
                  <a:pt x="321768" y="457370"/>
                  <a:pt x="323002" y="456120"/>
                </a:cubicBezTo>
                <a:cubicBezTo>
                  <a:pt x="326704" y="452371"/>
                  <a:pt x="340279" y="442371"/>
                  <a:pt x="345216" y="437372"/>
                </a:cubicBezTo>
                <a:cubicBezTo>
                  <a:pt x="347684" y="434872"/>
                  <a:pt x="350152" y="434872"/>
                  <a:pt x="352621" y="436122"/>
                </a:cubicBezTo>
                <a:cubicBezTo>
                  <a:pt x="355089" y="437372"/>
                  <a:pt x="357557" y="439871"/>
                  <a:pt x="360025" y="442371"/>
                </a:cubicBezTo>
                <a:cubicBezTo>
                  <a:pt x="366196" y="448621"/>
                  <a:pt x="400752" y="488618"/>
                  <a:pt x="406922" y="496118"/>
                </a:cubicBezTo>
                <a:cubicBezTo>
                  <a:pt x="414327" y="503617"/>
                  <a:pt x="418030" y="508617"/>
                  <a:pt x="420498" y="512367"/>
                </a:cubicBezTo>
                <a:cubicBezTo>
                  <a:pt x="421732" y="517366"/>
                  <a:pt x="421732" y="533615"/>
                  <a:pt x="415561" y="548614"/>
                </a:cubicBezTo>
                <a:cubicBezTo>
                  <a:pt x="410625" y="563613"/>
                  <a:pt x="383474" y="563613"/>
                  <a:pt x="369898" y="558613"/>
                </a:cubicBezTo>
                <a:cubicBezTo>
                  <a:pt x="364962" y="556114"/>
                  <a:pt x="358791" y="554864"/>
                  <a:pt x="353855" y="551114"/>
                </a:cubicBezTo>
                <a:cubicBezTo>
                  <a:pt x="345216" y="546114"/>
                  <a:pt x="336577" y="539865"/>
                  <a:pt x="326704" y="531115"/>
                </a:cubicBezTo>
                <a:cubicBezTo>
                  <a:pt x="316831" y="521116"/>
                  <a:pt x="303256" y="508617"/>
                  <a:pt x="287212" y="491118"/>
                </a:cubicBezTo>
                <a:cubicBezTo>
                  <a:pt x="219335" y="416123"/>
                  <a:pt x="174906" y="309880"/>
                  <a:pt x="171204" y="302381"/>
                </a:cubicBezTo>
                <a:cubicBezTo>
                  <a:pt x="167502" y="294881"/>
                  <a:pt x="142819" y="242385"/>
                  <a:pt x="144053" y="203637"/>
                </a:cubicBezTo>
                <a:cubicBezTo>
                  <a:pt x="144053" y="164890"/>
                  <a:pt x="161331" y="154890"/>
                  <a:pt x="167502" y="151141"/>
                </a:cubicBezTo>
                <a:close/>
                <a:moveTo>
                  <a:pt x="192483" y="60522"/>
                </a:moveTo>
                <a:cubicBezTo>
                  <a:pt x="109119" y="52819"/>
                  <a:pt x="50026" y="113045"/>
                  <a:pt x="50026" y="222291"/>
                </a:cubicBezTo>
                <a:cubicBezTo>
                  <a:pt x="50026" y="273335"/>
                  <a:pt x="62532" y="328114"/>
                  <a:pt x="85044" y="382894"/>
                </a:cubicBezTo>
                <a:lnTo>
                  <a:pt x="91297" y="396588"/>
                </a:lnTo>
                <a:lnTo>
                  <a:pt x="67535" y="481247"/>
                </a:lnTo>
                <a:lnTo>
                  <a:pt x="155081" y="503656"/>
                </a:lnTo>
                <a:lnTo>
                  <a:pt x="163835" y="514861"/>
                </a:lnTo>
                <a:cubicBezTo>
                  <a:pt x="198853" y="559680"/>
                  <a:pt x="238874" y="595785"/>
                  <a:pt x="281396" y="619439"/>
                </a:cubicBezTo>
                <a:cubicBezTo>
                  <a:pt x="407712" y="691648"/>
                  <a:pt x="511516" y="633134"/>
                  <a:pt x="511516" y="488717"/>
                </a:cubicBezTo>
                <a:cubicBezTo>
                  <a:pt x="512766" y="417753"/>
                  <a:pt x="489004" y="338074"/>
                  <a:pt x="445231" y="263376"/>
                </a:cubicBezTo>
                <a:cubicBezTo>
                  <a:pt x="401458" y="187432"/>
                  <a:pt x="343929" y="126428"/>
                  <a:pt x="282647" y="91569"/>
                </a:cubicBezTo>
                <a:cubicBezTo>
                  <a:pt x="250756" y="73206"/>
                  <a:pt x="220271" y="63090"/>
                  <a:pt x="192483" y="60522"/>
                </a:cubicBezTo>
                <a:close/>
                <a:moveTo>
                  <a:pt x="174173" y="763"/>
                </a:moveTo>
                <a:cubicBezTo>
                  <a:pt x="207530" y="3797"/>
                  <a:pt x="244190" y="15936"/>
                  <a:pt x="282647" y="38034"/>
                </a:cubicBezTo>
                <a:cubicBezTo>
                  <a:pt x="356435" y="80364"/>
                  <a:pt x="426472" y="153817"/>
                  <a:pt x="478999" y="243456"/>
                </a:cubicBezTo>
                <a:cubicBezTo>
                  <a:pt x="531526" y="333094"/>
                  <a:pt x="559040" y="430203"/>
                  <a:pt x="559040" y="514861"/>
                </a:cubicBezTo>
                <a:cubicBezTo>
                  <a:pt x="559040" y="690403"/>
                  <a:pt x="433975" y="761367"/>
                  <a:pt x="280146" y="672974"/>
                </a:cubicBezTo>
                <a:cubicBezTo>
                  <a:pt x="233871" y="645584"/>
                  <a:pt x="188848" y="605745"/>
                  <a:pt x="147577" y="558436"/>
                </a:cubicBezTo>
                <a:lnTo>
                  <a:pt x="0" y="517351"/>
                </a:lnTo>
                <a:lnTo>
                  <a:pt x="41271" y="375424"/>
                </a:lnTo>
                <a:cubicBezTo>
                  <a:pt x="16258" y="313175"/>
                  <a:pt x="3752" y="252171"/>
                  <a:pt x="3752" y="196147"/>
                </a:cubicBezTo>
                <a:cubicBezTo>
                  <a:pt x="3752" y="64491"/>
                  <a:pt x="74101" y="-8341"/>
                  <a:pt x="174173" y="7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F82DA65E-5D7B-7D46-8B7D-5DFBA224F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6864" y="7505964"/>
            <a:ext cx="1240184" cy="1976681"/>
          </a:xfrm>
          <a:custGeom>
            <a:avLst/>
            <a:gdLst>
              <a:gd name="connsiteX0" fmla="*/ 115800 w 1240184"/>
              <a:gd name="connsiteY0" fmla="*/ 472 h 1976681"/>
              <a:gd name="connsiteX1" fmla="*/ 186775 w 1240184"/>
              <a:gd name="connsiteY1" fmla="*/ 24608 h 1976681"/>
              <a:gd name="connsiteX2" fmla="*/ 1058390 w 1240184"/>
              <a:gd name="connsiteY2" fmla="*/ 529540 h 1976681"/>
              <a:gd name="connsiteX3" fmla="*/ 1240184 w 1240184"/>
              <a:gd name="connsiteY3" fmla="*/ 843719 h 1976681"/>
              <a:gd name="connsiteX4" fmla="*/ 1237694 w 1240184"/>
              <a:gd name="connsiteY4" fmla="*/ 1847348 h 1976681"/>
              <a:gd name="connsiteX5" fmla="*/ 1055900 w 1240184"/>
              <a:gd name="connsiteY5" fmla="*/ 1952074 h 1976681"/>
              <a:gd name="connsiteX6" fmla="*/ 181794 w 1240184"/>
              <a:gd name="connsiteY6" fmla="*/ 1447143 h 1976681"/>
              <a:gd name="connsiteX7" fmla="*/ 0 w 1240184"/>
              <a:gd name="connsiteY7" fmla="*/ 1132963 h 1976681"/>
              <a:gd name="connsiteX8" fmla="*/ 3735 w 1240184"/>
              <a:gd name="connsiteY8" fmla="*/ 129335 h 1976681"/>
              <a:gd name="connsiteX9" fmla="*/ 115800 w 1240184"/>
              <a:gd name="connsiteY9" fmla="*/ 472 h 197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40184" h="1976681">
                <a:moveTo>
                  <a:pt x="115800" y="472"/>
                </a:moveTo>
                <a:cubicBezTo>
                  <a:pt x="137591" y="2401"/>
                  <a:pt x="161560" y="10271"/>
                  <a:pt x="186775" y="24608"/>
                </a:cubicBezTo>
                <a:lnTo>
                  <a:pt x="1058390" y="529540"/>
                </a:lnTo>
                <a:cubicBezTo>
                  <a:pt x="1159248" y="586890"/>
                  <a:pt x="1240184" y="727772"/>
                  <a:pt x="1240184" y="843719"/>
                </a:cubicBezTo>
                <a:lnTo>
                  <a:pt x="1237694" y="1847348"/>
                </a:lnTo>
                <a:cubicBezTo>
                  <a:pt x="1237694" y="1963295"/>
                  <a:pt x="1155513" y="2009424"/>
                  <a:pt x="1055900" y="1952074"/>
                </a:cubicBezTo>
                <a:lnTo>
                  <a:pt x="181794" y="1447143"/>
                </a:lnTo>
                <a:cubicBezTo>
                  <a:pt x="80936" y="1388546"/>
                  <a:pt x="0" y="1247664"/>
                  <a:pt x="0" y="1132963"/>
                </a:cubicBezTo>
                <a:lnTo>
                  <a:pt x="3735" y="129335"/>
                </a:lnTo>
                <a:cubicBezTo>
                  <a:pt x="4670" y="42375"/>
                  <a:pt x="50429" y="-5313"/>
                  <a:pt x="115800" y="4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88">
            <a:extLst>
              <a:ext uri="{FF2B5EF4-FFF2-40B4-BE49-F238E27FC236}">
                <a16:creationId xmlns:a16="http://schemas.microsoft.com/office/drawing/2014/main" id="{93BE0574-32A8-D745-AEAA-D0A157872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433" y="8121405"/>
            <a:ext cx="560291" cy="697619"/>
          </a:xfrm>
          <a:custGeom>
            <a:avLst/>
            <a:gdLst>
              <a:gd name="T0" fmla="*/ 309 w 448"/>
              <a:gd name="T1" fmla="*/ 141 h 558"/>
              <a:gd name="T2" fmla="*/ 309 w 448"/>
              <a:gd name="T3" fmla="*/ 141 h 558"/>
              <a:gd name="T4" fmla="*/ 376 w 448"/>
              <a:gd name="T5" fmla="*/ 213 h 558"/>
              <a:gd name="T6" fmla="*/ 376 w 448"/>
              <a:gd name="T7" fmla="*/ 213 h 558"/>
              <a:gd name="T8" fmla="*/ 434 w 448"/>
              <a:gd name="T9" fmla="*/ 221 h 558"/>
              <a:gd name="T10" fmla="*/ 434 w 448"/>
              <a:gd name="T11" fmla="*/ 221 h 558"/>
              <a:gd name="T12" fmla="*/ 394 w 448"/>
              <a:gd name="T13" fmla="*/ 256 h 558"/>
              <a:gd name="T14" fmla="*/ 394 w 448"/>
              <a:gd name="T15" fmla="*/ 256 h 558"/>
              <a:gd name="T16" fmla="*/ 447 w 448"/>
              <a:gd name="T17" fmla="*/ 269 h 558"/>
              <a:gd name="T18" fmla="*/ 447 w 448"/>
              <a:gd name="T19" fmla="*/ 269 h 558"/>
              <a:gd name="T20" fmla="*/ 401 w 448"/>
              <a:gd name="T21" fmla="*/ 298 h 558"/>
              <a:gd name="T22" fmla="*/ 401 w 448"/>
              <a:gd name="T23" fmla="*/ 298 h 558"/>
              <a:gd name="T24" fmla="*/ 401 w 448"/>
              <a:gd name="T25" fmla="*/ 311 h 558"/>
              <a:gd name="T26" fmla="*/ 401 w 448"/>
              <a:gd name="T27" fmla="*/ 311 h 558"/>
              <a:gd name="T28" fmla="*/ 140 w 448"/>
              <a:gd name="T29" fmla="*/ 460 h 558"/>
              <a:gd name="T30" fmla="*/ 140 w 448"/>
              <a:gd name="T31" fmla="*/ 460 h 558"/>
              <a:gd name="T32" fmla="*/ 0 w 448"/>
              <a:gd name="T33" fmla="*/ 332 h 558"/>
              <a:gd name="T34" fmla="*/ 0 w 448"/>
              <a:gd name="T35" fmla="*/ 332 h 558"/>
              <a:gd name="T36" fmla="*/ 22 w 448"/>
              <a:gd name="T37" fmla="*/ 346 h 558"/>
              <a:gd name="T38" fmla="*/ 22 w 448"/>
              <a:gd name="T39" fmla="*/ 346 h 558"/>
              <a:gd name="T40" fmla="*/ 135 w 448"/>
              <a:gd name="T41" fmla="*/ 367 h 558"/>
              <a:gd name="T42" fmla="*/ 135 w 448"/>
              <a:gd name="T43" fmla="*/ 367 h 558"/>
              <a:gd name="T44" fmla="*/ 50 w 448"/>
              <a:gd name="T45" fmla="*/ 244 h 558"/>
              <a:gd name="T46" fmla="*/ 50 w 448"/>
              <a:gd name="T47" fmla="*/ 244 h 558"/>
              <a:gd name="T48" fmla="*/ 67 w 448"/>
              <a:gd name="T49" fmla="*/ 257 h 558"/>
              <a:gd name="T50" fmla="*/ 67 w 448"/>
              <a:gd name="T51" fmla="*/ 257 h 558"/>
              <a:gd name="T52" fmla="*/ 92 w 448"/>
              <a:gd name="T53" fmla="*/ 266 h 558"/>
              <a:gd name="T54" fmla="*/ 92 w 448"/>
              <a:gd name="T55" fmla="*/ 266 h 558"/>
              <a:gd name="T56" fmla="*/ 18 w 448"/>
              <a:gd name="T57" fmla="*/ 121 h 558"/>
              <a:gd name="T58" fmla="*/ 18 w 448"/>
              <a:gd name="T59" fmla="*/ 121 h 558"/>
              <a:gd name="T60" fmla="*/ 60 w 448"/>
              <a:gd name="T61" fmla="*/ 157 h 558"/>
              <a:gd name="T62" fmla="*/ 60 w 448"/>
              <a:gd name="T63" fmla="*/ 157 h 558"/>
              <a:gd name="T64" fmla="*/ 19 w 448"/>
              <a:gd name="T65" fmla="*/ 45 h 558"/>
              <a:gd name="T66" fmla="*/ 19 w 448"/>
              <a:gd name="T67" fmla="*/ 45 h 558"/>
              <a:gd name="T68" fmla="*/ 32 w 448"/>
              <a:gd name="T69" fmla="*/ 0 h 558"/>
              <a:gd name="T70" fmla="*/ 32 w 448"/>
              <a:gd name="T71" fmla="*/ 0 h 558"/>
              <a:gd name="T72" fmla="*/ 220 w 448"/>
              <a:gd name="T73" fmla="*/ 218 h 558"/>
              <a:gd name="T74" fmla="*/ 220 w 448"/>
              <a:gd name="T75" fmla="*/ 218 h 558"/>
              <a:gd name="T76" fmla="*/ 218 w 448"/>
              <a:gd name="T77" fmla="*/ 194 h 558"/>
              <a:gd name="T78" fmla="*/ 218 w 448"/>
              <a:gd name="T79" fmla="*/ 194 h 558"/>
              <a:gd name="T80" fmla="*/ 309 w 448"/>
              <a:gd name="T81" fmla="*/ 141 h 5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48" h="558">
                <a:moveTo>
                  <a:pt x="309" y="141"/>
                </a:moveTo>
                <a:lnTo>
                  <a:pt x="309" y="141"/>
                </a:lnTo>
                <a:cubicBezTo>
                  <a:pt x="336" y="156"/>
                  <a:pt x="360" y="183"/>
                  <a:pt x="376" y="213"/>
                </a:cubicBezTo>
                <a:lnTo>
                  <a:pt x="376" y="213"/>
                </a:lnTo>
                <a:cubicBezTo>
                  <a:pt x="397" y="220"/>
                  <a:pt x="417" y="223"/>
                  <a:pt x="434" y="221"/>
                </a:cubicBezTo>
                <a:lnTo>
                  <a:pt x="434" y="221"/>
                </a:lnTo>
                <a:cubicBezTo>
                  <a:pt x="428" y="241"/>
                  <a:pt x="413" y="254"/>
                  <a:pt x="394" y="256"/>
                </a:cubicBezTo>
                <a:lnTo>
                  <a:pt x="394" y="256"/>
                </a:lnTo>
                <a:cubicBezTo>
                  <a:pt x="413" y="264"/>
                  <a:pt x="431" y="269"/>
                  <a:pt x="447" y="269"/>
                </a:cubicBezTo>
                <a:lnTo>
                  <a:pt x="447" y="269"/>
                </a:lnTo>
                <a:cubicBezTo>
                  <a:pt x="434" y="283"/>
                  <a:pt x="419" y="293"/>
                  <a:pt x="401" y="298"/>
                </a:cubicBezTo>
                <a:lnTo>
                  <a:pt x="401" y="298"/>
                </a:lnTo>
                <a:cubicBezTo>
                  <a:pt x="401" y="302"/>
                  <a:pt x="401" y="307"/>
                  <a:pt x="401" y="311"/>
                </a:cubicBezTo>
                <a:lnTo>
                  <a:pt x="401" y="311"/>
                </a:lnTo>
                <a:cubicBezTo>
                  <a:pt x="401" y="450"/>
                  <a:pt x="308" y="557"/>
                  <a:pt x="140" y="460"/>
                </a:cubicBezTo>
                <a:lnTo>
                  <a:pt x="140" y="460"/>
                </a:lnTo>
                <a:cubicBezTo>
                  <a:pt x="88" y="430"/>
                  <a:pt x="40" y="385"/>
                  <a:pt x="0" y="332"/>
                </a:cubicBezTo>
                <a:lnTo>
                  <a:pt x="0" y="332"/>
                </a:lnTo>
                <a:cubicBezTo>
                  <a:pt x="7" y="337"/>
                  <a:pt x="14" y="342"/>
                  <a:pt x="22" y="346"/>
                </a:cubicBezTo>
                <a:lnTo>
                  <a:pt x="22" y="346"/>
                </a:lnTo>
                <a:cubicBezTo>
                  <a:pt x="64" y="371"/>
                  <a:pt x="104" y="377"/>
                  <a:pt x="135" y="367"/>
                </a:cubicBezTo>
                <a:lnTo>
                  <a:pt x="135" y="367"/>
                </a:lnTo>
                <a:cubicBezTo>
                  <a:pt x="96" y="343"/>
                  <a:pt x="62" y="293"/>
                  <a:pt x="50" y="244"/>
                </a:cubicBezTo>
                <a:lnTo>
                  <a:pt x="50" y="244"/>
                </a:lnTo>
                <a:cubicBezTo>
                  <a:pt x="56" y="249"/>
                  <a:pt x="61" y="253"/>
                  <a:pt x="67" y="257"/>
                </a:cubicBezTo>
                <a:lnTo>
                  <a:pt x="67" y="257"/>
                </a:lnTo>
                <a:cubicBezTo>
                  <a:pt x="76" y="261"/>
                  <a:pt x="84" y="264"/>
                  <a:pt x="92" y="266"/>
                </a:cubicBezTo>
                <a:lnTo>
                  <a:pt x="92" y="266"/>
                </a:lnTo>
                <a:cubicBezTo>
                  <a:pt x="50" y="233"/>
                  <a:pt x="18" y="172"/>
                  <a:pt x="18" y="121"/>
                </a:cubicBezTo>
                <a:lnTo>
                  <a:pt x="18" y="121"/>
                </a:lnTo>
                <a:cubicBezTo>
                  <a:pt x="31" y="135"/>
                  <a:pt x="45" y="148"/>
                  <a:pt x="60" y="157"/>
                </a:cubicBezTo>
                <a:lnTo>
                  <a:pt x="60" y="157"/>
                </a:lnTo>
                <a:cubicBezTo>
                  <a:pt x="35" y="124"/>
                  <a:pt x="19" y="82"/>
                  <a:pt x="19" y="45"/>
                </a:cubicBezTo>
                <a:lnTo>
                  <a:pt x="19" y="45"/>
                </a:lnTo>
                <a:cubicBezTo>
                  <a:pt x="20" y="27"/>
                  <a:pt x="24" y="11"/>
                  <a:pt x="32" y="0"/>
                </a:cubicBezTo>
                <a:lnTo>
                  <a:pt x="32" y="0"/>
                </a:lnTo>
                <a:cubicBezTo>
                  <a:pt x="76" y="90"/>
                  <a:pt x="144" y="170"/>
                  <a:pt x="220" y="218"/>
                </a:cubicBezTo>
                <a:lnTo>
                  <a:pt x="220" y="218"/>
                </a:lnTo>
                <a:cubicBezTo>
                  <a:pt x="218" y="210"/>
                  <a:pt x="218" y="201"/>
                  <a:pt x="218" y="194"/>
                </a:cubicBezTo>
                <a:lnTo>
                  <a:pt x="218" y="194"/>
                </a:lnTo>
                <a:cubicBezTo>
                  <a:pt x="218" y="135"/>
                  <a:pt x="259" y="112"/>
                  <a:pt x="309" y="1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89">
            <a:extLst>
              <a:ext uri="{FF2B5EF4-FFF2-40B4-BE49-F238E27FC236}">
                <a16:creationId xmlns:a16="http://schemas.microsoft.com/office/drawing/2014/main" id="{BFB42E47-386F-6E45-880F-E12D54259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01795" y="7335901"/>
            <a:ext cx="1483123" cy="2136793"/>
          </a:xfrm>
          <a:custGeom>
            <a:avLst/>
            <a:gdLst>
              <a:gd name="T0" fmla="*/ 1188 w 1189"/>
              <a:gd name="T1" fmla="*/ 660 h 1716"/>
              <a:gd name="T2" fmla="*/ 1187 w 1189"/>
              <a:gd name="T3" fmla="*/ 649 h 1716"/>
              <a:gd name="T4" fmla="*/ 1184 w 1189"/>
              <a:gd name="T5" fmla="*/ 635 h 1716"/>
              <a:gd name="T6" fmla="*/ 1182 w 1189"/>
              <a:gd name="T7" fmla="*/ 622 h 1716"/>
              <a:gd name="T8" fmla="*/ 1177 w 1189"/>
              <a:gd name="T9" fmla="*/ 606 h 1716"/>
              <a:gd name="T10" fmla="*/ 1175 w 1189"/>
              <a:gd name="T11" fmla="*/ 596 h 1716"/>
              <a:gd name="T12" fmla="*/ 1171 w 1189"/>
              <a:gd name="T13" fmla="*/ 586 h 1716"/>
              <a:gd name="T14" fmla="*/ 1164 w 1189"/>
              <a:gd name="T15" fmla="*/ 569 h 1716"/>
              <a:gd name="T16" fmla="*/ 1160 w 1189"/>
              <a:gd name="T17" fmla="*/ 561 h 1716"/>
              <a:gd name="T18" fmla="*/ 1155 w 1189"/>
              <a:gd name="T19" fmla="*/ 550 h 1716"/>
              <a:gd name="T20" fmla="*/ 1145 w 1189"/>
              <a:gd name="T21" fmla="*/ 533 h 1716"/>
              <a:gd name="T22" fmla="*/ 1135 w 1189"/>
              <a:gd name="T23" fmla="*/ 516 h 1716"/>
              <a:gd name="T24" fmla="*/ 1124 w 1189"/>
              <a:gd name="T25" fmla="*/ 501 h 1716"/>
              <a:gd name="T26" fmla="*/ 1113 w 1189"/>
              <a:gd name="T27" fmla="*/ 486 h 1716"/>
              <a:gd name="T28" fmla="*/ 1101 w 1189"/>
              <a:gd name="T29" fmla="*/ 473 h 1716"/>
              <a:gd name="T30" fmla="*/ 1095 w 1189"/>
              <a:gd name="T31" fmla="*/ 466 h 1716"/>
              <a:gd name="T32" fmla="*/ 1086 w 1189"/>
              <a:gd name="T33" fmla="*/ 457 h 1716"/>
              <a:gd name="T34" fmla="*/ 1073 w 1189"/>
              <a:gd name="T35" fmla="*/ 446 h 1716"/>
              <a:gd name="T36" fmla="*/ 1063 w 1189"/>
              <a:gd name="T37" fmla="*/ 438 h 1716"/>
              <a:gd name="T38" fmla="*/ 1057 w 1189"/>
              <a:gd name="T39" fmla="*/ 433 h 1716"/>
              <a:gd name="T40" fmla="*/ 1043 w 1189"/>
              <a:gd name="T41" fmla="*/ 425 h 1716"/>
              <a:gd name="T42" fmla="*/ 331 w 1189"/>
              <a:gd name="T43" fmla="*/ 15 h 1716"/>
              <a:gd name="T44" fmla="*/ 326 w 1189"/>
              <a:gd name="T45" fmla="*/ 11 h 1716"/>
              <a:gd name="T46" fmla="*/ 313 w 1189"/>
              <a:gd name="T47" fmla="*/ 6 h 1716"/>
              <a:gd name="T48" fmla="*/ 302 w 1189"/>
              <a:gd name="T49" fmla="*/ 4 h 1716"/>
              <a:gd name="T50" fmla="*/ 296 w 1189"/>
              <a:gd name="T51" fmla="*/ 2 h 1716"/>
              <a:gd name="T52" fmla="*/ 284 w 1189"/>
              <a:gd name="T53" fmla="*/ 0 h 1716"/>
              <a:gd name="T54" fmla="*/ 273 w 1189"/>
              <a:gd name="T55" fmla="*/ 0 h 1716"/>
              <a:gd name="T56" fmla="*/ 260 w 1189"/>
              <a:gd name="T57" fmla="*/ 2 h 1716"/>
              <a:gd name="T58" fmla="*/ 250 w 1189"/>
              <a:gd name="T59" fmla="*/ 5 h 1716"/>
              <a:gd name="T60" fmla="*/ 11 w 1189"/>
              <a:gd name="T61" fmla="*/ 144 h 1716"/>
              <a:gd name="T62" fmla="*/ 32 w 1189"/>
              <a:gd name="T63" fmla="*/ 139 h 1716"/>
              <a:gd name="T64" fmla="*/ 47 w 1189"/>
              <a:gd name="T65" fmla="*/ 139 h 1716"/>
              <a:gd name="T66" fmla="*/ 73 w 1189"/>
              <a:gd name="T67" fmla="*/ 145 h 1716"/>
              <a:gd name="T68" fmla="*/ 89 w 1189"/>
              <a:gd name="T69" fmla="*/ 152 h 1716"/>
              <a:gd name="T70" fmla="*/ 819 w 1189"/>
              <a:gd name="T71" fmla="*/ 573 h 1716"/>
              <a:gd name="T72" fmla="*/ 835 w 1189"/>
              <a:gd name="T73" fmla="*/ 585 h 1716"/>
              <a:gd name="T74" fmla="*/ 861 w 1189"/>
              <a:gd name="T75" fmla="*/ 609 h 1716"/>
              <a:gd name="T76" fmla="*/ 886 w 1189"/>
              <a:gd name="T77" fmla="*/ 640 h 1716"/>
              <a:gd name="T78" fmla="*/ 902 w 1189"/>
              <a:gd name="T79" fmla="*/ 663 h 1716"/>
              <a:gd name="T80" fmla="*/ 917 w 1189"/>
              <a:gd name="T81" fmla="*/ 689 h 1716"/>
              <a:gd name="T82" fmla="*/ 926 w 1189"/>
              <a:gd name="T83" fmla="*/ 708 h 1716"/>
              <a:gd name="T84" fmla="*/ 939 w 1189"/>
              <a:gd name="T85" fmla="*/ 744 h 1716"/>
              <a:gd name="T86" fmla="*/ 943 w 1189"/>
              <a:gd name="T87" fmla="*/ 763 h 1716"/>
              <a:gd name="T88" fmla="*/ 949 w 1189"/>
              <a:gd name="T89" fmla="*/ 797 h 1716"/>
              <a:gd name="T90" fmla="*/ 948 w 1189"/>
              <a:gd name="T91" fmla="*/ 1621 h 1716"/>
              <a:gd name="T92" fmla="*/ 945 w 1189"/>
              <a:gd name="T93" fmla="*/ 1652 h 1716"/>
              <a:gd name="T94" fmla="*/ 940 w 1189"/>
              <a:gd name="T95" fmla="*/ 1668 h 1716"/>
              <a:gd name="T96" fmla="*/ 930 w 1189"/>
              <a:gd name="T97" fmla="*/ 1690 h 1716"/>
              <a:gd name="T98" fmla="*/ 921 w 1189"/>
              <a:gd name="T99" fmla="*/ 1702 h 1716"/>
              <a:gd name="T100" fmla="*/ 1144 w 1189"/>
              <a:gd name="T101" fmla="*/ 1576 h 1716"/>
              <a:gd name="T102" fmla="*/ 1160 w 1189"/>
              <a:gd name="T103" fmla="*/ 1563 h 1716"/>
              <a:gd name="T104" fmla="*/ 1169 w 1189"/>
              <a:gd name="T105" fmla="*/ 1552 h 1716"/>
              <a:gd name="T106" fmla="*/ 1175 w 1189"/>
              <a:gd name="T107" fmla="*/ 1541 h 1716"/>
              <a:gd name="T108" fmla="*/ 1180 w 1189"/>
              <a:gd name="T109" fmla="*/ 1529 h 1716"/>
              <a:gd name="T110" fmla="*/ 1182 w 1189"/>
              <a:gd name="T111" fmla="*/ 1518 h 1716"/>
              <a:gd name="T112" fmla="*/ 1184 w 1189"/>
              <a:gd name="T113" fmla="*/ 1511 h 1716"/>
              <a:gd name="T114" fmla="*/ 1186 w 1189"/>
              <a:gd name="T115" fmla="*/ 1499 h 1716"/>
              <a:gd name="T116" fmla="*/ 1186 w 1189"/>
              <a:gd name="T117" fmla="*/ 1483 h 1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189" h="1716">
                <a:moveTo>
                  <a:pt x="1188" y="670"/>
                </a:moveTo>
                <a:lnTo>
                  <a:pt x="1188" y="670"/>
                </a:lnTo>
                <a:cubicBezTo>
                  <a:pt x="1188" y="668"/>
                  <a:pt x="1188" y="666"/>
                  <a:pt x="1188" y="663"/>
                </a:cubicBezTo>
                <a:lnTo>
                  <a:pt x="1188" y="663"/>
                </a:lnTo>
                <a:cubicBezTo>
                  <a:pt x="1188" y="662"/>
                  <a:pt x="1188" y="661"/>
                  <a:pt x="1188" y="660"/>
                </a:cubicBezTo>
                <a:lnTo>
                  <a:pt x="1188" y="660"/>
                </a:lnTo>
                <a:lnTo>
                  <a:pt x="1188" y="659"/>
                </a:lnTo>
                <a:lnTo>
                  <a:pt x="1188" y="659"/>
                </a:lnTo>
                <a:cubicBezTo>
                  <a:pt x="1187" y="658"/>
                  <a:pt x="1187" y="657"/>
                  <a:pt x="1187" y="656"/>
                </a:cubicBezTo>
                <a:lnTo>
                  <a:pt x="1187" y="656"/>
                </a:lnTo>
                <a:cubicBezTo>
                  <a:pt x="1187" y="654"/>
                  <a:pt x="1187" y="652"/>
                  <a:pt x="1187" y="649"/>
                </a:cubicBezTo>
                <a:lnTo>
                  <a:pt x="1187" y="649"/>
                </a:lnTo>
                <a:cubicBezTo>
                  <a:pt x="1186" y="647"/>
                  <a:pt x="1186" y="644"/>
                  <a:pt x="1186" y="642"/>
                </a:cubicBezTo>
                <a:lnTo>
                  <a:pt x="1186" y="642"/>
                </a:lnTo>
                <a:lnTo>
                  <a:pt x="1186" y="642"/>
                </a:lnTo>
                <a:lnTo>
                  <a:pt x="1186" y="642"/>
                </a:lnTo>
                <a:lnTo>
                  <a:pt x="1186" y="642"/>
                </a:lnTo>
                <a:cubicBezTo>
                  <a:pt x="1186" y="639"/>
                  <a:pt x="1185" y="637"/>
                  <a:pt x="1184" y="635"/>
                </a:cubicBezTo>
                <a:lnTo>
                  <a:pt x="1184" y="635"/>
                </a:lnTo>
                <a:cubicBezTo>
                  <a:pt x="1184" y="632"/>
                  <a:pt x="1184" y="629"/>
                  <a:pt x="1183" y="627"/>
                </a:cubicBezTo>
                <a:lnTo>
                  <a:pt x="1183" y="627"/>
                </a:lnTo>
                <a:cubicBezTo>
                  <a:pt x="1182" y="626"/>
                  <a:pt x="1182" y="625"/>
                  <a:pt x="1182" y="624"/>
                </a:cubicBezTo>
                <a:lnTo>
                  <a:pt x="1182" y="624"/>
                </a:lnTo>
                <a:cubicBezTo>
                  <a:pt x="1182" y="624"/>
                  <a:pt x="1182" y="623"/>
                  <a:pt x="1182" y="622"/>
                </a:cubicBezTo>
                <a:lnTo>
                  <a:pt x="1182" y="622"/>
                </a:lnTo>
                <a:cubicBezTo>
                  <a:pt x="1182" y="621"/>
                  <a:pt x="1181" y="620"/>
                  <a:pt x="1181" y="619"/>
                </a:cubicBezTo>
                <a:lnTo>
                  <a:pt x="1181" y="619"/>
                </a:lnTo>
                <a:cubicBezTo>
                  <a:pt x="1181" y="616"/>
                  <a:pt x="1180" y="614"/>
                  <a:pt x="1179" y="611"/>
                </a:cubicBezTo>
                <a:lnTo>
                  <a:pt x="1179" y="611"/>
                </a:lnTo>
                <a:cubicBezTo>
                  <a:pt x="1179" y="610"/>
                  <a:pt x="1178" y="608"/>
                  <a:pt x="1177" y="606"/>
                </a:cubicBezTo>
                <a:lnTo>
                  <a:pt x="1177" y="606"/>
                </a:lnTo>
                <a:cubicBezTo>
                  <a:pt x="1177" y="605"/>
                  <a:pt x="1177" y="605"/>
                  <a:pt x="1177" y="605"/>
                </a:cubicBezTo>
                <a:lnTo>
                  <a:pt x="1177" y="605"/>
                </a:lnTo>
                <a:cubicBezTo>
                  <a:pt x="1177" y="604"/>
                  <a:pt x="1177" y="604"/>
                  <a:pt x="1177" y="603"/>
                </a:cubicBezTo>
                <a:lnTo>
                  <a:pt x="1177" y="603"/>
                </a:lnTo>
                <a:cubicBezTo>
                  <a:pt x="1176" y="601"/>
                  <a:pt x="1175" y="598"/>
                  <a:pt x="1175" y="596"/>
                </a:cubicBezTo>
                <a:lnTo>
                  <a:pt x="1175" y="596"/>
                </a:lnTo>
                <a:cubicBezTo>
                  <a:pt x="1173" y="594"/>
                  <a:pt x="1173" y="591"/>
                  <a:pt x="1172" y="589"/>
                </a:cubicBezTo>
                <a:lnTo>
                  <a:pt x="1172" y="589"/>
                </a:lnTo>
                <a:cubicBezTo>
                  <a:pt x="1171" y="588"/>
                  <a:pt x="1171" y="587"/>
                  <a:pt x="1171" y="587"/>
                </a:cubicBezTo>
                <a:lnTo>
                  <a:pt x="1171" y="587"/>
                </a:lnTo>
                <a:lnTo>
                  <a:pt x="1171" y="586"/>
                </a:lnTo>
                <a:lnTo>
                  <a:pt x="1171" y="586"/>
                </a:lnTo>
                <a:cubicBezTo>
                  <a:pt x="1170" y="585"/>
                  <a:pt x="1170" y="583"/>
                  <a:pt x="1169" y="581"/>
                </a:cubicBezTo>
                <a:lnTo>
                  <a:pt x="1169" y="581"/>
                </a:lnTo>
                <a:cubicBezTo>
                  <a:pt x="1169" y="579"/>
                  <a:pt x="1167" y="577"/>
                  <a:pt x="1166" y="575"/>
                </a:cubicBezTo>
                <a:lnTo>
                  <a:pt x="1166" y="575"/>
                </a:lnTo>
                <a:cubicBezTo>
                  <a:pt x="1165" y="573"/>
                  <a:pt x="1165" y="571"/>
                  <a:pt x="1164" y="569"/>
                </a:cubicBezTo>
                <a:lnTo>
                  <a:pt x="1164" y="569"/>
                </a:lnTo>
                <a:lnTo>
                  <a:pt x="1164" y="569"/>
                </a:lnTo>
                <a:lnTo>
                  <a:pt x="1164" y="569"/>
                </a:lnTo>
                <a:cubicBezTo>
                  <a:pt x="1164" y="568"/>
                  <a:pt x="1164" y="568"/>
                  <a:pt x="1164" y="567"/>
                </a:cubicBezTo>
                <a:lnTo>
                  <a:pt x="1164" y="567"/>
                </a:lnTo>
                <a:cubicBezTo>
                  <a:pt x="1162" y="565"/>
                  <a:pt x="1161" y="563"/>
                  <a:pt x="1160" y="561"/>
                </a:cubicBezTo>
                <a:lnTo>
                  <a:pt x="1160" y="561"/>
                </a:lnTo>
                <a:cubicBezTo>
                  <a:pt x="1159" y="558"/>
                  <a:pt x="1157" y="555"/>
                  <a:pt x="1156" y="553"/>
                </a:cubicBezTo>
                <a:lnTo>
                  <a:pt x="1156" y="553"/>
                </a:lnTo>
                <a:cubicBezTo>
                  <a:pt x="1156" y="552"/>
                  <a:pt x="1156" y="552"/>
                  <a:pt x="1156" y="551"/>
                </a:cubicBezTo>
                <a:lnTo>
                  <a:pt x="1156" y="551"/>
                </a:lnTo>
                <a:cubicBezTo>
                  <a:pt x="1156" y="551"/>
                  <a:pt x="1155" y="551"/>
                  <a:pt x="1155" y="550"/>
                </a:cubicBezTo>
                <a:lnTo>
                  <a:pt x="1155" y="550"/>
                </a:lnTo>
                <a:cubicBezTo>
                  <a:pt x="1154" y="548"/>
                  <a:pt x="1153" y="546"/>
                  <a:pt x="1152" y="544"/>
                </a:cubicBezTo>
                <a:lnTo>
                  <a:pt x="1152" y="544"/>
                </a:lnTo>
                <a:cubicBezTo>
                  <a:pt x="1151" y="542"/>
                  <a:pt x="1149" y="539"/>
                  <a:pt x="1148" y="536"/>
                </a:cubicBezTo>
                <a:lnTo>
                  <a:pt x="1148" y="536"/>
                </a:lnTo>
                <a:cubicBezTo>
                  <a:pt x="1147" y="535"/>
                  <a:pt x="1146" y="534"/>
                  <a:pt x="1145" y="533"/>
                </a:cubicBezTo>
                <a:lnTo>
                  <a:pt x="1145" y="533"/>
                </a:lnTo>
                <a:cubicBezTo>
                  <a:pt x="1145" y="532"/>
                  <a:pt x="1145" y="532"/>
                  <a:pt x="1145" y="531"/>
                </a:cubicBezTo>
                <a:lnTo>
                  <a:pt x="1145" y="531"/>
                </a:lnTo>
                <a:cubicBezTo>
                  <a:pt x="1143" y="529"/>
                  <a:pt x="1142" y="527"/>
                  <a:pt x="1141" y="525"/>
                </a:cubicBezTo>
                <a:lnTo>
                  <a:pt x="1141" y="525"/>
                </a:lnTo>
                <a:cubicBezTo>
                  <a:pt x="1138" y="522"/>
                  <a:pt x="1137" y="518"/>
                  <a:pt x="1135" y="516"/>
                </a:cubicBezTo>
                <a:lnTo>
                  <a:pt x="1135" y="516"/>
                </a:lnTo>
                <a:cubicBezTo>
                  <a:pt x="1134" y="515"/>
                  <a:pt x="1134" y="514"/>
                  <a:pt x="1134" y="514"/>
                </a:cubicBezTo>
                <a:lnTo>
                  <a:pt x="1134" y="514"/>
                </a:lnTo>
                <a:cubicBezTo>
                  <a:pt x="1131" y="509"/>
                  <a:pt x="1128" y="505"/>
                  <a:pt x="1124" y="501"/>
                </a:cubicBezTo>
                <a:lnTo>
                  <a:pt x="1124" y="501"/>
                </a:lnTo>
                <a:lnTo>
                  <a:pt x="1124" y="501"/>
                </a:lnTo>
                <a:lnTo>
                  <a:pt x="1124" y="501"/>
                </a:lnTo>
                <a:lnTo>
                  <a:pt x="1124" y="501"/>
                </a:lnTo>
                <a:cubicBezTo>
                  <a:pt x="1123" y="498"/>
                  <a:pt x="1120" y="495"/>
                  <a:pt x="1118" y="492"/>
                </a:cubicBezTo>
                <a:lnTo>
                  <a:pt x="1118" y="492"/>
                </a:lnTo>
                <a:cubicBezTo>
                  <a:pt x="1117" y="490"/>
                  <a:pt x="1114" y="488"/>
                  <a:pt x="1113" y="486"/>
                </a:cubicBezTo>
                <a:lnTo>
                  <a:pt x="1113" y="486"/>
                </a:lnTo>
                <a:lnTo>
                  <a:pt x="1113" y="486"/>
                </a:lnTo>
                <a:cubicBezTo>
                  <a:pt x="1113" y="486"/>
                  <a:pt x="1113" y="486"/>
                  <a:pt x="1112" y="486"/>
                </a:cubicBezTo>
                <a:lnTo>
                  <a:pt x="1112" y="486"/>
                </a:lnTo>
                <a:cubicBezTo>
                  <a:pt x="1110" y="483"/>
                  <a:pt x="1108" y="481"/>
                  <a:pt x="1107" y="479"/>
                </a:cubicBezTo>
                <a:lnTo>
                  <a:pt x="1107" y="479"/>
                </a:lnTo>
                <a:cubicBezTo>
                  <a:pt x="1105" y="476"/>
                  <a:pt x="1103" y="475"/>
                  <a:pt x="1101" y="473"/>
                </a:cubicBezTo>
                <a:lnTo>
                  <a:pt x="1101" y="473"/>
                </a:lnTo>
                <a:cubicBezTo>
                  <a:pt x="1101" y="472"/>
                  <a:pt x="1101" y="472"/>
                  <a:pt x="1100" y="471"/>
                </a:cubicBezTo>
                <a:lnTo>
                  <a:pt x="1100" y="471"/>
                </a:lnTo>
                <a:cubicBezTo>
                  <a:pt x="1100" y="471"/>
                  <a:pt x="1099" y="471"/>
                  <a:pt x="1099" y="470"/>
                </a:cubicBezTo>
                <a:lnTo>
                  <a:pt x="1099" y="470"/>
                </a:lnTo>
                <a:cubicBezTo>
                  <a:pt x="1098" y="469"/>
                  <a:pt x="1096" y="468"/>
                  <a:pt x="1095" y="466"/>
                </a:cubicBezTo>
                <a:lnTo>
                  <a:pt x="1095" y="466"/>
                </a:lnTo>
                <a:cubicBezTo>
                  <a:pt x="1093" y="464"/>
                  <a:pt x="1091" y="462"/>
                  <a:pt x="1089" y="460"/>
                </a:cubicBezTo>
                <a:lnTo>
                  <a:pt x="1089" y="460"/>
                </a:lnTo>
                <a:cubicBezTo>
                  <a:pt x="1088" y="459"/>
                  <a:pt x="1088" y="459"/>
                  <a:pt x="1087" y="459"/>
                </a:cubicBezTo>
                <a:lnTo>
                  <a:pt x="1087" y="459"/>
                </a:lnTo>
                <a:cubicBezTo>
                  <a:pt x="1086" y="458"/>
                  <a:pt x="1086" y="457"/>
                  <a:pt x="1086" y="457"/>
                </a:cubicBezTo>
                <a:lnTo>
                  <a:pt x="1086" y="457"/>
                </a:lnTo>
                <a:cubicBezTo>
                  <a:pt x="1085" y="456"/>
                  <a:pt x="1083" y="455"/>
                  <a:pt x="1083" y="454"/>
                </a:cubicBezTo>
                <a:lnTo>
                  <a:pt x="1083" y="454"/>
                </a:lnTo>
                <a:cubicBezTo>
                  <a:pt x="1080" y="453"/>
                  <a:pt x="1078" y="450"/>
                  <a:pt x="1076" y="448"/>
                </a:cubicBezTo>
                <a:lnTo>
                  <a:pt x="1076" y="448"/>
                </a:lnTo>
                <a:cubicBezTo>
                  <a:pt x="1075" y="448"/>
                  <a:pt x="1074" y="447"/>
                  <a:pt x="1073" y="446"/>
                </a:cubicBezTo>
                <a:lnTo>
                  <a:pt x="1073" y="446"/>
                </a:lnTo>
                <a:lnTo>
                  <a:pt x="1072" y="445"/>
                </a:lnTo>
                <a:lnTo>
                  <a:pt x="1072" y="445"/>
                </a:lnTo>
                <a:cubicBezTo>
                  <a:pt x="1071" y="444"/>
                  <a:pt x="1071" y="444"/>
                  <a:pt x="1069" y="443"/>
                </a:cubicBezTo>
                <a:lnTo>
                  <a:pt x="1069" y="443"/>
                </a:lnTo>
                <a:cubicBezTo>
                  <a:pt x="1067" y="441"/>
                  <a:pt x="1065" y="440"/>
                  <a:pt x="1063" y="438"/>
                </a:cubicBezTo>
                <a:lnTo>
                  <a:pt x="1063" y="438"/>
                </a:lnTo>
                <a:cubicBezTo>
                  <a:pt x="1061" y="437"/>
                  <a:pt x="1060" y="436"/>
                  <a:pt x="1058" y="435"/>
                </a:cubicBezTo>
                <a:lnTo>
                  <a:pt x="1058" y="435"/>
                </a:lnTo>
                <a:cubicBezTo>
                  <a:pt x="1058" y="435"/>
                  <a:pt x="1058" y="435"/>
                  <a:pt x="1058" y="434"/>
                </a:cubicBezTo>
                <a:lnTo>
                  <a:pt x="1058" y="434"/>
                </a:lnTo>
                <a:cubicBezTo>
                  <a:pt x="1057" y="434"/>
                  <a:pt x="1057" y="434"/>
                  <a:pt x="1057" y="433"/>
                </a:cubicBezTo>
                <a:lnTo>
                  <a:pt x="1057" y="433"/>
                </a:lnTo>
                <a:cubicBezTo>
                  <a:pt x="1055" y="432"/>
                  <a:pt x="1053" y="431"/>
                  <a:pt x="1050" y="430"/>
                </a:cubicBezTo>
                <a:lnTo>
                  <a:pt x="1050" y="430"/>
                </a:lnTo>
                <a:cubicBezTo>
                  <a:pt x="1049" y="429"/>
                  <a:pt x="1047" y="427"/>
                  <a:pt x="1044" y="425"/>
                </a:cubicBezTo>
                <a:lnTo>
                  <a:pt x="1044" y="425"/>
                </a:lnTo>
                <a:cubicBezTo>
                  <a:pt x="1044" y="425"/>
                  <a:pt x="1044" y="425"/>
                  <a:pt x="1043" y="425"/>
                </a:cubicBezTo>
                <a:lnTo>
                  <a:pt x="342" y="20"/>
                </a:lnTo>
                <a:lnTo>
                  <a:pt x="342" y="20"/>
                </a:lnTo>
                <a:cubicBezTo>
                  <a:pt x="340" y="19"/>
                  <a:pt x="339" y="18"/>
                  <a:pt x="337" y="18"/>
                </a:cubicBezTo>
                <a:lnTo>
                  <a:pt x="337" y="18"/>
                </a:lnTo>
                <a:cubicBezTo>
                  <a:pt x="336" y="16"/>
                  <a:pt x="334" y="16"/>
                  <a:pt x="331" y="15"/>
                </a:cubicBezTo>
                <a:lnTo>
                  <a:pt x="331" y="15"/>
                </a:lnTo>
                <a:cubicBezTo>
                  <a:pt x="330" y="14"/>
                  <a:pt x="329" y="13"/>
                  <a:pt x="327" y="13"/>
                </a:cubicBezTo>
                <a:lnTo>
                  <a:pt x="327" y="13"/>
                </a:lnTo>
                <a:cubicBezTo>
                  <a:pt x="327" y="13"/>
                  <a:pt x="327" y="13"/>
                  <a:pt x="327" y="12"/>
                </a:cubicBezTo>
                <a:lnTo>
                  <a:pt x="327" y="12"/>
                </a:lnTo>
                <a:cubicBezTo>
                  <a:pt x="326" y="12"/>
                  <a:pt x="326" y="12"/>
                  <a:pt x="326" y="11"/>
                </a:cubicBezTo>
                <a:lnTo>
                  <a:pt x="326" y="11"/>
                </a:lnTo>
                <a:cubicBezTo>
                  <a:pt x="323" y="11"/>
                  <a:pt x="321" y="10"/>
                  <a:pt x="320" y="9"/>
                </a:cubicBezTo>
                <a:lnTo>
                  <a:pt x="320" y="9"/>
                </a:lnTo>
                <a:cubicBezTo>
                  <a:pt x="318" y="8"/>
                  <a:pt x="316" y="8"/>
                  <a:pt x="314" y="7"/>
                </a:cubicBezTo>
                <a:lnTo>
                  <a:pt x="314" y="7"/>
                </a:lnTo>
                <a:lnTo>
                  <a:pt x="313" y="6"/>
                </a:lnTo>
                <a:lnTo>
                  <a:pt x="313" y="6"/>
                </a:lnTo>
                <a:cubicBezTo>
                  <a:pt x="312" y="6"/>
                  <a:pt x="312" y="6"/>
                  <a:pt x="312" y="6"/>
                </a:cubicBezTo>
                <a:lnTo>
                  <a:pt x="312" y="6"/>
                </a:lnTo>
                <a:cubicBezTo>
                  <a:pt x="310" y="6"/>
                  <a:pt x="309" y="5"/>
                  <a:pt x="308" y="5"/>
                </a:cubicBezTo>
                <a:lnTo>
                  <a:pt x="308" y="5"/>
                </a:lnTo>
                <a:cubicBezTo>
                  <a:pt x="306" y="5"/>
                  <a:pt x="304" y="4"/>
                  <a:pt x="302" y="4"/>
                </a:cubicBezTo>
                <a:lnTo>
                  <a:pt x="302" y="4"/>
                </a:lnTo>
                <a:cubicBezTo>
                  <a:pt x="301" y="4"/>
                  <a:pt x="300" y="3"/>
                  <a:pt x="299" y="3"/>
                </a:cubicBezTo>
                <a:lnTo>
                  <a:pt x="299" y="3"/>
                </a:lnTo>
                <a:cubicBezTo>
                  <a:pt x="299" y="3"/>
                  <a:pt x="298" y="3"/>
                  <a:pt x="298" y="2"/>
                </a:cubicBezTo>
                <a:lnTo>
                  <a:pt x="298" y="2"/>
                </a:lnTo>
                <a:cubicBezTo>
                  <a:pt x="297" y="2"/>
                  <a:pt x="296" y="2"/>
                  <a:pt x="296" y="2"/>
                </a:cubicBezTo>
                <a:lnTo>
                  <a:pt x="296" y="2"/>
                </a:lnTo>
                <a:cubicBezTo>
                  <a:pt x="294" y="2"/>
                  <a:pt x="291" y="2"/>
                  <a:pt x="290" y="1"/>
                </a:cubicBezTo>
                <a:lnTo>
                  <a:pt x="290" y="1"/>
                </a:lnTo>
                <a:cubicBezTo>
                  <a:pt x="288" y="1"/>
                  <a:pt x="287" y="1"/>
                  <a:pt x="286" y="0"/>
                </a:cubicBezTo>
                <a:lnTo>
                  <a:pt x="286" y="0"/>
                </a:lnTo>
                <a:cubicBezTo>
                  <a:pt x="285" y="0"/>
                  <a:pt x="285" y="0"/>
                  <a:pt x="284" y="0"/>
                </a:cubicBezTo>
                <a:lnTo>
                  <a:pt x="284" y="0"/>
                </a:lnTo>
                <a:cubicBezTo>
                  <a:pt x="284" y="0"/>
                  <a:pt x="284" y="0"/>
                  <a:pt x="283" y="0"/>
                </a:cubicBezTo>
                <a:lnTo>
                  <a:pt x="283" y="0"/>
                </a:lnTo>
                <a:cubicBezTo>
                  <a:pt x="280" y="0"/>
                  <a:pt x="279" y="0"/>
                  <a:pt x="276" y="0"/>
                </a:cubicBezTo>
                <a:lnTo>
                  <a:pt x="276" y="0"/>
                </a:lnTo>
                <a:cubicBezTo>
                  <a:pt x="275" y="0"/>
                  <a:pt x="274" y="0"/>
                  <a:pt x="273" y="0"/>
                </a:cubicBezTo>
                <a:lnTo>
                  <a:pt x="273" y="0"/>
                </a:lnTo>
                <a:cubicBezTo>
                  <a:pt x="273" y="0"/>
                  <a:pt x="272" y="0"/>
                  <a:pt x="271" y="0"/>
                </a:cubicBezTo>
                <a:lnTo>
                  <a:pt x="271" y="0"/>
                </a:lnTo>
                <a:cubicBezTo>
                  <a:pt x="270" y="0"/>
                  <a:pt x="269" y="0"/>
                  <a:pt x="269" y="0"/>
                </a:cubicBezTo>
                <a:lnTo>
                  <a:pt x="269" y="0"/>
                </a:lnTo>
                <a:cubicBezTo>
                  <a:pt x="266" y="1"/>
                  <a:pt x="263" y="1"/>
                  <a:pt x="260" y="2"/>
                </a:cubicBezTo>
                <a:lnTo>
                  <a:pt x="260" y="2"/>
                </a:lnTo>
                <a:lnTo>
                  <a:pt x="260" y="2"/>
                </a:lnTo>
                <a:lnTo>
                  <a:pt x="260" y="2"/>
                </a:lnTo>
                <a:cubicBezTo>
                  <a:pt x="260" y="2"/>
                  <a:pt x="259" y="2"/>
                  <a:pt x="258" y="2"/>
                </a:cubicBezTo>
                <a:lnTo>
                  <a:pt x="258" y="2"/>
                </a:lnTo>
                <a:cubicBezTo>
                  <a:pt x="255" y="3"/>
                  <a:pt x="253" y="4"/>
                  <a:pt x="250" y="5"/>
                </a:cubicBezTo>
                <a:lnTo>
                  <a:pt x="250" y="5"/>
                </a:lnTo>
                <a:cubicBezTo>
                  <a:pt x="250" y="5"/>
                  <a:pt x="250" y="5"/>
                  <a:pt x="249" y="5"/>
                </a:cubicBezTo>
                <a:lnTo>
                  <a:pt x="249" y="5"/>
                </a:lnTo>
                <a:cubicBezTo>
                  <a:pt x="246" y="6"/>
                  <a:pt x="242" y="8"/>
                  <a:pt x="238" y="10"/>
                </a:cubicBezTo>
                <a:lnTo>
                  <a:pt x="0" y="149"/>
                </a:lnTo>
                <a:lnTo>
                  <a:pt x="0" y="149"/>
                </a:lnTo>
                <a:cubicBezTo>
                  <a:pt x="3" y="147"/>
                  <a:pt x="7" y="145"/>
                  <a:pt x="11" y="144"/>
                </a:cubicBezTo>
                <a:lnTo>
                  <a:pt x="11" y="144"/>
                </a:lnTo>
                <a:cubicBezTo>
                  <a:pt x="14" y="142"/>
                  <a:pt x="17" y="142"/>
                  <a:pt x="20" y="141"/>
                </a:cubicBezTo>
                <a:lnTo>
                  <a:pt x="20" y="141"/>
                </a:lnTo>
                <a:cubicBezTo>
                  <a:pt x="21" y="141"/>
                  <a:pt x="21" y="141"/>
                  <a:pt x="21" y="141"/>
                </a:cubicBezTo>
                <a:lnTo>
                  <a:pt x="21" y="141"/>
                </a:lnTo>
                <a:cubicBezTo>
                  <a:pt x="25" y="140"/>
                  <a:pt x="28" y="139"/>
                  <a:pt x="32" y="139"/>
                </a:cubicBezTo>
                <a:lnTo>
                  <a:pt x="32" y="139"/>
                </a:lnTo>
                <a:cubicBezTo>
                  <a:pt x="33" y="139"/>
                  <a:pt x="34" y="139"/>
                  <a:pt x="34" y="139"/>
                </a:cubicBezTo>
                <a:lnTo>
                  <a:pt x="34" y="139"/>
                </a:lnTo>
                <a:cubicBezTo>
                  <a:pt x="38" y="139"/>
                  <a:pt x="42" y="139"/>
                  <a:pt x="46" y="139"/>
                </a:cubicBezTo>
                <a:lnTo>
                  <a:pt x="46" y="139"/>
                </a:lnTo>
                <a:lnTo>
                  <a:pt x="47" y="139"/>
                </a:lnTo>
                <a:lnTo>
                  <a:pt x="47" y="139"/>
                </a:lnTo>
                <a:cubicBezTo>
                  <a:pt x="51" y="140"/>
                  <a:pt x="55" y="141"/>
                  <a:pt x="59" y="141"/>
                </a:cubicBezTo>
                <a:lnTo>
                  <a:pt x="59" y="141"/>
                </a:lnTo>
                <a:cubicBezTo>
                  <a:pt x="60" y="141"/>
                  <a:pt x="60" y="142"/>
                  <a:pt x="60" y="142"/>
                </a:cubicBezTo>
                <a:lnTo>
                  <a:pt x="60" y="142"/>
                </a:lnTo>
                <a:cubicBezTo>
                  <a:pt x="64" y="142"/>
                  <a:pt x="69" y="144"/>
                  <a:pt x="73" y="145"/>
                </a:cubicBezTo>
                <a:lnTo>
                  <a:pt x="73" y="145"/>
                </a:lnTo>
                <a:cubicBezTo>
                  <a:pt x="74" y="145"/>
                  <a:pt x="74" y="145"/>
                  <a:pt x="74" y="145"/>
                </a:cubicBezTo>
                <a:lnTo>
                  <a:pt x="74" y="145"/>
                </a:lnTo>
                <a:cubicBezTo>
                  <a:pt x="79" y="147"/>
                  <a:pt x="84" y="149"/>
                  <a:pt x="88" y="151"/>
                </a:cubicBezTo>
                <a:lnTo>
                  <a:pt x="88" y="151"/>
                </a:lnTo>
                <a:cubicBezTo>
                  <a:pt x="88" y="151"/>
                  <a:pt x="88" y="152"/>
                  <a:pt x="89" y="152"/>
                </a:cubicBezTo>
                <a:lnTo>
                  <a:pt x="89" y="152"/>
                </a:lnTo>
                <a:cubicBezTo>
                  <a:pt x="94" y="153"/>
                  <a:pt x="99" y="156"/>
                  <a:pt x="104" y="159"/>
                </a:cubicBezTo>
                <a:lnTo>
                  <a:pt x="804" y="564"/>
                </a:lnTo>
                <a:lnTo>
                  <a:pt x="804" y="564"/>
                </a:lnTo>
                <a:cubicBezTo>
                  <a:pt x="809" y="567"/>
                  <a:pt x="814" y="570"/>
                  <a:pt x="819" y="573"/>
                </a:cubicBezTo>
                <a:lnTo>
                  <a:pt x="819" y="573"/>
                </a:lnTo>
                <a:lnTo>
                  <a:pt x="820" y="574"/>
                </a:lnTo>
                <a:lnTo>
                  <a:pt x="820" y="574"/>
                </a:lnTo>
                <a:cubicBezTo>
                  <a:pt x="824" y="577"/>
                  <a:pt x="829" y="580"/>
                  <a:pt x="833" y="583"/>
                </a:cubicBezTo>
                <a:lnTo>
                  <a:pt x="833" y="583"/>
                </a:lnTo>
                <a:cubicBezTo>
                  <a:pt x="834" y="584"/>
                  <a:pt x="834" y="585"/>
                  <a:pt x="835" y="585"/>
                </a:cubicBezTo>
                <a:lnTo>
                  <a:pt x="835" y="585"/>
                </a:lnTo>
                <a:cubicBezTo>
                  <a:pt x="839" y="588"/>
                  <a:pt x="843" y="592"/>
                  <a:pt x="847" y="596"/>
                </a:cubicBezTo>
                <a:lnTo>
                  <a:pt x="847" y="596"/>
                </a:lnTo>
                <a:cubicBezTo>
                  <a:pt x="847" y="596"/>
                  <a:pt x="848" y="597"/>
                  <a:pt x="849" y="597"/>
                </a:cubicBezTo>
                <a:lnTo>
                  <a:pt x="849" y="597"/>
                </a:lnTo>
                <a:cubicBezTo>
                  <a:pt x="853" y="601"/>
                  <a:pt x="856" y="605"/>
                  <a:pt x="861" y="609"/>
                </a:cubicBezTo>
                <a:lnTo>
                  <a:pt x="861" y="609"/>
                </a:lnTo>
                <a:cubicBezTo>
                  <a:pt x="861" y="610"/>
                  <a:pt x="861" y="610"/>
                  <a:pt x="861" y="610"/>
                </a:cubicBezTo>
                <a:lnTo>
                  <a:pt x="861" y="610"/>
                </a:lnTo>
                <a:cubicBezTo>
                  <a:pt x="866" y="614"/>
                  <a:pt x="870" y="619"/>
                  <a:pt x="874" y="624"/>
                </a:cubicBezTo>
                <a:lnTo>
                  <a:pt x="874" y="624"/>
                </a:lnTo>
                <a:lnTo>
                  <a:pt x="874" y="624"/>
                </a:lnTo>
                <a:cubicBezTo>
                  <a:pt x="878" y="629"/>
                  <a:pt x="882" y="634"/>
                  <a:pt x="886" y="640"/>
                </a:cubicBezTo>
                <a:lnTo>
                  <a:pt x="886" y="640"/>
                </a:lnTo>
                <a:lnTo>
                  <a:pt x="886" y="640"/>
                </a:lnTo>
                <a:lnTo>
                  <a:pt x="886" y="640"/>
                </a:lnTo>
                <a:cubicBezTo>
                  <a:pt x="889" y="644"/>
                  <a:pt x="893" y="649"/>
                  <a:pt x="896" y="654"/>
                </a:cubicBezTo>
                <a:lnTo>
                  <a:pt x="896" y="654"/>
                </a:lnTo>
                <a:cubicBezTo>
                  <a:pt x="898" y="657"/>
                  <a:pt x="900" y="660"/>
                  <a:pt x="902" y="663"/>
                </a:cubicBezTo>
                <a:lnTo>
                  <a:pt x="902" y="663"/>
                </a:lnTo>
                <a:cubicBezTo>
                  <a:pt x="904" y="666"/>
                  <a:pt x="905" y="669"/>
                  <a:pt x="907" y="671"/>
                </a:cubicBezTo>
                <a:lnTo>
                  <a:pt x="907" y="671"/>
                </a:lnTo>
                <a:cubicBezTo>
                  <a:pt x="908" y="673"/>
                  <a:pt x="908" y="674"/>
                  <a:pt x="909" y="675"/>
                </a:cubicBezTo>
                <a:lnTo>
                  <a:pt x="909" y="675"/>
                </a:lnTo>
                <a:cubicBezTo>
                  <a:pt x="912" y="680"/>
                  <a:pt x="914" y="684"/>
                  <a:pt x="917" y="689"/>
                </a:cubicBezTo>
                <a:lnTo>
                  <a:pt x="917" y="689"/>
                </a:lnTo>
                <a:lnTo>
                  <a:pt x="917" y="690"/>
                </a:lnTo>
                <a:lnTo>
                  <a:pt x="917" y="690"/>
                </a:lnTo>
                <a:cubicBezTo>
                  <a:pt x="920" y="696"/>
                  <a:pt x="923" y="701"/>
                  <a:pt x="925" y="707"/>
                </a:cubicBezTo>
                <a:lnTo>
                  <a:pt x="925" y="707"/>
                </a:lnTo>
                <a:cubicBezTo>
                  <a:pt x="925" y="707"/>
                  <a:pt x="926" y="707"/>
                  <a:pt x="926" y="708"/>
                </a:cubicBezTo>
                <a:lnTo>
                  <a:pt x="926" y="708"/>
                </a:lnTo>
                <a:cubicBezTo>
                  <a:pt x="928" y="713"/>
                  <a:pt x="930" y="719"/>
                  <a:pt x="932" y="725"/>
                </a:cubicBezTo>
                <a:lnTo>
                  <a:pt x="932" y="725"/>
                </a:lnTo>
                <a:cubicBezTo>
                  <a:pt x="932" y="725"/>
                  <a:pt x="932" y="726"/>
                  <a:pt x="933" y="726"/>
                </a:cubicBezTo>
                <a:lnTo>
                  <a:pt x="933" y="726"/>
                </a:lnTo>
                <a:cubicBezTo>
                  <a:pt x="935" y="732"/>
                  <a:pt x="937" y="737"/>
                  <a:pt x="939" y="744"/>
                </a:cubicBezTo>
                <a:lnTo>
                  <a:pt x="939" y="744"/>
                </a:lnTo>
                <a:lnTo>
                  <a:pt x="939" y="744"/>
                </a:lnTo>
                <a:lnTo>
                  <a:pt x="939" y="744"/>
                </a:lnTo>
                <a:cubicBezTo>
                  <a:pt x="940" y="750"/>
                  <a:pt x="942" y="756"/>
                  <a:pt x="943" y="761"/>
                </a:cubicBezTo>
                <a:lnTo>
                  <a:pt x="943" y="761"/>
                </a:lnTo>
                <a:cubicBezTo>
                  <a:pt x="943" y="762"/>
                  <a:pt x="943" y="763"/>
                  <a:pt x="943" y="763"/>
                </a:cubicBezTo>
                <a:lnTo>
                  <a:pt x="943" y="763"/>
                </a:lnTo>
                <a:cubicBezTo>
                  <a:pt x="945" y="769"/>
                  <a:pt x="946" y="774"/>
                  <a:pt x="947" y="780"/>
                </a:cubicBezTo>
                <a:lnTo>
                  <a:pt x="947" y="780"/>
                </a:lnTo>
                <a:lnTo>
                  <a:pt x="947" y="780"/>
                </a:lnTo>
                <a:lnTo>
                  <a:pt x="947" y="780"/>
                </a:lnTo>
                <a:cubicBezTo>
                  <a:pt x="948" y="786"/>
                  <a:pt x="949" y="792"/>
                  <a:pt x="949" y="797"/>
                </a:cubicBezTo>
                <a:lnTo>
                  <a:pt x="949" y="797"/>
                </a:lnTo>
                <a:cubicBezTo>
                  <a:pt x="949" y="798"/>
                  <a:pt x="950" y="799"/>
                  <a:pt x="950" y="799"/>
                </a:cubicBezTo>
                <a:lnTo>
                  <a:pt x="950" y="799"/>
                </a:lnTo>
                <a:cubicBezTo>
                  <a:pt x="950" y="805"/>
                  <a:pt x="950" y="810"/>
                  <a:pt x="950" y="816"/>
                </a:cubicBezTo>
                <a:lnTo>
                  <a:pt x="948" y="1621"/>
                </a:lnTo>
                <a:lnTo>
                  <a:pt x="948" y="1621"/>
                </a:lnTo>
                <a:cubicBezTo>
                  <a:pt x="948" y="1627"/>
                  <a:pt x="948" y="1632"/>
                  <a:pt x="947" y="1637"/>
                </a:cubicBezTo>
                <a:lnTo>
                  <a:pt x="947" y="1637"/>
                </a:lnTo>
                <a:cubicBezTo>
                  <a:pt x="947" y="1638"/>
                  <a:pt x="947" y="1638"/>
                  <a:pt x="947" y="1639"/>
                </a:cubicBezTo>
                <a:lnTo>
                  <a:pt x="947" y="1639"/>
                </a:lnTo>
                <a:cubicBezTo>
                  <a:pt x="946" y="1643"/>
                  <a:pt x="946" y="1648"/>
                  <a:pt x="945" y="1652"/>
                </a:cubicBezTo>
                <a:lnTo>
                  <a:pt x="945" y="1652"/>
                </a:lnTo>
                <a:cubicBezTo>
                  <a:pt x="945" y="1653"/>
                  <a:pt x="945" y="1654"/>
                  <a:pt x="945" y="1654"/>
                </a:cubicBezTo>
                <a:lnTo>
                  <a:pt x="945" y="1654"/>
                </a:lnTo>
                <a:cubicBezTo>
                  <a:pt x="943" y="1659"/>
                  <a:pt x="943" y="1662"/>
                  <a:pt x="941" y="1666"/>
                </a:cubicBezTo>
                <a:lnTo>
                  <a:pt x="941" y="1666"/>
                </a:lnTo>
                <a:cubicBezTo>
                  <a:pt x="941" y="1667"/>
                  <a:pt x="941" y="1667"/>
                  <a:pt x="940" y="1668"/>
                </a:cubicBezTo>
                <a:lnTo>
                  <a:pt x="940" y="1668"/>
                </a:lnTo>
                <a:cubicBezTo>
                  <a:pt x="939" y="1672"/>
                  <a:pt x="938" y="1676"/>
                  <a:pt x="937" y="1678"/>
                </a:cubicBezTo>
                <a:lnTo>
                  <a:pt x="937" y="1678"/>
                </a:lnTo>
                <a:cubicBezTo>
                  <a:pt x="936" y="1679"/>
                  <a:pt x="936" y="1679"/>
                  <a:pt x="936" y="1680"/>
                </a:cubicBezTo>
                <a:lnTo>
                  <a:pt x="936" y="1680"/>
                </a:lnTo>
                <a:cubicBezTo>
                  <a:pt x="934" y="1683"/>
                  <a:pt x="932" y="1687"/>
                  <a:pt x="930" y="1690"/>
                </a:cubicBezTo>
                <a:lnTo>
                  <a:pt x="930" y="1690"/>
                </a:lnTo>
                <a:cubicBezTo>
                  <a:pt x="930" y="1691"/>
                  <a:pt x="929" y="1691"/>
                  <a:pt x="929" y="1691"/>
                </a:cubicBezTo>
                <a:lnTo>
                  <a:pt x="929" y="1691"/>
                </a:lnTo>
                <a:cubicBezTo>
                  <a:pt x="928" y="1695"/>
                  <a:pt x="926" y="1697"/>
                  <a:pt x="924" y="1699"/>
                </a:cubicBezTo>
                <a:lnTo>
                  <a:pt x="924" y="1699"/>
                </a:lnTo>
                <a:cubicBezTo>
                  <a:pt x="923" y="1700"/>
                  <a:pt x="922" y="1701"/>
                  <a:pt x="921" y="1702"/>
                </a:cubicBezTo>
                <a:lnTo>
                  <a:pt x="921" y="1702"/>
                </a:lnTo>
                <a:cubicBezTo>
                  <a:pt x="919" y="1704"/>
                  <a:pt x="918" y="1706"/>
                  <a:pt x="916" y="1707"/>
                </a:cubicBezTo>
                <a:lnTo>
                  <a:pt x="916" y="1707"/>
                </a:lnTo>
                <a:cubicBezTo>
                  <a:pt x="915" y="1707"/>
                  <a:pt x="914" y="1709"/>
                  <a:pt x="913" y="1709"/>
                </a:cubicBezTo>
                <a:lnTo>
                  <a:pt x="913" y="1709"/>
                </a:lnTo>
                <a:cubicBezTo>
                  <a:pt x="911" y="1711"/>
                  <a:pt x="908" y="1713"/>
                  <a:pt x="905" y="1715"/>
                </a:cubicBezTo>
                <a:lnTo>
                  <a:pt x="1144" y="1576"/>
                </a:lnTo>
                <a:lnTo>
                  <a:pt x="1144" y="1576"/>
                </a:lnTo>
                <a:cubicBezTo>
                  <a:pt x="1146" y="1575"/>
                  <a:pt x="1149" y="1572"/>
                  <a:pt x="1152" y="1570"/>
                </a:cubicBezTo>
                <a:lnTo>
                  <a:pt x="1152" y="1570"/>
                </a:lnTo>
                <a:cubicBezTo>
                  <a:pt x="1153" y="1570"/>
                  <a:pt x="1154" y="1569"/>
                  <a:pt x="1154" y="1568"/>
                </a:cubicBezTo>
                <a:lnTo>
                  <a:pt x="1154" y="1568"/>
                </a:lnTo>
                <a:cubicBezTo>
                  <a:pt x="1156" y="1567"/>
                  <a:pt x="1158" y="1565"/>
                  <a:pt x="1160" y="1563"/>
                </a:cubicBezTo>
                <a:lnTo>
                  <a:pt x="1160" y="1563"/>
                </a:lnTo>
                <a:cubicBezTo>
                  <a:pt x="1160" y="1562"/>
                  <a:pt x="1162" y="1561"/>
                  <a:pt x="1162" y="1561"/>
                </a:cubicBezTo>
                <a:lnTo>
                  <a:pt x="1162" y="1561"/>
                </a:lnTo>
                <a:cubicBezTo>
                  <a:pt x="1164" y="1558"/>
                  <a:pt x="1166" y="1556"/>
                  <a:pt x="1168" y="1553"/>
                </a:cubicBezTo>
                <a:lnTo>
                  <a:pt x="1168" y="1553"/>
                </a:lnTo>
                <a:cubicBezTo>
                  <a:pt x="1169" y="1553"/>
                  <a:pt x="1169" y="1552"/>
                  <a:pt x="1169" y="1552"/>
                </a:cubicBezTo>
                <a:lnTo>
                  <a:pt x="1169" y="1552"/>
                </a:lnTo>
                <a:cubicBezTo>
                  <a:pt x="1169" y="1551"/>
                  <a:pt x="1169" y="1551"/>
                  <a:pt x="1169" y="1551"/>
                </a:cubicBezTo>
                <a:lnTo>
                  <a:pt x="1169" y="1551"/>
                </a:lnTo>
                <a:cubicBezTo>
                  <a:pt x="1171" y="1548"/>
                  <a:pt x="1173" y="1545"/>
                  <a:pt x="1175" y="1542"/>
                </a:cubicBezTo>
                <a:lnTo>
                  <a:pt x="1175" y="1542"/>
                </a:lnTo>
                <a:lnTo>
                  <a:pt x="1175" y="1541"/>
                </a:lnTo>
                <a:lnTo>
                  <a:pt x="1175" y="1541"/>
                </a:lnTo>
                <a:lnTo>
                  <a:pt x="1175" y="1540"/>
                </a:lnTo>
                <a:lnTo>
                  <a:pt x="1175" y="1540"/>
                </a:lnTo>
                <a:cubicBezTo>
                  <a:pt x="1176" y="1538"/>
                  <a:pt x="1177" y="1535"/>
                  <a:pt x="1178" y="1533"/>
                </a:cubicBezTo>
                <a:lnTo>
                  <a:pt x="1178" y="1533"/>
                </a:lnTo>
                <a:cubicBezTo>
                  <a:pt x="1178" y="1532"/>
                  <a:pt x="1179" y="1531"/>
                  <a:pt x="1180" y="1529"/>
                </a:cubicBezTo>
                <a:lnTo>
                  <a:pt x="1180" y="1529"/>
                </a:lnTo>
                <a:lnTo>
                  <a:pt x="1180" y="1528"/>
                </a:lnTo>
                <a:lnTo>
                  <a:pt x="1180" y="1528"/>
                </a:lnTo>
                <a:cubicBezTo>
                  <a:pt x="1180" y="1527"/>
                  <a:pt x="1180" y="1526"/>
                  <a:pt x="1181" y="1526"/>
                </a:cubicBezTo>
                <a:lnTo>
                  <a:pt x="1181" y="1526"/>
                </a:lnTo>
                <a:cubicBezTo>
                  <a:pt x="1181" y="1523"/>
                  <a:pt x="1182" y="1521"/>
                  <a:pt x="1182" y="1518"/>
                </a:cubicBezTo>
                <a:lnTo>
                  <a:pt x="1182" y="1518"/>
                </a:lnTo>
                <a:cubicBezTo>
                  <a:pt x="1182" y="1517"/>
                  <a:pt x="1183" y="1516"/>
                  <a:pt x="1183" y="1515"/>
                </a:cubicBezTo>
                <a:lnTo>
                  <a:pt x="1183" y="1515"/>
                </a:lnTo>
                <a:cubicBezTo>
                  <a:pt x="1183" y="1515"/>
                  <a:pt x="1183" y="1514"/>
                  <a:pt x="1183" y="1513"/>
                </a:cubicBezTo>
                <a:lnTo>
                  <a:pt x="1183" y="1513"/>
                </a:lnTo>
                <a:cubicBezTo>
                  <a:pt x="1184" y="1513"/>
                  <a:pt x="1184" y="1512"/>
                  <a:pt x="1184" y="1511"/>
                </a:cubicBezTo>
                <a:lnTo>
                  <a:pt x="1184" y="1511"/>
                </a:lnTo>
                <a:cubicBezTo>
                  <a:pt x="1184" y="1509"/>
                  <a:pt x="1185" y="1506"/>
                  <a:pt x="1185" y="1504"/>
                </a:cubicBezTo>
                <a:lnTo>
                  <a:pt x="1185" y="1504"/>
                </a:lnTo>
                <a:cubicBezTo>
                  <a:pt x="1185" y="1503"/>
                  <a:pt x="1185" y="1501"/>
                  <a:pt x="1186" y="1500"/>
                </a:cubicBezTo>
                <a:lnTo>
                  <a:pt x="1186" y="1500"/>
                </a:lnTo>
                <a:cubicBezTo>
                  <a:pt x="1186" y="1499"/>
                  <a:pt x="1186" y="1499"/>
                  <a:pt x="1186" y="1499"/>
                </a:cubicBezTo>
                <a:lnTo>
                  <a:pt x="1186" y="1499"/>
                </a:lnTo>
                <a:cubicBezTo>
                  <a:pt x="1186" y="1498"/>
                  <a:pt x="1186" y="1498"/>
                  <a:pt x="1186" y="1497"/>
                </a:cubicBezTo>
                <a:lnTo>
                  <a:pt x="1186" y="1497"/>
                </a:lnTo>
                <a:cubicBezTo>
                  <a:pt x="1186" y="1494"/>
                  <a:pt x="1186" y="1492"/>
                  <a:pt x="1186" y="1490"/>
                </a:cubicBezTo>
                <a:lnTo>
                  <a:pt x="1186" y="1490"/>
                </a:lnTo>
                <a:cubicBezTo>
                  <a:pt x="1186" y="1488"/>
                  <a:pt x="1186" y="1485"/>
                  <a:pt x="1186" y="1483"/>
                </a:cubicBezTo>
                <a:lnTo>
                  <a:pt x="1186" y="1482"/>
                </a:lnTo>
                <a:lnTo>
                  <a:pt x="1188" y="677"/>
                </a:lnTo>
                <a:lnTo>
                  <a:pt x="1188" y="677"/>
                </a:lnTo>
                <a:cubicBezTo>
                  <a:pt x="1188" y="675"/>
                  <a:pt x="1188" y="673"/>
                  <a:pt x="1188" y="670"/>
                </a:cubicBezTo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Freeform 90">
            <a:extLst>
              <a:ext uri="{FF2B5EF4-FFF2-40B4-BE49-F238E27FC236}">
                <a16:creationId xmlns:a16="http://schemas.microsoft.com/office/drawing/2014/main" id="{3C3E5614-CFF3-DD42-BFAE-77BB65B0C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3805" y="7451249"/>
            <a:ext cx="3378225" cy="2048908"/>
          </a:xfrm>
          <a:custGeom>
            <a:avLst/>
            <a:gdLst>
              <a:gd name="T0" fmla="*/ 37 w 2712"/>
              <a:gd name="T1" fmla="*/ 1515 h 1643"/>
              <a:gd name="T2" fmla="*/ 2364 w 2712"/>
              <a:gd name="T3" fmla="*/ 179 h 1643"/>
              <a:gd name="T4" fmla="*/ 2268 w 2712"/>
              <a:gd name="T5" fmla="*/ 179 h 1643"/>
              <a:gd name="T6" fmla="*/ 2277 w 2712"/>
              <a:gd name="T7" fmla="*/ 98 h 1643"/>
              <a:gd name="T8" fmla="*/ 2711 w 2712"/>
              <a:gd name="T9" fmla="*/ 0 h 1643"/>
              <a:gd name="T10" fmla="*/ 2624 w 2712"/>
              <a:gd name="T11" fmla="*/ 337 h 1643"/>
              <a:gd name="T12" fmla="*/ 2487 w 2712"/>
              <a:gd name="T13" fmla="*/ 235 h 1643"/>
              <a:gd name="T14" fmla="*/ 98 w 2712"/>
              <a:gd name="T15" fmla="*/ 1622 h 1643"/>
              <a:gd name="T16" fmla="*/ 98 w 2712"/>
              <a:gd name="T17" fmla="*/ 1622 h 1643"/>
              <a:gd name="T18" fmla="*/ 8 w 2712"/>
              <a:gd name="T19" fmla="*/ 1586 h 1643"/>
              <a:gd name="T20" fmla="*/ 8 w 2712"/>
              <a:gd name="T21" fmla="*/ 1586 h 1643"/>
              <a:gd name="T22" fmla="*/ 37 w 2712"/>
              <a:gd name="T23" fmla="*/ 1515 h 1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12" h="1643">
                <a:moveTo>
                  <a:pt x="37" y="1515"/>
                </a:moveTo>
                <a:lnTo>
                  <a:pt x="2364" y="179"/>
                </a:lnTo>
                <a:lnTo>
                  <a:pt x="2268" y="179"/>
                </a:lnTo>
                <a:lnTo>
                  <a:pt x="2277" y="98"/>
                </a:lnTo>
                <a:lnTo>
                  <a:pt x="2711" y="0"/>
                </a:lnTo>
                <a:lnTo>
                  <a:pt x="2624" y="337"/>
                </a:lnTo>
                <a:lnTo>
                  <a:pt x="2487" y="235"/>
                </a:lnTo>
                <a:lnTo>
                  <a:pt x="98" y="1622"/>
                </a:lnTo>
                <a:lnTo>
                  <a:pt x="98" y="1622"/>
                </a:lnTo>
                <a:cubicBezTo>
                  <a:pt x="64" y="1642"/>
                  <a:pt x="19" y="1625"/>
                  <a:pt x="8" y="1586"/>
                </a:cubicBezTo>
                <a:lnTo>
                  <a:pt x="8" y="1586"/>
                </a:lnTo>
                <a:cubicBezTo>
                  <a:pt x="0" y="1559"/>
                  <a:pt x="12" y="1530"/>
                  <a:pt x="37" y="1515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Freeform 375">
            <a:extLst>
              <a:ext uri="{FF2B5EF4-FFF2-40B4-BE49-F238E27FC236}">
                <a16:creationId xmlns:a16="http://schemas.microsoft.com/office/drawing/2014/main" id="{286084C6-E352-194F-A8F2-0E6B4A651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834" y="4402614"/>
            <a:ext cx="357050" cy="357046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Freeform 376">
            <a:extLst>
              <a:ext uri="{FF2B5EF4-FFF2-40B4-BE49-F238E27FC236}">
                <a16:creationId xmlns:a16="http://schemas.microsoft.com/office/drawing/2014/main" id="{C3516279-C28C-884D-896E-2869B89CA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834" y="6413069"/>
            <a:ext cx="357050" cy="357046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Freeform 377">
            <a:extLst>
              <a:ext uri="{FF2B5EF4-FFF2-40B4-BE49-F238E27FC236}">
                <a16:creationId xmlns:a16="http://schemas.microsoft.com/office/drawing/2014/main" id="{7297DDCC-AA57-2B43-AF2A-38850FF48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834" y="8418026"/>
            <a:ext cx="357050" cy="35705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1" name="Freeform 378">
            <a:extLst>
              <a:ext uri="{FF2B5EF4-FFF2-40B4-BE49-F238E27FC236}">
                <a16:creationId xmlns:a16="http://schemas.microsoft.com/office/drawing/2014/main" id="{F5E24041-BEDD-FA47-9738-09B81DE08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834" y="10422993"/>
            <a:ext cx="357050" cy="357046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BDCB1-891A-0D44-8C53-EB284D120361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A844C-5EF6-3749-B503-623CE12AAADD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94B414-B8C8-DC49-9982-84F8A469A160}"/>
              </a:ext>
            </a:extLst>
          </p:cNvPr>
          <p:cNvSpPr txBox="1"/>
          <p:nvPr/>
        </p:nvSpPr>
        <p:spPr>
          <a:xfrm>
            <a:off x="4122931" y="4241759"/>
            <a:ext cx="1615507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Target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92CA50-D708-054C-A648-30B891DCC028}"/>
              </a:ext>
            </a:extLst>
          </p:cNvPr>
          <p:cNvSpPr txBox="1"/>
          <p:nvPr/>
        </p:nvSpPr>
        <p:spPr>
          <a:xfrm>
            <a:off x="4116669" y="4919007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FC6A9-502A-DE4F-A67A-874C03A60EC9}"/>
              </a:ext>
            </a:extLst>
          </p:cNvPr>
          <p:cNvSpPr txBox="1"/>
          <p:nvPr/>
        </p:nvSpPr>
        <p:spPr>
          <a:xfrm>
            <a:off x="4122931" y="6253990"/>
            <a:ext cx="134524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Sales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50BEB-F516-AC42-8E74-C565CC578E93}"/>
              </a:ext>
            </a:extLst>
          </p:cNvPr>
          <p:cNvSpPr txBox="1"/>
          <p:nvPr/>
        </p:nvSpPr>
        <p:spPr>
          <a:xfrm>
            <a:off x="4116669" y="6931238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27578-3ECC-9F41-A0BE-4459F19E5AC8}"/>
              </a:ext>
            </a:extLst>
          </p:cNvPr>
          <p:cNvSpPr txBox="1"/>
          <p:nvPr/>
        </p:nvSpPr>
        <p:spPr>
          <a:xfrm>
            <a:off x="4122931" y="8251936"/>
            <a:ext cx="2048638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Planning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4C25D3-996D-9D41-B073-13E7B5F70C17}"/>
              </a:ext>
            </a:extLst>
          </p:cNvPr>
          <p:cNvSpPr txBox="1"/>
          <p:nvPr/>
        </p:nvSpPr>
        <p:spPr>
          <a:xfrm>
            <a:off x="4116669" y="8929184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64C7FE-794F-E94E-9F66-BA5CA38BCBD5}"/>
              </a:ext>
            </a:extLst>
          </p:cNvPr>
          <p:cNvSpPr txBox="1"/>
          <p:nvPr/>
        </p:nvSpPr>
        <p:spPr>
          <a:xfrm>
            <a:off x="4122931" y="10259640"/>
            <a:ext cx="2387833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Execution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0E9169-61DF-1D46-8B91-8FF4BFDD3DFD}"/>
              </a:ext>
            </a:extLst>
          </p:cNvPr>
          <p:cNvSpPr txBox="1"/>
          <p:nvPr/>
        </p:nvSpPr>
        <p:spPr>
          <a:xfrm>
            <a:off x="4116669" y="10936888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64135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A7A42953-F15A-A342-83EE-3156C33CC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994" y="5611081"/>
            <a:ext cx="5520514" cy="4037387"/>
          </a:xfrm>
          <a:custGeom>
            <a:avLst/>
            <a:gdLst>
              <a:gd name="T0" fmla="*/ 230 w 4430"/>
              <a:gd name="T1" fmla="*/ 0 h 3243"/>
              <a:gd name="T2" fmla="*/ 4199 w 4430"/>
              <a:gd name="T3" fmla="*/ 0 h 3243"/>
              <a:gd name="T4" fmla="*/ 4199 w 4430"/>
              <a:gd name="T5" fmla="*/ 0 h 3243"/>
              <a:gd name="T6" fmla="*/ 4429 w 4430"/>
              <a:gd name="T7" fmla="*/ 230 h 3243"/>
              <a:gd name="T8" fmla="*/ 4429 w 4430"/>
              <a:gd name="T9" fmla="*/ 2199 h 3243"/>
              <a:gd name="T10" fmla="*/ 4429 w 4430"/>
              <a:gd name="T11" fmla="*/ 2199 h 3243"/>
              <a:gd name="T12" fmla="*/ 4199 w 4430"/>
              <a:gd name="T13" fmla="*/ 2429 h 3243"/>
              <a:gd name="T14" fmla="*/ 1458 w 4430"/>
              <a:gd name="T15" fmla="*/ 2429 h 3243"/>
              <a:gd name="T16" fmla="*/ 824 w 4430"/>
              <a:gd name="T17" fmla="*/ 3165 h 3243"/>
              <a:gd name="T18" fmla="*/ 824 w 4430"/>
              <a:gd name="T19" fmla="*/ 3165 h 3243"/>
              <a:gd name="T20" fmla="*/ 617 w 4430"/>
              <a:gd name="T21" fmla="*/ 3079 h 3243"/>
              <a:gd name="T22" fmla="*/ 617 w 4430"/>
              <a:gd name="T23" fmla="*/ 2429 h 3243"/>
              <a:gd name="T24" fmla="*/ 230 w 4430"/>
              <a:gd name="T25" fmla="*/ 2429 h 3243"/>
              <a:gd name="T26" fmla="*/ 230 w 4430"/>
              <a:gd name="T27" fmla="*/ 2429 h 3243"/>
              <a:gd name="T28" fmla="*/ 0 w 4430"/>
              <a:gd name="T29" fmla="*/ 2199 h 3243"/>
              <a:gd name="T30" fmla="*/ 0 w 4430"/>
              <a:gd name="T31" fmla="*/ 230 h 3243"/>
              <a:gd name="T32" fmla="*/ 0 w 4430"/>
              <a:gd name="T33" fmla="*/ 230 h 3243"/>
              <a:gd name="T34" fmla="*/ 230 w 4430"/>
              <a:gd name="T35" fmla="*/ 0 h 3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430" h="3243">
                <a:moveTo>
                  <a:pt x="230" y="0"/>
                </a:moveTo>
                <a:lnTo>
                  <a:pt x="4199" y="0"/>
                </a:lnTo>
                <a:lnTo>
                  <a:pt x="4199" y="0"/>
                </a:lnTo>
                <a:cubicBezTo>
                  <a:pt x="4326" y="0"/>
                  <a:pt x="4429" y="103"/>
                  <a:pt x="4429" y="230"/>
                </a:cubicBezTo>
                <a:lnTo>
                  <a:pt x="4429" y="2199"/>
                </a:lnTo>
                <a:lnTo>
                  <a:pt x="4429" y="2199"/>
                </a:lnTo>
                <a:cubicBezTo>
                  <a:pt x="4429" y="2326"/>
                  <a:pt x="4326" y="2429"/>
                  <a:pt x="4199" y="2429"/>
                </a:cubicBezTo>
                <a:lnTo>
                  <a:pt x="1458" y="2429"/>
                </a:lnTo>
                <a:lnTo>
                  <a:pt x="824" y="3165"/>
                </a:lnTo>
                <a:lnTo>
                  <a:pt x="824" y="3165"/>
                </a:lnTo>
                <a:cubicBezTo>
                  <a:pt x="748" y="3242"/>
                  <a:pt x="617" y="3187"/>
                  <a:pt x="617" y="3079"/>
                </a:cubicBezTo>
                <a:lnTo>
                  <a:pt x="617" y="2429"/>
                </a:lnTo>
                <a:lnTo>
                  <a:pt x="230" y="2429"/>
                </a:lnTo>
                <a:lnTo>
                  <a:pt x="230" y="2429"/>
                </a:lnTo>
                <a:cubicBezTo>
                  <a:pt x="102" y="2429"/>
                  <a:pt x="0" y="2326"/>
                  <a:pt x="0" y="2199"/>
                </a:cubicBezTo>
                <a:lnTo>
                  <a:pt x="0" y="230"/>
                </a:lnTo>
                <a:lnTo>
                  <a:pt x="0" y="230"/>
                </a:lnTo>
                <a:cubicBezTo>
                  <a:pt x="0" y="103"/>
                  <a:pt x="102" y="0"/>
                  <a:pt x="230" y="0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C1D2C446-E514-3742-981B-A1C338043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3978" y="6473491"/>
            <a:ext cx="439444" cy="433952"/>
          </a:xfrm>
          <a:custGeom>
            <a:avLst/>
            <a:gdLst>
              <a:gd name="T0" fmla="*/ 350 w 351"/>
              <a:gd name="T1" fmla="*/ 175 h 350"/>
              <a:gd name="T2" fmla="*/ 350 w 351"/>
              <a:gd name="T3" fmla="*/ 175 h 350"/>
              <a:gd name="T4" fmla="*/ 175 w 351"/>
              <a:gd name="T5" fmla="*/ 349 h 350"/>
              <a:gd name="T6" fmla="*/ 175 w 351"/>
              <a:gd name="T7" fmla="*/ 349 h 350"/>
              <a:gd name="T8" fmla="*/ 0 w 351"/>
              <a:gd name="T9" fmla="*/ 175 h 350"/>
              <a:gd name="T10" fmla="*/ 0 w 351"/>
              <a:gd name="T11" fmla="*/ 175 h 350"/>
              <a:gd name="T12" fmla="*/ 175 w 351"/>
              <a:gd name="T13" fmla="*/ 0 h 350"/>
              <a:gd name="T14" fmla="*/ 175 w 351"/>
              <a:gd name="T15" fmla="*/ 0 h 350"/>
              <a:gd name="T16" fmla="*/ 350 w 351"/>
              <a:gd name="T17" fmla="*/ 175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350">
                <a:moveTo>
                  <a:pt x="350" y="175"/>
                </a:moveTo>
                <a:lnTo>
                  <a:pt x="350" y="175"/>
                </a:lnTo>
                <a:cubicBezTo>
                  <a:pt x="350" y="272"/>
                  <a:pt x="271" y="349"/>
                  <a:pt x="175" y="349"/>
                </a:cubicBezTo>
                <a:lnTo>
                  <a:pt x="175" y="349"/>
                </a:lnTo>
                <a:cubicBezTo>
                  <a:pt x="78" y="349"/>
                  <a:pt x="0" y="272"/>
                  <a:pt x="0" y="175"/>
                </a:cubicBezTo>
                <a:lnTo>
                  <a:pt x="0" y="175"/>
                </a:lnTo>
                <a:cubicBezTo>
                  <a:pt x="0" y="78"/>
                  <a:pt x="78" y="0"/>
                  <a:pt x="175" y="0"/>
                </a:cubicBezTo>
                <a:lnTo>
                  <a:pt x="175" y="0"/>
                </a:lnTo>
                <a:cubicBezTo>
                  <a:pt x="271" y="0"/>
                  <a:pt x="350" y="78"/>
                  <a:pt x="350" y="175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770AB1EA-F571-1940-9E2E-0027C901C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1883" y="6533916"/>
            <a:ext cx="3043148" cy="313102"/>
          </a:xfrm>
          <a:custGeom>
            <a:avLst/>
            <a:gdLst>
              <a:gd name="T0" fmla="*/ 2317 w 2443"/>
              <a:gd name="T1" fmla="*/ 250 h 251"/>
              <a:gd name="T2" fmla="*/ 125 w 2443"/>
              <a:gd name="T3" fmla="*/ 250 h 251"/>
              <a:gd name="T4" fmla="*/ 125 w 2443"/>
              <a:gd name="T5" fmla="*/ 250 h 251"/>
              <a:gd name="T6" fmla="*/ 0 w 2443"/>
              <a:gd name="T7" fmla="*/ 125 h 251"/>
              <a:gd name="T8" fmla="*/ 0 w 2443"/>
              <a:gd name="T9" fmla="*/ 125 h 251"/>
              <a:gd name="T10" fmla="*/ 125 w 2443"/>
              <a:gd name="T11" fmla="*/ 0 h 251"/>
              <a:gd name="T12" fmla="*/ 2317 w 2443"/>
              <a:gd name="T13" fmla="*/ 0 h 251"/>
              <a:gd name="T14" fmla="*/ 2317 w 2443"/>
              <a:gd name="T15" fmla="*/ 0 h 251"/>
              <a:gd name="T16" fmla="*/ 2442 w 2443"/>
              <a:gd name="T17" fmla="*/ 125 h 251"/>
              <a:gd name="T18" fmla="*/ 2442 w 2443"/>
              <a:gd name="T19" fmla="*/ 125 h 251"/>
              <a:gd name="T20" fmla="*/ 2317 w 2443"/>
              <a:gd name="T21" fmla="*/ 250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3" h="251">
                <a:moveTo>
                  <a:pt x="2317" y="250"/>
                </a:moveTo>
                <a:lnTo>
                  <a:pt x="125" y="250"/>
                </a:lnTo>
                <a:lnTo>
                  <a:pt x="125" y="250"/>
                </a:lnTo>
                <a:cubicBezTo>
                  <a:pt x="56" y="250"/>
                  <a:pt x="0" y="194"/>
                  <a:pt x="0" y="125"/>
                </a:cubicBezTo>
                <a:lnTo>
                  <a:pt x="0" y="125"/>
                </a:lnTo>
                <a:cubicBezTo>
                  <a:pt x="0" y="56"/>
                  <a:pt x="56" y="0"/>
                  <a:pt x="125" y="0"/>
                </a:cubicBezTo>
                <a:lnTo>
                  <a:pt x="2317" y="0"/>
                </a:lnTo>
                <a:lnTo>
                  <a:pt x="2317" y="0"/>
                </a:lnTo>
                <a:cubicBezTo>
                  <a:pt x="2386" y="0"/>
                  <a:pt x="2442" y="56"/>
                  <a:pt x="2442" y="125"/>
                </a:cubicBezTo>
                <a:lnTo>
                  <a:pt x="2442" y="125"/>
                </a:lnTo>
                <a:cubicBezTo>
                  <a:pt x="2442" y="194"/>
                  <a:pt x="2386" y="250"/>
                  <a:pt x="2317" y="25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004D15FD-50A3-6446-9689-319237819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3978" y="7407305"/>
            <a:ext cx="3911049" cy="313105"/>
          </a:xfrm>
          <a:custGeom>
            <a:avLst/>
            <a:gdLst>
              <a:gd name="T0" fmla="*/ 3014 w 3140"/>
              <a:gd name="T1" fmla="*/ 250 h 251"/>
              <a:gd name="T2" fmla="*/ 125 w 3140"/>
              <a:gd name="T3" fmla="*/ 250 h 251"/>
              <a:gd name="T4" fmla="*/ 125 w 3140"/>
              <a:gd name="T5" fmla="*/ 250 h 251"/>
              <a:gd name="T6" fmla="*/ 0 w 3140"/>
              <a:gd name="T7" fmla="*/ 125 h 251"/>
              <a:gd name="T8" fmla="*/ 0 w 3140"/>
              <a:gd name="T9" fmla="*/ 125 h 251"/>
              <a:gd name="T10" fmla="*/ 125 w 3140"/>
              <a:gd name="T11" fmla="*/ 0 h 251"/>
              <a:gd name="T12" fmla="*/ 3014 w 3140"/>
              <a:gd name="T13" fmla="*/ 0 h 251"/>
              <a:gd name="T14" fmla="*/ 3014 w 3140"/>
              <a:gd name="T15" fmla="*/ 0 h 251"/>
              <a:gd name="T16" fmla="*/ 3139 w 3140"/>
              <a:gd name="T17" fmla="*/ 125 h 251"/>
              <a:gd name="T18" fmla="*/ 3139 w 3140"/>
              <a:gd name="T19" fmla="*/ 125 h 251"/>
              <a:gd name="T20" fmla="*/ 3014 w 3140"/>
              <a:gd name="T21" fmla="*/ 250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140" h="251">
                <a:moveTo>
                  <a:pt x="3014" y="250"/>
                </a:moveTo>
                <a:lnTo>
                  <a:pt x="125" y="250"/>
                </a:lnTo>
                <a:lnTo>
                  <a:pt x="125" y="250"/>
                </a:lnTo>
                <a:cubicBezTo>
                  <a:pt x="56" y="250"/>
                  <a:pt x="0" y="194"/>
                  <a:pt x="0" y="125"/>
                </a:cubicBezTo>
                <a:lnTo>
                  <a:pt x="0" y="125"/>
                </a:lnTo>
                <a:cubicBezTo>
                  <a:pt x="0" y="57"/>
                  <a:pt x="56" y="0"/>
                  <a:pt x="125" y="0"/>
                </a:cubicBezTo>
                <a:lnTo>
                  <a:pt x="3014" y="0"/>
                </a:lnTo>
                <a:lnTo>
                  <a:pt x="3014" y="0"/>
                </a:lnTo>
                <a:cubicBezTo>
                  <a:pt x="3083" y="0"/>
                  <a:pt x="3139" y="57"/>
                  <a:pt x="3139" y="125"/>
                </a:cubicBezTo>
                <a:lnTo>
                  <a:pt x="3139" y="125"/>
                </a:lnTo>
                <a:cubicBezTo>
                  <a:pt x="3139" y="194"/>
                  <a:pt x="3083" y="250"/>
                  <a:pt x="3014" y="25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6" name="Freeform 75">
            <a:extLst>
              <a:ext uri="{FF2B5EF4-FFF2-40B4-BE49-F238E27FC236}">
                <a16:creationId xmlns:a16="http://schemas.microsoft.com/office/drawing/2014/main" id="{3F81F43C-2001-CC48-8CFD-972B9105C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4508" y="3985143"/>
            <a:ext cx="5218394" cy="1499600"/>
          </a:xfrm>
          <a:custGeom>
            <a:avLst/>
            <a:gdLst>
              <a:gd name="T0" fmla="*/ 3989 w 4190"/>
              <a:gd name="T1" fmla="*/ 0 h 1202"/>
              <a:gd name="T2" fmla="*/ 200 w 4190"/>
              <a:gd name="T3" fmla="*/ 0 h 1202"/>
              <a:gd name="T4" fmla="*/ 200 w 4190"/>
              <a:gd name="T5" fmla="*/ 0 h 1202"/>
              <a:gd name="T6" fmla="*/ 0 w 4190"/>
              <a:gd name="T7" fmla="*/ 200 h 1202"/>
              <a:gd name="T8" fmla="*/ 0 w 4190"/>
              <a:gd name="T9" fmla="*/ 200 h 1202"/>
              <a:gd name="T10" fmla="*/ 200 w 4190"/>
              <a:gd name="T11" fmla="*/ 401 h 1202"/>
              <a:gd name="T12" fmla="*/ 2100 w 4190"/>
              <a:gd name="T13" fmla="*/ 401 h 1202"/>
              <a:gd name="T14" fmla="*/ 2100 w 4190"/>
              <a:gd name="T15" fmla="*/ 401 h 1202"/>
              <a:gd name="T16" fmla="*/ 2280 w 4190"/>
              <a:gd name="T17" fmla="*/ 600 h 1202"/>
              <a:gd name="T18" fmla="*/ 2280 w 4190"/>
              <a:gd name="T19" fmla="*/ 600 h 1202"/>
              <a:gd name="T20" fmla="*/ 2080 w 4190"/>
              <a:gd name="T21" fmla="*/ 801 h 1202"/>
              <a:gd name="T22" fmla="*/ 1794 w 4190"/>
              <a:gd name="T23" fmla="*/ 801 h 1202"/>
              <a:gd name="T24" fmla="*/ 1794 w 4190"/>
              <a:gd name="T25" fmla="*/ 801 h 1202"/>
              <a:gd name="T26" fmla="*/ 1593 w 4190"/>
              <a:gd name="T27" fmla="*/ 1001 h 1202"/>
              <a:gd name="T28" fmla="*/ 1593 w 4190"/>
              <a:gd name="T29" fmla="*/ 1001 h 1202"/>
              <a:gd name="T30" fmla="*/ 1794 w 4190"/>
              <a:gd name="T31" fmla="*/ 1201 h 1202"/>
              <a:gd name="T32" fmla="*/ 3521 w 4190"/>
              <a:gd name="T33" fmla="*/ 1201 h 1202"/>
              <a:gd name="T34" fmla="*/ 3521 w 4190"/>
              <a:gd name="T35" fmla="*/ 1201 h 1202"/>
              <a:gd name="T36" fmla="*/ 3722 w 4190"/>
              <a:gd name="T37" fmla="*/ 1001 h 1202"/>
              <a:gd name="T38" fmla="*/ 3722 w 4190"/>
              <a:gd name="T39" fmla="*/ 1001 h 1202"/>
              <a:gd name="T40" fmla="*/ 3521 w 4190"/>
              <a:gd name="T41" fmla="*/ 801 h 1202"/>
              <a:gd name="T42" fmla="*/ 3162 w 4190"/>
              <a:gd name="T43" fmla="*/ 801 h 1202"/>
              <a:gd name="T44" fmla="*/ 3162 w 4190"/>
              <a:gd name="T45" fmla="*/ 801 h 1202"/>
              <a:gd name="T46" fmla="*/ 2962 w 4190"/>
              <a:gd name="T47" fmla="*/ 600 h 1202"/>
              <a:gd name="T48" fmla="*/ 2962 w 4190"/>
              <a:gd name="T49" fmla="*/ 600 h 1202"/>
              <a:gd name="T50" fmla="*/ 3141 w 4190"/>
              <a:gd name="T51" fmla="*/ 401 h 1202"/>
              <a:gd name="T52" fmla="*/ 3989 w 4190"/>
              <a:gd name="T53" fmla="*/ 401 h 1202"/>
              <a:gd name="T54" fmla="*/ 3989 w 4190"/>
              <a:gd name="T55" fmla="*/ 401 h 1202"/>
              <a:gd name="T56" fmla="*/ 4189 w 4190"/>
              <a:gd name="T57" fmla="*/ 200 h 1202"/>
              <a:gd name="T58" fmla="*/ 4189 w 4190"/>
              <a:gd name="T59" fmla="*/ 200 h 1202"/>
              <a:gd name="T60" fmla="*/ 3989 w 4190"/>
              <a:gd name="T61" fmla="*/ 0 h 1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4190" h="1202">
                <a:moveTo>
                  <a:pt x="3989" y="0"/>
                </a:moveTo>
                <a:lnTo>
                  <a:pt x="200" y="0"/>
                </a:lnTo>
                <a:lnTo>
                  <a:pt x="200" y="0"/>
                </a:lnTo>
                <a:cubicBezTo>
                  <a:pt x="89" y="0"/>
                  <a:pt x="0" y="90"/>
                  <a:pt x="0" y="200"/>
                </a:cubicBezTo>
                <a:lnTo>
                  <a:pt x="0" y="200"/>
                </a:lnTo>
                <a:cubicBezTo>
                  <a:pt x="0" y="311"/>
                  <a:pt x="89" y="401"/>
                  <a:pt x="200" y="401"/>
                </a:cubicBezTo>
                <a:lnTo>
                  <a:pt x="2100" y="401"/>
                </a:lnTo>
                <a:lnTo>
                  <a:pt x="2100" y="401"/>
                </a:lnTo>
                <a:cubicBezTo>
                  <a:pt x="2202" y="411"/>
                  <a:pt x="2280" y="496"/>
                  <a:pt x="2280" y="600"/>
                </a:cubicBezTo>
                <a:lnTo>
                  <a:pt x="2280" y="600"/>
                </a:lnTo>
                <a:cubicBezTo>
                  <a:pt x="2280" y="711"/>
                  <a:pt x="2191" y="801"/>
                  <a:pt x="2080" y="801"/>
                </a:cubicBezTo>
                <a:lnTo>
                  <a:pt x="1794" y="801"/>
                </a:lnTo>
                <a:lnTo>
                  <a:pt x="1794" y="801"/>
                </a:lnTo>
                <a:cubicBezTo>
                  <a:pt x="1683" y="801"/>
                  <a:pt x="1593" y="890"/>
                  <a:pt x="1593" y="1001"/>
                </a:cubicBezTo>
                <a:lnTo>
                  <a:pt x="1593" y="1001"/>
                </a:lnTo>
                <a:cubicBezTo>
                  <a:pt x="1593" y="1112"/>
                  <a:pt x="1683" y="1201"/>
                  <a:pt x="1794" y="1201"/>
                </a:cubicBezTo>
                <a:lnTo>
                  <a:pt x="3521" y="1201"/>
                </a:lnTo>
                <a:lnTo>
                  <a:pt x="3521" y="1201"/>
                </a:lnTo>
                <a:cubicBezTo>
                  <a:pt x="3632" y="1201"/>
                  <a:pt x="3722" y="1112"/>
                  <a:pt x="3722" y="1001"/>
                </a:cubicBezTo>
                <a:lnTo>
                  <a:pt x="3722" y="1001"/>
                </a:lnTo>
                <a:cubicBezTo>
                  <a:pt x="3722" y="890"/>
                  <a:pt x="3632" y="801"/>
                  <a:pt x="3521" y="801"/>
                </a:cubicBezTo>
                <a:lnTo>
                  <a:pt x="3162" y="801"/>
                </a:lnTo>
                <a:lnTo>
                  <a:pt x="3162" y="801"/>
                </a:lnTo>
                <a:cubicBezTo>
                  <a:pt x="3051" y="801"/>
                  <a:pt x="2962" y="711"/>
                  <a:pt x="2962" y="600"/>
                </a:cubicBezTo>
                <a:lnTo>
                  <a:pt x="2962" y="600"/>
                </a:lnTo>
                <a:cubicBezTo>
                  <a:pt x="2962" y="496"/>
                  <a:pt x="3040" y="411"/>
                  <a:pt x="3141" y="401"/>
                </a:cubicBezTo>
                <a:lnTo>
                  <a:pt x="3989" y="401"/>
                </a:lnTo>
                <a:lnTo>
                  <a:pt x="3989" y="401"/>
                </a:lnTo>
                <a:cubicBezTo>
                  <a:pt x="4100" y="401"/>
                  <a:pt x="4189" y="311"/>
                  <a:pt x="4189" y="200"/>
                </a:cubicBezTo>
                <a:lnTo>
                  <a:pt x="4189" y="200"/>
                </a:lnTo>
                <a:cubicBezTo>
                  <a:pt x="4189" y="90"/>
                  <a:pt x="4100" y="0"/>
                  <a:pt x="3989" y="0"/>
                </a:cubicBezTo>
              </a:path>
            </a:pathLst>
          </a:custGeom>
          <a:solidFill>
            <a:srgbClr val="F9FB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7" name="Freeform 76">
            <a:extLst>
              <a:ext uri="{FF2B5EF4-FFF2-40B4-BE49-F238E27FC236}">
                <a16:creationId xmlns:a16="http://schemas.microsoft.com/office/drawing/2014/main" id="{042CE96F-E268-F645-9308-E605B00BF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0366" y="4232328"/>
            <a:ext cx="5130506" cy="5130505"/>
          </a:xfrm>
          <a:custGeom>
            <a:avLst/>
            <a:gdLst>
              <a:gd name="T0" fmla="*/ 4119 w 4120"/>
              <a:gd name="T1" fmla="*/ 2060 h 4120"/>
              <a:gd name="T2" fmla="*/ 4119 w 4120"/>
              <a:gd name="T3" fmla="*/ 2060 h 4120"/>
              <a:gd name="T4" fmla="*/ 2059 w 4120"/>
              <a:gd name="T5" fmla="*/ 4119 h 4120"/>
              <a:gd name="T6" fmla="*/ 2059 w 4120"/>
              <a:gd name="T7" fmla="*/ 4119 h 4120"/>
              <a:gd name="T8" fmla="*/ 0 w 4120"/>
              <a:gd name="T9" fmla="*/ 2060 h 4120"/>
              <a:gd name="T10" fmla="*/ 0 w 4120"/>
              <a:gd name="T11" fmla="*/ 2060 h 4120"/>
              <a:gd name="T12" fmla="*/ 2059 w 4120"/>
              <a:gd name="T13" fmla="*/ 0 h 4120"/>
              <a:gd name="T14" fmla="*/ 2059 w 4120"/>
              <a:gd name="T15" fmla="*/ 0 h 4120"/>
              <a:gd name="T16" fmla="*/ 4119 w 4120"/>
              <a:gd name="T17" fmla="*/ 2060 h 4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20" h="4120">
                <a:moveTo>
                  <a:pt x="4119" y="2060"/>
                </a:moveTo>
                <a:lnTo>
                  <a:pt x="4119" y="2060"/>
                </a:lnTo>
                <a:cubicBezTo>
                  <a:pt x="4119" y="3196"/>
                  <a:pt x="3196" y="4119"/>
                  <a:pt x="2059" y="4119"/>
                </a:cubicBezTo>
                <a:lnTo>
                  <a:pt x="2059" y="4119"/>
                </a:lnTo>
                <a:cubicBezTo>
                  <a:pt x="921" y="4119"/>
                  <a:pt x="0" y="3196"/>
                  <a:pt x="0" y="2060"/>
                </a:cubicBezTo>
                <a:lnTo>
                  <a:pt x="0" y="2060"/>
                </a:lnTo>
                <a:cubicBezTo>
                  <a:pt x="0" y="922"/>
                  <a:pt x="921" y="0"/>
                  <a:pt x="2059" y="0"/>
                </a:cubicBezTo>
                <a:lnTo>
                  <a:pt x="2059" y="0"/>
                </a:lnTo>
                <a:cubicBezTo>
                  <a:pt x="3196" y="0"/>
                  <a:pt x="4119" y="922"/>
                  <a:pt x="4119" y="2060"/>
                </a:cubicBezTo>
              </a:path>
            </a:pathLst>
          </a:custGeom>
          <a:noFill/>
          <a:ln w="63500" cap="flat">
            <a:solidFill>
              <a:srgbClr val="EFF6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8" name="Freeform 77">
            <a:extLst>
              <a:ext uri="{FF2B5EF4-FFF2-40B4-BE49-F238E27FC236}">
                <a16:creationId xmlns:a16="http://schemas.microsoft.com/office/drawing/2014/main" id="{90652E5D-7285-2743-A426-1D6717650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023" y="11999495"/>
            <a:ext cx="9799595" cy="648179"/>
          </a:xfrm>
          <a:custGeom>
            <a:avLst/>
            <a:gdLst>
              <a:gd name="T0" fmla="*/ 7864 w 7865"/>
              <a:gd name="T1" fmla="*/ 259 h 519"/>
              <a:gd name="T2" fmla="*/ 7864 w 7865"/>
              <a:gd name="T3" fmla="*/ 259 h 519"/>
              <a:gd name="T4" fmla="*/ 3932 w 7865"/>
              <a:gd name="T5" fmla="*/ 518 h 519"/>
              <a:gd name="T6" fmla="*/ 3932 w 7865"/>
              <a:gd name="T7" fmla="*/ 518 h 519"/>
              <a:gd name="T8" fmla="*/ 0 w 7865"/>
              <a:gd name="T9" fmla="*/ 259 h 519"/>
              <a:gd name="T10" fmla="*/ 0 w 7865"/>
              <a:gd name="T11" fmla="*/ 259 h 519"/>
              <a:gd name="T12" fmla="*/ 3932 w 7865"/>
              <a:gd name="T13" fmla="*/ 0 h 519"/>
              <a:gd name="T14" fmla="*/ 3932 w 7865"/>
              <a:gd name="T15" fmla="*/ 0 h 519"/>
              <a:gd name="T16" fmla="*/ 7864 w 7865"/>
              <a:gd name="T17" fmla="*/ 259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865" h="519">
                <a:moveTo>
                  <a:pt x="7864" y="259"/>
                </a:moveTo>
                <a:lnTo>
                  <a:pt x="7864" y="259"/>
                </a:lnTo>
                <a:cubicBezTo>
                  <a:pt x="7864" y="402"/>
                  <a:pt x="6103" y="518"/>
                  <a:pt x="3932" y="518"/>
                </a:cubicBezTo>
                <a:lnTo>
                  <a:pt x="3932" y="518"/>
                </a:lnTo>
                <a:cubicBezTo>
                  <a:pt x="1761" y="518"/>
                  <a:pt x="0" y="402"/>
                  <a:pt x="0" y="259"/>
                </a:cubicBezTo>
                <a:lnTo>
                  <a:pt x="0" y="259"/>
                </a:lnTo>
                <a:cubicBezTo>
                  <a:pt x="0" y="116"/>
                  <a:pt x="1761" y="0"/>
                  <a:pt x="3932" y="0"/>
                </a:cubicBezTo>
                <a:lnTo>
                  <a:pt x="3932" y="0"/>
                </a:lnTo>
                <a:cubicBezTo>
                  <a:pt x="6103" y="0"/>
                  <a:pt x="7864" y="116"/>
                  <a:pt x="7864" y="259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78">
            <a:extLst>
              <a:ext uri="{FF2B5EF4-FFF2-40B4-BE49-F238E27FC236}">
                <a16:creationId xmlns:a16="http://schemas.microsoft.com/office/drawing/2014/main" id="{827EC2E6-88E1-E147-AB18-BEE331368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87302" y="4918957"/>
            <a:ext cx="3592453" cy="1032693"/>
          </a:xfrm>
          <a:custGeom>
            <a:avLst/>
            <a:gdLst>
              <a:gd name="T0" fmla="*/ 2744 w 2883"/>
              <a:gd name="T1" fmla="*/ 552 h 829"/>
              <a:gd name="T2" fmla="*/ 1449 w 2883"/>
              <a:gd name="T3" fmla="*/ 552 h 829"/>
              <a:gd name="T4" fmla="*/ 1449 w 2883"/>
              <a:gd name="T5" fmla="*/ 552 h 829"/>
              <a:gd name="T6" fmla="*/ 1313 w 2883"/>
              <a:gd name="T7" fmla="*/ 414 h 829"/>
              <a:gd name="T8" fmla="*/ 1313 w 2883"/>
              <a:gd name="T9" fmla="*/ 414 h 829"/>
              <a:gd name="T10" fmla="*/ 1451 w 2883"/>
              <a:gd name="T11" fmla="*/ 276 h 829"/>
              <a:gd name="T12" fmla="*/ 1648 w 2883"/>
              <a:gd name="T13" fmla="*/ 276 h 829"/>
              <a:gd name="T14" fmla="*/ 1648 w 2883"/>
              <a:gd name="T15" fmla="*/ 276 h 829"/>
              <a:gd name="T16" fmla="*/ 1786 w 2883"/>
              <a:gd name="T17" fmla="*/ 139 h 829"/>
              <a:gd name="T18" fmla="*/ 1786 w 2883"/>
              <a:gd name="T19" fmla="*/ 139 h 829"/>
              <a:gd name="T20" fmla="*/ 1648 w 2883"/>
              <a:gd name="T21" fmla="*/ 0 h 829"/>
              <a:gd name="T22" fmla="*/ 460 w 2883"/>
              <a:gd name="T23" fmla="*/ 0 h 829"/>
              <a:gd name="T24" fmla="*/ 460 w 2883"/>
              <a:gd name="T25" fmla="*/ 0 h 829"/>
              <a:gd name="T26" fmla="*/ 322 w 2883"/>
              <a:gd name="T27" fmla="*/ 139 h 829"/>
              <a:gd name="T28" fmla="*/ 322 w 2883"/>
              <a:gd name="T29" fmla="*/ 139 h 829"/>
              <a:gd name="T30" fmla="*/ 460 w 2883"/>
              <a:gd name="T31" fmla="*/ 276 h 829"/>
              <a:gd name="T32" fmla="*/ 698 w 2883"/>
              <a:gd name="T33" fmla="*/ 276 h 829"/>
              <a:gd name="T34" fmla="*/ 707 w 2883"/>
              <a:gd name="T35" fmla="*/ 276 h 829"/>
              <a:gd name="T36" fmla="*/ 707 w 2883"/>
              <a:gd name="T37" fmla="*/ 276 h 829"/>
              <a:gd name="T38" fmla="*/ 844 w 2883"/>
              <a:gd name="T39" fmla="*/ 414 h 829"/>
              <a:gd name="T40" fmla="*/ 844 w 2883"/>
              <a:gd name="T41" fmla="*/ 414 h 829"/>
              <a:gd name="T42" fmla="*/ 709 w 2883"/>
              <a:gd name="T43" fmla="*/ 552 h 829"/>
              <a:gd name="T44" fmla="*/ 138 w 2883"/>
              <a:gd name="T45" fmla="*/ 552 h 829"/>
              <a:gd name="T46" fmla="*/ 138 w 2883"/>
              <a:gd name="T47" fmla="*/ 552 h 829"/>
              <a:gd name="T48" fmla="*/ 0 w 2883"/>
              <a:gd name="T49" fmla="*/ 690 h 829"/>
              <a:gd name="T50" fmla="*/ 0 w 2883"/>
              <a:gd name="T51" fmla="*/ 690 h 829"/>
              <a:gd name="T52" fmla="*/ 138 w 2883"/>
              <a:gd name="T53" fmla="*/ 828 h 829"/>
              <a:gd name="T54" fmla="*/ 2744 w 2883"/>
              <a:gd name="T55" fmla="*/ 828 h 829"/>
              <a:gd name="T56" fmla="*/ 2744 w 2883"/>
              <a:gd name="T57" fmla="*/ 828 h 829"/>
              <a:gd name="T58" fmla="*/ 2882 w 2883"/>
              <a:gd name="T59" fmla="*/ 690 h 829"/>
              <a:gd name="T60" fmla="*/ 2882 w 2883"/>
              <a:gd name="T61" fmla="*/ 690 h 829"/>
              <a:gd name="T62" fmla="*/ 2744 w 2883"/>
              <a:gd name="T63" fmla="*/ 552 h 8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883" h="829">
                <a:moveTo>
                  <a:pt x="2744" y="552"/>
                </a:moveTo>
                <a:lnTo>
                  <a:pt x="1449" y="552"/>
                </a:lnTo>
                <a:lnTo>
                  <a:pt x="1449" y="552"/>
                </a:lnTo>
                <a:cubicBezTo>
                  <a:pt x="1374" y="551"/>
                  <a:pt x="1313" y="490"/>
                  <a:pt x="1313" y="414"/>
                </a:cubicBezTo>
                <a:lnTo>
                  <a:pt x="1313" y="414"/>
                </a:lnTo>
                <a:cubicBezTo>
                  <a:pt x="1313" y="338"/>
                  <a:pt x="1375" y="276"/>
                  <a:pt x="1451" y="276"/>
                </a:cubicBezTo>
                <a:lnTo>
                  <a:pt x="1648" y="276"/>
                </a:lnTo>
                <a:lnTo>
                  <a:pt x="1648" y="276"/>
                </a:lnTo>
                <a:cubicBezTo>
                  <a:pt x="1724" y="276"/>
                  <a:pt x="1786" y="215"/>
                  <a:pt x="1786" y="139"/>
                </a:cubicBezTo>
                <a:lnTo>
                  <a:pt x="1786" y="139"/>
                </a:lnTo>
                <a:cubicBezTo>
                  <a:pt x="1786" y="62"/>
                  <a:pt x="1724" y="0"/>
                  <a:pt x="1648" y="0"/>
                </a:cubicBezTo>
                <a:lnTo>
                  <a:pt x="460" y="0"/>
                </a:lnTo>
                <a:lnTo>
                  <a:pt x="460" y="0"/>
                </a:lnTo>
                <a:cubicBezTo>
                  <a:pt x="383" y="0"/>
                  <a:pt x="322" y="62"/>
                  <a:pt x="322" y="139"/>
                </a:cubicBezTo>
                <a:lnTo>
                  <a:pt x="322" y="139"/>
                </a:lnTo>
                <a:cubicBezTo>
                  <a:pt x="322" y="215"/>
                  <a:pt x="383" y="276"/>
                  <a:pt x="460" y="276"/>
                </a:cubicBezTo>
                <a:lnTo>
                  <a:pt x="698" y="276"/>
                </a:lnTo>
                <a:lnTo>
                  <a:pt x="707" y="276"/>
                </a:lnTo>
                <a:lnTo>
                  <a:pt x="707" y="276"/>
                </a:lnTo>
                <a:cubicBezTo>
                  <a:pt x="783" y="276"/>
                  <a:pt x="844" y="338"/>
                  <a:pt x="844" y="414"/>
                </a:cubicBezTo>
                <a:lnTo>
                  <a:pt x="844" y="414"/>
                </a:lnTo>
                <a:cubicBezTo>
                  <a:pt x="844" y="490"/>
                  <a:pt x="784" y="551"/>
                  <a:pt x="709" y="552"/>
                </a:cubicBezTo>
                <a:lnTo>
                  <a:pt x="138" y="552"/>
                </a:lnTo>
                <a:lnTo>
                  <a:pt x="138" y="552"/>
                </a:lnTo>
                <a:cubicBezTo>
                  <a:pt x="61" y="552"/>
                  <a:pt x="0" y="614"/>
                  <a:pt x="0" y="690"/>
                </a:cubicBezTo>
                <a:lnTo>
                  <a:pt x="0" y="690"/>
                </a:lnTo>
                <a:cubicBezTo>
                  <a:pt x="0" y="766"/>
                  <a:pt x="61" y="828"/>
                  <a:pt x="138" y="828"/>
                </a:cubicBezTo>
                <a:lnTo>
                  <a:pt x="2744" y="828"/>
                </a:lnTo>
                <a:lnTo>
                  <a:pt x="2744" y="828"/>
                </a:lnTo>
                <a:cubicBezTo>
                  <a:pt x="2820" y="828"/>
                  <a:pt x="2882" y="766"/>
                  <a:pt x="2882" y="690"/>
                </a:cubicBezTo>
                <a:lnTo>
                  <a:pt x="2882" y="690"/>
                </a:lnTo>
                <a:cubicBezTo>
                  <a:pt x="2882" y="614"/>
                  <a:pt x="2820" y="552"/>
                  <a:pt x="2744" y="552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80">
            <a:extLst>
              <a:ext uri="{FF2B5EF4-FFF2-40B4-BE49-F238E27FC236}">
                <a16:creationId xmlns:a16="http://schemas.microsoft.com/office/drawing/2014/main" id="{BFF54423-CC4B-F645-AA49-8018CE18D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460" y="6830537"/>
            <a:ext cx="5520510" cy="4037387"/>
          </a:xfrm>
          <a:custGeom>
            <a:avLst/>
            <a:gdLst>
              <a:gd name="T0" fmla="*/ 4200 w 4431"/>
              <a:gd name="T1" fmla="*/ 0 h 3242"/>
              <a:gd name="T2" fmla="*/ 230 w 4431"/>
              <a:gd name="T3" fmla="*/ 0 h 3242"/>
              <a:gd name="T4" fmla="*/ 230 w 4431"/>
              <a:gd name="T5" fmla="*/ 0 h 3242"/>
              <a:gd name="T6" fmla="*/ 0 w 4431"/>
              <a:gd name="T7" fmla="*/ 229 h 3242"/>
              <a:gd name="T8" fmla="*/ 0 w 4431"/>
              <a:gd name="T9" fmla="*/ 2199 h 3242"/>
              <a:gd name="T10" fmla="*/ 0 w 4431"/>
              <a:gd name="T11" fmla="*/ 2199 h 3242"/>
              <a:gd name="T12" fmla="*/ 230 w 4431"/>
              <a:gd name="T13" fmla="*/ 2429 h 3242"/>
              <a:gd name="T14" fmla="*/ 2971 w 4431"/>
              <a:gd name="T15" fmla="*/ 2429 h 3242"/>
              <a:gd name="T16" fmla="*/ 3605 w 4431"/>
              <a:gd name="T17" fmla="*/ 3165 h 3242"/>
              <a:gd name="T18" fmla="*/ 3605 w 4431"/>
              <a:gd name="T19" fmla="*/ 3165 h 3242"/>
              <a:gd name="T20" fmla="*/ 3812 w 4431"/>
              <a:gd name="T21" fmla="*/ 3079 h 3242"/>
              <a:gd name="T22" fmla="*/ 3812 w 4431"/>
              <a:gd name="T23" fmla="*/ 2429 h 3242"/>
              <a:gd name="T24" fmla="*/ 4200 w 4431"/>
              <a:gd name="T25" fmla="*/ 2429 h 3242"/>
              <a:gd name="T26" fmla="*/ 4200 w 4431"/>
              <a:gd name="T27" fmla="*/ 2429 h 3242"/>
              <a:gd name="T28" fmla="*/ 4430 w 4431"/>
              <a:gd name="T29" fmla="*/ 2199 h 3242"/>
              <a:gd name="T30" fmla="*/ 4430 w 4431"/>
              <a:gd name="T31" fmla="*/ 229 h 3242"/>
              <a:gd name="T32" fmla="*/ 4430 w 4431"/>
              <a:gd name="T33" fmla="*/ 229 h 3242"/>
              <a:gd name="T34" fmla="*/ 4200 w 4431"/>
              <a:gd name="T35" fmla="*/ 0 h 3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431" h="3242">
                <a:moveTo>
                  <a:pt x="4200" y="0"/>
                </a:moveTo>
                <a:lnTo>
                  <a:pt x="230" y="0"/>
                </a:lnTo>
                <a:lnTo>
                  <a:pt x="230" y="0"/>
                </a:lnTo>
                <a:cubicBezTo>
                  <a:pt x="103" y="0"/>
                  <a:pt x="0" y="102"/>
                  <a:pt x="0" y="229"/>
                </a:cubicBezTo>
                <a:lnTo>
                  <a:pt x="0" y="2199"/>
                </a:lnTo>
                <a:lnTo>
                  <a:pt x="0" y="2199"/>
                </a:lnTo>
                <a:cubicBezTo>
                  <a:pt x="0" y="2326"/>
                  <a:pt x="103" y="2429"/>
                  <a:pt x="230" y="2429"/>
                </a:cubicBezTo>
                <a:lnTo>
                  <a:pt x="2971" y="2429"/>
                </a:lnTo>
                <a:lnTo>
                  <a:pt x="3605" y="3165"/>
                </a:lnTo>
                <a:lnTo>
                  <a:pt x="3605" y="3165"/>
                </a:lnTo>
                <a:cubicBezTo>
                  <a:pt x="3682" y="3241"/>
                  <a:pt x="3812" y="3187"/>
                  <a:pt x="3812" y="3079"/>
                </a:cubicBezTo>
                <a:lnTo>
                  <a:pt x="3812" y="2429"/>
                </a:lnTo>
                <a:lnTo>
                  <a:pt x="4200" y="2429"/>
                </a:lnTo>
                <a:lnTo>
                  <a:pt x="4200" y="2429"/>
                </a:lnTo>
                <a:cubicBezTo>
                  <a:pt x="4327" y="2429"/>
                  <a:pt x="4430" y="2326"/>
                  <a:pt x="4430" y="2199"/>
                </a:cubicBezTo>
                <a:lnTo>
                  <a:pt x="4430" y="229"/>
                </a:lnTo>
                <a:lnTo>
                  <a:pt x="4430" y="229"/>
                </a:lnTo>
                <a:cubicBezTo>
                  <a:pt x="4430" y="102"/>
                  <a:pt x="4327" y="0"/>
                  <a:pt x="4200" y="0"/>
                </a:cubicBezTo>
              </a:path>
            </a:pathLst>
          </a:custGeom>
          <a:solidFill>
            <a:schemeClr val="bg1"/>
          </a:solidFill>
          <a:ln w="38100" cap="flat">
            <a:solidFill>
              <a:srgbClr val="EFF6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81">
            <a:extLst>
              <a:ext uri="{FF2B5EF4-FFF2-40B4-BE49-F238E27FC236}">
                <a16:creationId xmlns:a16="http://schemas.microsoft.com/office/drawing/2014/main" id="{8FCC0BE8-F0CA-FD4D-9E5F-00BCDF70D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4442" y="7692944"/>
            <a:ext cx="439444" cy="439444"/>
          </a:xfrm>
          <a:custGeom>
            <a:avLst/>
            <a:gdLst>
              <a:gd name="T0" fmla="*/ 350 w 351"/>
              <a:gd name="T1" fmla="*/ 175 h 351"/>
              <a:gd name="T2" fmla="*/ 350 w 351"/>
              <a:gd name="T3" fmla="*/ 175 h 351"/>
              <a:gd name="T4" fmla="*/ 175 w 351"/>
              <a:gd name="T5" fmla="*/ 350 h 351"/>
              <a:gd name="T6" fmla="*/ 175 w 351"/>
              <a:gd name="T7" fmla="*/ 350 h 351"/>
              <a:gd name="T8" fmla="*/ 0 w 351"/>
              <a:gd name="T9" fmla="*/ 175 h 351"/>
              <a:gd name="T10" fmla="*/ 0 w 351"/>
              <a:gd name="T11" fmla="*/ 175 h 351"/>
              <a:gd name="T12" fmla="*/ 175 w 351"/>
              <a:gd name="T13" fmla="*/ 0 h 351"/>
              <a:gd name="T14" fmla="*/ 175 w 351"/>
              <a:gd name="T15" fmla="*/ 0 h 351"/>
              <a:gd name="T16" fmla="*/ 350 w 351"/>
              <a:gd name="T17" fmla="*/ 175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351">
                <a:moveTo>
                  <a:pt x="350" y="175"/>
                </a:moveTo>
                <a:lnTo>
                  <a:pt x="350" y="175"/>
                </a:lnTo>
                <a:cubicBezTo>
                  <a:pt x="350" y="272"/>
                  <a:pt x="272" y="350"/>
                  <a:pt x="175" y="350"/>
                </a:cubicBezTo>
                <a:lnTo>
                  <a:pt x="175" y="350"/>
                </a:lnTo>
                <a:cubicBezTo>
                  <a:pt x="79" y="350"/>
                  <a:pt x="0" y="272"/>
                  <a:pt x="0" y="175"/>
                </a:cubicBezTo>
                <a:lnTo>
                  <a:pt x="0" y="175"/>
                </a:lnTo>
                <a:cubicBezTo>
                  <a:pt x="0" y="79"/>
                  <a:pt x="79" y="0"/>
                  <a:pt x="175" y="0"/>
                </a:cubicBezTo>
                <a:lnTo>
                  <a:pt x="175" y="0"/>
                </a:lnTo>
                <a:cubicBezTo>
                  <a:pt x="272" y="0"/>
                  <a:pt x="350" y="79"/>
                  <a:pt x="350" y="175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9544C3EF-6D2F-4D47-B89D-14AEB917E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2346" y="7753372"/>
            <a:ext cx="3043148" cy="313102"/>
          </a:xfrm>
          <a:custGeom>
            <a:avLst/>
            <a:gdLst>
              <a:gd name="T0" fmla="*/ 2316 w 2443"/>
              <a:gd name="T1" fmla="*/ 250 h 251"/>
              <a:gd name="T2" fmla="*/ 124 w 2443"/>
              <a:gd name="T3" fmla="*/ 250 h 251"/>
              <a:gd name="T4" fmla="*/ 124 w 2443"/>
              <a:gd name="T5" fmla="*/ 250 h 251"/>
              <a:gd name="T6" fmla="*/ 0 w 2443"/>
              <a:gd name="T7" fmla="*/ 125 h 251"/>
              <a:gd name="T8" fmla="*/ 0 w 2443"/>
              <a:gd name="T9" fmla="*/ 125 h 251"/>
              <a:gd name="T10" fmla="*/ 124 w 2443"/>
              <a:gd name="T11" fmla="*/ 0 h 251"/>
              <a:gd name="T12" fmla="*/ 2316 w 2443"/>
              <a:gd name="T13" fmla="*/ 0 h 251"/>
              <a:gd name="T14" fmla="*/ 2316 w 2443"/>
              <a:gd name="T15" fmla="*/ 0 h 251"/>
              <a:gd name="T16" fmla="*/ 2442 w 2443"/>
              <a:gd name="T17" fmla="*/ 125 h 251"/>
              <a:gd name="T18" fmla="*/ 2442 w 2443"/>
              <a:gd name="T19" fmla="*/ 125 h 251"/>
              <a:gd name="T20" fmla="*/ 2316 w 2443"/>
              <a:gd name="T21" fmla="*/ 250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3" h="251">
                <a:moveTo>
                  <a:pt x="2316" y="250"/>
                </a:moveTo>
                <a:lnTo>
                  <a:pt x="124" y="250"/>
                </a:lnTo>
                <a:lnTo>
                  <a:pt x="124" y="250"/>
                </a:lnTo>
                <a:cubicBezTo>
                  <a:pt x="55" y="250"/>
                  <a:pt x="0" y="194"/>
                  <a:pt x="0" y="125"/>
                </a:cubicBezTo>
                <a:lnTo>
                  <a:pt x="0" y="125"/>
                </a:lnTo>
                <a:cubicBezTo>
                  <a:pt x="0" y="56"/>
                  <a:pt x="55" y="0"/>
                  <a:pt x="124" y="0"/>
                </a:cubicBezTo>
                <a:lnTo>
                  <a:pt x="2316" y="0"/>
                </a:lnTo>
                <a:lnTo>
                  <a:pt x="2316" y="0"/>
                </a:lnTo>
                <a:cubicBezTo>
                  <a:pt x="2386" y="0"/>
                  <a:pt x="2442" y="56"/>
                  <a:pt x="2442" y="125"/>
                </a:cubicBezTo>
                <a:lnTo>
                  <a:pt x="2442" y="125"/>
                </a:lnTo>
                <a:cubicBezTo>
                  <a:pt x="2442" y="194"/>
                  <a:pt x="2386" y="250"/>
                  <a:pt x="2316" y="250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83">
            <a:extLst>
              <a:ext uri="{FF2B5EF4-FFF2-40B4-BE49-F238E27FC236}">
                <a16:creationId xmlns:a16="http://schemas.microsoft.com/office/drawing/2014/main" id="{792E9F7C-FD5E-B346-8CE6-CAD834590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4442" y="8626761"/>
            <a:ext cx="3911049" cy="313105"/>
          </a:xfrm>
          <a:custGeom>
            <a:avLst/>
            <a:gdLst>
              <a:gd name="T0" fmla="*/ 3014 w 3141"/>
              <a:gd name="T1" fmla="*/ 250 h 251"/>
              <a:gd name="T2" fmla="*/ 125 w 3141"/>
              <a:gd name="T3" fmla="*/ 250 h 251"/>
              <a:gd name="T4" fmla="*/ 125 w 3141"/>
              <a:gd name="T5" fmla="*/ 250 h 251"/>
              <a:gd name="T6" fmla="*/ 0 w 3141"/>
              <a:gd name="T7" fmla="*/ 125 h 251"/>
              <a:gd name="T8" fmla="*/ 0 w 3141"/>
              <a:gd name="T9" fmla="*/ 125 h 251"/>
              <a:gd name="T10" fmla="*/ 125 w 3141"/>
              <a:gd name="T11" fmla="*/ 0 h 251"/>
              <a:gd name="T12" fmla="*/ 3014 w 3141"/>
              <a:gd name="T13" fmla="*/ 0 h 251"/>
              <a:gd name="T14" fmla="*/ 3014 w 3141"/>
              <a:gd name="T15" fmla="*/ 0 h 251"/>
              <a:gd name="T16" fmla="*/ 3140 w 3141"/>
              <a:gd name="T17" fmla="*/ 125 h 251"/>
              <a:gd name="T18" fmla="*/ 3140 w 3141"/>
              <a:gd name="T19" fmla="*/ 125 h 251"/>
              <a:gd name="T20" fmla="*/ 3014 w 3141"/>
              <a:gd name="T21" fmla="*/ 250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141" h="251">
                <a:moveTo>
                  <a:pt x="3014" y="250"/>
                </a:moveTo>
                <a:lnTo>
                  <a:pt x="125" y="250"/>
                </a:lnTo>
                <a:lnTo>
                  <a:pt x="125" y="250"/>
                </a:lnTo>
                <a:cubicBezTo>
                  <a:pt x="56" y="250"/>
                  <a:pt x="0" y="194"/>
                  <a:pt x="0" y="125"/>
                </a:cubicBezTo>
                <a:lnTo>
                  <a:pt x="0" y="125"/>
                </a:lnTo>
                <a:cubicBezTo>
                  <a:pt x="0" y="56"/>
                  <a:pt x="56" y="0"/>
                  <a:pt x="125" y="0"/>
                </a:cubicBezTo>
                <a:lnTo>
                  <a:pt x="3014" y="0"/>
                </a:lnTo>
                <a:lnTo>
                  <a:pt x="3014" y="0"/>
                </a:lnTo>
                <a:cubicBezTo>
                  <a:pt x="3084" y="0"/>
                  <a:pt x="3140" y="56"/>
                  <a:pt x="3140" y="125"/>
                </a:cubicBezTo>
                <a:lnTo>
                  <a:pt x="3140" y="125"/>
                </a:lnTo>
                <a:cubicBezTo>
                  <a:pt x="3140" y="194"/>
                  <a:pt x="3084" y="250"/>
                  <a:pt x="3014" y="250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84">
            <a:extLst>
              <a:ext uri="{FF2B5EF4-FFF2-40B4-BE49-F238E27FC236}">
                <a16:creationId xmlns:a16="http://schemas.microsoft.com/office/drawing/2014/main" id="{C8FF6A15-C75B-EC4A-A849-44DFB42E8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90543" y="5341923"/>
            <a:ext cx="1065651" cy="1005229"/>
          </a:xfrm>
          <a:custGeom>
            <a:avLst/>
            <a:gdLst>
              <a:gd name="T0" fmla="*/ 784 w 857"/>
              <a:gd name="T1" fmla="*/ 156 h 807"/>
              <a:gd name="T2" fmla="*/ 204 w 857"/>
              <a:gd name="T3" fmla="*/ 11 h 807"/>
              <a:gd name="T4" fmla="*/ 204 w 857"/>
              <a:gd name="T5" fmla="*/ 11 h 807"/>
              <a:gd name="T6" fmla="*/ 104 w 857"/>
              <a:gd name="T7" fmla="*/ 71 h 807"/>
              <a:gd name="T8" fmla="*/ 11 w 857"/>
              <a:gd name="T9" fmla="*/ 445 h 807"/>
              <a:gd name="T10" fmla="*/ 11 w 857"/>
              <a:gd name="T11" fmla="*/ 445 h 807"/>
              <a:gd name="T12" fmla="*/ 70 w 857"/>
              <a:gd name="T13" fmla="*/ 544 h 807"/>
              <a:gd name="T14" fmla="*/ 237 w 857"/>
              <a:gd name="T15" fmla="*/ 586 h 807"/>
              <a:gd name="T16" fmla="*/ 292 w 857"/>
              <a:gd name="T17" fmla="*/ 773 h 807"/>
              <a:gd name="T18" fmla="*/ 292 w 857"/>
              <a:gd name="T19" fmla="*/ 773 h 807"/>
              <a:gd name="T20" fmla="*/ 348 w 857"/>
              <a:gd name="T21" fmla="*/ 787 h 807"/>
              <a:gd name="T22" fmla="*/ 485 w 857"/>
              <a:gd name="T23" fmla="*/ 648 h 807"/>
              <a:gd name="T24" fmla="*/ 651 w 857"/>
              <a:gd name="T25" fmla="*/ 690 h 807"/>
              <a:gd name="T26" fmla="*/ 651 w 857"/>
              <a:gd name="T27" fmla="*/ 690 h 807"/>
              <a:gd name="T28" fmla="*/ 750 w 857"/>
              <a:gd name="T29" fmla="*/ 630 h 807"/>
              <a:gd name="T30" fmla="*/ 844 w 857"/>
              <a:gd name="T31" fmla="*/ 256 h 807"/>
              <a:gd name="T32" fmla="*/ 844 w 857"/>
              <a:gd name="T33" fmla="*/ 256 h 807"/>
              <a:gd name="T34" fmla="*/ 784 w 857"/>
              <a:gd name="T35" fmla="*/ 156 h 8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57" h="807">
                <a:moveTo>
                  <a:pt x="784" y="156"/>
                </a:moveTo>
                <a:lnTo>
                  <a:pt x="204" y="11"/>
                </a:lnTo>
                <a:lnTo>
                  <a:pt x="204" y="11"/>
                </a:lnTo>
                <a:cubicBezTo>
                  <a:pt x="160" y="0"/>
                  <a:pt x="115" y="27"/>
                  <a:pt x="104" y="71"/>
                </a:cubicBezTo>
                <a:lnTo>
                  <a:pt x="11" y="445"/>
                </a:lnTo>
                <a:lnTo>
                  <a:pt x="11" y="445"/>
                </a:lnTo>
                <a:cubicBezTo>
                  <a:pt x="0" y="488"/>
                  <a:pt x="27" y="533"/>
                  <a:pt x="70" y="544"/>
                </a:cubicBezTo>
                <a:lnTo>
                  <a:pt x="237" y="586"/>
                </a:lnTo>
                <a:lnTo>
                  <a:pt x="292" y="773"/>
                </a:lnTo>
                <a:lnTo>
                  <a:pt x="292" y="773"/>
                </a:lnTo>
                <a:cubicBezTo>
                  <a:pt x="299" y="798"/>
                  <a:pt x="330" y="806"/>
                  <a:pt x="348" y="787"/>
                </a:cubicBezTo>
                <a:lnTo>
                  <a:pt x="485" y="648"/>
                </a:lnTo>
                <a:lnTo>
                  <a:pt x="651" y="690"/>
                </a:lnTo>
                <a:lnTo>
                  <a:pt x="651" y="690"/>
                </a:lnTo>
                <a:cubicBezTo>
                  <a:pt x="695" y="701"/>
                  <a:pt x="739" y="674"/>
                  <a:pt x="750" y="630"/>
                </a:cubicBezTo>
                <a:lnTo>
                  <a:pt x="844" y="256"/>
                </a:lnTo>
                <a:lnTo>
                  <a:pt x="844" y="256"/>
                </a:lnTo>
                <a:cubicBezTo>
                  <a:pt x="856" y="212"/>
                  <a:pt x="828" y="167"/>
                  <a:pt x="784" y="156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85">
            <a:extLst>
              <a:ext uri="{FF2B5EF4-FFF2-40B4-BE49-F238E27FC236}">
                <a16:creationId xmlns:a16="http://schemas.microsoft.com/office/drawing/2014/main" id="{1A0332A5-B538-2747-831C-B724CA7E7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4635" y="5578126"/>
            <a:ext cx="444935" cy="400991"/>
          </a:xfrm>
          <a:custGeom>
            <a:avLst/>
            <a:gdLst>
              <a:gd name="T0" fmla="*/ 277 w 358"/>
              <a:gd name="T1" fmla="*/ 52 h 322"/>
              <a:gd name="T2" fmla="*/ 277 w 358"/>
              <a:gd name="T3" fmla="*/ 52 h 322"/>
              <a:gd name="T4" fmla="*/ 190 w 358"/>
              <a:gd name="T5" fmla="*/ 66 h 322"/>
              <a:gd name="T6" fmla="*/ 190 w 358"/>
              <a:gd name="T7" fmla="*/ 66 h 322"/>
              <a:gd name="T8" fmla="*/ 120 w 358"/>
              <a:gd name="T9" fmla="*/ 13 h 322"/>
              <a:gd name="T10" fmla="*/ 120 w 358"/>
              <a:gd name="T11" fmla="*/ 13 h 322"/>
              <a:gd name="T12" fmla="*/ 8 w 358"/>
              <a:gd name="T13" fmla="*/ 80 h 322"/>
              <a:gd name="T14" fmla="*/ 8 w 358"/>
              <a:gd name="T15" fmla="*/ 80 h 322"/>
              <a:gd name="T16" fmla="*/ 22 w 358"/>
              <a:gd name="T17" fmla="*/ 148 h 322"/>
              <a:gd name="T18" fmla="*/ 125 w 358"/>
              <a:gd name="T19" fmla="*/ 321 h 322"/>
              <a:gd name="T20" fmla="*/ 299 w 358"/>
              <a:gd name="T21" fmla="*/ 217 h 322"/>
              <a:gd name="T22" fmla="*/ 299 w 358"/>
              <a:gd name="T23" fmla="*/ 217 h 322"/>
              <a:gd name="T24" fmla="*/ 344 w 358"/>
              <a:gd name="T25" fmla="*/ 164 h 322"/>
              <a:gd name="T26" fmla="*/ 344 w 358"/>
              <a:gd name="T27" fmla="*/ 164 h 322"/>
              <a:gd name="T28" fmla="*/ 277 w 358"/>
              <a:gd name="T29" fmla="*/ 52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58" h="322">
                <a:moveTo>
                  <a:pt x="277" y="52"/>
                </a:moveTo>
                <a:lnTo>
                  <a:pt x="277" y="52"/>
                </a:lnTo>
                <a:cubicBezTo>
                  <a:pt x="242" y="43"/>
                  <a:pt x="207" y="57"/>
                  <a:pt x="190" y="66"/>
                </a:cubicBezTo>
                <a:lnTo>
                  <a:pt x="190" y="66"/>
                </a:lnTo>
                <a:cubicBezTo>
                  <a:pt x="179" y="50"/>
                  <a:pt x="155" y="21"/>
                  <a:pt x="120" y="13"/>
                </a:cubicBezTo>
                <a:lnTo>
                  <a:pt x="120" y="13"/>
                </a:lnTo>
                <a:cubicBezTo>
                  <a:pt x="71" y="0"/>
                  <a:pt x="20" y="30"/>
                  <a:pt x="8" y="80"/>
                </a:cubicBezTo>
                <a:lnTo>
                  <a:pt x="8" y="80"/>
                </a:lnTo>
                <a:cubicBezTo>
                  <a:pt x="0" y="111"/>
                  <a:pt x="21" y="147"/>
                  <a:pt x="22" y="148"/>
                </a:cubicBezTo>
                <a:lnTo>
                  <a:pt x="125" y="321"/>
                </a:lnTo>
                <a:lnTo>
                  <a:pt x="299" y="217"/>
                </a:lnTo>
                <a:lnTo>
                  <a:pt x="299" y="217"/>
                </a:lnTo>
                <a:cubicBezTo>
                  <a:pt x="301" y="217"/>
                  <a:pt x="337" y="195"/>
                  <a:pt x="344" y="164"/>
                </a:cubicBezTo>
                <a:lnTo>
                  <a:pt x="344" y="164"/>
                </a:lnTo>
                <a:cubicBezTo>
                  <a:pt x="357" y="115"/>
                  <a:pt x="326" y="64"/>
                  <a:pt x="277" y="5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86">
            <a:extLst>
              <a:ext uri="{FF2B5EF4-FFF2-40B4-BE49-F238E27FC236}">
                <a16:creationId xmlns:a16="http://schemas.microsoft.com/office/drawing/2014/main" id="{C18A1074-C6D6-3546-B73A-334573521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1011" y="5122198"/>
            <a:ext cx="675646" cy="620716"/>
          </a:xfrm>
          <a:custGeom>
            <a:avLst/>
            <a:gdLst>
              <a:gd name="T0" fmla="*/ 342 w 544"/>
              <a:gd name="T1" fmla="*/ 14 h 499"/>
              <a:gd name="T2" fmla="*/ 32 w 544"/>
              <a:gd name="T3" fmla="*/ 200 h 499"/>
              <a:gd name="T4" fmla="*/ 32 w 544"/>
              <a:gd name="T5" fmla="*/ 200 h 499"/>
              <a:gd name="T6" fmla="*/ 15 w 544"/>
              <a:gd name="T7" fmla="*/ 268 h 499"/>
              <a:gd name="T8" fmla="*/ 134 w 544"/>
              <a:gd name="T9" fmla="*/ 468 h 499"/>
              <a:gd name="T10" fmla="*/ 134 w 544"/>
              <a:gd name="T11" fmla="*/ 468 h 499"/>
              <a:gd name="T12" fmla="*/ 202 w 544"/>
              <a:gd name="T13" fmla="*/ 484 h 499"/>
              <a:gd name="T14" fmla="*/ 291 w 544"/>
              <a:gd name="T15" fmla="*/ 431 h 499"/>
              <a:gd name="T16" fmla="*/ 395 w 544"/>
              <a:gd name="T17" fmla="*/ 488 h 499"/>
              <a:gd name="T18" fmla="*/ 395 w 544"/>
              <a:gd name="T19" fmla="*/ 488 h 499"/>
              <a:gd name="T20" fmla="*/ 425 w 544"/>
              <a:gd name="T21" fmla="*/ 470 h 499"/>
              <a:gd name="T22" fmla="*/ 424 w 544"/>
              <a:gd name="T23" fmla="*/ 352 h 499"/>
              <a:gd name="T24" fmla="*/ 512 w 544"/>
              <a:gd name="T25" fmla="*/ 299 h 499"/>
              <a:gd name="T26" fmla="*/ 512 w 544"/>
              <a:gd name="T27" fmla="*/ 299 h 499"/>
              <a:gd name="T28" fmla="*/ 529 w 544"/>
              <a:gd name="T29" fmla="*/ 231 h 499"/>
              <a:gd name="T30" fmla="*/ 409 w 544"/>
              <a:gd name="T31" fmla="*/ 31 h 499"/>
              <a:gd name="T32" fmla="*/ 409 w 544"/>
              <a:gd name="T33" fmla="*/ 31 h 499"/>
              <a:gd name="T34" fmla="*/ 342 w 544"/>
              <a:gd name="T35" fmla="*/ 14 h 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44" h="499">
                <a:moveTo>
                  <a:pt x="342" y="14"/>
                </a:moveTo>
                <a:lnTo>
                  <a:pt x="32" y="200"/>
                </a:lnTo>
                <a:lnTo>
                  <a:pt x="32" y="200"/>
                </a:lnTo>
                <a:cubicBezTo>
                  <a:pt x="8" y="214"/>
                  <a:pt x="0" y="244"/>
                  <a:pt x="15" y="268"/>
                </a:cubicBezTo>
                <a:lnTo>
                  <a:pt x="134" y="468"/>
                </a:lnTo>
                <a:lnTo>
                  <a:pt x="134" y="468"/>
                </a:lnTo>
                <a:cubicBezTo>
                  <a:pt x="148" y="491"/>
                  <a:pt x="179" y="498"/>
                  <a:pt x="202" y="484"/>
                </a:cubicBezTo>
                <a:lnTo>
                  <a:pt x="291" y="431"/>
                </a:lnTo>
                <a:lnTo>
                  <a:pt x="395" y="488"/>
                </a:lnTo>
                <a:lnTo>
                  <a:pt x="395" y="488"/>
                </a:lnTo>
                <a:cubicBezTo>
                  <a:pt x="408" y="495"/>
                  <a:pt x="425" y="485"/>
                  <a:pt x="425" y="470"/>
                </a:cubicBezTo>
                <a:lnTo>
                  <a:pt x="424" y="352"/>
                </a:lnTo>
                <a:lnTo>
                  <a:pt x="512" y="299"/>
                </a:lnTo>
                <a:lnTo>
                  <a:pt x="512" y="299"/>
                </a:lnTo>
                <a:cubicBezTo>
                  <a:pt x="535" y="285"/>
                  <a:pt x="543" y="254"/>
                  <a:pt x="529" y="231"/>
                </a:cubicBezTo>
                <a:lnTo>
                  <a:pt x="409" y="31"/>
                </a:lnTo>
                <a:lnTo>
                  <a:pt x="409" y="31"/>
                </a:lnTo>
                <a:cubicBezTo>
                  <a:pt x="395" y="8"/>
                  <a:pt x="365" y="0"/>
                  <a:pt x="342" y="14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87">
            <a:extLst>
              <a:ext uri="{FF2B5EF4-FFF2-40B4-BE49-F238E27FC236}">
                <a16:creationId xmlns:a16="http://schemas.microsoft.com/office/drawing/2014/main" id="{0F8DC414-3A2E-7143-9B70-C4F0EBE6F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3266" y="5297975"/>
            <a:ext cx="258171" cy="247189"/>
          </a:xfrm>
          <a:custGeom>
            <a:avLst/>
            <a:gdLst>
              <a:gd name="T0" fmla="*/ 119 w 207"/>
              <a:gd name="T1" fmla="*/ 16 h 197"/>
              <a:gd name="T2" fmla="*/ 119 w 207"/>
              <a:gd name="T3" fmla="*/ 16 h 197"/>
              <a:gd name="T4" fmla="*/ 88 w 207"/>
              <a:gd name="T5" fmla="*/ 59 h 197"/>
              <a:gd name="T6" fmla="*/ 88 w 207"/>
              <a:gd name="T7" fmla="*/ 59 h 197"/>
              <a:gd name="T8" fmla="*/ 35 w 207"/>
              <a:gd name="T9" fmla="*/ 66 h 197"/>
              <a:gd name="T10" fmla="*/ 35 w 207"/>
              <a:gd name="T11" fmla="*/ 66 h 197"/>
              <a:gd name="T12" fmla="*/ 16 w 207"/>
              <a:gd name="T13" fmla="*/ 143 h 197"/>
              <a:gd name="T14" fmla="*/ 16 w 207"/>
              <a:gd name="T15" fmla="*/ 143 h 197"/>
              <a:gd name="T16" fmla="*/ 51 w 207"/>
              <a:gd name="T17" fmla="*/ 166 h 197"/>
              <a:gd name="T18" fmla="*/ 170 w 207"/>
              <a:gd name="T19" fmla="*/ 196 h 197"/>
              <a:gd name="T20" fmla="*/ 200 w 207"/>
              <a:gd name="T21" fmla="*/ 77 h 197"/>
              <a:gd name="T22" fmla="*/ 200 w 207"/>
              <a:gd name="T23" fmla="*/ 77 h 197"/>
              <a:gd name="T24" fmla="*/ 196 w 207"/>
              <a:gd name="T25" fmla="*/ 35 h 197"/>
              <a:gd name="T26" fmla="*/ 196 w 207"/>
              <a:gd name="T27" fmla="*/ 35 h 197"/>
              <a:gd name="T28" fmla="*/ 119 w 207"/>
              <a:gd name="T29" fmla="*/ 16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7" h="197">
                <a:moveTo>
                  <a:pt x="119" y="16"/>
                </a:moveTo>
                <a:lnTo>
                  <a:pt x="119" y="16"/>
                </a:lnTo>
                <a:cubicBezTo>
                  <a:pt x="100" y="28"/>
                  <a:pt x="91" y="48"/>
                  <a:pt x="88" y="59"/>
                </a:cubicBezTo>
                <a:lnTo>
                  <a:pt x="88" y="59"/>
                </a:lnTo>
                <a:cubicBezTo>
                  <a:pt x="76" y="58"/>
                  <a:pt x="54" y="55"/>
                  <a:pt x="35" y="66"/>
                </a:cubicBezTo>
                <a:lnTo>
                  <a:pt x="35" y="66"/>
                </a:lnTo>
                <a:cubicBezTo>
                  <a:pt x="9" y="82"/>
                  <a:pt x="0" y="117"/>
                  <a:pt x="16" y="143"/>
                </a:cubicBezTo>
                <a:lnTo>
                  <a:pt x="16" y="143"/>
                </a:lnTo>
                <a:cubicBezTo>
                  <a:pt x="26" y="160"/>
                  <a:pt x="50" y="166"/>
                  <a:pt x="51" y="166"/>
                </a:cubicBezTo>
                <a:lnTo>
                  <a:pt x="170" y="196"/>
                </a:lnTo>
                <a:lnTo>
                  <a:pt x="200" y="77"/>
                </a:lnTo>
                <a:lnTo>
                  <a:pt x="200" y="77"/>
                </a:lnTo>
                <a:cubicBezTo>
                  <a:pt x="200" y="76"/>
                  <a:pt x="206" y="52"/>
                  <a:pt x="196" y="35"/>
                </a:cubicBezTo>
                <a:lnTo>
                  <a:pt x="196" y="35"/>
                </a:lnTo>
                <a:cubicBezTo>
                  <a:pt x="180" y="9"/>
                  <a:pt x="145" y="0"/>
                  <a:pt x="119" y="1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217">
            <a:extLst>
              <a:ext uri="{FF2B5EF4-FFF2-40B4-BE49-F238E27FC236}">
                <a16:creationId xmlns:a16="http://schemas.microsoft.com/office/drawing/2014/main" id="{165B45AD-5C77-BE4C-8685-2901ABA7D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5832" y="4479513"/>
            <a:ext cx="1752280" cy="1752280"/>
          </a:xfrm>
          <a:custGeom>
            <a:avLst/>
            <a:gdLst>
              <a:gd name="T0" fmla="*/ 1312 w 1408"/>
              <a:gd name="T1" fmla="*/ 530 h 1407"/>
              <a:gd name="T2" fmla="*/ 1312 w 1408"/>
              <a:gd name="T3" fmla="*/ 530 h 1407"/>
              <a:gd name="T4" fmla="*/ 875 w 1408"/>
              <a:gd name="T5" fmla="*/ 1311 h 1407"/>
              <a:gd name="T6" fmla="*/ 875 w 1408"/>
              <a:gd name="T7" fmla="*/ 1311 h 1407"/>
              <a:gd name="T8" fmla="*/ 95 w 1408"/>
              <a:gd name="T9" fmla="*/ 874 h 1407"/>
              <a:gd name="T10" fmla="*/ 95 w 1408"/>
              <a:gd name="T11" fmla="*/ 874 h 1407"/>
              <a:gd name="T12" fmla="*/ 532 w 1408"/>
              <a:gd name="T13" fmla="*/ 94 h 1407"/>
              <a:gd name="T14" fmla="*/ 532 w 1408"/>
              <a:gd name="T15" fmla="*/ 94 h 1407"/>
              <a:gd name="T16" fmla="*/ 1312 w 1408"/>
              <a:gd name="T17" fmla="*/ 53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08" h="1407">
                <a:moveTo>
                  <a:pt x="1312" y="530"/>
                </a:moveTo>
                <a:lnTo>
                  <a:pt x="1312" y="530"/>
                </a:lnTo>
                <a:cubicBezTo>
                  <a:pt x="1407" y="867"/>
                  <a:pt x="1211" y="1216"/>
                  <a:pt x="875" y="1311"/>
                </a:cubicBezTo>
                <a:lnTo>
                  <a:pt x="875" y="1311"/>
                </a:lnTo>
                <a:cubicBezTo>
                  <a:pt x="539" y="1406"/>
                  <a:pt x="190" y="1210"/>
                  <a:pt x="95" y="874"/>
                </a:cubicBezTo>
                <a:lnTo>
                  <a:pt x="95" y="874"/>
                </a:lnTo>
                <a:cubicBezTo>
                  <a:pt x="0" y="538"/>
                  <a:pt x="196" y="189"/>
                  <a:pt x="532" y="94"/>
                </a:cubicBezTo>
                <a:lnTo>
                  <a:pt x="532" y="94"/>
                </a:lnTo>
                <a:cubicBezTo>
                  <a:pt x="868" y="0"/>
                  <a:pt x="1217" y="195"/>
                  <a:pt x="1312" y="53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218">
            <a:extLst>
              <a:ext uri="{FF2B5EF4-FFF2-40B4-BE49-F238E27FC236}">
                <a16:creationId xmlns:a16="http://schemas.microsoft.com/office/drawing/2014/main" id="{D33E80A6-F3C7-8E46-BFE6-82E76CE6F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8517" y="4902480"/>
            <a:ext cx="439444" cy="867901"/>
          </a:xfrm>
          <a:custGeom>
            <a:avLst/>
            <a:gdLst>
              <a:gd name="T0" fmla="*/ 186 w 352"/>
              <a:gd name="T1" fmla="*/ 20 h 698"/>
              <a:gd name="T2" fmla="*/ 186 w 352"/>
              <a:gd name="T3" fmla="*/ 20 h 698"/>
              <a:gd name="T4" fmla="*/ 88 w 352"/>
              <a:gd name="T5" fmla="*/ 215 h 698"/>
              <a:gd name="T6" fmla="*/ 114 w 352"/>
              <a:gd name="T7" fmla="*/ 310 h 698"/>
              <a:gd name="T8" fmla="*/ 0 w 352"/>
              <a:gd name="T9" fmla="*/ 342 h 698"/>
              <a:gd name="T10" fmla="*/ 33 w 352"/>
              <a:gd name="T11" fmla="*/ 456 h 698"/>
              <a:gd name="T12" fmla="*/ 146 w 352"/>
              <a:gd name="T13" fmla="*/ 424 h 698"/>
              <a:gd name="T14" fmla="*/ 223 w 352"/>
              <a:gd name="T15" fmla="*/ 697 h 698"/>
              <a:gd name="T16" fmla="*/ 337 w 352"/>
              <a:gd name="T17" fmla="*/ 665 h 698"/>
              <a:gd name="T18" fmla="*/ 260 w 352"/>
              <a:gd name="T19" fmla="*/ 391 h 698"/>
              <a:gd name="T20" fmla="*/ 351 w 352"/>
              <a:gd name="T21" fmla="*/ 366 h 698"/>
              <a:gd name="T22" fmla="*/ 342 w 352"/>
              <a:gd name="T23" fmla="*/ 246 h 698"/>
              <a:gd name="T24" fmla="*/ 228 w 352"/>
              <a:gd name="T25" fmla="*/ 278 h 698"/>
              <a:gd name="T26" fmla="*/ 207 w 352"/>
              <a:gd name="T27" fmla="*/ 202 h 698"/>
              <a:gd name="T28" fmla="*/ 207 w 352"/>
              <a:gd name="T29" fmla="*/ 202 h 698"/>
              <a:gd name="T30" fmla="*/ 241 w 352"/>
              <a:gd name="T31" fmla="*/ 127 h 698"/>
              <a:gd name="T32" fmla="*/ 303 w 352"/>
              <a:gd name="T33" fmla="*/ 109 h 698"/>
              <a:gd name="T34" fmla="*/ 272 w 352"/>
              <a:gd name="T35" fmla="*/ 0 h 698"/>
              <a:gd name="T36" fmla="*/ 272 w 352"/>
              <a:gd name="T37" fmla="*/ 0 h 698"/>
              <a:gd name="T38" fmla="*/ 186 w 352"/>
              <a:gd name="T39" fmla="*/ 20 h 6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2" h="698">
                <a:moveTo>
                  <a:pt x="186" y="20"/>
                </a:moveTo>
                <a:lnTo>
                  <a:pt x="186" y="20"/>
                </a:lnTo>
                <a:cubicBezTo>
                  <a:pt x="96" y="45"/>
                  <a:pt x="57" y="107"/>
                  <a:pt x="88" y="215"/>
                </a:cubicBezTo>
                <a:lnTo>
                  <a:pt x="114" y="310"/>
                </a:lnTo>
                <a:lnTo>
                  <a:pt x="0" y="342"/>
                </a:lnTo>
                <a:lnTo>
                  <a:pt x="33" y="456"/>
                </a:lnTo>
                <a:lnTo>
                  <a:pt x="146" y="424"/>
                </a:lnTo>
                <a:lnTo>
                  <a:pt x="223" y="697"/>
                </a:lnTo>
                <a:lnTo>
                  <a:pt x="337" y="665"/>
                </a:lnTo>
                <a:lnTo>
                  <a:pt x="260" y="391"/>
                </a:lnTo>
                <a:lnTo>
                  <a:pt x="351" y="366"/>
                </a:lnTo>
                <a:lnTo>
                  <a:pt x="342" y="246"/>
                </a:lnTo>
                <a:lnTo>
                  <a:pt x="228" y="278"/>
                </a:lnTo>
                <a:lnTo>
                  <a:pt x="207" y="202"/>
                </a:lnTo>
                <a:lnTo>
                  <a:pt x="207" y="202"/>
                </a:lnTo>
                <a:cubicBezTo>
                  <a:pt x="195" y="161"/>
                  <a:pt x="203" y="138"/>
                  <a:pt x="241" y="127"/>
                </a:cubicBezTo>
                <a:lnTo>
                  <a:pt x="303" y="109"/>
                </a:lnTo>
                <a:lnTo>
                  <a:pt x="272" y="0"/>
                </a:lnTo>
                <a:lnTo>
                  <a:pt x="272" y="0"/>
                </a:lnTo>
                <a:cubicBezTo>
                  <a:pt x="261" y="1"/>
                  <a:pt x="229" y="7"/>
                  <a:pt x="186" y="2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219">
            <a:extLst>
              <a:ext uri="{FF2B5EF4-FFF2-40B4-BE49-F238E27FC236}">
                <a16:creationId xmlns:a16="http://schemas.microsoft.com/office/drawing/2014/main" id="{538FAC64-E9E0-B047-B535-12BC12F6B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2953" y="6517432"/>
            <a:ext cx="1785238" cy="1785242"/>
          </a:xfrm>
          <a:custGeom>
            <a:avLst/>
            <a:gdLst>
              <a:gd name="T0" fmla="*/ 1305 w 1431"/>
              <a:gd name="T1" fmla="*/ 941 h 1431"/>
              <a:gd name="T2" fmla="*/ 1305 w 1431"/>
              <a:gd name="T3" fmla="*/ 941 h 1431"/>
              <a:gd name="T4" fmla="*/ 488 w 1431"/>
              <a:gd name="T5" fmla="*/ 1304 h 1431"/>
              <a:gd name="T6" fmla="*/ 488 w 1431"/>
              <a:gd name="T7" fmla="*/ 1304 h 1431"/>
              <a:gd name="T8" fmla="*/ 125 w 1431"/>
              <a:gd name="T9" fmla="*/ 487 h 1431"/>
              <a:gd name="T10" fmla="*/ 125 w 1431"/>
              <a:gd name="T11" fmla="*/ 487 h 1431"/>
              <a:gd name="T12" fmla="*/ 942 w 1431"/>
              <a:gd name="T13" fmla="*/ 125 h 1431"/>
              <a:gd name="T14" fmla="*/ 942 w 1431"/>
              <a:gd name="T15" fmla="*/ 125 h 1431"/>
              <a:gd name="T16" fmla="*/ 1305 w 1431"/>
              <a:gd name="T17" fmla="*/ 941 h 1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1" h="1431">
                <a:moveTo>
                  <a:pt x="1305" y="941"/>
                </a:moveTo>
                <a:lnTo>
                  <a:pt x="1305" y="941"/>
                </a:lnTo>
                <a:cubicBezTo>
                  <a:pt x="1179" y="1267"/>
                  <a:pt x="814" y="1430"/>
                  <a:pt x="488" y="1304"/>
                </a:cubicBezTo>
                <a:lnTo>
                  <a:pt x="488" y="1304"/>
                </a:lnTo>
                <a:cubicBezTo>
                  <a:pt x="162" y="1179"/>
                  <a:pt x="0" y="813"/>
                  <a:pt x="125" y="487"/>
                </a:cubicBezTo>
                <a:lnTo>
                  <a:pt x="125" y="487"/>
                </a:lnTo>
                <a:cubicBezTo>
                  <a:pt x="250" y="162"/>
                  <a:pt x="616" y="0"/>
                  <a:pt x="942" y="125"/>
                </a:cubicBezTo>
                <a:lnTo>
                  <a:pt x="942" y="125"/>
                </a:lnTo>
                <a:cubicBezTo>
                  <a:pt x="1267" y="250"/>
                  <a:pt x="1430" y="615"/>
                  <a:pt x="1305" y="941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220">
            <a:extLst>
              <a:ext uri="{FF2B5EF4-FFF2-40B4-BE49-F238E27FC236}">
                <a16:creationId xmlns:a16="http://schemas.microsoft.com/office/drawing/2014/main" id="{9BC4EC05-3D0C-A247-9A98-BF2CC41CD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6341" y="7050262"/>
            <a:ext cx="823957" cy="670152"/>
          </a:xfrm>
          <a:custGeom>
            <a:avLst/>
            <a:gdLst>
              <a:gd name="T0" fmla="*/ 657 w 660"/>
              <a:gd name="T1" fmla="*/ 221 h 538"/>
              <a:gd name="T2" fmla="*/ 657 w 660"/>
              <a:gd name="T3" fmla="*/ 221 h 538"/>
              <a:gd name="T4" fmla="*/ 588 w 660"/>
              <a:gd name="T5" fmla="*/ 214 h 538"/>
              <a:gd name="T6" fmla="*/ 588 w 660"/>
              <a:gd name="T7" fmla="*/ 214 h 538"/>
              <a:gd name="T8" fmla="*/ 659 w 660"/>
              <a:gd name="T9" fmla="*/ 173 h 538"/>
              <a:gd name="T10" fmla="*/ 659 w 660"/>
              <a:gd name="T11" fmla="*/ 173 h 538"/>
              <a:gd name="T12" fmla="*/ 580 w 660"/>
              <a:gd name="T13" fmla="*/ 172 h 538"/>
              <a:gd name="T14" fmla="*/ 580 w 660"/>
              <a:gd name="T15" fmla="*/ 172 h 538"/>
              <a:gd name="T16" fmla="*/ 514 w 660"/>
              <a:gd name="T17" fmla="*/ 107 h 538"/>
              <a:gd name="T18" fmla="*/ 514 w 660"/>
              <a:gd name="T19" fmla="*/ 107 h 538"/>
              <a:gd name="T20" fmla="*/ 363 w 660"/>
              <a:gd name="T21" fmla="*/ 174 h 538"/>
              <a:gd name="T22" fmla="*/ 363 w 660"/>
              <a:gd name="T23" fmla="*/ 174 h 538"/>
              <a:gd name="T24" fmla="*/ 357 w 660"/>
              <a:gd name="T25" fmla="*/ 200 h 538"/>
              <a:gd name="T26" fmla="*/ 357 w 660"/>
              <a:gd name="T27" fmla="*/ 200 h 538"/>
              <a:gd name="T28" fmla="*/ 176 w 660"/>
              <a:gd name="T29" fmla="*/ 0 h 538"/>
              <a:gd name="T30" fmla="*/ 176 w 660"/>
              <a:gd name="T31" fmla="*/ 0 h 538"/>
              <a:gd name="T32" fmla="*/ 140 w 660"/>
              <a:gd name="T33" fmla="*/ 49 h 538"/>
              <a:gd name="T34" fmla="*/ 140 w 660"/>
              <a:gd name="T35" fmla="*/ 49 h 538"/>
              <a:gd name="T36" fmla="*/ 154 w 660"/>
              <a:gd name="T37" fmla="*/ 158 h 538"/>
              <a:gd name="T38" fmla="*/ 154 w 660"/>
              <a:gd name="T39" fmla="*/ 158 h 538"/>
              <a:gd name="T40" fmla="*/ 109 w 660"/>
              <a:gd name="T41" fmla="*/ 125 h 538"/>
              <a:gd name="T42" fmla="*/ 109 w 660"/>
              <a:gd name="T43" fmla="*/ 125 h 538"/>
              <a:gd name="T44" fmla="*/ 109 w 660"/>
              <a:gd name="T45" fmla="*/ 127 h 538"/>
              <a:gd name="T46" fmla="*/ 109 w 660"/>
              <a:gd name="T47" fmla="*/ 127 h 538"/>
              <a:gd name="T48" fmla="*/ 155 w 660"/>
              <a:gd name="T49" fmla="*/ 267 h 538"/>
              <a:gd name="T50" fmla="*/ 155 w 660"/>
              <a:gd name="T51" fmla="*/ 267 h 538"/>
              <a:gd name="T52" fmla="*/ 125 w 660"/>
              <a:gd name="T53" fmla="*/ 260 h 538"/>
              <a:gd name="T54" fmla="*/ 125 w 660"/>
              <a:gd name="T55" fmla="*/ 260 h 538"/>
              <a:gd name="T56" fmla="*/ 106 w 660"/>
              <a:gd name="T57" fmla="*/ 250 h 538"/>
              <a:gd name="T58" fmla="*/ 106 w 660"/>
              <a:gd name="T59" fmla="*/ 250 h 538"/>
              <a:gd name="T60" fmla="*/ 178 w 660"/>
              <a:gd name="T61" fmla="*/ 365 h 538"/>
              <a:gd name="T62" fmla="*/ 178 w 660"/>
              <a:gd name="T63" fmla="*/ 365 h 538"/>
              <a:gd name="T64" fmla="*/ 25 w 660"/>
              <a:gd name="T65" fmla="*/ 360 h 538"/>
              <a:gd name="T66" fmla="*/ 25 w 660"/>
              <a:gd name="T67" fmla="*/ 360 h 538"/>
              <a:gd name="T68" fmla="*/ 0 w 660"/>
              <a:gd name="T69" fmla="*/ 348 h 538"/>
              <a:gd name="T70" fmla="*/ 0 w 660"/>
              <a:gd name="T71" fmla="*/ 348 h 538"/>
              <a:gd name="T72" fmla="*/ 148 w 660"/>
              <a:gd name="T73" fmla="*/ 461 h 538"/>
              <a:gd name="T74" fmla="*/ 148 w 660"/>
              <a:gd name="T75" fmla="*/ 461 h 538"/>
              <a:gd name="T76" fmla="*/ 576 w 660"/>
              <a:gd name="T77" fmla="*/ 270 h 538"/>
              <a:gd name="T78" fmla="*/ 576 w 660"/>
              <a:gd name="T79" fmla="*/ 270 h 538"/>
              <a:gd name="T80" fmla="*/ 581 w 660"/>
              <a:gd name="T81" fmla="*/ 256 h 538"/>
              <a:gd name="T82" fmla="*/ 581 w 660"/>
              <a:gd name="T83" fmla="*/ 256 h 538"/>
              <a:gd name="T84" fmla="*/ 657 w 660"/>
              <a:gd name="T85" fmla="*/ 221 h 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60" h="538">
                <a:moveTo>
                  <a:pt x="657" y="221"/>
                </a:moveTo>
                <a:lnTo>
                  <a:pt x="657" y="221"/>
                </a:lnTo>
                <a:cubicBezTo>
                  <a:pt x="634" y="222"/>
                  <a:pt x="611" y="220"/>
                  <a:pt x="588" y="214"/>
                </a:cubicBezTo>
                <a:lnTo>
                  <a:pt x="588" y="214"/>
                </a:lnTo>
                <a:cubicBezTo>
                  <a:pt x="615" y="209"/>
                  <a:pt x="641" y="194"/>
                  <a:pt x="659" y="173"/>
                </a:cubicBezTo>
                <a:lnTo>
                  <a:pt x="659" y="173"/>
                </a:lnTo>
                <a:cubicBezTo>
                  <a:pt x="633" y="177"/>
                  <a:pt x="606" y="177"/>
                  <a:pt x="580" y="172"/>
                </a:cubicBezTo>
                <a:lnTo>
                  <a:pt x="580" y="172"/>
                </a:lnTo>
                <a:cubicBezTo>
                  <a:pt x="568" y="143"/>
                  <a:pt x="545" y="119"/>
                  <a:pt x="514" y="107"/>
                </a:cubicBezTo>
                <a:lnTo>
                  <a:pt x="514" y="107"/>
                </a:lnTo>
                <a:cubicBezTo>
                  <a:pt x="454" y="84"/>
                  <a:pt x="386" y="114"/>
                  <a:pt x="363" y="174"/>
                </a:cubicBezTo>
                <a:lnTo>
                  <a:pt x="363" y="174"/>
                </a:lnTo>
                <a:cubicBezTo>
                  <a:pt x="360" y="183"/>
                  <a:pt x="357" y="191"/>
                  <a:pt x="357" y="200"/>
                </a:cubicBezTo>
                <a:lnTo>
                  <a:pt x="357" y="200"/>
                </a:lnTo>
                <a:cubicBezTo>
                  <a:pt x="268" y="161"/>
                  <a:pt x="205" y="86"/>
                  <a:pt x="176" y="0"/>
                </a:cubicBezTo>
                <a:lnTo>
                  <a:pt x="176" y="0"/>
                </a:lnTo>
                <a:cubicBezTo>
                  <a:pt x="160" y="13"/>
                  <a:pt x="148" y="29"/>
                  <a:pt x="140" y="49"/>
                </a:cubicBezTo>
                <a:lnTo>
                  <a:pt x="140" y="49"/>
                </a:lnTo>
                <a:cubicBezTo>
                  <a:pt x="125" y="87"/>
                  <a:pt x="132" y="127"/>
                  <a:pt x="154" y="158"/>
                </a:cubicBezTo>
                <a:lnTo>
                  <a:pt x="154" y="158"/>
                </a:lnTo>
                <a:cubicBezTo>
                  <a:pt x="136" y="151"/>
                  <a:pt x="121" y="140"/>
                  <a:pt x="109" y="125"/>
                </a:cubicBezTo>
                <a:lnTo>
                  <a:pt x="109" y="125"/>
                </a:lnTo>
                <a:cubicBezTo>
                  <a:pt x="109" y="126"/>
                  <a:pt x="109" y="127"/>
                  <a:pt x="109" y="127"/>
                </a:cubicBezTo>
                <a:lnTo>
                  <a:pt x="109" y="127"/>
                </a:lnTo>
                <a:cubicBezTo>
                  <a:pt x="89" y="180"/>
                  <a:pt x="109" y="238"/>
                  <a:pt x="155" y="267"/>
                </a:cubicBezTo>
                <a:lnTo>
                  <a:pt x="155" y="267"/>
                </a:lnTo>
                <a:cubicBezTo>
                  <a:pt x="145" y="266"/>
                  <a:pt x="135" y="264"/>
                  <a:pt x="125" y="260"/>
                </a:cubicBezTo>
                <a:lnTo>
                  <a:pt x="125" y="260"/>
                </a:lnTo>
                <a:cubicBezTo>
                  <a:pt x="118" y="257"/>
                  <a:pt x="111" y="254"/>
                  <a:pt x="106" y="250"/>
                </a:cubicBezTo>
                <a:lnTo>
                  <a:pt x="106" y="250"/>
                </a:lnTo>
                <a:cubicBezTo>
                  <a:pt x="103" y="298"/>
                  <a:pt x="131" y="346"/>
                  <a:pt x="178" y="365"/>
                </a:cubicBezTo>
                <a:lnTo>
                  <a:pt x="178" y="365"/>
                </a:lnTo>
                <a:cubicBezTo>
                  <a:pt x="130" y="380"/>
                  <a:pt x="76" y="379"/>
                  <a:pt x="25" y="360"/>
                </a:cubicBezTo>
                <a:lnTo>
                  <a:pt x="25" y="360"/>
                </a:lnTo>
                <a:cubicBezTo>
                  <a:pt x="17" y="356"/>
                  <a:pt x="8" y="352"/>
                  <a:pt x="0" y="348"/>
                </a:cubicBezTo>
                <a:lnTo>
                  <a:pt x="0" y="348"/>
                </a:lnTo>
                <a:cubicBezTo>
                  <a:pt x="36" y="398"/>
                  <a:pt x="86" y="437"/>
                  <a:pt x="148" y="461"/>
                </a:cubicBezTo>
                <a:lnTo>
                  <a:pt x="148" y="461"/>
                </a:lnTo>
                <a:cubicBezTo>
                  <a:pt x="348" y="537"/>
                  <a:pt x="521" y="414"/>
                  <a:pt x="576" y="270"/>
                </a:cubicBezTo>
                <a:lnTo>
                  <a:pt x="576" y="270"/>
                </a:lnTo>
                <a:cubicBezTo>
                  <a:pt x="578" y="266"/>
                  <a:pt x="579" y="261"/>
                  <a:pt x="581" y="256"/>
                </a:cubicBezTo>
                <a:lnTo>
                  <a:pt x="581" y="256"/>
                </a:lnTo>
                <a:cubicBezTo>
                  <a:pt x="608" y="249"/>
                  <a:pt x="634" y="237"/>
                  <a:pt x="657" y="22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221">
            <a:extLst>
              <a:ext uri="{FF2B5EF4-FFF2-40B4-BE49-F238E27FC236}">
                <a16:creationId xmlns:a16="http://schemas.microsoft.com/office/drawing/2014/main" id="{7D0DC6C7-E80E-344E-8DE0-30D9B572D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9908" y="9434241"/>
            <a:ext cx="1098609" cy="1093114"/>
          </a:xfrm>
          <a:custGeom>
            <a:avLst/>
            <a:gdLst>
              <a:gd name="T0" fmla="*/ 783 w 880"/>
              <a:gd name="T1" fmla="*/ 265 h 879"/>
              <a:gd name="T2" fmla="*/ 783 w 880"/>
              <a:gd name="T3" fmla="*/ 265 h 879"/>
              <a:gd name="T4" fmla="*/ 613 w 880"/>
              <a:gd name="T5" fmla="*/ 783 h 879"/>
              <a:gd name="T6" fmla="*/ 613 w 880"/>
              <a:gd name="T7" fmla="*/ 783 h 879"/>
              <a:gd name="T8" fmla="*/ 96 w 880"/>
              <a:gd name="T9" fmla="*/ 613 h 879"/>
              <a:gd name="T10" fmla="*/ 96 w 880"/>
              <a:gd name="T11" fmla="*/ 613 h 879"/>
              <a:gd name="T12" fmla="*/ 265 w 880"/>
              <a:gd name="T13" fmla="*/ 96 h 879"/>
              <a:gd name="T14" fmla="*/ 265 w 880"/>
              <a:gd name="T15" fmla="*/ 96 h 879"/>
              <a:gd name="T16" fmla="*/ 783 w 880"/>
              <a:gd name="T17" fmla="*/ 265 h 8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80" h="879">
                <a:moveTo>
                  <a:pt x="783" y="265"/>
                </a:moveTo>
                <a:lnTo>
                  <a:pt x="783" y="265"/>
                </a:lnTo>
                <a:cubicBezTo>
                  <a:pt x="879" y="455"/>
                  <a:pt x="802" y="687"/>
                  <a:pt x="613" y="783"/>
                </a:cubicBezTo>
                <a:lnTo>
                  <a:pt x="613" y="783"/>
                </a:lnTo>
                <a:cubicBezTo>
                  <a:pt x="423" y="878"/>
                  <a:pt x="191" y="803"/>
                  <a:pt x="96" y="613"/>
                </a:cubicBezTo>
                <a:lnTo>
                  <a:pt x="96" y="613"/>
                </a:lnTo>
                <a:cubicBezTo>
                  <a:pt x="0" y="423"/>
                  <a:pt x="76" y="192"/>
                  <a:pt x="265" y="96"/>
                </a:cubicBezTo>
                <a:lnTo>
                  <a:pt x="265" y="96"/>
                </a:lnTo>
                <a:cubicBezTo>
                  <a:pt x="455" y="0"/>
                  <a:pt x="687" y="76"/>
                  <a:pt x="783" y="265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222">
            <a:extLst>
              <a:ext uri="{FF2B5EF4-FFF2-40B4-BE49-F238E27FC236}">
                <a16:creationId xmlns:a16="http://schemas.microsoft.com/office/drawing/2014/main" id="{4489F5F8-5E7A-1840-B2D2-BEFD4A47E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2030" y="9752841"/>
            <a:ext cx="488879" cy="516346"/>
          </a:xfrm>
          <a:custGeom>
            <a:avLst/>
            <a:gdLst>
              <a:gd name="T0" fmla="*/ 282 w 393"/>
              <a:gd name="T1" fmla="*/ 175 h 414"/>
              <a:gd name="T2" fmla="*/ 250 w 393"/>
              <a:gd name="T3" fmla="*/ 176 h 414"/>
              <a:gd name="T4" fmla="*/ 242 w 393"/>
              <a:gd name="T5" fmla="*/ 182 h 414"/>
              <a:gd name="T6" fmla="*/ 238 w 393"/>
              <a:gd name="T7" fmla="*/ 204 h 414"/>
              <a:gd name="T8" fmla="*/ 230 w 393"/>
              <a:gd name="T9" fmla="*/ 208 h 414"/>
              <a:gd name="T10" fmla="*/ 189 w 393"/>
              <a:gd name="T11" fmla="*/ 205 h 414"/>
              <a:gd name="T12" fmla="*/ 154 w 393"/>
              <a:gd name="T13" fmla="*/ 189 h 414"/>
              <a:gd name="T14" fmla="*/ 152 w 393"/>
              <a:gd name="T15" fmla="*/ 181 h 414"/>
              <a:gd name="T16" fmla="*/ 154 w 393"/>
              <a:gd name="T17" fmla="*/ 171 h 414"/>
              <a:gd name="T18" fmla="*/ 155 w 393"/>
              <a:gd name="T19" fmla="*/ 163 h 414"/>
              <a:gd name="T20" fmla="*/ 151 w 393"/>
              <a:gd name="T21" fmla="*/ 156 h 414"/>
              <a:gd name="T22" fmla="*/ 125 w 393"/>
              <a:gd name="T23" fmla="*/ 134 h 414"/>
              <a:gd name="T24" fmla="*/ 113 w 393"/>
              <a:gd name="T25" fmla="*/ 131 h 414"/>
              <a:gd name="T26" fmla="*/ 106 w 393"/>
              <a:gd name="T27" fmla="*/ 135 h 414"/>
              <a:gd name="T28" fmla="*/ 98 w 393"/>
              <a:gd name="T29" fmla="*/ 145 h 414"/>
              <a:gd name="T30" fmla="*/ 101 w 393"/>
              <a:gd name="T31" fmla="*/ 184 h 414"/>
              <a:gd name="T32" fmla="*/ 137 w 393"/>
              <a:gd name="T33" fmla="*/ 216 h 414"/>
              <a:gd name="T34" fmla="*/ 231 w 393"/>
              <a:gd name="T35" fmla="*/ 240 h 414"/>
              <a:gd name="T36" fmla="*/ 257 w 393"/>
              <a:gd name="T37" fmla="*/ 238 h 414"/>
              <a:gd name="T38" fmla="*/ 282 w 393"/>
              <a:gd name="T39" fmla="*/ 227 h 414"/>
              <a:gd name="T40" fmla="*/ 299 w 393"/>
              <a:gd name="T41" fmla="*/ 195 h 414"/>
              <a:gd name="T42" fmla="*/ 292 w 393"/>
              <a:gd name="T43" fmla="*/ 176 h 414"/>
              <a:gd name="T44" fmla="*/ 261 w 393"/>
              <a:gd name="T45" fmla="*/ 306 h 414"/>
              <a:gd name="T46" fmla="*/ 261 w 393"/>
              <a:gd name="T47" fmla="*/ 306 h 414"/>
              <a:gd name="T48" fmla="*/ 181 w 393"/>
              <a:gd name="T49" fmla="*/ 321 h 414"/>
              <a:gd name="T50" fmla="*/ 127 w 393"/>
              <a:gd name="T51" fmla="*/ 304 h 414"/>
              <a:gd name="T52" fmla="*/ 122 w 393"/>
              <a:gd name="T53" fmla="*/ 301 h 414"/>
              <a:gd name="T54" fmla="*/ 68 w 393"/>
              <a:gd name="T55" fmla="*/ 243 h 414"/>
              <a:gd name="T56" fmla="*/ 132 w 393"/>
              <a:gd name="T57" fmla="*/ 51 h 414"/>
              <a:gd name="T58" fmla="*/ 241 w 393"/>
              <a:gd name="T59" fmla="*/ 43 h 414"/>
              <a:gd name="T60" fmla="*/ 324 w 393"/>
              <a:gd name="T61" fmla="*/ 114 h 414"/>
              <a:gd name="T62" fmla="*/ 250 w 393"/>
              <a:gd name="T63" fmla="*/ 15 h 414"/>
              <a:gd name="T64" fmla="*/ 118 w 393"/>
              <a:gd name="T65" fmla="*/ 25 h 414"/>
              <a:gd name="T66" fmla="*/ 43 w 393"/>
              <a:gd name="T67" fmla="*/ 256 h 414"/>
              <a:gd name="T68" fmla="*/ 102 w 393"/>
              <a:gd name="T69" fmla="*/ 323 h 414"/>
              <a:gd name="T70" fmla="*/ 191 w 393"/>
              <a:gd name="T71" fmla="*/ 351 h 414"/>
              <a:gd name="T72" fmla="*/ 274 w 393"/>
              <a:gd name="T73" fmla="*/ 332 h 414"/>
              <a:gd name="T74" fmla="*/ 274 w 393"/>
              <a:gd name="T75" fmla="*/ 332 h 414"/>
              <a:gd name="T76" fmla="*/ 349 w 393"/>
              <a:gd name="T77" fmla="*/ 101 h 4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93" h="414">
                <a:moveTo>
                  <a:pt x="282" y="175"/>
                </a:moveTo>
                <a:lnTo>
                  <a:pt x="282" y="175"/>
                </a:lnTo>
                <a:cubicBezTo>
                  <a:pt x="277" y="175"/>
                  <a:pt x="254" y="175"/>
                  <a:pt x="250" y="176"/>
                </a:cubicBezTo>
                <a:lnTo>
                  <a:pt x="250" y="176"/>
                </a:lnTo>
                <a:cubicBezTo>
                  <a:pt x="246" y="177"/>
                  <a:pt x="242" y="177"/>
                  <a:pt x="242" y="182"/>
                </a:cubicBezTo>
                <a:lnTo>
                  <a:pt x="242" y="182"/>
                </a:lnTo>
                <a:cubicBezTo>
                  <a:pt x="241" y="188"/>
                  <a:pt x="239" y="200"/>
                  <a:pt x="238" y="204"/>
                </a:cubicBezTo>
                <a:lnTo>
                  <a:pt x="238" y="204"/>
                </a:lnTo>
                <a:cubicBezTo>
                  <a:pt x="236" y="207"/>
                  <a:pt x="234" y="208"/>
                  <a:pt x="230" y="208"/>
                </a:cubicBezTo>
                <a:lnTo>
                  <a:pt x="230" y="208"/>
                </a:lnTo>
                <a:cubicBezTo>
                  <a:pt x="225" y="209"/>
                  <a:pt x="211" y="211"/>
                  <a:pt x="189" y="205"/>
                </a:cubicBezTo>
                <a:lnTo>
                  <a:pt x="189" y="205"/>
                </a:lnTo>
                <a:cubicBezTo>
                  <a:pt x="173" y="201"/>
                  <a:pt x="159" y="192"/>
                  <a:pt x="154" y="189"/>
                </a:cubicBezTo>
                <a:lnTo>
                  <a:pt x="154" y="189"/>
                </a:lnTo>
                <a:cubicBezTo>
                  <a:pt x="150" y="187"/>
                  <a:pt x="151" y="184"/>
                  <a:pt x="152" y="181"/>
                </a:cubicBezTo>
                <a:lnTo>
                  <a:pt x="152" y="181"/>
                </a:lnTo>
                <a:cubicBezTo>
                  <a:pt x="153" y="178"/>
                  <a:pt x="154" y="174"/>
                  <a:pt x="154" y="171"/>
                </a:cubicBezTo>
                <a:lnTo>
                  <a:pt x="154" y="171"/>
                </a:lnTo>
                <a:cubicBezTo>
                  <a:pt x="155" y="168"/>
                  <a:pt x="155" y="166"/>
                  <a:pt x="155" y="163"/>
                </a:cubicBezTo>
                <a:lnTo>
                  <a:pt x="155" y="163"/>
                </a:lnTo>
                <a:cubicBezTo>
                  <a:pt x="155" y="159"/>
                  <a:pt x="153" y="158"/>
                  <a:pt x="151" y="156"/>
                </a:cubicBezTo>
                <a:lnTo>
                  <a:pt x="151" y="156"/>
                </a:lnTo>
                <a:cubicBezTo>
                  <a:pt x="149" y="154"/>
                  <a:pt x="132" y="140"/>
                  <a:pt x="125" y="134"/>
                </a:cubicBezTo>
                <a:lnTo>
                  <a:pt x="125" y="134"/>
                </a:lnTo>
                <a:cubicBezTo>
                  <a:pt x="118" y="128"/>
                  <a:pt x="116" y="131"/>
                  <a:pt x="113" y="131"/>
                </a:cubicBezTo>
                <a:lnTo>
                  <a:pt x="113" y="131"/>
                </a:lnTo>
                <a:cubicBezTo>
                  <a:pt x="111" y="132"/>
                  <a:pt x="108" y="134"/>
                  <a:pt x="106" y="135"/>
                </a:cubicBezTo>
                <a:lnTo>
                  <a:pt x="106" y="135"/>
                </a:lnTo>
                <a:cubicBezTo>
                  <a:pt x="103" y="136"/>
                  <a:pt x="99" y="139"/>
                  <a:pt x="98" y="145"/>
                </a:cubicBezTo>
                <a:lnTo>
                  <a:pt x="98" y="145"/>
                </a:lnTo>
                <a:cubicBezTo>
                  <a:pt x="96" y="151"/>
                  <a:pt x="91" y="165"/>
                  <a:pt x="101" y="184"/>
                </a:cubicBezTo>
                <a:lnTo>
                  <a:pt x="101" y="184"/>
                </a:lnTo>
                <a:cubicBezTo>
                  <a:pt x="110" y="203"/>
                  <a:pt x="134" y="214"/>
                  <a:pt x="137" y="216"/>
                </a:cubicBezTo>
                <a:lnTo>
                  <a:pt x="137" y="216"/>
                </a:lnTo>
                <a:cubicBezTo>
                  <a:pt x="140" y="217"/>
                  <a:pt x="184" y="243"/>
                  <a:pt x="231" y="240"/>
                </a:cubicBezTo>
                <a:lnTo>
                  <a:pt x="231" y="240"/>
                </a:lnTo>
                <a:cubicBezTo>
                  <a:pt x="242" y="240"/>
                  <a:pt x="251" y="238"/>
                  <a:pt x="257" y="238"/>
                </a:cubicBezTo>
                <a:lnTo>
                  <a:pt x="257" y="238"/>
                </a:lnTo>
                <a:cubicBezTo>
                  <a:pt x="268" y="236"/>
                  <a:pt x="276" y="231"/>
                  <a:pt x="282" y="227"/>
                </a:cubicBezTo>
                <a:lnTo>
                  <a:pt x="282" y="227"/>
                </a:lnTo>
                <a:cubicBezTo>
                  <a:pt x="289" y="222"/>
                  <a:pt x="301" y="206"/>
                  <a:pt x="299" y="195"/>
                </a:cubicBezTo>
                <a:lnTo>
                  <a:pt x="299" y="195"/>
                </a:lnTo>
                <a:cubicBezTo>
                  <a:pt x="297" y="185"/>
                  <a:pt x="294" y="177"/>
                  <a:pt x="292" y="176"/>
                </a:cubicBezTo>
                <a:lnTo>
                  <a:pt x="292" y="176"/>
                </a:lnTo>
                <a:cubicBezTo>
                  <a:pt x="290" y="175"/>
                  <a:pt x="287" y="175"/>
                  <a:pt x="282" y="175"/>
                </a:cubicBezTo>
                <a:close/>
                <a:moveTo>
                  <a:pt x="261" y="306"/>
                </a:moveTo>
                <a:lnTo>
                  <a:pt x="261" y="306"/>
                </a:lnTo>
                <a:lnTo>
                  <a:pt x="261" y="306"/>
                </a:lnTo>
                <a:cubicBezTo>
                  <a:pt x="238" y="318"/>
                  <a:pt x="212" y="323"/>
                  <a:pt x="187" y="321"/>
                </a:cubicBezTo>
                <a:lnTo>
                  <a:pt x="181" y="321"/>
                </a:lnTo>
                <a:lnTo>
                  <a:pt x="138" y="358"/>
                </a:lnTo>
                <a:lnTo>
                  <a:pt x="127" y="304"/>
                </a:lnTo>
                <a:lnTo>
                  <a:pt x="122" y="301"/>
                </a:lnTo>
                <a:lnTo>
                  <a:pt x="122" y="301"/>
                </a:lnTo>
                <a:cubicBezTo>
                  <a:pt x="99" y="287"/>
                  <a:pt x="80" y="267"/>
                  <a:pt x="68" y="243"/>
                </a:cubicBezTo>
                <a:lnTo>
                  <a:pt x="68" y="243"/>
                </a:lnTo>
                <a:cubicBezTo>
                  <a:pt x="33" y="173"/>
                  <a:pt x="61" y="87"/>
                  <a:pt x="132" y="51"/>
                </a:cubicBezTo>
                <a:lnTo>
                  <a:pt x="132" y="51"/>
                </a:lnTo>
                <a:cubicBezTo>
                  <a:pt x="165" y="33"/>
                  <a:pt x="205" y="31"/>
                  <a:pt x="241" y="43"/>
                </a:cubicBezTo>
                <a:lnTo>
                  <a:pt x="241" y="43"/>
                </a:lnTo>
                <a:cubicBezTo>
                  <a:pt x="277" y="55"/>
                  <a:pt x="307" y="80"/>
                  <a:pt x="324" y="114"/>
                </a:cubicBezTo>
                <a:lnTo>
                  <a:pt x="324" y="114"/>
                </a:lnTo>
                <a:cubicBezTo>
                  <a:pt x="359" y="184"/>
                  <a:pt x="331" y="271"/>
                  <a:pt x="261" y="306"/>
                </a:cubicBezTo>
                <a:close/>
                <a:moveTo>
                  <a:pt x="250" y="15"/>
                </a:moveTo>
                <a:lnTo>
                  <a:pt x="250" y="15"/>
                </a:lnTo>
                <a:cubicBezTo>
                  <a:pt x="206" y="0"/>
                  <a:pt x="159" y="4"/>
                  <a:pt x="118" y="25"/>
                </a:cubicBezTo>
                <a:lnTo>
                  <a:pt x="118" y="25"/>
                </a:lnTo>
                <a:cubicBezTo>
                  <a:pt x="34" y="68"/>
                  <a:pt x="0" y="172"/>
                  <a:pt x="43" y="256"/>
                </a:cubicBezTo>
                <a:lnTo>
                  <a:pt x="43" y="256"/>
                </a:lnTo>
                <a:cubicBezTo>
                  <a:pt x="56" y="283"/>
                  <a:pt x="77" y="306"/>
                  <a:pt x="102" y="323"/>
                </a:cubicBezTo>
                <a:lnTo>
                  <a:pt x="120" y="413"/>
                </a:lnTo>
                <a:lnTo>
                  <a:pt x="191" y="351"/>
                </a:lnTo>
                <a:lnTo>
                  <a:pt x="191" y="351"/>
                </a:lnTo>
                <a:cubicBezTo>
                  <a:pt x="219" y="351"/>
                  <a:pt x="248" y="345"/>
                  <a:pt x="274" y="332"/>
                </a:cubicBezTo>
                <a:lnTo>
                  <a:pt x="274" y="332"/>
                </a:lnTo>
                <a:lnTo>
                  <a:pt x="274" y="332"/>
                </a:lnTo>
                <a:cubicBezTo>
                  <a:pt x="359" y="289"/>
                  <a:pt x="392" y="186"/>
                  <a:pt x="349" y="101"/>
                </a:cubicBezTo>
                <a:lnTo>
                  <a:pt x="349" y="101"/>
                </a:lnTo>
                <a:cubicBezTo>
                  <a:pt x="329" y="60"/>
                  <a:pt x="293" y="29"/>
                  <a:pt x="250" y="1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65DFA-E8F5-364D-8274-E23F7C678974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0F60E-8C1D-1545-AFE1-84D3F2155479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9290D-77B8-3649-90A0-A5BDE9C5330D}"/>
              </a:ext>
            </a:extLst>
          </p:cNvPr>
          <p:cNvSpPr txBox="1"/>
          <p:nvPr/>
        </p:nvSpPr>
        <p:spPr>
          <a:xfrm>
            <a:off x="5410026" y="5857414"/>
            <a:ext cx="117724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/>
            <a:r>
              <a:rPr lang="en-US" sz="7400" b="1" spc="-30" dirty="0">
                <a:solidFill>
                  <a:schemeClr val="accent5"/>
                </a:solidFill>
                <a:latin typeface="DM Sans" pitchFamily="2" charset="77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FF7AC-C816-214E-AA94-DBC3F4E361F6}"/>
              </a:ext>
            </a:extLst>
          </p:cNvPr>
          <p:cNvSpPr txBox="1"/>
          <p:nvPr/>
        </p:nvSpPr>
        <p:spPr>
          <a:xfrm>
            <a:off x="4558831" y="7027048"/>
            <a:ext cx="202844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Success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454731-22F9-8741-9C5F-BB0E50F311D4}"/>
              </a:ext>
            </a:extLst>
          </p:cNvPr>
          <p:cNvSpPr txBox="1"/>
          <p:nvPr/>
        </p:nvSpPr>
        <p:spPr>
          <a:xfrm>
            <a:off x="2182265" y="7704296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38938A-FBF1-D147-8F79-4D0C5080A840}"/>
              </a:ext>
            </a:extLst>
          </p:cNvPr>
          <p:cNvSpPr txBox="1"/>
          <p:nvPr/>
        </p:nvSpPr>
        <p:spPr>
          <a:xfrm>
            <a:off x="17906593" y="5857414"/>
            <a:ext cx="1392048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5"/>
                </a:solidFill>
                <a:latin typeface="DM Sans" pitchFamily="2" charset="77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41E49A-67E4-9547-ACC1-FA6B44E3A579}"/>
              </a:ext>
            </a:extLst>
          </p:cNvPr>
          <p:cNvSpPr txBox="1"/>
          <p:nvPr/>
        </p:nvSpPr>
        <p:spPr>
          <a:xfrm>
            <a:off x="17906593" y="7027048"/>
            <a:ext cx="3087705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5FD5C0-B915-6E46-9FCB-71153B33C75E}"/>
              </a:ext>
            </a:extLst>
          </p:cNvPr>
          <p:cNvSpPr txBox="1"/>
          <p:nvPr/>
        </p:nvSpPr>
        <p:spPr>
          <a:xfrm>
            <a:off x="17906593" y="7704296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Turn complex data into easy to understand infographics.</a:t>
            </a:r>
          </a:p>
        </p:txBody>
      </p:sp>
    </p:spTree>
    <p:extLst>
      <p:ext uri="{BB962C8B-B14F-4D97-AF65-F5344CB8AC3E}">
        <p14:creationId xmlns:p14="http://schemas.microsoft.com/office/powerpoint/2010/main" val="1288984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7">
            <a:extLst>
              <a:ext uri="{FF2B5EF4-FFF2-40B4-BE49-F238E27FC236}">
                <a16:creationId xmlns:a16="http://schemas.microsoft.com/office/drawing/2014/main" id="{70B350B9-F6B2-4F4E-ADC3-9F4B1F63C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5103" y="4408102"/>
            <a:ext cx="1362276" cy="1362275"/>
          </a:xfrm>
          <a:custGeom>
            <a:avLst/>
            <a:gdLst>
              <a:gd name="T0" fmla="*/ 1092 w 1093"/>
              <a:gd name="T1" fmla="*/ 546 h 1093"/>
              <a:gd name="T2" fmla="*/ 1092 w 1093"/>
              <a:gd name="T3" fmla="*/ 546 h 1093"/>
              <a:gd name="T4" fmla="*/ 546 w 1093"/>
              <a:gd name="T5" fmla="*/ 1092 h 1093"/>
              <a:gd name="T6" fmla="*/ 546 w 1093"/>
              <a:gd name="T7" fmla="*/ 1092 h 1093"/>
              <a:gd name="T8" fmla="*/ 0 w 1093"/>
              <a:gd name="T9" fmla="*/ 546 h 1093"/>
              <a:gd name="T10" fmla="*/ 0 w 1093"/>
              <a:gd name="T11" fmla="*/ 546 h 1093"/>
              <a:gd name="T12" fmla="*/ 546 w 1093"/>
              <a:gd name="T13" fmla="*/ 0 h 1093"/>
              <a:gd name="T14" fmla="*/ 546 w 1093"/>
              <a:gd name="T15" fmla="*/ 0 h 1093"/>
              <a:gd name="T16" fmla="*/ 1092 w 1093"/>
              <a:gd name="T17" fmla="*/ 546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93" h="1093">
                <a:moveTo>
                  <a:pt x="1092" y="546"/>
                </a:moveTo>
                <a:lnTo>
                  <a:pt x="1092" y="546"/>
                </a:lnTo>
                <a:cubicBezTo>
                  <a:pt x="1092" y="848"/>
                  <a:pt x="847" y="1092"/>
                  <a:pt x="546" y="1092"/>
                </a:cubicBezTo>
                <a:lnTo>
                  <a:pt x="546" y="1092"/>
                </a:lnTo>
                <a:cubicBezTo>
                  <a:pt x="244" y="1092"/>
                  <a:pt x="0" y="848"/>
                  <a:pt x="0" y="546"/>
                </a:cubicBezTo>
                <a:lnTo>
                  <a:pt x="0" y="546"/>
                </a:lnTo>
                <a:cubicBezTo>
                  <a:pt x="0" y="245"/>
                  <a:pt x="244" y="0"/>
                  <a:pt x="546" y="0"/>
                </a:cubicBezTo>
                <a:lnTo>
                  <a:pt x="546" y="0"/>
                </a:lnTo>
                <a:cubicBezTo>
                  <a:pt x="847" y="0"/>
                  <a:pt x="1092" y="245"/>
                  <a:pt x="1092" y="546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3" name="Freeform 68">
            <a:extLst>
              <a:ext uri="{FF2B5EF4-FFF2-40B4-BE49-F238E27FC236}">
                <a16:creationId xmlns:a16="http://schemas.microsoft.com/office/drawing/2014/main" id="{BF82B67D-174E-7945-AC02-67963B85D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1170" y="4836560"/>
            <a:ext cx="664657" cy="510855"/>
          </a:xfrm>
          <a:custGeom>
            <a:avLst/>
            <a:gdLst>
              <a:gd name="T0" fmla="*/ 245 w 532"/>
              <a:gd name="T1" fmla="*/ 158 h 410"/>
              <a:gd name="T2" fmla="*/ 326 w 532"/>
              <a:gd name="T3" fmla="*/ 204 h 410"/>
              <a:gd name="T4" fmla="*/ 245 w 532"/>
              <a:gd name="T5" fmla="*/ 251 h 410"/>
              <a:gd name="T6" fmla="*/ 245 w 532"/>
              <a:gd name="T7" fmla="*/ 158 h 410"/>
              <a:gd name="T8" fmla="*/ 204 w 532"/>
              <a:gd name="T9" fmla="*/ 88 h 410"/>
              <a:gd name="T10" fmla="*/ 204 w 532"/>
              <a:gd name="T11" fmla="*/ 321 h 410"/>
              <a:gd name="T12" fmla="*/ 235 w 532"/>
              <a:gd name="T13" fmla="*/ 304 h 410"/>
              <a:gd name="T14" fmla="*/ 378 w 532"/>
              <a:gd name="T15" fmla="*/ 222 h 410"/>
              <a:gd name="T16" fmla="*/ 409 w 532"/>
              <a:gd name="T17" fmla="*/ 204 h 410"/>
              <a:gd name="T18" fmla="*/ 378 w 532"/>
              <a:gd name="T19" fmla="*/ 186 h 410"/>
              <a:gd name="T20" fmla="*/ 235 w 532"/>
              <a:gd name="T21" fmla="*/ 105 h 410"/>
              <a:gd name="T22" fmla="*/ 204 w 532"/>
              <a:gd name="T23" fmla="*/ 88 h 410"/>
              <a:gd name="T24" fmla="*/ 266 w 532"/>
              <a:gd name="T25" fmla="*/ 41 h 410"/>
              <a:gd name="T26" fmla="*/ 266 w 532"/>
              <a:gd name="T27" fmla="*/ 41 h 410"/>
              <a:gd name="T28" fmla="*/ 447 w 532"/>
              <a:gd name="T29" fmla="*/ 54 h 410"/>
              <a:gd name="T30" fmla="*/ 447 w 532"/>
              <a:gd name="T31" fmla="*/ 54 h 410"/>
              <a:gd name="T32" fmla="*/ 480 w 532"/>
              <a:gd name="T33" fmla="*/ 87 h 410"/>
              <a:gd name="T34" fmla="*/ 480 w 532"/>
              <a:gd name="T35" fmla="*/ 87 h 410"/>
              <a:gd name="T36" fmla="*/ 491 w 532"/>
              <a:gd name="T37" fmla="*/ 204 h 410"/>
              <a:gd name="T38" fmla="*/ 491 w 532"/>
              <a:gd name="T39" fmla="*/ 204 h 410"/>
              <a:gd name="T40" fmla="*/ 480 w 532"/>
              <a:gd name="T41" fmla="*/ 322 h 410"/>
              <a:gd name="T42" fmla="*/ 480 w 532"/>
              <a:gd name="T43" fmla="*/ 322 h 410"/>
              <a:gd name="T44" fmla="*/ 447 w 532"/>
              <a:gd name="T45" fmla="*/ 354 h 410"/>
              <a:gd name="T46" fmla="*/ 447 w 532"/>
              <a:gd name="T47" fmla="*/ 354 h 410"/>
              <a:gd name="T48" fmla="*/ 266 w 532"/>
              <a:gd name="T49" fmla="*/ 368 h 410"/>
              <a:gd name="T50" fmla="*/ 266 w 532"/>
              <a:gd name="T51" fmla="*/ 368 h 410"/>
              <a:gd name="T52" fmla="*/ 85 w 532"/>
              <a:gd name="T53" fmla="*/ 354 h 410"/>
              <a:gd name="T54" fmla="*/ 85 w 532"/>
              <a:gd name="T55" fmla="*/ 354 h 410"/>
              <a:gd name="T56" fmla="*/ 52 w 532"/>
              <a:gd name="T57" fmla="*/ 322 h 410"/>
              <a:gd name="T58" fmla="*/ 52 w 532"/>
              <a:gd name="T59" fmla="*/ 322 h 410"/>
              <a:gd name="T60" fmla="*/ 41 w 532"/>
              <a:gd name="T61" fmla="*/ 204 h 410"/>
              <a:gd name="T62" fmla="*/ 41 w 532"/>
              <a:gd name="T63" fmla="*/ 204 h 410"/>
              <a:gd name="T64" fmla="*/ 52 w 532"/>
              <a:gd name="T65" fmla="*/ 87 h 410"/>
              <a:gd name="T66" fmla="*/ 52 w 532"/>
              <a:gd name="T67" fmla="*/ 87 h 410"/>
              <a:gd name="T68" fmla="*/ 85 w 532"/>
              <a:gd name="T69" fmla="*/ 54 h 410"/>
              <a:gd name="T70" fmla="*/ 85 w 532"/>
              <a:gd name="T71" fmla="*/ 54 h 410"/>
              <a:gd name="T72" fmla="*/ 266 w 532"/>
              <a:gd name="T73" fmla="*/ 41 h 410"/>
              <a:gd name="T74" fmla="*/ 266 w 532"/>
              <a:gd name="T75" fmla="*/ 0 h 410"/>
              <a:gd name="T76" fmla="*/ 266 w 532"/>
              <a:gd name="T77" fmla="*/ 0 h 410"/>
              <a:gd name="T78" fmla="*/ 79 w 532"/>
              <a:gd name="T79" fmla="*/ 14 h 410"/>
              <a:gd name="T80" fmla="*/ 79 w 532"/>
              <a:gd name="T81" fmla="*/ 14 h 410"/>
              <a:gd name="T82" fmla="*/ 11 w 532"/>
              <a:gd name="T83" fmla="*/ 79 h 410"/>
              <a:gd name="T84" fmla="*/ 11 w 532"/>
              <a:gd name="T85" fmla="*/ 79 h 410"/>
              <a:gd name="T86" fmla="*/ 0 w 532"/>
              <a:gd name="T87" fmla="*/ 204 h 410"/>
              <a:gd name="T88" fmla="*/ 0 w 532"/>
              <a:gd name="T89" fmla="*/ 204 h 410"/>
              <a:gd name="T90" fmla="*/ 11 w 532"/>
              <a:gd name="T91" fmla="*/ 329 h 410"/>
              <a:gd name="T92" fmla="*/ 11 w 532"/>
              <a:gd name="T93" fmla="*/ 329 h 410"/>
              <a:gd name="T94" fmla="*/ 79 w 532"/>
              <a:gd name="T95" fmla="*/ 394 h 410"/>
              <a:gd name="T96" fmla="*/ 79 w 532"/>
              <a:gd name="T97" fmla="*/ 394 h 410"/>
              <a:gd name="T98" fmla="*/ 266 w 532"/>
              <a:gd name="T99" fmla="*/ 409 h 410"/>
              <a:gd name="T100" fmla="*/ 266 w 532"/>
              <a:gd name="T101" fmla="*/ 409 h 410"/>
              <a:gd name="T102" fmla="*/ 452 w 532"/>
              <a:gd name="T103" fmla="*/ 394 h 410"/>
              <a:gd name="T104" fmla="*/ 452 w 532"/>
              <a:gd name="T105" fmla="*/ 394 h 410"/>
              <a:gd name="T106" fmla="*/ 520 w 532"/>
              <a:gd name="T107" fmla="*/ 329 h 410"/>
              <a:gd name="T108" fmla="*/ 520 w 532"/>
              <a:gd name="T109" fmla="*/ 329 h 410"/>
              <a:gd name="T110" fmla="*/ 531 w 532"/>
              <a:gd name="T111" fmla="*/ 204 h 410"/>
              <a:gd name="T112" fmla="*/ 531 w 532"/>
              <a:gd name="T113" fmla="*/ 204 h 410"/>
              <a:gd name="T114" fmla="*/ 520 w 532"/>
              <a:gd name="T115" fmla="*/ 79 h 410"/>
              <a:gd name="T116" fmla="*/ 520 w 532"/>
              <a:gd name="T117" fmla="*/ 79 h 410"/>
              <a:gd name="T118" fmla="*/ 452 w 532"/>
              <a:gd name="T119" fmla="*/ 14 h 410"/>
              <a:gd name="T120" fmla="*/ 452 w 532"/>
              <a:gd name="T121" fmla="*/ 14 h 410"/>
              <a:gd name="T122" fmla="*/ 266 w 532"/>
              <a:gd name="T123" fmla="*/ 0 h 4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32" h="410">
                <a:moveTo>
                  <a:pt x="245" y="158"/>
                </a:moveTo>
                <a:lnTo>
                  <a:pt x="326" y="204"/>
                </a:lnTo>
                <a:lnTo>
                  <a:pt x="245" y="251"/>
                </a:lnTo>
                <a:lnTo>
                  <a:pt x="245" y="158"/>
                </a:lnTo>
                <a:close/>
                <a:moveTo>
                  <a:pt x="204" y="88"/>
                </a:moveTo>
                <a:lnTo>
                  <a:pt x="204" y="321"/>
                </a:lnTo>
                <a:lnTo>
                  <a:pt x="235" y="304"/>
                </a:lnTo>
                <a:lnTo>
                  <a:pt x="378" y="222"/>
                </a:lnTo>
                <a:lnTo>
                  <a:pt x="409" y="204"/>
                </a:lnTo>
                <a:lnTo>
                  <a:pt x="378" y="186"/>
                </a:lnTo>
                <a:lnTo>
                  <a:pt x="235" y="105"/>
                </a:lnTo>
                <a:lnTo>
                  <a:pt x="204" y="88"/>
                </a:lnTo>
                <a:close/>
                <a:moveTo>
                  <a:pt x="266" y="41"/>
                </a:moveTo>
                <a:lnTo>
                  <a:pt x="266" y="41"/>
                </a:lnTo>
                <a:cubicBezTo>
                  <a:pt x="340" y="41"/>
                  <a:pt x="406" y="48"/>
                  <a:pt x="447" y="54"/>
                </a:cubicBezTo>
                <a:lnTo>
                  <a:pt x="447" y="54"/>
                </a:lnTo>
                <a:cubicBezTo>
                  <a:pt x="464" y="57"/>
                  <a:pt x="477" y="70"/>
                  <a:pt x="480" y="87"/>
                </a:cubicBezTo>
                <a:lnTo>
                  <a:pt x="480" y="87"/>
                </a:lnTo>
                <a:cubicBezTo>
                  <a:pt x="485" y="114"/>
                  <a:pt x="491" y="154"/>
                  <a:pt x="491" y="204"/>
                </a:cubicBezTo>
                <a:lnTo>
                  <a:pt x="491" y="204"/>
                </a:lnTo>
                <a:cubicBezTo>
                  <a:pt x="491" y="255"/>
                  <a:pt x="485" y="295"/>
                  <a:pt x="480" y="322"/>
                </a:cubicBezTo>
                <a:lnTo>
                  <a:pt x="480" y="322"/>
                </a:lnTo>
                <a:cubicBezTo>
                  <a:pt x="477" y="339"/>
                  <a:pt x="464" y="352"/>
                  <a:pt x="447" y="354"/>
                </a:cubicBezTo>
                <a:lnTo>
                  <a:pt x="447" y="354"/>
                </a:lnTo>
                <a:cubicBezTo>
                  <a:pt x="406" y="360"/>
                  <a:pt x="340" y="368"/>
                  <a:pt x="266" y="368"/>
                </a:cubicBezTo>
                <a:lnTo>
                  <a:pt x="266" y="368"/>
                </a:lnTo>
                <a:cubicBezTo>
                  <a:pt x="192" y="368"/>
                  <a:pt x="126" y="360"/>
                  <a:pt x="85" y="354"/>
                </a:cubicBezTo>
                <a:lnTo>
                  <a:pt x="85" y="354"/>
                </a:lnTo>
                <a:cubicBezTo>
                  <a:pt x="68" y="352"/>
                  <a:pt x="55" y="339"/>
                  <a:pt x="52" y="322"/>
                </a:cubicBezTo>
                <a:lnTo>
                  <a:pt x="52" y="322"/>
                </a:lnTo>
                <a:cubicBezTo>
                  <a:pt x="46" y="295"/>
                  <a:pt x="41" y="255"/>
                  <a:pt x="41" y="204"/>
                </a:cubicBezTo>
                <a:lnTo>
                  <a:pt x="41" y="204"/>
                </a:lnTo>
                <a:cubicBezTo>
                  <a:pt x="41" y="154"/>
                  <a:pt x="46" y="114"/>
                  <a:pt x="52" y="87"/>
                </a:cubicBezTo>
                <a:lnTo>
                  <a:pt x="52" y="87"/>
                </a:lnTo>
                <a:cubicBezTo>
                  <a:pt x="55" y="70"/>
                  <a:pt x="68" y="57"/>
                  <a:pt x="85" y="54"/>
                </a:cubicBezTo>
                <a:lnTo>
                  <a:pt x="85" y="54"/>
                </a:lnTo>
                <a:cubicBezTo>
                  <a:pt x="125" y="48"/>
                  <a:pt x="192" y="41"/>
                  <a:pt x="266" y="41"/>
                </a:cubicBezTo>
                <a:close/>
                <a:moveTo>
                  <a:pt x="266" y="0"/>
                </a:moveTo>
                <a:lnTo>
                  <a:pt x="266" y="0"/>
                </a:lnTo>
                <a:cubicBezTo>
                  <a:pt x="188" y="0"/>
                  <a:pt x="121" y="8"/>
                  <a:pt x="79" y="14"/>
                </a:cubicBezTo>
                <a:lnTo>
                  <a:pt x="79" y="14"/>
                </a:lnTo>
                <a:cubicBezTo>
                  <a:pt x="45" y="19"/>
                  <a:pt x="17" y="45"/>
                  <a:pt x="11" y="79"/>
                </a:cubicBezTo>
                <a:lnTo>
                  <a:pt x="11" y="79"/>
                </a:lnTo>
                <a:cubicBezTo>
                  <a:pt x="6" y="108"/>
                  <a:pt x="0" y="151"/>
                  <a:pt x="0" y="204"/>
                </a:cubicBezTo>
                <a:lnTo>
                  <a:pt x="0" y="204"/>
                </a:lnTo>
                <a:cubicBezTo>
                  <a:pt x="0" y="258"/>
                  <a:pt x="6" y="300"/>
                  <a:pt x="11" y="329"/>
                </a:cubicBezTo>
                <a:lnTo>
                  <a:pt x="11" y="329"/>
                </a:lnTo>
                <a:cubicBezTo>
                  <a:pt x="17" y="363"/>
                  <a:pt x="45" y="390"/>
                  <a:pt x="79" y="394"/>
                </a:cubicBezTo>
                <a:lnTo>
                  <a:pt x="79" y="394"/>
                </a:lnTo>
                <a:cubicBezTo>
                  <a:pt x="121" y="401"/>
                  <a:pt x="189" y="409"/>
                  <a:pt x="266" y="409"/>
                </a:cubicBezTo>
                <a:lnTo>
                  <a:pt x="266" y="409"/>
                </a:lnTo>
                <a:cubicBezTo>
                  <a:pt x="342" y="409"/>
                  <a:pt x="410" y="401"/>
                  <a:pt x="452" y="394"/>
                </a:cubicBezTo>
                <a:lnTo>
                  <a:pt x="452" y="394"/>
                </a:lnTo>
                <a:cubicBezTo>
                  <a:pt x="486" y="390"/>
                  <a:pt x="514" y="363"/>
                  <a:pt x="520" y="329"/>
                </a:cubicBezTo>
                <a:lnTo>
                  <a:pt x="520" y="329"/>
                </a:lnTo>
                <a:cubicBezTo>
                  <a:pt x="525" y="300"/>
                  <a:pt x="531" y="258"/>
                  <a:pt x="531" y="204"/>
                </a:cubicBezTo>
                <a:lnTo>
                  <a:pt x="531" y="204"/>
                </a:lnTo>
                <a:cubicBezTo>
                  <a:pt x="531" y="151"/>
                  <a:pt x="526" y="108"/>
                  <a:pt x="520" y="79"/>
                </a:cubicBezTo>
                <a:lnTo>
                  <a:pt x="520" y="79"/>
                </a:lnTo>
                <a:cubicBezTo>
                  <a:pt x="514" y="45"/>
                  <a:pt x="486" y="19"/>
                  <a:pt x="452" y="14"/>
                </a:cubicBezTo>
                <a:lnTo>
                  <a:pt x="452" y="14"/>
                </a:lnTo>
                <a:cubicBezTo>
                  <a:pt x="410" y="8"/>
                  <a:pt x="343" y="0"/>
                  <a:pt x="2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4" name="Freeform 70">
            <a:extLst>
              <a:ext uri="{FF2B5EF4-FFF2-40B4-BE49-F238E27FC236}">
                <a16:creationId xmlns:a16="http://schemas.microsoft.com/office/drawing/2014/main" id="{99B63BCF-9276-EB4E-A230-C8792DE5B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3021" y="5122201"/>
            <a:ext cx="917341" cy="917340"/>
          </a:xfrm>
          <a:custGeom>
            <a:avLst/>
            <a:gdLst>
              <a:gd name="T0" fmla="*/ 660 w 736"/>
              <a:gd name="T1" fmla="*/ 504 h 737"/>
              <a:gd name="T2" fmla="*/ 660 w 736"/>
              <a:gd name="T3" fmla="*/ 504 h 737"/>
              <a:gd name="T4" fmla="*/ 231 w 736"/>
              <a:gd name="T5" fmla="*/ 660 h 737"/>
              <a:gd name="T6" fmla="*/ 231 w 736"/>
              <a:gd name="T7" fmla="*/ 660 h 737"/>
              <a:gd name="T8" fmla="*/ 75 w 736"/>
              <a:gd name="T9" fmla="*/ 232 h 737"/>
              <a:gd name="T10" fmla="*/ 75 w 736"/>
              <a:gd name="T11" fmla="*/ 232 h 737"/>
              <a:gd name="T12" fmla="*/ 504 w 736"/>
              <a:gd name="T13" fmla="*/ 75 h 737"/>
              <a:gd name="T14" fmla="*/ 504 w 736"/>
              <a:gd name="T15" fmla="*/ 75 h 737"/>
              <a:gd name="T16" fmla="*/ 660 w 736"/>
              <a:gd name="T17" fmla="*/ 504 h 7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6" h="737">
                <a:moveTo>
                  <a:pt x="660" y="504"/>
                </a:moveTo>
                <a:lnTo>
                  <a:pt x="660" y="504"/>
                </a:lnTo>
                <a:cubicBezTo>
                  <a:pt x="585" y="666"/>
                  <a:pt x="393" y="736"/>
                  <a:pt x="231" y="660"/>
                </a:cubicBezTo>
                <a:lnTo>
                  <a:pt x="231" y="660"/>
                </a:lnTo>
                <a:cubicBezTo>
                  <a:pt x="70" y="586"/>
                  <a:pt x="0" y="394"/>
                  <a:pt x="75" y="232"/>
                </a:cubicBezTo>
                <a:lnTo>
                  <a:pt x="75" y="232"/>
                </a:lnTo>
                <a:cubicBezTo>
                  <a:pt x="150" y="70"/>
                  <a:pt x="342" y="0"/>
                  <a:pt x="504" y="75"/>
                </a:cubicBezTo>
                <a:lnTo>
                  <a:pt x="504" y="75"/>
                </a:lnTo>
                <a:cubicBezTo>
                  <a:pt x="665" y="150"/>
                  <a:pt x="735" y="342"/>
                  <a:pt x="660" y="504"/>
                </a:cubicBezTo>
              </a:path>
            </a:pathLst>
          </a:custGeom>
          <a:solidFill>
            <a:srgbClr val="F9FBFF"/>
          </a:solidFill>
          <a:ln w="12700" cap="flat">
            <a:solidFill>
              <a:srgbClr val="E2EE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D8EB44A1-A9E9-D34D-932B-3F68A060F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1665" y="4693744"/>
            <a:ext cx="2460885" cy="2455393"/>
          </a:xfrm>
          <a:custGeom>
            <a:avLst/>
            <a:gdLst>
              <a:gd name="T0" fmla="*/ 1973 w 1974"/>
              <a:gd name="T1" fmla="*/ 986 h 1972"/>
              <a:gd name="T2" fmla="*/ 1973 w 1974"/>
              <a:gd name="T3" fmla="*/ 986 h 1972"/>
              <a:gd name="T4" fmla="*/ 987 w 1974"/>
              <a:gd name="T5" fmla="*/ 1971 h 1972"/>
              <a:gd name="T6" fmla="*/ 987 w 1974"/>
              <a:gd name="T7" fmla="*/ 1971 h 1972"/>
              <a:gd name="T8" fmla="*/ 0 w 1974"/>
              <a:gd name="T9" fmla="*/ 986 h 1972"/>
              <a:gd name="T10" fmla="*/ 0 w 1974"/>
              <a:gd name="T11" fmla="*/ 986 h 1972"/>
              <a:gd name="T12" fmla="*/ 987 w 1974"/>
              <a:gd name="T13" fmla="*/ 0 h 1972"/>
              <a:gd name="T14" fmla="*/ 987 w 1974"/>
              <a:gd name="T15" fmla="*/ 0 h 1972"/>
              <a:gd name="T16" fmla="*/ 1973 w 1974"/>
              <a:gd name="T17" fmla="*/ 986 h 19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74" h="1972">
                <a:moveTo>
                  <a:pt x="1973" y="986"/>
                </a:moveTo>
                <a:lnTo>
                  <a:pt x="1973" y="986"/>
                </a:lnTo>
                <a:cubicBezTo>
                  <a:pt x="1973" y="1530"/>
                  <a:pt x="1531" y="1971"/>
                  <a:pt x="987" y="1971"/>
                </a:cubicBezTo>
                <a:lnTo>
                  <a:pt x="987" y="1971"/>
                </a:lnTo>
                <a:cubicBezTo>
                  <a:pt x="442" y="1971"/>
                  <a:pt x="0" y="1530"/>
                  <a:pt x="0" y="986"/>
                </a:cubicBezTo>
                <a:lnTo>
                  <a:pt x="0" y="986"/>
                </a:lnTo>
                <a:cubicBezTo>
                  <a:pt x="0" y="441"/>
                  <a:pt x="442" y="0"/>
                  <a:pt x="987" y="0"/>
                </a:cubicBezTo>
                <a:lnTo>
                  <a:pt x="987" y="0"/>
                </a:lnTo>
                <a:cubicBezTo>
                  <a:pt x="1531" y="0"/>
                  <a:pt x="1973" y="441"/>
                  <a:pt x="1973" y="986"/>
                </a:cubicBezTo>
              </a:path>
            </a:pathLst>
          </a:custGeom>
          <a:noFill/>
          <a:ln w="63500" cap="flat">
            <a:solidFill>
              <a:srgbClr val="E2EE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6" name="Freeform 72">
            <a:extLst>
              <a:ext uri="{FF2B5EF4-FFF2-40B4-BE49-F238E27FC236}">
                <a16:creationId xmlns:a16="http://schemas.microsoft.com/office/drawing/2014/main" id="{D18B2D97-D5AD-B745-BEE1-1729720EB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40307" y="4968396"/>
            <a:ext cx="1972002" cy="1796228"/>
          </a:xfrm>
          <a:custGeom>
            <a:avLst/>
            <a:gdLst>
              <a:gd name="T0" fmla="*/ 1532 w 1584"/>
              <a:gd name="T1" fmla="*/ 588 h 1443"/>
              <a:gd name="T2" fmla="*/ 398 w 1584"/>
              <a:gd name="T3" fmla="*/ 19 h 1443"/>
              <a:gd name="T4" fmla="*/ 398 w 1584"/>
              <a:gd name="T5" fmla="*/ 19 h 1443"/>
              <a:gd name="T6" fmla="*/ 300 w 1584"/>
              <a:gd name="T7" fmla="*/ 51 h 1443"/>
              <a:gd name="T8" fmla="*/ 18 w 1584"/>
              <a:gd name="T9" fmla="*/ 614 h 1443"/>
              <a:gd name="T10" fmla="*/ 18 w 1584"/>
              <a:gd name="T11" fmla="*/ 614 h 1443"/>
              <a:gd name="T12" fmla="*/ 50 w 1584"/>
              <a:gd name="T13" fmla="*/ 712 h 1443"/>
              <a:gd name="T14" fmla="*/ 833 w 1584"/>
              <a:gd name="T15" fmla="*/ 1106 h 1443"/>
              <a:gd name="T16" fmla="*/ 909 w 1584"/>
              <a:gd name="T17" fmla="*/ 1406 h 1443"/>
              <a:gd name="T18" fmla="*/ 909 w 1584"/>
              <a:gd name="T19" fmla="*/ 1406 h 1443"/>
              <a:gd name="T20" fmla="*/ 980 w 1584"/>
              <a:gd name="T21" fmla="*/ 1411 h 1443"/>
              <a:gd name="T22" fmla="*/ 1073 w 1584"/>
              <a:gd name="T23" fmla="*/ 1226 h 1443"/>
              <a:gd name="T24" fmla="*/ 1184 w 1584"/>
              <a:gd name="T25" fmla="*/ 1282 h 1443"/>
              <a:gd name="T26" fmla="*/ 1184 w 1584"/>
              <a:gd name="T27" fmla="*/ 1282 h 1443"/>
              <a:gd name="T28" fmla="*/ 1282 w 1584"/>
              <a:gd name="T29" fmla="*/ 1249 h 1443"/>
              <a:gd name="T30" fmla="*/ 1565 w 1584"/>
              <a:gd name="T31" fmla="*/ 687 h 1443"/>
              <a:gd name="T32" fmla="*/ 1565 w 1584"/>
              <a:gd name="T33" fmla="*/ 687 h 1443"/>
              <a:gd name="T34" fmla="*/ 1532 w 1584"/>
              <a:gd name="T35" fmla="*/ 588 h 1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84" h="1443">
                <a:moveTo>
                  <a:pt x="1532" y="588"/>
                </a:moveTo>
                <a:lnTo>
                  <a:pt x="398" y="19"/>
                </a:lnTo>
                <a:lnTo>
                  <a:pt x="398" y="19"/>
                </a:lnTo>
                <a:cubicBezTo>
                  <a:pt x="362" y="0"/>
                  <a:pt x="318" y="15"/>
                  <a:pt x="300" y="51"/>
                </a:cubicBezTo>
                <a:lnTo>
                  <a:pt x="18" y="614"/>
                </a:lnTo>
                <a:lnTo>
                  <a:pt x="18" y="614"/>
                </a:lnTo>
                <a:cubicBezTo>
                  <a:pt x="0" y="650"/>
                  <a:pt x="14" y="694"/>
                  <a:pt x="50" y="712"/>
                </a:cubicBezTo>
                <a:lnTo>
                  <a:pt x="833" y="1106"/>
                </a:lnTo>
                <a:lnTo>
                  <a:pt x="909" y="1406"/>
                </a:lnTo>
                <a:lnTo>
                  <a:pt x="909" y="1406"/>
                </a:lnTo>
                <a:cubicBezTo>
                  <a:pt x="920" y="1439"/>
                  <a:pt x="964" y="1442"/>
                  <a:pt x="980" y="1411"/>
                </a:cubicBezTo>
                <a:lnTo>
                  <a:pt x="1073" y="1226"/>
                </a:lnTo>
                <a:lnTo>
                  <a:pt x="1184" y="1282"/>
                </a:lnTo>
                <a:lnTo>
                  <a:pt x="1184" y="1282"/>
                </a:lnTo>
                <a:cubicBezTo>
                  <a:pt x="1220" y="1300"/>
                  <a:pt x="1264" y="1285"/>
                  <a:pt x="1282" y="1249"/>
                </a:cubicBezTo>
                <a:lnTo>
                  <a:pt x="1565" y="687"/>
                </a:lnTo>
                <a:lnTo>
                  <a:pt x="1565" y="687"/>
                </a:lnTo>
                <a:cubicBezTo>
                  <a:pt x="1583" y="651"/>
                  <a:pt x="1568" y="606"/>
                  <a:pt x="1532" y="58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7" name="Freeform 73">
            <a:extLst>
              <a:ext uri="{FF2B5EF4-FFF2-40B4-BE49-F238E27FC236}">
                <a16:creationId xmlns:a16="http://schemas.microsoft.com/office/drawing/2014/main" id="{B02CF79D-DC23-624C-BD82-6B8F530B9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2713" y="5325446"/>
            <a:ext cx="159297" cy="159297"/>
          </a:xfrm>
          <a:custGeom>
            <a:avLst/>
            <a:gdLst>
              <a:gd name="T0" fmla="*/ 113 w 128"/>
              <a:gd name="T1" fmla="*/ 89 h 129"/>
              <a:gd name="T2" fmla="*/ 113 w 128"/>
              <a:gd name="T3" fmla="*/ 89 h 129"/>
              <a:gd name="T4" fmla="*/ 38 w 128"/>
              <a:gd name="T5" fmla="*/ 114 h 129"/>
              <a:gd name="T6" fmla="*/ 38 w 128"/>
              <a:gd name="T7" fmla="*/ 114 h 129"/>
              <a:gd name="T8" fmla="*/ 13 w 128"/>
              <a:gd name="T9" fmla="*/ 39 h 129"/>
              <a:gd name="T10" fmla="*/ 13 w 128"/>
              <a:gd name="T11" fmla="*/ 39 h 129"/>
              <a:gd name="T12" fmla="*/ 88 w 128"/>
              <a:gd name="T13" fmla="*/ 15 h 129"/>
              <a:gd name="T14" fmla="*/ 88 w 128"/>
              <a:gd name="T15" fmla="*/ 15 h 129"/>
              <a:gd name="T16" fmla="*/ 113 w 128"/>
              <a:gd name="T17" fmla="*/ 89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8" h="129">
                <a:moveTo>
                  <a:pt x="113" y="89"/>
                </a:moveTo>
                <a:lnTo>
                  <a:pt x="113" y="89"/>
                </a:lnTo>
                <a:cubicBezTo>
                  <a:pt x="99" y="117"/>
                  <a:pt x="65" y="128"/>
                  <a:pt x="38" y="114"/>
                </a:cubicBezTo>
                <a:lnTo>
                  <a:pt x="38" y="114"/>
                </a:lnTo>
                <a:cubicBezTo>
                  <a:pt x="11" y="100"/>
                  <a:pt x="0" y="67"/>
                  <a:pt x="13" y="39"/>
                </a:cubicBezTo>
                <a:lnTo>
                  <a:pt x="13" y="39"/>
                </a:lnTo>
                <a:cubicBezTo>
                  <a:pt x="27" y="11"/>
                  <a:pt x="61" y="0"/>
                  <a:pt x="88" y="15"/>
                </a:cubicBezTo>
                <a:lnTo>
                  <a:pt x="88" y="15"/>
                </a:lnTo>
                <a:cubicBezTo>
                  <a:pt x="116" y="28"/>
                  <a:pt x="127" y="62"/>
                  <a:pt x="113" y="89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E514C498-582A-E84F-B208-DF2FA9AF0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5390" y="5462767"/>
            <a:ext cx="895365" cy="510855"/>
          </a:xfrm>
          <a:custGeom>
            <a:avLst/>
            <a:gdLst>
              <a:gd name="T0" fmla="*/ 659 w 720"/>
              <a:gd name="T1" fmla="*/ 398 h 408"/>
              <a:gd name="T2" fmla="*/ 25 w 720"/>
              <a:gd name="T3" fmla="*/ 80 h 408"/>
              <a:gd name="T4" fmla="*/ 25 w 720"/>
              <a:gd name="T5" fmla="*/ 80 h 408"/>
              <a:gd name="T6" fmla="*/ 9 w 720"/>
              <a:gd name="T7" fmla="*/ 32 h 408"/>
              <a:gd name="T8" fmla="*/ 13 w 720"/>
              <a:gd name="T9" fmla="*/ 24 h 408"/>
              <a:gd name="T10" fmla="*/ 13 w 720"/>
              <a:gd name="T11" fmla="*/ 24 h 408"/>
              <a:gd name="T12" fmla="*/ 61 w 720"/>
              <a:gd name="T13" fmla="*/ 8 h 408"/>
              <a:gd name="T14" fmla="*/ 695 w 720"/>
              <a:gd name="T15" fmla="*/ 327 h 408"/>
              <a:gd name="T16" fmla="*/ 695 w 720"/>
              <a:gd name="T17" fmla="*/ 327 h 408"/>
              <a:gd name="T18" fmla="*/ 710 w 720"/>
              <a:gd name="T19" fmla="*/ 375 h 408"/>
              <a:gd name="T20" fmla="*/ 707 w 720"/>
              <a:gd name="T21" fmla="*/ 382 h 408"/>
              <a:gd name="T22" fmla="*/ 707 w 720"/>
              <a:gd name="T23" fmla="*/ 382 h 408"/>
              <a:gd name="T24" fmla="*/ 659 w 720"/>
              <a:gd name="T25" fmla="*/ 39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20" h="408">
                <a:moveTo>
                  <a:pt x="659" y="398"/>
                </a:moveTo>
                <a:lnTo>
                  <a:pt x="25" y="80"/>
                </a:lnTo>
                <a:lnTo>
                  <a:pt x="25" y="80"/>
                </a:lnTo>
                <a:cubicBezTo>
                  <a:pt x="8" y="71"/>
                  <a:pt x="0" y="50"/>
                  <a:pt x="9" y="32"/>
                </a:cubicBezTo>
                <a:lnTo>
                  <a:pt x="13" y="24"/>
                </a:lnTo>
                <a:lnTo>
                  <a:pt x="13" y="24"/>
                </a:lnTo>
                <a:cubicBezTo>
                  <a:pt x="22" y="7"/>
                  <a:pt x="43" y="0"/>
                  <a:pt x="61" y="8"/>
                </a:cubicBezTo>
                <a:lnTo>
                  <a:pt x="695" y="327"/>
                </a:lnTo>
                <a:lnTo>
                  <a:pt x="695" y="327"/>
                </a:lnTo>
                <a:cubicBezTo>
                  <a:pt x="712" y="336"/>
                  <a:pt x="719" y="357"/>
                  <a:pt x="710" y="375"/>
                </a:cubicBezTo>
                <a:lnTo>
                  <a:pt x="707" y="382"/>
                </a:lnTo>
                <a:lnTo>
                  <a:pt x="707" y="382"/>
                </a:lnTo>
                <a:cubicBezTo>
                  <a:pt x="697" y="400"/>
                  <a:pt x="677" y="407"/>
                  <a:pt x="659" y="39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75">
            <a:extLst>
              <a:ext uri="{FF2B5EF4-FFF2-40B4-BE49-F238E27FC236}">
                <a16:creationId xmlns:a16="http://schemas.microsoft.com/office/drawing/2014/main" id="{E94B1F6D-1A96-7F42-961B-C258C56DF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91862" y="5589109"/>
            <a:ext cx="1142554" cy="631699"/>
          </a:xfrm>
          <a:custGeom>
            <a:avLst/>
            <a:gdLst>
              <a:gd name="T0" fmla="*/ 858 w 919"/>
              <a:gd name="T1" fmla="*/ 499 h 508"/>
              <a:gd name="T2" fmla="*/ 25 w 919"/>
              <a:gd name="T3" fmla="*/ 80 h 508"/>
              <a:gd name="T4" fmla="*/ 25 w 919"/>
              <a:gd name="T5" fmla="*/ 80 h 508"/>
              <a:gd name="T6" fmla="*/ 9 w 919"/>
              <a:gd name="T7" fmla="*/ 33 h 508"/>
              <a:gd name="T8" fmla="*/ 13 w 919"/>
              <a:gd name="T9" fmla="*/ 24 h 508"/>
              <a:gd name="T10" fmla="*/ 13 w 919"/>
              <a:gd name="T11" fmla="*/ 24 h 508"/>
              <a:gd name="T12" fmla="*/ 61 w 919"/>
              <a:gd name="T13" fmla="*/ 9 h 508"/>
              <a:gd name="T14" fmla="*/ 894 w 919"/>
              <a:gd name="T15" fmla="*/ 427 h 508"/>
              <a:gd name="T16" fmla="*/ 894 w 919"/>
              <a:gd name="T17" fmla="*/ 427 h 508"/>
              <a:gd name="T18" fmla="*/ 910 w 919"/>
              <a:gd name="T19" fmla="*/ 475 h 508"/>
              <a:gd name="T20" fmla="*/ 905 w 919"/>
              <a:gd name="T21" fmla="*/ 483 h 508"/>
              <a:gd name="T22" fmla="*/ 905 w 919"/>
              <a:gd name="T23" fmla="*/ 483 h 508"/>
              <a:gd name="T24" fmla="*/ 858 w 919"/>
              <a:gd name="T25" fmla="*/ 499 h 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19" h="508">
                <a:moveTo>
                  <a:pt x="858" y="499"/>
                </a:moveTo>
                <a:lnTo>
                  <a:pt x="25" y="80"/>
                </a:lnTo>
                <a:lnTo>
                  <a:pt x="25" y="80"/>
                </a:lnTo>
                <a:cubicBezTo>
                  <a:pt x="7" y="71"/>
                  <a:pt x="0" y="50"/>
                  <a:pt x="9" y="33"/>
                </a:cubicBezTo>
                <a:lnTo>
                  <a:pt x="13" y="24"/>
                </a:lnTo>
                <a:lnTo>
                  <a:pt x="13" y="24"/>
                </a:lnTo>
                <a:cubicBezTo>
                  <a:pt x="22" y="7"/>
                  <a:pt x="43" y="0"/>
                  <a:pt x="61" y="9"/>
                </a:cubicBezTo>
                <a:lnTo>
                  <a:pt x="894" y="427"/>
                </a:lnTo>
                <a:lnTo>
                  <a:pt x="894" y="427"/>
                </a:lnTo>
                <a:cubicBezTo>
                  <a:pt x="911" y="436"/>
                  <a:pt x="918" y="457"/>
                  <a:pt x="910" y="475"/>
                </a:cubicBezTo>
                <a:lnTo>
                  <a:pt x="905" y="483"/>
                </a:lnTo>
                <a:lnTo>
                  <a:pt x="905" y="483"/>
                </a:lnTo>
                <a:cubicBezTo>
                  <a:pt x="897" y="501"/>
                  <a:pt x="875" y="507"/>
                  <a:pt x="858" y="499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76">
            <a:extLst>
              <a:ext uri="{FF2B5EF4-FFF2-40B4-BE49-F238E27FC236}">
                <a16:creationId xmlns:a16="http://schemas.microsoft.com/office/drawing/2014/main" id="{BB311B0B-3241-654B-A5AF-AA9E74D37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4214" y="4836563"/>
            <a:ext cx="1137059" cy="1043679"/>
          </a:xfrm>
          <a:custGeom>
            <a:avLst/>
            <a:gdLst>
              <a:gd name="T0" fmla="*/ 600 w 911"/>
              <a:gd name="T1" fmla="*/ 21 h 838"/>
              <a:gd name="T2" fmla="*/ 57 w 911"/>
              <a:gd name="T3" fmla="*/ 297 h 838"/>
              <a:gd name="T4" fmla="*/ 57 w 911"/>
              <a:gd name="T5" fmla="*/ 297 h 838"/>
              <a:gd name="T6" fmla="*/ 21 w 911"/>
              <a:gd name="T7" fmla="*/ 408 h 838"/>
              <a:gd name="T8" fmla="*/ 199 w 911"/>
              <a:gd name="T9" fmla="*/ 758 h 838"/>
              <a:gd name="T10" fmla="*/ 199 w 911"/>
              <a:gd name="T11" fmla="*/ 758 h 838"/>
              <a:gd name="T12" fmla="*/ 311 w 911"/>
              <a:gd name="T13" fmla="*/ 794 h 838"/>
              <a:gd name="T14" fmla="*/ 467 w 911"/>
              <a:gd name="T15" fmla="*/ 715 h 838"/>
              <a:gd name="T16" fmla="*/ 634 w 911"/>
              <a:gd name="T17" fmla="*/ 822 h 838"/>
              <a:gd name="T18" fmla="*/ 634 w 911"/>
              <a:gd name="T19" fmla="*/ 822 h 838"/>
              <a:gd name="T20" fmla="*/ 686 w 911"/>
              <a:gd name="T21" fmla="*/ 796 h 838"/>
              <a:gd name="T22" fmla="*/ 698 w 911"/>
              <a:gd name="T23" fmla="*/ 597 h 838"/>
              <a:gd name="T24" fmla="*/ 853 w 911"/>
              <a:gd name="T25" fmla="*/ 518 h 838"/>
              <a:gd name="T26" fmla="*/ 853 w 911"/>
              <a:gd name="T27" fmla="*/ 518 h 838"/>
              <a:gd name="T28" fmla="*/ 890 w 911"/>
              <a:gd name="T29" fmla="*/ 407 h 838"/>
              <a:gd name="T30" fmla="*/ 712 w 911"/>
              <a:gd name="T31" fmla="*/ 57 h 838"/>
              <a:gd name="T32" fmla="*/ 712 w 911"/>
              <a:gd name="T33" fmla="*/ 57 h 838"/>
              <a:gd name="T34" fmla="*/ 600 w 911"/>
              <a:gd name="T35" fmla="*/ 21 h 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11" h="838">
                <a:moveTo>
                  <a:pt x="600" y="21"/>
                </a:moveTo>
                <a:lnTo>
                  <a:pt x="57" y="297"/>
                </a:lnTo>
                <a:lnTo>
                  <a:pt x="57" y="297"/>
                </a:lnTo>
                <a:cubicBezTo>
                  <a:pt x="17" y="317"/>
                  <a:pt x="0" y="368"/>
                  <a:pt x="21" y="408"/>
                </a:cubicBezTo>
                <a:lnTo>
                  <a:pt x="199" y="758"/>
                </a:lnTo>
                <a:lnTo>
                  <a:pt x="199" y="758"/>
                </a:lnTo>
                <a:cubicBezTo>
                  <a:pt x="220" y="799"/>
                  <a:pt x="270" y="815"/>
                  <a:pt x="311" y="794"/>
                </a:cubicBezTo>
                <a:lnTo>
                  <a:pt x="467" y="715"/>
                </a:lnTo>
                <a:lnTo>
                  <a:pt x="634" y="822"/>
                </a:lnTo>
                <a:lnTo>
                  <a:pt x="634" y="822"/>
                </a:lnTo>
                <a:cubicBezTo>
                  <a:pt x="655" y="837"/>
                  <a:pt x="685" y="822"/>
                  <a:pt x="686" y="796"/>
                </a:cubicBezTo>
                <a:lnTo>
                  <a:pt x="698" y="597"/>
                </a:lnTo>
                <a:lnTo>
                  <a:pt x="853" y="518"/>
                </a:lnTo>
                <a:lnTo>
                  <a:pt x="853" y="518"/>
                </a:lnTo>
                <a:cubicBezTo>
                  <a:pt x="894" y="497"/>
                  <a:pt x="910" y="447"/>
                  <a:pt x="890" y="407"/>
                </a:cubicBezTo>
                <a:lnTo>
                  <a:pt x="712" y="57"/>
                </a:lnTo>
                <a:lnTo>
                  <a:pt x="712" y="57"/>
                </a:lnTo>
                <a:cubicBezTo>
                  <a:pt x="691" y="16"/>
                  <a:pt x="641" y="0"/>
                  <a:pt x="600" y="21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9A6001AA-43FE-E040-9FDB-C77A75946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2811" y="5116707"/>
            <a:ext cx="439444" cy="411977"/>
          </a:xfrm>
          <a:custGeom>
            <a:avLst/>
            <a:gdLst>
              <a:gd name="T0" fmla="*/ 211 w 354"/>
              <a:gd name="T1" fmla="*/ 24 h 332"/>
              <a:gd name="T2" fmla="*/ 211 w 354"/>
              <a:gd name="T3" fmla="*/ 24 h 332"/>
              <a:gd name="T4" fmla="*/ 155 w 354"/>
              <a:gd name="T5" fmla="*/ 93 h 332"/>
              <a:gd name="T6" fmla="*/ 155 w 354"/>
              <a:gd name="T7" fmla="*/ 93 h 332"/>
              <a:gd name="T8" fmla="*/ 65 w 354"/>
              <a:gd name="T9" fmla="*/ 98 h 332"/>
              <a:gd name="T10" fmla="*/ 65 w 354"/>
              <a:gd name="T11" fmla="*/ 98 h 332"/>
              <a:gd name="T12" fmla="*/ 24 w 354"/>
              <a:gd name="T13" fmla="*/ 225 h 332"/>
              <a:gd name="T14" fmla="*/ 24 w 354"/>
              <a:gd name="T15" fmla="*/ 225 h 332"/>
              <a:gd name="T16" fmla="*/ 80 w 354"/>
              <a:gd name="T17" fmla="*/ 268 h 332"/>
              <a:gd name="T18" fmla="*/ 276 w 354"/>
              <a:gd name="T19" fmla="*/ 331 h 332"/>
              <a:gd name="T20" fmla="*/ 339 w 354"/>
              <a:gd name="T21" fmla="*/ 136 h 332"/>
              <a:gd name="T22" fmla="*/ 339 w 354"/>
              <a:gd name="T23" fmla="*/ 136 h 332"/>
              <a:gd name="T24" fmla="*/ 338 w 354"/>
              <a:gd name="T25" fmla="*/ 65 h 332"/>
              <a:gd name="T26" fmla="*/ 338 w 354"/>
              <a:gd name="T27" fmla="*/ 65 h 332"/>
              <a:gd name="T28" fmla="*/ 211 w 354"/>
              <a:gd name="T29" fmla="*/ 24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54" h="332">
                <a:moveTo>
                  <a:pt x="211" y="24"/>
                </a:moveTo>
                <a:lnTo>
                  <a:pt x="211" y="24"/>
                </a:lnTo>
                <a:cubicBezTo>
                  <a:pt x="178" y="40"/>
                  <a:pt x="161" y="74"/>
                  <a:pt x="155" y="93"/>
                </a:cubicBezTo>
                <a:lnTo>
                  <a:pt x="155" y="93"/>
                </a:lnTo>
                <a:cubicBezTo>
                  <a:pt x="135" y="88"/>
                  <a:pt x="98" y="82"/>
                  <a:pt x="65" y="98"/>
                </a:cubicBezTo>
                <a:lnTo>
                  <a:pt x="65" y="98"/>
                </a:lnTo>
                <a:cubicBezTo>
                  <a:pt x="19" y="122"/>
                  <a:pt x="0" y="179"/>
                  <a:pt x="24" y="225"/>
                </a:cubicBezTo>
                <a:lnTo>
                  <a:pt x="24" y="225"/>
                </a:lnTo>
                <a:cubicBezTo>
                  <a:pt x="38" y="254"/>
                  <a:pt x="79" y="267"/>
                  <a:pt x="80" y="268"/>
                </a:cubicBezTo>
                <a:lnTo>
                  <a:pt x="276" y="331"/>
                </a:lnTo>
                <a:lnTo>
                  <a:pt x="339" y="136"/>
                </a:lnTo>
                <a:lnTo>
                  <a:pt x="339" y="136"/>
                </a:lnTo>
                <a:cubicBezTo>
                  <a:pt x="340" y="134"/>
                  <a:pt x="353" y="94"/>
                  <a:pt x="338" y="65"/>
                </a:cubicBezTo>
                <a:lnTo>
                  <a:pt x="338" y="65"/>
                </a:lnTo>
                <a:cubicBezTo>
                  <a:pt x="314" y="19"/>
                  <a:pt x="257" y="0"/>
                  <a:pt x="211" y="2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78">
            <a:extLst>
              <a:ext uri="{FF2B5EF4-FFF2-40B4-BE49-F238E27FC236}">
                <a16:creationId xmlns:a16="http://schemas.microsoft.com/office/drawing/2014/main" id="{03C34ADC-680C-684F-BF5D-7783F7B70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0290" y="4166411"/>
            <a:ext cx="1461150" cy="1461150"/>
          </a:xfrm>
          <a:custGeom>
            <a:avLst/>
            <a:gdLst>
              <a:gd name="T0" fmla="*/ 1115 w 1171"/>
              <a:gd name="T1" fmla="*/ 684 h 1171"/>
              <a:gd name="T2" fmla="*/ 1115 w 1171"/>
              <a:gd name="T3" fmla="*/ 684 h 1171"/>
              <a:gd name="T4" fmla="*/ 485 w 1171"/>
              <a:gd name="T5" fmla="*/ 1114 h 1171"/>
              <a:gd name="T6" fmla="*/ 485 w 1171"/>
              <a:gd name="T7" fmla="*/ 1114 h 1171"/>
              <a:gd name="T8" fmla="*/ 55 w 1171"/>
              <a:gd name="T9" fmla="*/ 485 h 1171"/>
              <a:gd name="T10" fmla="*/ 55 w 1171"/>
              <a:gd name="T11" fmla="*/ 485 h 1171"/>
              <a:gd name="T12" fmla="*/ 685 w 1171"/>
              <a:gd name="T13" fmla="*/ 55 h 1171"/>
              <a:gd name="T14" fmla="*/ 685 w 1171"/>
              <a:gd name="T15" fmla="*/ 55 h 1171"/>
              <a:gd name="T16" fmla="*/ 1115 w 1171"/>
              <a:gd name="T17" fmla="*/ 684 h 1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71" h="1171">
                <a:moveTo>
                  <a:pt x="1115" y="684"/>
                </a:moveTo>
                <a:lnTo>
                  <a:pt x="1115" y="684"/>
                </a:lnTo>
                <a:cubicBezTo>
                  <a:pt x="1060" y="977"/>
                  <a:pt x="778" y="1170"/>
                  <a:pt x="485" y="1114"/>
                </a:cubicBezTo>
                <a:lnTo>
                  <a:pt x="485" y="1114"/>
                </a:lnTo>
                <a:cubicBezTo>
                  <a:pt x="192" y="1059"/>
                  <a:pt x="0" y="777"/>
                  <a:pt x="55" y="485"/>
                </a:cubicBezTo>
                <a:lnTo>
                  <a:pt x="55" y="485"/>
                </a:lnTo>
                <a:cubicBezTo>
                  <a:pt x="110" y="192"/>
                  <a:pt x="392" y="0"/>
                  <a:pt x="685" y="55"/>
                </a:cubicBezTo>
                <a:lnTo>
                  <a:pt x="685" y="55"/>
                </a:lnTo>
                <a:cubicBezTo>
                  <a:pt x="978" y="110"/>
                  <a:pt x="1170" y="392"/>
                  <a:pt x="1115" y="684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79">
            <a:extLst>
              <a:ext uri="{FF2B5EF4-FFF2-40B4-BE49-F238E27FC236}">
                <a16:creationId xmlns:a16="http://schemas.microsoft.com/office/drawing/2014/main" id="{4A82F89C-BD55-9C4B-A2C4-D7DB14C60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3117" y="4550921"/>
            <a:ext cx="444935" cy="703110"/>
          </a:xfrm>
          <a:custGeom>
            <a:avLst/>
            <a:gdLst>
              <a:gd name="T0" fmla="*/ 284 w 359"/>
              <a:gd name="T1" fmla="*/ 14 h 566"/>
              <a:gd name="T2" fmla="*/ 284 w 359"/>
              <a:gd name="T3" fmla="*/ 14 h 566"/>
              <a:gd name="T4" fmla="*/ 134 w 359"/>
              <a:gd name="T5" fmla="*/ 126 h 566"/>
              <a:gd name="T6" fmla="*/ 118 w 359"/>
              <a:gd name="T7" fmla="*/ 209 h 566"/>
              <a:gd name="T8" fmla="*/ 19 w 359"/>
              <a:gd name="T9" fmla="*/ 190 h 566"/>
              <a:gd name="T10" fmla="*/ 0 w 359"/>
              <a:gd name="T11" fmla="*/ 289 h 566"/>
              <a:gd name="T12" fmla="*/ 100 w 359"/>
              <a:gd name="T13" fmla="*/ 308 h 566"/>
              <a:gd name="T14" fmla="*/ 55 w 359"/>
              <a:gd name="T15" fmla="*/ 546 h 566"/>
              <a:gd name="T16" fmla="*/ 154 w 359"/>
              <a:gd name="T17" fmla="*/ 565 h 566"/>
              <a:gd name="T18" fmla="*/ 199 w 359"/>
              <a:gd name="T19" fmla="*/ 327 h 566"/>
              <a:gd name="T20" fmla="*/ 278 w 359"/>
              <a:gd name="T21" fmla="*/ 341 h 566"/>
              <a:gd name="T22" fmla="*/ 317 w 359"/>
              <a:gd name="T23" fmla="*/ 246 h 566"/>
              <a:gd name="T24" fmla="*/ 217 w 359"/>
              <a:gd name="T25" fmla="*/ 228 h 566"/>
              <a:gd name="T26" fmla="*/ 230 w 359"/>
              <a:gd name="T27" fmla="*/ 162 h 566"/>
              <a:gd name="T28" fmla="*/ 230 w 359"/>
              <a:gd name="T29" fmla="*/ 162 h 566"/>
              <a:gd name="T30" fmla="*/ 285 w 359"/>
              <a:gd name="T31" fmla="*/ 117 h 566"/>
              <a:gd name="T32" fmla="*/ 339 w 359"/>
              <a:gd name="T33" fmla="*/ 128 h 566"/>
              <a:gd name="T34" fmla="*/ 358 w 359"/>
              <a:gd name="T35" fmla="*/ 32 h 566"/>
              <a:gd name="T36" fmla="*/ 358 w 359"/>
              <a:gd name="T37" fmla="*/ 32 h 566"/>
              <a:gd name="T38" fmla="*/ 284 w 359"/>
              <a:gd name="T39" fmla="*/ 14 h 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9" h="566">
                <a:moveTo>
                  <a:pt x="284" y="14"/>
                </a:moveTo>
                <a:lnTo>
                  <a:pt x="284" y="14"/>
                </a:lnTo>
                <a:cubicBezTo>
                  <a:pt x="206" y="0"/>
                  <a:pt x="152" y="32"/>
                  <a:pt x="134" y="126"/>
                </a:cubicBezTo>
                <a:lnTo>
                  <a:pt x="118" y="209"/>
                </a:lnTo>
                <a:lnTo>
                  <a:pt x="19" y="190"/>
                </a:lnTo>
                <a:lnTo>
                  <a:pt x="0" y="289"/>
                </a:lnTo>
                <a:lnTo>
                  <a:pt x="100" y="308"/>
                </a:lnTo>
                <a:lnTo>
                  <a:pt x="55" y="546"/>
                </a:lnTo>
                <a:lnTo>
                  <a:pt x="154" y="565"/>
                </a:lnTo>
                <a:lnTo>
                  <a:pt x="199" y="327"/>
                </a:lnTo>
                <a:lnTo>
                  <a:pt x="278" y="341"/>
                </a:lnTo>
                <a:lnTo>
                  <a:pt x="317" y="246"/>
                </a:lnTo>
                <a:lnTo>
                  <a:pt x="217" y="228"/>
                </a:lnTo>
                <a:lnTo>
                  <a:pt x="230" y="162"/>
                </a:lnTo>
                <a:lnTo>
                  <a:pt x="230" y="162"/>
                </a:lnTo>
                <a:cubicBezTo>
                  <a:pt x="237" y="126"/>
                  <a:pt x="252" y="111"/>
                  <a:pt x="285" y="117"/>
                </a:cubicBezTo>
                <a:lnTo>
                  <a:pt x="339" y="128"/>
                </a:lnTo>
                <a:lnTo>
                  <a:pt x="358" y="32"/>
                </a:lnTo>
                <a:lnTo>
                  <a:pt x="358" y="32"/>
                </a:lnTo>
                <a:cubicBezTo>
                  <a:pt x="348" y="29"/>
                  <a:pt x="321" y="21"/>
                  <a:pt x="284" y="1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4C795CBE-6B79-6E4B-AAAB-F33059C8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2030" y="3457810"/>
            <a:ext cx="1527067" cy="1527067"/>
          </a:xfrm>
          <a:custGeom>
            <a:avLst/>
            <a:gdLst>
              <a:gd name="T0" fmla="*/ 1109 w 1228"/>
              <a:gd name="T1" fmla="*/ 400 h 1227"/>
              <a:gd name="T2" fmla="*/ 1109 w 1228"/>
              <a:gd name="T3" fmla="*/ 400 h 1227"/>
              <a:gd name="T4" fmla="*/ 827 w 1228"/>
              <a:gd name="T5" fmla="*/ 1109 h 1227"/>
              <a:gd name="T6" fmla="*/ 827 w 1228"/>
              <a:gd name="T7" fmla="*/ 1109 h 1227"/>
              <a:gd name="T8" fmla="*/ 118 w 1228"/>
              <a:gd name="T9" fmla="*/ 826 h 1227"/>
              <a:gd name="T10" fmla="*/ 118 w 1228"/>
              <a:gd name="T11" fmla="*/ 826 h 1227"/>
              <a:gd name="T12" fmla="*/ 400 w 1228"/>
              <a:gd name="T13" fmla="*/ 118 h 1227"/>
              <a:gd name="T14" fmla="*/ 400 w 1228"/>
              <a:gd name="T15" fmla="*/ 118 h 1227"/>
              <a:gd name="T16" fmla="*/ 1109 w 1228"/>
              <a:gd name="T17" fmla="*/ 400 h 1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8" h="1227">
                <a:moveTo>
                  <a:pt x="1109" y="400"/>
                </a:moveTo>
                <a:lnTo>
                  <a:pt x="1109" y="400"/>
                </a:lnTo>
                <a:cubicBezTo>
                  <a:pt x="1227" y="674"/>
                  <a:pt x="1100" y="991"/>
                  <a:pt x="827" y="1109"/>
                </a:cubicBezTo>
                <a:lnTo>
                  <a:pt x="827" y="1109"/>
                </a:lnTo>
                <a:cubicBezTo>
                  <a:pt x="553" y="1226"/>
                  <a:pt x="236" y="1100"/>
                  <a:pt x="118" y="826"/>
                </a:cubicBezTo>
                <a:lnTo>
                  <a:pt x="118" y="826"/>
                </a:lnTo>
                <a:cubicBezTo>
                  <a:pt x="0" y="553"/>
                  <a:pt x="127" y="235"/>
                  <a:pt x="400" y="118"/>
                </a:cubicBezTo>
                <a:lnTo>
                  <a:pt x="400" y="118"/>
                </a:lnTo>
                <a:cubicBezTo>
                  <a:pt x="674" y="0"/>
                  <a:pt x="991" y="127"/>
                  <a:pt x="1109" y="40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81">
            <a:extLst>
              <a:ext uri="{FF2B5EF4-FFF2-40B4-BE49-F238E27FC236}">
                <a16:creationId xmlns:a16="http://schemas.microsoft.com/office/drawing/2014/main" id="{5ACA352C-9004-9C4D-850B-9B2F8E8B5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5976" y="3891759"/>
            <a:ext cx="576772" cy="631702"/>
          </a:xfrm>
          <a:custGeom>
            <a:avLst/>
            <a:gdLst>
              <a:gd name="T0" fmla="*/ 428 w 461"/>
              <a:gd name="T1" fmla="*/ 31 h 509"/>
              <a:gd name="T2" fmla="*/ 428 w 461"/>
              <a:gd name="T3" fmla="*/ 31 h 509"/>
              <a:gd name="T4" fmla="*/ 382 w 461"/>
              <a:gd name="T5" fmla="*/ 68 h 509"/>
              <a:gd name="T6" fmla="*/ 382 w 461"/>
              <a:gd name="T7" fmla="*/ 68 h 509"/>
              <a:gd name="T8" fmla="*/ 400 w 461"/>
              <a:gd name="T9" fmla="*/ 0 h 509"/>
              <a:gd name="T10" fmla="*/ 400 w 461"/>
              <a:gd name="T11" fmla="*/ 0 h 509"/>
              <a:gd name="T12" fmla="*/ 352 w 461"/>
              <a:gd name="T13" fmla="*/ 47 h 509"/>
              <a:gd name="T14" fmla="*/ 352 w 461"/>
              <a:gd name="T15" fmla="*/ 47 h 509"/>
              <a:gd name="T16" fmla="*/ 272 w 461"/>
              <a:gd name="T17" fmla="*/ 47 h 509"/>
              <a:gd name="T18" fmla="*/ 272 w 461"/>
              <a:gd name="T19" fmla="*/ 47 h 509"/>
              <a:gd name="T20" fmla="*/ 220 w 461"/>
              <a:gd name="T21" fmla="*/ 177 h 509"/>
              <a:gd name="T22" fmla="*/ 220 w 461"/>
              <a:gd name="T23" fmla="*/ 177 h 509"/>
              <a:gd name="T24" fmla="*/ 232 w 461"/>
              <a:gd name="T25" fmla="*/ 197 h 509"/>
              <a:gd name="T26" fmla="*/ 232 w 461"/>
              <a:gd name="T27" fmla="*/ 197 h 509"/>
              <a:gd name="T28" fmla="*/ 3 w 461"/>
              <a:gd name="T29" fmla="*/ 183 h 509"/>
              <a:gd name="T30" fmla="*/ 3 w 461"/>
              <a:gd name="T31" fmla="*/ 183 h 509"/>
              <a:gd name="T32" fmla="*/ 10 w 461"/>
              <a:gd name="T33" fmla="*/ 234 h 509"/>
              <a:gd name="T34" fmla="*/ 10 w 461"/>
              <a:gd name="T35" fmla="*/ 234 h 509"/>
              <a:gd name="T36" fmla="*/ 83 w 461"/>
              <a:gd name="T37" fmla="*/ 293 h 509"/>
              <a:gd name="T38" fmla="*/ 83 w 461"/>
              <a:gd name="T39" fmla="*/ 293 h 509"/>
              <a:gd name="T40" fmla="*/ 37 w 461"/>
              <a:gd name="T41" fmla="*/ 299 h 509"/>
              <a:gd name="T42" fmla="*/ 37 w 461"/>
              <a:gd name="T43" fmla="*/ 299 h 509"/>
              <a:gd name="T44" fmla="*/ 37 w 461"/>
              <a:gd name="T45" fmla="*/ 300 h 509"/>
              <a:gd name="T46" fmla="*/ 37 w 461"/>
              <a:gd name="T47" fmla="*/ 300 h 509"/>
              <a:gd name="T48" fmla="*/ 149 w 461"/>
              <a:gd name="T49" fmla="*/ 358 h 509"/>
              <a:gd name="T50" fmla="*/ 149 w 461"/>
              <a:gd name="T51" fmla="*/ 358 h 509"/>
              <a:gd name="T52" fmla="*/ 127 w 461"/>
              <a:gd name="T53" fmla="*/ 372 h 509"/>
              <a:gd name="T54" fmla="*/ 127 w 461"/>
              <a:gd name="T55" fmla="*/ 372 h 509"/>
              <a:gd name="T56" fmla="*/ 108 w 461"/>
              <a:gd name="T57" fmla="*/ 377 h 509"/>
              <a:gd name="T58" fmla="*/ 108 w 461"/>
              <a:gd name="T59" fmla="*/ 377 h 509"/>
              <a:gd name="T60" fmla="*/ 221 w 461"/>
              <a:gd name="T61" fmla="*/ 404 h 509"/>
              <a:gd name="T62" fmla="*/ 221 w 461"/>
              <a:gd name="T63" fmla="*/ 404 h 509"/>
              <a:gd name="T64" fmla="*/ 124 w 461"/>
              <a:gd name="T65" fmla="*/ 492 h 509"/>
              <a:gd name="T66" fmla="*/ 124 w 461"/>
              <a:gd name="T67" fmla="*/ 492 h 509"/>
              <a:gd name="T68" fmla="*/ 102 w 461"/>
              <a:gd name="T69" fmla="*/ 500 h 509"/>
              <a:gd name="T70" fmla="*/ 102 w 461"/>
              <a:gd name="T71" fmla="*/ 500 h 509"/>
              <a:gd name="T72" fmla="*/ 260 w 461"/>
              <a:gd name="T73" fmla="*/ 481 h 509"/>
              <a:gd name="T74" fmla="*/ 260 w 461"/>
              <a:gd name="T75" fmla="*/ 481 h 509"/>
              <a:gd name="T76" fmla="*/ 408 w 461"/>
              <a:gd name="T77" fmla="*/ 109 h 509"/>
              <a:gd name="T78" fmla="*/ 408 w 461"/>
              <a:gd name="T79" fmla="*/ 109 h 509"/>
              <a:gd name="T80" fmla="*/ 402 w 461"/>
              <a:gd name="T81" fmla="*/ 97 h 509"/>
              <a:gd name="T82" fmla="*/ 402 w 461"/>
              <a:gd name="T83" fmla="*/ 97 h 509"/>
              <a:gd name="T84" fmla="*/ 428 w 461"/>
              <a:gd name="T85" fmla="*/ 31 h 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61" h="509">
                <a:moveTo>
                  <a:pt x="428" y="31"/>
                </a:moveTo>
                <a:lnTo>
                  <a:pt x="428" y="31"/>
                </a:lnTo>
                <a:cubicBezTo>
                  <a:pt x="415" y="45"/>
                  <a:pt x="399" y="57"/>
                  <a:pt x="382" y="68"/>
                </a:cubicBezTo>
                <a:lnTo>
                  <a:pt x="382" y="68"/>
                </a:lnTo>
                <a:cubicBezTo>
                  <a:pt x="395" y="48"/>
                  <a:pt x="402" y="24"/>
                  <a:pt x="400" y="0"/>
                </a:cubicBezTo>
                <a:lnTo>
                  <a:pt x="400" y="0"/>
                </a:lnTo>
                <a:cubicBezTo>
                  <a:pt x="387" y="18"/>
                  <a:pt x="371" y="34"/>
                  <a:pt x="352" y="47"/>
                </a:cubicBezTo>
                <a:lnTo>
                  <a:pt x="352" y="47"/>
                </a:lnTo>
                <a:cubicBezTo>
                  <a:pt x="327" y="36"/>
                  <a:pt x="298" y="35"/>
                  <a:pt x="272" y="47"/>
                </a:cubicBezTo>
                <a:lnTo>
                  <a:pt x="272" y="47"/>
                </a:lnTo>
                <a:cubicBezTo>
                  <a:pt x="222" y="68"/>
                  <a:pt x="199" y="127"/>
                  <a:pt x="220" y="177"/>
                </a:cubicBezTo>
                <a:lnTo>
                  <a:pt x="220" y="177"/>
                </a:lnTo>
                <a:cubicBezTo>
                  <a:pt x="223" y="184"/>
                  <a:pt x="227" y="191"/>
                  <a:pt x="232" y="197"/>
                </a:cubicBezTo>
                <a:lnTo>
                  <a:pt x="232" y="197"/>
                </a:lnTo>
                <a:cubicBezTo>
                  <a:pt x="154" y="226"/>
                  <a:pt x="71" y="219"/>
                  <a:pt x="3" y="183"/>
                </a:cubicBezTo>
                <a:lnTo>
                  <a:pt x="3" y="183"/>
                </a:lnTo>
                <a:cubicBezTo>
                  <a:pt x="0" y="200"/>
                  <a:pt x="3" y="217"/>
                  <a:pt x="10" y="234"/>
                </a:cubicBezTo>
                <a:lnTo>
                  <a:pt x="10" y="234"/>
                </a:lnTo>
                <a:cubicBezTo>
                  <a:pt x="23" y="266"/>
                  <a:pt x="51" y="287"/>
                  <a:pt x="83" y="293"/>
                </a:cubicBezTo>
                <a:lnTo>
                  <a:pt x="83" y="293"/>
                </a:lnTo>
                <a:cubicBezTo>
                  <a:pt x="68" y="298"/>
                  <a:pt x="52" y="300"/>
                  <a:pt x="37" y="299"/>
                </a:cubicBezTo>
                <a:lnTo>
                  <a:pt x="37" y="299"/>
                </a:lnTo>
                <a:cubicBezTo>
                  <a:pt x="37" y="299"/>
                  <a:pt x="37" y="299"/>
                  <a:pt x="37" y="300"/>
                </a:cubicBezTo>
                <a:lnTo>
                  <a:pt x="37" y="300"/>
                </a:lnTo>
                <a:cubicBezTo>
                  <a:pt x="56" y="344"/>
                  <a:pt x="103" y="367"/>
                  <a:pt x="149" y="358"/>
                </a:cubicBezTo>
                <a:lnTo>
                  <a:pt x="149" y="358"/>
                </a:lnTo>
                <a:cubicBezTo>
                  <a:pt x="143" y="363"/>
                  <a:pt x="135" y="368"/>
                  <a:pt x="127" y="372"/>
                </a:cubicBezTo>
                <a:lnTo>
                  <a:pt x="127" y="372"/>
                </a:lnTo>
                <a:cubicBezTo>
                  <a:pt x="120" y="374"/>
                  <a:pt x="114" y="376"/>
                  <a:pt x="108" y="377"/>
                </a:cubicBezTo>
                <a:lnTo>
                  <a:pt x="108" y="377"/>
                </a:lnTo>
                <a:cubicBezTo>
                  <a:pt x="136" y="408"/>
                  <a:pt x="181" y="420"/>
                  <a:pt x="221" y="404"/>
                </a:cubicBezTo>
                <a:lnTo>
                  <a:pt x="221" y="404"/>
                </a:lnTo>
                <a:cubicBezTo>
                  <a:pt x="201" y="442"/>
                  <a:pt x="167" y="474"/>
                  <a:pt x="124" y="492"/>
                </a:cubicBezTo>
                <a:lnTo>
                  <a:pt x="124" y="492"/>
                </a:lnTo>
                <a:cubicBezTo>
                  <a:pt x="117" y="495"/>
                  <a:pt x="109" y="498"/>
                  <a:pt x="102" y="500"/>
                </a:cubicBezTo>
                <a:lnTo>
                  <a:pt x="102" y="500"/>
                </a:lnTo>
                <a:cubicBezTo>
                  <a:pt x="154" y="508"/>
                  <a:pt x="208" y="503"/>
                  <a:pt x="260" y="481"/>
                </a:cubicBezTo>
                <a:lnTo>
                  <a:pt x="260" y="481"/>
                </a:lnTo>
                <a:cubicBezTo>
                  <a:pt x="428" y="408"/>
                  <a:pt x="460" y="230"/>
                  <a:pt x="408" y="109"/>
                </a:cubicBezTo>
                <a:lnTo>
                  <a:pt x="408" y="109"/>
                </a:lnTo>
                <a:cubicBezTo>
                  <a:pt x="406" y="105"/>
                  <a:pt x="404" y="101"/>
                  <a:pt x="402" y="97"/>
                </a:cubicBezTo>
                <a:lnTo>
                  <a:pt x="402" y="97"/>
                </a:lnTo>
                <a:cubicBezTo>
                  <a:pt x="415" y="77"/>
                  <a:pt x="423" y="54"/>
                  <a:pt x="428" y="3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B1648D13-8AA7-0E46-8E6F-63A35CAAF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4218" y="6797579"/>
            <a:ext cx="5299546" cy="3920791"/>
          </a:xfrm>
          <a:custGeom>
            <a:avLst/>
            <a:gdLst>
              <a:gd name="connsiteX0" fmla="*/ 186764 w 5299546"/>
              <a:gd name="connsiteY0" fmla="*/ 346063 h 3920791"/>
              <a:gd name="connsiteX1" fmla="*/ 5107290 w 5299546"/>
              <a:gd name="connsiteY1" fmla="*/ 346063 h 3920791"/>
              <a:gd name="connsiteX2" fmla="*/ 4720072 w 5299546"/>
              <a:gd name="connsiteY2" fmla="*/ 1050290 h 3920791"/>
              <a:gd name="connsiteX3" fmla="*/ 3140074 w 5299546"/>
              <a:gd name="connsiteY3" fmla="*/ 3920791 h 3920791"/>
              <a:gd name="connsiteX4" fmla="*/ 2081764 w 5299546"/>
              <a:gd name="connsiteY4" fmla="*/ 3920791 h 3920791"/>
              <a:gd name="connsiteX5" fmla="*/ 1603656 w 5299546"/>
              <a:gd name="connsiteY5" fmla="*/ 3018385 h 3920791"/>
              <a:gd name="connsiteX6" fmla="*/ 0 w 5299546"/>
              <a:gd name="connsiteY6" fmla="*/ 0 h 3920791"/>
              <a:gd name="connsiteX7" fmla="*/ 5299546 w 5299546"/>
              <a:gd name="connsiteY7" fmla="*/ 0 h 3920791"/>
              <a:gd name="connsiteX8" fmla="*/ 5107696 w 5299546"/>
              <a:gd name="connsiteY8" fmla="*/ 344824 h 3920791"/>
              <a:gd name="connsiteX9" fmla="*/ 184375 w 5299546"/>
              <a:gd name="connsiteY9" fmla="*/ 344824 h 3920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99546" h="3920791">
                <a:moveTo>
                  <a:pt x="186764" y="346063"/>
                </a:moveTo>
                <a:lnTo>
                  <a:pt x="5107290" y="346063"/>
                </a:lnTo>
                <a:lnTo>
                  <a:pt x="4720072" y="1050290"/>
                </a:lnTo>
                <a:lnTo>
                  <a:pt x="3140074" y="3920791"/>
                </a:lnTo>
                <a:lnTo>
                  <a:pt x="2081764" y="3920791"/>
                </a:lnTo>
                <a:lnTo>
                  <a:pt x="1603656" y="3018385"/>
                </a:lnTo>
                <a:close/>
                <a:moveTo>
                  <a:pt x="0" y="0"/>
                </a:moveTo>
                <a:lnTo>
                  <a:pt x="5299546" y="0"/>
                </a:lnTo>
                <a:lnTo>
                  <a:pt x="5107696" y="344824"/>
                </a:lnTo>
                <a:lnTo>
                  <a:pt x="184375" y="3448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55F00F6E-F7B9-7B47-8F87-2D6FEC87F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16088" y="10719617"/>
            <a:ext cx="1060156" cy="296624"/>
          </a:xfrm>
          <a:custGeom>
            <a:avLst/>
            <a:gdLst>
              <a:gd name="T0" fmla="*/ 850 w 851"/>
              <a:gd name="T1" fmla="*/ 238 h 239"/>
              <a:gd name="T2" fmla="*/ 0 w 851"/>
              <a:gd name="T3" fmla="*/ 238 h 239"/>
              <a:gd name="T4" fmla="*/ 0 w 851"/>
              <a:gd name="T5" fmla="*/ 0 h 239"/>
              <a:gd name="T6" fmla="*/ 850 w 851"/>
              <a:gd name="T7" fmla="*/ 0 h 239"/>
              <a:gd name="T8" fmla="*/ 850 w 851"/>
              <a:gd name="T9" fmla="*/ 238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51" h="239">
                <a:moveTo>
                  <a:pt x="850" y="238"/>
                </a:moveTo>
                <a:lnTo>
                  <a:pt x="0" y="238"/>
                </a:lnTo>
                <a:lnTo>
                  <a:pt x="0" y="0"/>
                </a:lnTo>
                <a:lnTo>
                  <a:pt x="850" y="0"/>
                </a:lnTo>
                <a:lnTo>
                  <a:pt x="850" y="238"/>
                </a:ln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85">
            <a:extLst>
              <a:ext uri="{FF2B5EF4-FFF2-40B4-BE49-F238E27FC236}">
                <a16:creationId xmlns:a16="http://schemas.microsoft.com/office/drawing/2014/main" id="{A4AEB7BA-BC0E-6342-8638-97118588A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4218" y="6797579"/>
            <a:ext cx="5300792" cy="346060"/>
          </a:xfrm>
          <a:custGeom>
            <a:avLst/>
            <a:gdLst>
              <a:gd name="T0" fmla="*/ 0 w 4255"/>
              <a:gd name="T1" fmla="*/ 0 h 280"/>
              <a:gd name="T2" fmla="*/ 148 w 4255"/>
              <a:gd name="T3" fmla="*/ 279 h 280"/>
              <a:gd name="T4" fmla="*/ 4100 w 4255"/>
              <a:gd name="T5" fmla="*/ 279 h 280"/>
              <a:gd name="T6" fmla="*/ 4254 w 4255"/>
              <a:gd name="T7" fmla="*/ 0 h 280"/>
              <a:gd name="T8" fmla="*/ 0 w 4255"/>
              <a:gd name="T9" fmla="*/ 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55" h="280">
                <a:moveTo>
                  <a:pt x="0" y="0"/>
                </a:moveTo>
                <a:lnTo>
                  <a:pt x="148" y="279"/>
                </a:lnTo>
                <a:lnTo>
                  <a:pt x="4100" y="279"/>
                </a:lnTo>
                <a:lnTo>
                  <a:pt x="4254" y="0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75000"/>
              <a:alpha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9E9A9257-102B-D24A-BA64-043ED3E6C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8188" y="7616041"/>
            <a:ext cx="3120050" cy="3103573"/>
          </a:xfrm>
          <a:custGeom>
            <a:avLst/>
            <a:gdLst>
              <a:gd name="T0" fmla="*/ 1234 w 2504"/>
              <a:gd name="T1" fmla="*/ 2492 h 2493"/>
              <a:gd name="T2" fmla="*/ 2503 w 2504"/>
              <a:gd name="T3" fmla="*/ 189 h 2493"/>
              <a:gd name="T4" fmla="*/ 2503 w 2504"/>
              <a:gd name="T5" fmla="*/ 189 h 2493"/>
              <a:gd name="T6" fmla="*/ 1054 w 2504"/>
              <a:gd name="T7" fmla="*/ 1636 h 2493"/>
              <a:gd name="T8" fmla="*/ 1054 w 2504"/>
              <a:gd name="T9" fmla="*/ 1636 h 2493"/>
              <a:gd name="T10" fmla="*/ 0 w 2504"/>
              <a:gd name="T11" fmla="*/ 1768 h 2493"/>
              <a:gd name="T12" fmla="*/ 384 w 2504"/>
              <a:gd name="T13" fmla="*/ 2492 h 2493"/>
              <a:gd name="T14" fmla="*/ 1234 w 2504"/>
              <a:gd name="T15" fmla="*/ 2492 h 2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04" h="2493">
                <a:moveTo>
                  <a:pt x="1234" y="2492"/>
                </a:moveTo>
                <a:lnTo>
                  <a:pt x="2503" y="189"/>
                </a:lnTo>
                <a:lnTo>
                  <a:pt x="2503" y="189"/>
                </a:lnTo>
                <a:cubicBezTo>
                  <a:pt x="1968" y="0"/>
                  <a:pt x="1395" y="1216"/>
                  <a:pt x="1054" y="1636"/>
                </a:cubicBezTo>
                <a:lnTo>
                  <a:pt x="1054" y="1636"/>
                </a:lnTo>
                <a:cubicBezTo>
                  <a:pt x="806" y="1940"/>
                  <a:pt x="273" y="1844"/>
                  <a:pt x="0" y="1768"/>
                </a:cubicBezTo>
                <a:lnTo>
                  <a:pt x="384" y="2492"/>
                </a:lnTo>
                <a:lnTo>
                  <a:pt x="1234" y="2492"/>
                </a:lnTo>
              </a:path>
            </a:pathLst>
          </a:custGeom>
          <a:solidFill>
            <a:schemeClr val="accent1">
              <a:lumMod val="75000"/>
              <a:alpha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87">
            <a:extLst>
              <a:ext uri="{FF2B5EF4-FFF2-40B4-BE49-F238E27FC236}">
                <a16:creationId xmlns:a16="http://schemas.microsoft.com/office/drawing/2014/main" id="{1D6E870D-B341-C844-9486-B5D6324B6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61820" y="6088974"/>
            <a:ext cx="6168693" cy="708605"/>
          </a:xfrm>
          <a:custGeom>
            <a:avLst/>
            <a:gdLst>
              <a:gd name="T0" fmla="*/ 4838 w 4954"/>
              <a:gd name="T1" fmla="*/ 0 h 569"/>
              <a:gd name="T2" fmla="*/ 113 w 4954"/>
              <a:gd name="T3" fmla="*/ 0 h 569"/>
              <a:gd name="T4" fmla="*/ 113 w 4954"/>
              <a:gd name="T5" fmla="*/ 0 h 569"/>
              <a:gd name="T6" fmla="*/ 0 w 4954"/>
              <a:gd name="T7" fmla="*/ 114 h 569"/>
              <a:gd name="T8" fmla="*/ 0 w 4954"/>
              <a:gd name="T9" fmla="*/ 454 h 569"/>
              <a:gd name="T10" fmla="*/ 0 w 4954"/>
              <a:gd name="T11" fmla="*/ 454 h 569"/>
              <a:gd name="T12" fmla="*/ 113 w 4954"/>
              <a:gd name="T13" fmla="*/ 568 h 569"/>
              <a:gd name="T14" fmla="*/ 4838 w 4954"/>
              <a:gd name="T15" fmla="*/ 568 h 569"/>
              <a:gd name="T16" fmla="*/ 4838 w 4954"/>
              <a:gd name="T17" fmla="*/ 568 h 569"/>
              <a:gd name="T18" fmla="*/ 4953 w 4954"/>
              <a:gd name="T19" fmla="*/ 454 h 569"/>
              <a:gd name="T20" fmla="*/ 4953 w 4954"/>
              <a:gd name="T21" fmla="*/ 114 h 569"/>
              <a:gd name="T22" fmla="*/ 4953 w 4954"/>
              <a:gd name="T23" fmla="*/ 114 h 569"/>
              <a:gd name="T24" fmla="*/ 4838 w 4954"/>
              <a:gd name="T25" fmla="*/ 0 h 5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54" h="569">
                <a:moveTo>
                  <a:pt x="4838" y="0"/>
                </a:moveTo>
                <a:lnTo>
                  <a:pt x="113" y="0"/>
                </a:lnTo>
                <a:lnTo>
                  <a:pt x="113" y="0"/>
                </a:lnTo>
                <a:cubicBezTo>
                  <a:pt x="50" y="0"/>
                  <a:pt x="0" y="51"/>
                  <a:pt x="0" y="114"/>
                </a:cubicBezTo>
                <a:lnTo>
                  <a:pt x="0" y="454"/>
                </a:lnTo>
                <a:lnTo>
                  <a:pt x="0" y="454"/>
                </a:lnTo>
                <a:cubicBezTo>
                  <a:pt x="0" y="517"/>
                  <a:pt x="50" y="568"/>
                  <a:pt x="113" y="568"/>
                </a:cubicBezTo>
                <a:lnTo>
                  <a:pt x="4838" y="568"/>
                </a:lnTo>
                <a:lnTo>
                  <a:pt x="4838" y="568"/>
                </a:lnTo>
                <a:cubicBezTo>
                  <a:pt x="4901" y="568"/>
                  <a:pt x="4953" y="517"/>
                  <a:pt x="4953" y="454"/>
                </a:cubicBezTo>
                <a:lnTo>
                  <a:pt x="4953" y="114"/>
                </a:lnTo>
                <a:lnTo>
                  <a:pt x="4953" y="114"/>
                </a:lnTo>
                <a:cubicBezTo>
                  <a:pt x="4953" y="51"/>
                  <a:pt x="4901" y="0"/>
                  <a:pt x="4838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88">
            <a:extLst>
              <a:ext uri="{FF2B5EF4-FFF2-40B4-BE49-F238E27FC236}">
                <a16:creationId xmlns:a16="http://schemas.microsoft.com/office/drawing/2014/main" id="{D656F86C-E949-0D4F-993F-0CE3B6AA3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2280" y="11016242"/>
            <a:ext cx="1362276" cy="225213"/>
          </a:xfrm>
          <a:custGeom>
            <a:avLst/>
            <a:gdLst>
              <a:gd name="T0" fmla="*/ 1058 w 1095"/>
              <a:gd name="T1" fmla="*/ 0 h 180"/>
              <a:gd name="T2" fmla="*/ 36 w 1095"/>
              <a:gd name="T3" fmla="*/ 0 h 180"/>
              <a:gd name="T4" fmla="*/ 36 w 1095"/>
              <a:gd name="T5" fmla="*/ 0 h 180"/>
              <a:gd name="T6" fmla="*/ 0 w 1095"/>
              <a:gd name="T7" fmla="*/ 36 h 180"/>
              <a:gd name="T8" fmla="*/ 0 w 1095"/>
              <a:gd name="T9" fmla="*/ 143 h 180"/>
              <a:gd name="T10" fmla="*/ 0 w 1095"/>
              <a:gd name="T11" fmla="*/ 143 h 180"/>
              <a:gd name="T12" fmla="*/ 36 w 1095"/>
              <a:gd name="T13" fmla="*/ 179 h 180"/>
              <a:gd name="T14" fmla="*/ 1058 w 1095"/>
              <a:gd name="T15" fmla="*/ 179 h 180"/>
              <a:gd name="T16" fmla="*/ 1058 w 1095"/>
              <a:gd name="T17" fmla="*/ 179 h 180"/>
              <a:gd name="T18" fmla="*/ 1094 w 1095"/>
              <a:gd name="T19" fmla="*/ 143 h 180"/>
              <a:gd name="T20" fmla="*/ 1094 w 1095"/>
              <a:gd name="T21" fmla="*/ 36 h 180"/>
              <a:gd name="T22" fmla="*/ 1094 w 1095"/>
              <a:gd name="T23" fmla="*/ 36 h 180"/>
              <a:gd name="T24" fmla="*/ 1058 w 1095"/>
              <a:gd name="T25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5" h="180">
                <a:moveTo>
                  <a:pt x="1058" y="0"/>
                </a:moveTo>
                <a:lnTo>
                  <a:pt x="36" y="0"/>
                </a:lnTo>
                <a:lnTo>
                  <a:pt x="36" y="0"/>
                </a:lnTo>
                <a:cubicBezTo>
                  <a:pt x="16" y="0"/>
                  <a:pt x="0" y="16"/>
                  <a:pt x="0" y="36"/>
                </a:cubicBezTo>
                <a:lnTo>
                  <a:pt x="0" y="143"/>
                </a:lnTo>
                <a:lnTo>
                  <a:pt x="0" y="143"/>
                </a:lnTo>
                <a:cubicBezTo>
                  <a:pt x="0" y="163"/>
                  <a:pt x="16" y="179"/>
                  <a:pt x="36" y="179"/>
                </a:cubicBezTo>
                <a:lnTo>
                  <a:pt x="1058" y="179"/>
                </a:lnTo>
                <a:lnTo>
                  <a:pt x="1058" y="179"/>
                </a:lnTo>
                <a:cubicBezTo>
                  <a:pt x="1078" y="179"/>
                  <a:pt x="1094" y="163"/>
                  <a:pt x="1094" y="143"/>
                </a:cubicBezTo>
                <a:lnTo>
                  <a:pt x="1094" y="36"/>
                </a:lnTo>
                <a:lnTo>
                  <a:pt x="1094" y="36"/>
                </a:lnTo>
                <a:cubicBezTo>
                  <a:pt x="1094" y="16"/>
                  <a:pt x="1078" y="0"/>
                  <a:pt x="1058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75D63015-DE52-7843-B237-59CDC791C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2168" y="11538079"/>
            <a:ext cx="377780" cy="910598"/>
          </a:xfrm>
          <a:custGeom>
            <a:avLst/>
            <a:gdLst>
              <a:gd name="connsiteX0" fmla="*/ 157306 w 377780"/>
              <a:gd name="connsiteY0" fmla="*/ 179521 h 910598"/>
              <a:gd name="connsiteX1" fmla="*/ 216760 w 377780"/>
              <a:gd name="connsiteY1" fmla="*/ 179521 h 910598"/>
              <a:gd name="connsiteX2" fmla="*/ 283646 w 377780"/>
              <a:gd name="connsiteY2" fmla="*/ 199482 h 910598"/>
              <a:gd name="connsiteX3" fmla="*/ 351770 w 377780"/>
              <a:gd name="connsiteY3" fmla="*/ 273089 h 910598"/>
              <a:gd name="connsiteX4" fmla="*/ 374064 w 377780"/>
              <a:gd name="connsiteY4" fmla="*/ 332972 h 910598"/>
              <a:gd name="connsiteX5" fmla="*/ 377780 w 377780"/>
              <a:gd name="connsiteY5" fmla="*/ 405331 h 910598"/>
              <a:gd name="connsiteX6" fmla="*/ 377780 w 377780"/>
              <a:gd name="connsiteY6" fmla="*/ 458977 h 910598"/>
              <a:gd name="connsiteX7" fmla="*/ 356724 w 377780"/>
              <a:gd name="connsiteY7" fmla="*/ 492661 h 910598"/>
              <a:gd name="connsiteX8" fmla="*/ 341860 w 377780"/>
              <a:gd name="connsiteY8" fmla="*/ 496404 h 910598"/>
              <a:gd name="connsiteX9" fmla="*/ 333190 w 377780"/>
              <a:gd name="connsiteY9" fmla="*/ 495157 h 910598"/>
              <a:gd name="connsiteX10" fmla="*/ 305940 w 377780"/>
              <a:gd name="connsiteY10" fmla="*/ 468958 h 910598"/>
              <a:gd name="connsiteX11" fmla="*/ 304702 w 377780"/>
              <a:gd name="connsiteY11" fmla="*/ 458977 h 910598"/>
              <a:gd name="connsiteX12" fmla="*/ 304702 w 377780"/>
              <a:gd name="connsiteY12" fmla="*/ 400341 h 910598"/>
              <a:gd name="connsiteX13" fmla="*/ 299748 w 377780"/>
              <a:gd name="connsiteY13" fmla="*/ 350438 h 910598"/>
              <a:gd name="connsiteX14" fmla="*/ 283646 w 377780"/>
              <a:gd name="connsiteY14" fmla="*/ 303030 h 910598"/>
              <a:gd name="connsiteX15" fmla="*/ 283646 w 377780"/>
              <a:gd name="connsiteY15" fmla="*/ 419055 h 910598"/>
              <a:gd name="connsiteX16" fmla="*/ 283646 w 377780"/>
              <a:gd name="connsiteY16" fmla="*/ 470205 h 910598"/>
              <a:gd name="connsiteX17" fmla="*/ 283646 w 377780"/>
              <a:gd name="connsiteY17" fmla="*/ 506385 h 910598"/>
              <a:gd name="connsiteX18" fmla="*/ 283646 w 377780"/>
              <a:gd name="connsiteY18" fmla="*/ 538822 h 910598"/>
              <a:gd name="connsiteX19" fmla="*/ 284884 w 377780"/>
              <a:gd name="connsiteY19" fmla="*/ 541317 h 910598"/>
              <a:gd name="connsiteX20" fmla="*/ 284884 w 377780"/>
              <a:gd name="connsiteY20" fmla="*/ 565021 h 910598"/>
              <a:gd name="connsiteX21" fmla="*/ 284884 w 377780"/>
              <a:gd name="connsiteY21" fmla="*/ 865686 h 910598"/>
              <a:gd name="connsiteX22" fmla="*/ 240294 w 377780"/>
              <a:gd name="connsiteY22" fmla="*/ 910598 h 910598"/>
              <a:gd name="connsiteX23" fmla="*/ 196942 w 377780"/>
              <a:gd name="connsiteY23" fmla="*/ 865686 h 910598"/>
              <a:gd name="connsiteX24" fmla="*/ 196942 w 377780"/>
              <a:gd name="connsiteY24" fmla="*/ 565021 h 910598"/>
              <a:gd name="connsiteX25" fmla="*/ 183316 w 377780"/>
              <a:gd name="connsiteY25" fmla="*/ 565021 h 910598"/>
              <a:gd name="connsiteX26" fmla="*/ 183316 w 377780"/>
              <a:gd name="connsiteY26" fmla="*/ 865686 h 910598"/>
              <a:gd name="connsiteX27" fmla="*/ 139966 w 377780"/>
              <a:gd name="connsiteY27" fmla="*/ 910598 h 910598"/>
              <a:gd name="connsiteX28" fmla="*/ 95374 w 377780"/>
              <a:gd name="connsiteY28" fmla="*/ 865686 h 910598"/>
              <a:gd name="connsiteX29" fmla="*/ 95374 w 377780"/>
              <a:gd name="connsiteY29" fmla="*/ 565021 h 910598"/>
              <a:gd name="connsiteX30" fmla="*/ 95374 w 377780"/>
              <a:gd name="connsiteY30" fmla="*/ 481433 h 910598"/>
              <a:gd name="connsiteX31" fmla="*/ 95374 w 377780"/>
              <a:gd name="connsiteY31" fmla="*/ 478938 h 910598"/>
              <a:gd name="connsiteX32" fmla="*/ 95374 w 377780"/>
              <a:gd name="connsiteY32" fmla="*/ 472700 h 910598"/>
              <a:gd name="connsiteX33" fmla="*/ 95374 w 377780"/>
              <a:gd name="connsiteY33" fmla="*/ 434026 h 910598"/>
              <a:gd name="connsiteX34" fmla="*/ 95374 w 377780"/>
              <a:gd name="connsiteY34" fmla="*/ 305526 h 910598"/>
              <a:gd name="connsiteX35" fmla="*/ 79272 w 377780"/>
              <a:gd name="connsiteY35" fmla="*/ 351686 h 910598"/>
              <a:gd name="connsiteX36" fmla="*/ 74318 w 377780"/>
              <a:gd name="connsiteY36" fmla="*/ 402836 h 910598"/>
              <a:gd name="connsiteX37" fmla="*/ 74318 w 377780"/>
              <a:gd name="connsiteY37" fmla="*/ 461472 h 910598"/>
              <a:gd name="connsiteX38" fmla="*/ 73080 w 377780"/>
              <a:gd name="connsiteY38" fmla="*/ 470205 h 910598"/>
              <a:gd name="connsiteX39" fmla="*/ 44592 w 377780"/>
              <a:gd name="connsiteY39" fmla="*/ 497652 h 910598"/>
              <a:gd name="connsiteX40" fmla="*/ 37160 w 377780"/>
              <a:gd name="connsiteY40" fmla="*/ 498899 h 910598"/>
              <a:gd name="connsiteX41" fmla="*/ 21058 w 377780"/>
              <a:gd name="connsiteY41" fmla="*/ 495157 h 910598"/>
              <a:gd name="connsiteX42" fmla="*/ 0 w 377780"/>
              <a:gd name="connsiteY42" fmla="*/ 461472 h 910598"/>
              <a:gd name="connsiteX43" fmla="*/ 0 w 377780"/>
              <a:gd name="connsiteY43" fmla="*/ 407827 h 910598"/>
              <a:gd name="connsiteX44" fmla="*/ 4956 w 377780"/>
              <a:gd name="connsiteY44" fmla="*/ 335467 h 910598"/>
              <a:gd name="connsiteX45" fmla="*/ 27250 w 377780"/>
              <a:gd name="connsiteY45" fmla="*/ 275584 h 910598"/>
              <a:gd name="connsiteX46" fmla="*/ 95374 w 377780"/>
              <a:gd name="connsiteY46" fmla="*/ 200729 h 910598"/>
              <a:gd name="connsiteX47" fmla="*/ 157306 w 377780"/>
              <a:gd name="connsiteY47" fmla="*/ 179521 h 910598"/>
              <a:gd name="connsiteX48" fmla="*/ 188886 w 377780"/>
              <a:gd name="connsiteY48" fmla="*/ 0 h 910598"/>
              <a:gd name="connsiteX49" fmla="*/ 262420 w 377780"/>
              <a:gd name="connsiteY49" fmla="*/ 74780 h 910598"/>
              <a:gd name="connsiteX50" fmla="*/ 188886 w 377780"/>
              <a:gd name="connsiteY50" fmla="*/ 147068 h 910598"/>
              <a:gd name="connsiteX51" fmla="*/ 115352 w 377780"/>
              <a:gd name="connsiteY51" fmla="*/ 74780 h 910598"/>
              <a:gd name="connsiteX52" fmla="*/ 188886 w 377780"/>
              <a:gd name="connsiteY52" fmla="*/ 0 h 91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77780" h="910598">
                <a:moveTo>
                  <a:pt x="157306" y="179521"/>
                </a:moveTo>
                <a:cubicBezTo>
                  <a:pt x="175886" y="175778"/>
                  <a:pt x="196942" y="175778"/>
                  <a:pt x="216760" y="179521"/>
                </a:cubicBezTo>
                <a:cubicBezTo>
                  <a:pt x="241532" y="180768"/>
                  <a:pt x="263828" y="188254"/>
                  <a:pt x="283646" y="199482"/>
                </a:cubicBezTo>
                <a:cubicBezTo>
                  <a:pt x="312134" y="215700"/>
                  <a:pt x="335668" y="241899"/>
                  <a:pt x="351770" y="273089"/>
                </a:cubicBezTo>
                <a:cubicBezTo>
                  <a:pt x="361678" y="291802"/>
                  <a:pt x="369110" y="311763"/>
                  <a:pt x="374064" y="332972"/>
                </a:cubicBezTo>
                <a:cubicBezTo>
                  <a:pt x="374064" y="335467"/>
                  <a:pt x="377780" y="366657"/>
                  <a:pt x="377780" y="405331"/>
                </a:cubicBezTo>
                <a:lnTo>
                  <a:pt x="377780" y="458977"/>
                </a:lnTo>
                <a:cubicBezTo>
                  <a:pt x="377780" y="473948"/>
                  <a:pt x="369110" y="487671"/>
                  <a:pt x="356724" y="492661"/>
                </a:cubicBezTo>
                <a:cubicBezTo>
                  <a:pt x="353008" y="495157"/>
                  <a:pt x="348054" y="496404"/>
                  <a:pt x="341860" y="496404"/>
                </a:cubicBezTo>
                <a:cubicBezTo>
                  <a:pt x="339384" y="496404"/>
                  <a:pt x="335668" y="496404"/>
                  <a:pt x="333190" y="495157"/>
                </a:cubicBezTo>
                <a:cubicBezTo>
                  <a:pt x="319566" y="493909"/>
                  <a:pt x="308418" y="483929"/>
                  <a:pt x="305940" y="468958"/>
                </a:cubicBezTo>
                <a:cubicBezTo>
                  <a:pt x="304702" y="466462"/>
                  <a:pt x="304702" y="462720"/>
                  <a:pt x="304702" y="458977"/>
                </a:cubicBezTo>
                <a:lnTo>
                  <a:pt x="304702" y="400341"/>
                </a:lnTo>
                <a:cubicBezTo>
                  <a:pt x="304702" y="377885"/>
                  <a:pt x="300986" y="359171"/>
                  <a:pt x="299748" y="350438"/>
                </a:cubicBezTo>
                <a:cubicBezTo>
                  <a:pt x="296032" y="332972"/>
                  <a:pt x="291076" y="316754"/>
                  <a:pt x="283646" y="303030"/>
                </a:cubicBezTo>
                <a:lnTo>
                  <a:pt x="283646" y="419055"/>
                </a:lnTo>
                <a:cubicBezTo>
                  <a:pt x="283646" y="436521"/>
                  <a:pt x="283646" y="452739"/>
                  <a:pt x="283646" y="470205"/>
                </a:cubicBezTo>
                <a:lnTo>
                  <a:pt x="283646" y="506385"/>
                </a:lnTo>
                <a:lnTo>
                  <a:pt x="283646" y="538822"/>
                </a:lnTo>
                <a:cubicBezTo>
                  <a:pt x="283646" y="538822"/>
                  <a:pt x="284884" y="540069"/>
                  <a:pt x="284884" y="541317"/>
                </a:cubicBezTo>
                <a:lnTo>
                  <a:pt x="284884" y="565021"/>
                </a:lnTo>
                <a:lnTo>
                  <a:pt x="284884" y="865686"/>
                </a:lnTo>
                <a:cubicBezTo>
                  <a:pt x="284884" y="890637"/>
                  <a:pt x="265066" y="910598"/>
                  <a:pt x="240294" y="910598"/>
                </a:cubicBezTo>
                <a:cubicBezTo>
                  <a:pt x="216760" y="910598"/>
                  <a:pt x="196942" y="890637"/>
                  <a:pt x="196942" y="865686"/>
                </a:cubicBezTo>
                <a:lnTo>
                  <a:pt x="196942" y="565021"/>
                </a:lnTo>
                <a:cubicBezTo>
                  <a:pt x="191988" y="565021"/>
                  <a:pt x="188272" y="565021"/>
                  <a:pt x="183316" y="565021"/>
                </a:cubicBezTo>
                <a:lnTo>
                  <a:pt x="183316" y="865686"/>
                </a:lnTo>
                <a:cubicBezTo>
                  <a:pt x="183316" y="890637"/>
                  <a:pt x="163498" y="910598"/>
                  <a:pt x="139966" y="910598"/>
                </a:cubicBezTo>
                <a:cubicBezTo>
                  <a:pt x="115192" y="910598"/>
                  <a:pt x="95374" y="890637"/>
                  <a:pt x="95374" y="865686"/>
                </a:cubicBezTo>
                <a:lnTo>
                  <a:pt x="95374" y="565021"/>
                </a:lnTo>
                <a:cubicBezTo>
                  <a:pt x="95374" y="537574"/>
                  <a:pt x="95374" y="508880"/>
                  <a:pt x="95374" y="481433"/>
                </a:cubicBezTo>
                <a:cubicBezTo>
                  <a:pt x="95374" y="480186"/>
                  <a:pt x="95374" y="478938"/>
                  <a:pt x="95374" y="478938"/>
                </a:cubicBezTo>
                <a:cubicBezTo>
                  <a:pt x="95374" y="476443"/>
                  <a:pt x="95374" y="473948"/>
                  <a:pt x="95374" y="472700"/>
                </a:cubicBezTo>
                <a:lnTo>
                  <a:pt x="95374" y="434026"/>
                </a:lnTo>
                <a:lnTo>
                  <a:pt x="95374" y="305526"/>
                </a:lnTo>
                <a:cubicBezTo>
                  <a:pt x="87944" y="319249"/>
                  <a:pt x="82988" y="335467"/>
                  <a:pt x="79272" y="351686"/>
                </a:cubicBezTo>
                <a:cubicBezTo>
                  <a:pt x="76796" y="360419"/>
                  <a:pt x="74318" y="380380"/>
                  <a:pt x="74318" y="402836"/>
                </a:cubicBezTo>
                <a:lnTo>
                  <a:pt x="74318" y="461472"/>
                </a:lnTo>
                <a:cubicBezTo>
                  <a:pt x="74318" y="465215"/>
                  <a:pt x="74318" y="467710"/>
                  <a:pt x="73080" y="470205"/>
                </a:cubicBezTo>
                <a:cubicBezTo>
                  <a:pt x="70602" y="486424"/>
                  <a:pt x="58216" y="495157"/>
                  <a:pt x="44592" y="497652"/>
                </a:cubicBezTo>
                <a:cubicBezTo>
                  <a:pt x="43352" y="497652"/>
                  <a:pt x="39636" y="498899"/>
                  <a:pt x="37160" y="498899"/>
                </a:cubicBezTo>
                <a:cubicBezTo>
                  <a:pt x="30966" y="498899"/>
                  <a:pt x="26012" y="497652"/>
                  <a:pt x="21058" y="495157"/>
                </a:cubicBezTo>
                <a:cubicBezTo>
                  <a:pt x="8672" y="488919"/>
                  <a:pt x="0" y="476443"/>
                  <a:pt x="0" y="461472"/>
                </a:cubicBezTo>
                <a:lnTo>
                  <a:pt x="0" y="407827"/>
                </a:lnTo>
                <a:cubicBezTo>
                  <a:pt x="0" y="369152"/>
                  <a:pt x="4956" y="336715"/>
                  <a:pt x="4956" y="335467"/>
                </a:cubicBezTo>
                <a:cubicBezTo>
                  <a:pt x="9910" y="314259"/>
                  <a:pt x="17342" y="294297"/>
                  <a:pt x="27250" y="275584"/>
                </a:cubicBezTo>
                <a:cubicBezTo>
                  <a:pt x="43352" y="244395"/>
                  <a:pt x="65648" y="216948"/>
                  <a:pt x="95374" y="200729"/>
                </a:cubicBezTo>
                <a:cubicBezTo>
                  <a:pt x="113954" y="189501"/>
                  <a:pt x="133772" y="183263"/>
                  <a:pt x="157306" y="179521"/>
                </a:cubicBezTo>
                <a:close/>
                <a:moveTo>
                  <a:pt x="188886" y="0"/>
                </a:moveTo>
                <a:cubicBezTo>
                  <a:pt x="230016" y="0"/>
                  <a:pt x="262420" y="33651"/>
                  <a:pt x="262420" y="74780"/>
                </a:cubicBezTo>
                <a:cubicBezTo>
                  <a:pt x="262420" y="114663"/>
                  <a:pt x="230016" y="147068"/>
                  <a:pt x="188886" y="147068"/>
                </a:cubicBezTo>
                <a:cubicBezTo>
                  <a:pt x="147758" y="147068"/>
                  <a:pt x="115352" y="114663"/>
                  <a:pt x="115352" y="74780"/>
                </a:cubicBezTo>
                <a:cubicBezTo>
                  <a:pt x="115352" y="33651"/>
                  <a:pt x="147758" y="0"/>
                  <a:pt x="1888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911CE057-BE97-4745-BD96-F07AF34B1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5394" y="11538079"/>
            <a:ext cx="377784" cy="910598"/>
          </a:xfrm>
          <a:custGeom>
            <a:avLst/>
            <a:gdLst>
              <a:gd name="connsiteX0" fmla="*/ 156068 w 377784"/>
              <a:gd name="connsiteY0" fmla="*/ 179521 h 910598"/>
              <a:gd name="connsiteX1" fmla="*/ 215522 w 377784"/>
              <a:gd name="connsiteY1" fmla="*/ 179521 h 910598"/>
              <a:gd name="connsiteX2" fmla="*/ 282408 w 377784"/>
              <a:gd name="connsiteY2" fmla="*/ 199482 h 910598"/>
              <a:gd name="connsiteX3" fmla="*/ 351772 w 377784"/>
              <a:gd name="connsiteY3" fmla="*/ 273089 h 910598"/>
              <a:gd name="connsiteX4" fmla="*/ 372828 w 377784"/>
              <a:gd name="connsiteY4" fmla="*/ 332972 h 910598"/>
              <a:gd name="connsiteX5" fmla="*/ 377784 w 377784"/>
              <a:gd name="connsiteY5" fmla="*/ 405331 h 910598"/>
              <a:gd name="connsiteX6" fmla="*/ 377784 w 377784"/>
              <a:gd name="connsiteY6" fmla="*/ 458977 h 910598"/>
              <a:gd name="connsiteX7" fmla="*/ 356726 w 377784"/>
              <a:gd name="connsiteY7" fmla="*/ 492661 h 910598"/>
              <a:gd name="connsiteX8" fmla="*/ 340624 w 377784"/>
              <a:gd name="connsiteY8" fmla="*/ 496404 h 910598"/>
              <a:gd name="connsiteX9" fmla="*/ 333192 w 377784"/>
              <a:gd name="connsiteY9" fmla="*/ 495157 h 910598"/>
              <a:gd name="connsiteX10" fmla="*/ 304704 w 377784"/>
              <a:gd name="connsiteY10" fmla="*/ 468958 h 910598"/>
              <a:gd name="connsiteX11" fmla="*/ 303466 w 377784"/>
              <a:gd name="connsiteY11" fmla="*/ 458977 h 910598"/>
              <a:gd name="connsiteX12" fmla="*/ 303466 w 377784"/>
              <a:gd name="connsiteY12" fmla="*/ 400341 h 910598"/>
              <a:gd name="connsiteX13" fmla="*/ 298510 w 377784"/>
              <a:gd name="connsiteY13" fmla="*/ 350438 h 910598"/>
              <a:gd name="connsiteX14" fmla="*/ 282408 w 377784"/>
              <a:gd name="connsiteY14" fmla="*/ 303030 h 910598"/>
              <a:gd name="connsiteX15" fmla="*/ 282408 w 377784"/>
              <a:gd name="connsiteY15" fmla="*/ 419055 h 910598"/>
              <a:gd name="connsiteX16" fmla="*/ 282408 w 377784"/>
              <a:gd name="connsiteY16" fmla="*/ 470205 h 910598"/>
              <a:gd name="connsiteX17" fmla="*/ 282408 w 377784"/>
              <a:gd name="connsiteY17" fmla="*/ 506385 h 910598"/>
              <a:gd name="connsiteX18" fmla="*/ 282408 w 377784"/>
              <a:gd name="connsiteY18" fmla="*/ 538822 h 910598"/>
              <a:gd name="connsiteX19" fmla="*/ 283648 w 377784"/>
              <a:gd name="connsiteY19" fmla="*/ 541317 h 910598"/>
              <a:gd name="connsiteX20" fmla="*/ 283648 w 377784"/>
              <a:gd name="connsiteY20" fmla="*/ 565021 h 910598"/>
              <a:gd name="connsiteX21" fmla="*/ 283648 w 377784"/>
              <a:gd name="connsiteY21" fmla="*/ 865686 h 910598"/>
              <a:gd name="connsiteX22" fmla="*/ 240294 w 377784"/>
              <a:gd name="connsiteY22" fmla="*/ 910598 h 910598"/>
              <a:gd name="connsiteX23" fmla="*/ 195704 w 377784"/>
              <a:gd name="connsiteY23" fmla="*/ 865686 h 910598"/>
              <a:gd name="connsiteX24" fmla="*/ 195704 w 377784"/>
              <a:gd name="connsiteY24" fmla="*/ 565021 h 910598"/>
              <a:gd name="connsiteX25" fmla="*/ 183318 w 377784"/>
              <a:gd name="connsiteY25" fmla="*/ 565021 h 910598"/>
              <a:gd name="connsiteX26" fmla="*/ 183318 w 377784"/>
              <a:gd name="connsiteY26" fmla="*/ 865686 h 910598"/>
              <a:gd name="connsiteX27" fmla="*/ 138726 w 377784"/>
              <a:gd name="connsiteY27" fmla="*/ 910598 h 910598"/>
              <a:gd name="connsiteX28" fmla="*/ 95374 w 377784"/>
              <a:gd name="connsiteY28" fmla="*/ 865686 h 910598"/>
              <a:gd name="connsiteX29" fmla="*/ 95374 w 377784"/>
              <a:gd name="connsiteY29" fmla="*/ 565021 h 910598"/>
              <a:gd name="connsiteX30" fmla="*/ 95374 w 377784"/>
              <a:gd name="connsiteY30" fmla="*/ 481433 h 910598"/>
              <a:gd name="connsiteX31" fmla="*/ 95374 w 377784"/>
              <a:gd name="connsiteY31" fmla="*/ 478938 h 910598"/>
              <a:gd name="connsiteX32" fmla="*/ 95374 w 377784"/>
              <a:gd name="connsiteY32" fmla="*/ 472700 h 910598"/>
              <a:gd name="connsiteX33" fmla="*/ 95374 w 377784"/>
              <a:gd name="connsiteY33" fmla="*/ 434026 h 910598"/>
              <a:gd name="connsiteX34" fmla="*/ 95374 w 377784"/>
              <a:gd name="connsiteY34" fmla="*/ 305526 h 910598"/>
              <a:gd name="connsiteX35" fmla="*/ 78034 w 377784"/>
              <a:gd name="connsiteY35" fmla="*/ 351686 h 910598"/>
              <a:gd name="connsiteX36" fmla="*/ 73080 w 377784"/>
              <a:gd name="connsiteY36" fmla="*/ 402836 h 910598"/>
              <a:gd name="connsiteX37" fmla="*/ 73080 w 377784"/>
              <a:gd name="connsiteY37" fmla="*/ 461472 h 910598"/>
              <a:gd name="connsiteX38" fmla="*/ 73080 w 377784"/>
              <a:gd name="connsiteY38" fmla="*/ 470205 h 910598"/>
              <a:gd name="connsiteX39" fmla="*/ 44590 w 377784"/>
              <a:gd name="connsiteY39" fmla="*/ 497652 h 910598"/>
              <a:gd name="connsiteX40" fmla="*/ 37160 w 377784"/>
              <a:gd name="connsiteY40" fmla="*/ 498899 h 910598"/>
              <a:gd name="connsiteX41" fmla="*/ 21056 w 377784"/>
              <a:gd name="connsiteY41" fmla="*/ 495157 h 910598"/>
              <a:gd name="connsiteX42" fmla="*/ 0 w 377784"/>
              <a:gd name="connsiteY42" fmla="*/ 461472 h 910598"/>
              <a:gd name="connsiteX43" fmla="*/ 0 w 377784"/>
              <a:gd name="connsiteY43" fmla="*/ 407827 h 910598"/>
              <a:gd name="connsiteX44" fmla="*/ 3716 w 377784"/>
              <a:gd name="connsiteY44" fmla="*/ 335467 h 910598"/>
              <a:gd name="connsiteX45" fmla="*/ 26012 w 377784"/>
              <a:gd name="connsiteY45" fmla="*/ 275584 h 910598"/>
              <a:gd name="connsiteX46" fmla="*/ 95374 w 377784"/>
              <a:gd name="connsiteY46" fmla="*/ 200729 h 910598"/>
              <a:gd name="connsiteX47" fmla="*/ 156068 w 377784"/>
              <a:gd name="connsiteY47" fmla="*/ 179521 h 910598"/>
              <a:gd name="connsiteX48" fmla="*/ 188888 w 377784"/>
              <a:gd name="connsiteY48" fmla="*/ 0 h 910598"/>
              <a:gd name="connsiteX49" fmla="*/ 262420 w 377784"/>
              <a:gd name="connsiteY49" fmla="*/ 74780 h 910598"/>
              <a:gd name="connsiteX50" fmla="*/ 188888 w 377784"/>
              <a:gd name="connsiteY50" fmla="*/ 147068 h 910598"/>
              <a:gd name="connsiteX51" fmla="*/ 115356 w 377784"/>
              <a:gd name="connsiteY51" fmla="*/ 74780 h 910598"/>
              <a:gd name="connsiteX52" fmla="*/ 188888 w 377784"/>
              <a:gd name="connsiteY52" fmla="*/ 0 h 91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77784" h="910598">
                <a:moveTo>
                  <a:pt x="156068" y="179521"/>
                </a:moveTo>
                <a:cubicBezTo>
                  <a:pt x="175886" y="175778"/>
                  <a:pt x="196942" y="175778"/>
                  <a:pt x="215522" y="179521"/>
                </a:cubicBezTo>
                <a:cubicBezTo>
                  <a:pt x="240294" y="180768"/>
                  <a:pt x="262590" y="188254"/>
                  <a:pt x="282408" y="199482"/>
                </a:cubicBezTo>
                <a:cubicBezTo>
                  <a:pt x="312136" y="215700"/>
                  <a:pt x="334432" y="241899"/>
                  <a:pt x="351772" y="273089"/>
                </a:cubicBezTo>
                <a:cubicBezTo>
                  <a:pt x="360442" y="291802"/>
                  <a:pt x="367874" y="311763"/>
                  <a:pt x="372828" y="332972"/>
                </a:cubicBezTo>
                <a:cubicBezTo>
                  <a:pt x="372828" y="335467"/>
                  <a:pt x="377784" y="366657"/>
                  <a:pt x="377784" y="405331"/>
                </a:cubicBezTo>
                <a:lnTo>
                  <a:pt x="377784" y="458977"/>
                </a:lnTo>
                <a:cubicBezTo>
                  <a:pt x="377784" y="473948"/>
                  <a:pt x="369112" y="487671"/>
                  <a:pt x="356726" y="492661"/>
                </a:cubicBezTo>
                <a:cubicBezTo>
                  <a:pt x="351772" y="495157"/>
                  <a:pt x="346818" y="496404"/>
                  <a:pt x="340624" y="496404"/>
                </a:cubicBezTo>
                <a:cubicBezTo>
                  <a:pt x="338148" y="496404"/>
                  <a:pt x="335670" y="496404"/>
                  <a:pt x="333192" y="495157"/>
                </a:cubicBezTo>
                <a:cubicBezTo>
                  <a:pt x="319568" y="493909"/>
                  <a:pt x="307182" y="483929"/>
                  <a:pt x="304704" y="468958"/>
                </a:cubicBezTo>
                <a:cubicBezTo>
                  <a:pt x="304704" y="466462"/>
                  <a:pt x="303466" y="462720"/>
                  <a:pt x="303466" y="458977"/>
                </a:cubicBezTo>
                <a:lnTo>
                  <a:pt x="303466" y="400341"/>
                </a:lnTo>
                <a:cubicBezTo>
                  <a:pt x="303466" y="377885"/>
                  <a:pt x="300988" y="359171"/>
                  <a:pt x="298510" y="350438"/>
                </a:cubicBezTo>
                <a:cubicBezTo>
                  <a:pt x="294794" y="332972"/>
                  <a:pt x="289840" y="316754"/>
                  <a:pt x="282408" y="303030"/>
                </a:cubicBezTo>
                <a:lnTo>
                  <a:pt x="282408" y="419055"/>
                </a:lnTo>
                <a:cubicBezTo>
                  <a:pt x="282408" y="436521"/>
                  <a:pt x="282408" y="452739"/>
                  <a:pt x="282408" y="470205"/>
                </a:cubicBezTo>
                <a:lnTo>
                  <a:pt x="282408" y="506385"/>
                </a:lnTo>
                <a:lnTo>
                  <a:pt x="282408" y="538822"/>
                </a:lnTo>
                <a:cubicBezTo>
                  <a:pt x="282408" y="538822"/>
                  <a:pt x="283648" y="540069"/>
                  <a:pt x="283648" y="541317"/>
                </a:cubicBezTo>
                <a:lnTo>
                  <a:pt x="283648" y="565021"/>
                </a:lnTo>
                <a:lnTo>
                  <a:pt x="283648" y="865686"/>
                </a:lnTo>
                <a:cubicBezTo>
                  <a:pt x="283648" y="890637"/>
                  <a:pt x="263830" y="910598"/>
                  <a:pt x="240294" y="910598"/>
                </a:cubicBezTo>
                <a:cubicBezTo>
                  <a:pt x="215522" y="910598"/>
                  <a:pt x="195704" y="890637"/>
                  <a:pt x="195704" y="865686"/>
                </a:cubicBezTo>
                <a:lnTo>
                  <a:pt x="195704" y="565021"/>
                </a:lnTo>
                <a:cubicBezTo>
                  <a:pt x="190750" y="565021"/>
                  <a:pt x="188272" y="565021"/>
                  <a:pt x="183318" y="565021"/>
                </a:cubicBezTo>
                <a:lnTo>
                  <a:pt x="183318" y="865686"/>
                </a:lnTo>
                <a:cubicBezTo>
                  <a:pt x="183318" y="890637"/>
                  <a:pt x="163500" y="910598"/>
                  <a:pt x="138726" y="910598"/>
                </a:cubicBezTo>
                <a:cubicBezTo>
                  <a:pt x="115192" y="910598"/>
                  <a:pt x="95374" y="890637"/>
                  <a:pt x="95374" y="865686"/>
                </a:cubicBezTo>
                <a:lnTo>
                  <a:pt x="95374" y="565021"/>
                </a:lnTo>
                <a:cubicBezTo>
                  <a:pt x="95374" y="537574"/>
                  <a:pt x="95374" y="508880"/>
                  <a:pt x="95374" y="481433"/>
                </a:cubicBezTo>
                <a:cubicBezTo>
                  <a:pt x="95374" y="480186"/>
                  <a:pt x="95374" y="478938"/>
                  <a:pt x="95374" y="478938"/>
                </a:cubicBezTo>
                <a:cubicBezTo>
                  <a:pt x="95374" y="476443"/>
                  <a:pt x="95374" y="473948"/>
                  <a:pt x="95374" y="472700"/>
                </a:cubicBezTo>
                <a:lnTo>
                  <a:pt x="95374" y="434026"/>
                </a:lnTo>
                <a:lnTo>
                  <a:pt x="95374" y="305526"/>
                </a:lnTo>
                <a:cubicBezTo>
                  <a:pt x="87944" y="319249"/>
                  <a:pt x="81750" y="335467"/>
                  <a:pt x="78034" y="351686"/>
                </a:cubicBezTo>
                <a:cubicBezTo>
                  <a:pt x="76796" y="360419"/>
                  <a:pt x="73080" y="380380"/>
                  <a:pt x="73080" y="402836"/>
                </a:cubicBezTo>
                <a:lnTo>
                  <a:pt x="73080" y="461472"/>
                </a:lnTo>
                <a:cubicBezTo>
                  <a:pt x="73080" y="465215"/>
                  <a:pt x="73080" y="467710"/>
                  <a:pt x="73080" y="470205"/>
                </a:cubicBezTo>
                <a:cubicBezTo>
                  <a:pt x="70602" y="486424"/>
                  <a:pt x="58216" y="495157"/>
                  <a:pt x="44590" y="497652"/>
                </a:cubicBezTo>
                <a:cubicBezTo>
                  <a:pt x="42114" y="497652"/>
                  <a:pt x="39636" y="498899"/>
                  <a:pt x="37160" y="498899"/>
                </a:cubicBezTo>
                <a:cubicBezTo>
                  <a:pt x="30966" y="498899"/>
                  <a:pt x="26012" y="497652"/>
                  <a:pt x="21056" y="495157"/>
                </a:cubicBezTo>
                <a:cubicBezTo>
                  <a:pt x="8670" y="488919"/>
                  <a:pt x="0" y="476443"/>
                  <a:pt x="0" y="461472"/>
                </a:cubicBezTo>
                <a:lnTo>
                  <a:pt x="0" y="407827"/>
                </a:lnTo>
                <a:cubicBezTo>
                  <a:pt x="0" y="369152"/>
                  <a:pt x="3716" y="336715"/>
                  <a:pt x="3716" y="335467"/>
                </a:cubicBezTo>
                <a:cubicBezTo>
                  <a:pt x="9910" y="314259"/>
                  <a:pt x="16102" y="294297"/>
                  <a:pt x="26012" y="275584"/>
                </a:cubicBezTo>
                <a:cubicBezTo>
                  <a:pt x="43352" y="244395"/>
                  <a:pt x="64408" y="216948"/>
                  <a:pt x="95374" y="200729"/>
                </a:cubicBezTo>
                <a:cubicBezTo>
                  <a:pt x="112716" y="189501"/>
                  <a:pt x="132534" y="183263"/>
                  <a:pt x="156068" y="179521"/>
                </a:cubicBezTo>
                <a:close/>
                <a:moveTo>
                  <a:pt x="188888" y="0"/>
                </a:moveTo>
                <a:cubicBezTo>
                  <a:pt x="230016" y="0"/>
                  <a:pt x="262420" y="33651"/>
                  <a:pt x="262420" y="74780"/>
                </a:cubicBezTo>
                <a:cubicBezTo>
                  <a:pt x="262420" y="114663"/>
                  <a:pt x="230016" y="147068"/>
                  <a:pt x="188888" y="147068"/>
                </a:cubicBezTo>
                <a:cubicBezTo>
                  <a:pt x="149006" y="147068"/>
                  <a:pt x="115356" y="114663"/>
                  <a:pt x="115356" y="74780"/>
                </a:cubicBezTo>
                <a:cubicBezTo>
                  <a:pt x="115356" y="33651"/>
                  <a:pt x="149006" y="0"/>
                  <a:pt x="188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4D1001EB-9E88-064B-B2E2-FFCCD55F5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628" y="11538079"/>
            <a:ext cx="383262" cy="910598"/>
          </a:xfrm>
          <a:custGeom>
            <a:avLst/>
            <a:gdLst>
              <a:gd name="connsiteX0" fmla="*/ 159066 w 383262"/>
              <a:gd name="connsiteY0" fmla="*/ 179521 h 910598"/>
              <a:gd name="connsiteX1" fmla="*/ 219186 w 383262"/>
              <a:gd name="connsiteY1" fmla="*/ 179521 h 910598"/>
              <a:gd name="connsiteX2" fmla="*/ 285568 w 383262"/>
              <a:gd name="connsiteY2" fmla="*/ 199482 h 910598"/>
              <a:gd name="connsiteX3" fmla="*/ 355706 w 383262"/>
              <a:gd name="connsiteY3" fmla="*/ 273089 h 910598"/>
              <a:gd name="connsiteX4" fmla="*/ 378252 w 383262"/>
              <a:gd name="connsiteY4" fmla="*/ 332972 h 910598"/>
              <a:gd name="connsiteX5" fmla="*/ 383262 w 383262"/>
              <a:gd name="connsiteY5" fmla="*/ 405331 h 910598"/>
              <a:gd name="connsiteX6" fmla="*/ 383262 w 383262"/>
              <a:gd name="connsiteY6" fmla="*/ 458977 h 910598"/>
              <a:gd name="connsiteX7" fmla="*/ 360716 w 383262"/>
              <a:gd name="connsiteY7" fmla="*/ 492661 h 910598"/>
              <a:gd name="connsiteX8" fmla="*/ 344434 w 383262"/>
              <a:gd name="connsiteY8" fmla="*/ 496404 h 910598"/>
              <a:gd name="connsiteX9" fmla="*/ 336920 w 383262"/>
              <a:gd name="connsiteY9" fmla="*/ 495157 h 910598"/>
              <a:gd name="connsiteX10" fmla="*/ 309364 w 383262"/>
              <a:gd name="connsiteY10" fmla="*/ 468958 h 910598"/>
              <a:gd name="connsiteX11" fmla="*/ 306860 w 383262"/>
              <a:gd name="connsiteY11" fmla="*/ 458977 h 910598"/>
              <a:gd name="connsiteX12" fmla="*/ 306860 w 383262"/>
              <a:gd name="connsiteY12" fmla="*/ 400341 h 910598"/>
              <a:gd name="connsiteX13" fmla="*/ 303102 w 383262"/>
              <a:gd name="connsiteY13" fmla="*/ 350438 h 910598"/>
              <a:gd name="connsiteX14" fmla="*/ 285568 w 383262"/>
              <a:gd name="connsiteY14" fmla="*/ 303030 h 910598"/>
              <a:gd name="connsiteX15" fmla="*/ 285568 w 383262"/>
              <a:gd name="connsiteY15" fmla="*/ 419055 h 910598"/>
              <a:gd name="connsiteX16" fmla="*/ 285568 w 383262"/>
              <a:gd name="connsiteY16" fmla="*/ 470205 h 910598"/>
              <a:gd name="connsiteX17" fmla="*/ 286820 w 383262"/>
              <a:gd name="connsiteY17" fmla="*/ 506385 h 910598"/>
              <a:gd name="connsiteX18" fmla="*/ 286820 w 383262"/>
              <a:gd name="connsiteY18" fmla="*/ 538822 h 910598"/>
              <a:gd name="connsiteX19" fmla="*/ 288072 w 383262"/>
              <a:gd name="connsiteY19" fmla="*/ 541317 h 910598"/>
              <a:gd name="connsiteX20" fmla="*/ 288072 w 383262"/>
              <a:gd name="connsiteY20" fmla="*/ 565021 h 910598"/>
              <a:gd name="connsiteX21" fmla="*/ 288072 w 383262"/>
              <a:gd name="connsiteY21" fmla="*/ 865686 h 910598"/>
              <a:gd name="connsiteX22" fmla="*/ 242984 w 383262"/>
              <a:gd name="connsiteY22" fmla="*/ 910598 h 910598"/>
              <a:gd name="connsiteX23" fmla="*/ 199146 w 383262"/>
              <a:gd name="connsiteY23" fmla="*/ 865686 h 910598"/>
              <a:gd name="connsiteX24" fmla="*/ 199146 w 383262"/>
              <a:gd name="connsiteY24" fmla="*/ 565021 h 910598"/>
              <a:gd name="connsiteX25" fmla="*/ 185368 w 383262"/>
              <a:gd name="connsiteY25" fmla="*/ 565021 h 910598"/>
              <a:gd name="connsiteX26" fmla="*/ 185368 w 383262"/>
              <a:gd name="connsiteY26" fmla="*/ 865686 h 910598"/>
              <a:gd name="connsiteX27" fmla="*/ 141532 w 383262"/>
              <a:gd name="connsiteY27" fmla="*/ 910598 h 910598"/>
              <a:gd name="connsiteX28" fmla="*/ 96442 w 383262"/>
              <a:gd name="connsiteY28" fmla="*/ 865686 h 910598"/>
              <a:gd name="connsiteX29" fmla="*/ 96442 w 383262"/>
              <a:gd name="connsiteY29" fmla="*/ 565021 h 910598"/>
              <a:gd name="connsiteX30" fmla="*/ 96442 w 383262"/>
              <a:gd name="connsiteY30" fmla="*/ 481433 h 910598"/>
              <a:gd name="connsiteX31" fmla="*/ 96442 w 383262"/>
              <a:gd name="connsiteY31" fmla="*/ 478938 h 910598"/>
              <a:gd name="connsiteX32" fmla="*/ 96442 w 383262"/>
              <a:gd name="connsiteY32" fmla="*/ 472700 h 910598"/>
              <a:gd name="connsiteX33" fmla="*/ 96442 w 383262"/>
              <a:gd name="connsiteY33" fmla="*/ 434026 h 910598"/>
              <a:gd name="connsiteX34" fmla="*/ 96442 w 383262"/>
              <a:gd name="connsiteY34" fmla="*/ 305526 h 910598"/>
              <a:gd name="connsiteX35" fmla="*/ 80160 w 383262"/>
              <a:gd name="connsiteY35" fmla="*/ 351686 h 910598"/>
              <a:gd name="connsiteX36" fmla="*/ 75150 w 383262"/>
              <a:gd name="connsiteY36" fmla="*/ 402836 h 910598"/>
              <a:gd name="connsiteX37" fmla="*/ 75150 w 383262"/>
              <a:gd name="connsiteY37" fmla="*/ 461472 h 910598"/>
              <a:gd name="connsiteX38" fmla="*/ 72646 w 383262"/>
              <a:gd name="connsiteY38" fmla="*/ 470205 h 910598"/>
              <a:gd name="connsiteX39" fmla="*/ 45090 w 383262"/>
              <a:gd name="connsiteY39" fmla="*/ 497652 h 910598"/>
              <a:gd name="connsiteX40" fmla="*/ 37576 w 383262"/>
              <a:gd name="connsiteY40" fmla="*/ 498899 h 910598"/>
              <a:gd name="connsiteX41" fmla="*/ 21294 w 383262"/>
              <a:gd name="connsiteY41" fmla="*/ 495157 h 910598"/>
              <a:gd name="connsiteX42" fmla="*/ 0 w 383262"/>
              <a:gd name="connsiteY42" fmla="*/ 461472 h 910598"/>
              <a:gd name="connsiteX43" fmla="*/ 0 w 383262"/>
              <a:gd name="connsiteY43" fmla="*/ 407827 h 910598"/>
              <a:gd name="connsiteX44" fmla="*/ 5010 w 383262"/>
              <a:gd name="connsiteY44" fmla="*/ 335467 h 910598"/>
              <a:gd name="connsiteX45" fmla="*/ 27556 w 383262"/>
              <a:gd name="connsiteY45" fmla="*/ 275584 h 910598"/>
              <a:gd name="connsiteX46" fmla="*/ 96442 w 383262"/>
              <a:gd name="connsiteY46" fmla="*/ 200729 h 910598"/>
              <a:gd name="connsiteX47" fmla="*/ 159066 w 383262"/>
              <a:gd name="connsiteY47" fmla="*/ 179521 h 910598"/>
              <a:gd name="connsiteX48" fmla="*/ 187642 w 383262"/>
              <a:gd name="connsiteY48" fmla="*/ 0 h 910598"/>
              <a:gd name="connsiteX49" fmla="*/ 262422 w 383262"/>
              <a:gd name="connsiteY49" fmla="*/ 74780 h 910598"/>
              <a:gd name="connsiteX50" fmla="*/ 187642 w 383262"/>
              <a:gd name="connsiteY50" fmla="*/ 147068 h 910598"/>
              <a:gd name="connsiteX51" fmla="*/ 115354 w 383262"/>
              <a:gd name="connsiteY51" fmla="*/ 74780 h 910598"/>
              <a:gd name="connsiteX52" fmla="*/ 187642 w 383262"/>
              <a:gd name="connsiteY52" fmla="*/ 0 h 91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83262" h="910598">
                <a:moveTo>
                  <a:pt x="159066" y="179521"/>
                </a:moveTo>
                <a:cubicBezTo>
                  <a:pt x="177854" y="175778"/>
                  <a:pt x="199146" y="175778"/>
                  <a:pt x="219186" y="179521"/>
                </a:cubicBezTo>
                <a:cubicBezTo>
                  <a:pt x="244236" y="180768"/>
                  <a:pt x="265528" y="188254"/>
                  <a:pt x="285568" y="199482"/>
                </a:cubicBezTo>
                <a:cubicBezTo>
                  <a:pt x="315628" y="215700"/>
                  <a:pt x="339424" y="241899"/>
                  <a:pt x="355706" y="273089"/>
                </a:cubicBezTo>
                <a:cubicBezTo>
                  <a:pt x="364474" y="291802"/>
                  <a:pt x="371990" y="311763"/>
                  <a:pt x="378252" y="332972"/>
                </a:cubicBezTo>
                <a:cubicBezTo>
                  <a:pt x="378252" y="335467"/>
                  <a:pt x="383262" y="366657"/>
                  <a:pt x="383262" y="405331"/>
                </a:cubicBezTo>
                <a:lnTo>
                  <a:pt x="383262" y="458977"/>
                </a:lnTo>
                <a:cubicBezTo>
                  <a:pt x="383262" y="473948"/>
                  <a:pt x="373242" y="487671"/>
                  <a:pt x="360716" y="492661"/>
                </a:cubicBezTo>
                <a:cubicBezTo>
                  <a:pt x="356960" y="495157"/>
                  <a:pt x="350696" y="496404"/>
                  <a:pt x="344434" y="496404"/>
                </a:cubicBezTo>
                <a:cubicBezTo>
                  <a:pt x="341930" y="496404"/>
                  <a:pt x="339424" y="496404"/>
                  <a:pt x="336920" y="495157"/>
                </a:cubicBezTo>
                <a:cubicBezTo>
                  <a:pt x="323142" y="493909"/>
                  <a:pt x="311870" y="483929"/>
                  <a:pt x="309364" y="468958"/>
                </a:cubicBezTo>
                <a:cubicBezTo>
                  <a:pt x="308112" y="466462"/>
                  <a:pt x="306860" y="462720"/>
                  <a:pt x="306860" y="458977"/>
                </a:cubicBezTo>
                <a:lnTo>
                  <a:pt x="306860" y="400341"/>
                </a:lnTo>
                <a:cubicBezTo>
                  <a:pt x="306860" y="377885"/>
                  <a:pt x="304354" y="359171"/>
                  <a:pt x="303102" y="350438"/>
                </a:cubicBezTo>
                <a:cubicBezTo>
                  <a:pt x="299344" y="332972"/>
                  <a:pt x="293082" y="316754"/>
                  <a:pt x="285568" y="303030"/>
                </a:cubicBezTo>
                <a:lnTo>
                  <a:pt x="285568" y="419055"/>
                </a:lnTo>
                <a:cubicBezTo>
                  <a:pt x="285568" y="436521"/>
                  <a:pt x="285568" y="452739"/>
                  <a:pt x="285568" y="470205"/>
                </a:cubicBezTo>
                <a:lnTo>
                  <a:pt x="286820" y="506385"/>
                </a:lnTo>
                <a:lnTo>
                  <a:pt x="286820" y="538822"/>
                </a:lnTo>
                <a:cubicBezTo>
                  <a:pt x="286820" y="538822"/>
                  <a:pt x="288072" y="540069"/>
                  <a:pt x="288072" y="541317"/>
                </a:cubicBezTo>
                <a:lnTo>
                  <a:pt x="288072" y="565021"/>
                </a:lnTo>
                <a:lnTo>
                  <a:pt x="288072" y="865686"/>
                </a:lnTo>
                <a:cubicBezTo>
                  <a:pt x="288072" y="890637"/>
                  <a:pt x="268032" y="910598"/>
                  <a:pt x="242984" y="910598"/>
                </a:cubicBezTo>
                <a:cubicBezTo>
                  <a:pt x="219186" y="910598"/>
                  <a:pt x="199146" y="890637"/>
                  <a:pt x="199146" y="865686"/>
                </a:cubicBezTo>
                <a:lnTo>
                  <a:pt x="199146" y="565021"/>
                </a:lnTo>
                <a:cubicBezTo>
                  <a:pt x="194136" y="565021"/>
                  <a:pt x="190378" y="565021"/>
                  <a:pt x="185368" y="565021"/>
                </a:cubicBezTo>
                <a:lnTo>
                  <a:pt x="185368" y="865686"/>
                </a:lnTo>
                <a:cubicBezTo>
                  <a:pt x="185368" y="890637"/>
                  <a:pt x="165330" y="910598"/>
                  <a:pt x="141532" y="910598"/>
                </a:cubicBezTo>
                <a:cubicBezTo>
                  <a:pt x="116482" y="910598"/>
                  <a:pt x="96442" y="890637"/>
                  <a:pt x="96442" y="865686"/>
                </a:cubicBezTo>
                <a:lnTo>
                  <a:pt x="96442" y="565021"/>
                </a:lnTo>
                <a:cubicBezTo>
                  <a:pt x="96442" y="537574"/>
                  <a:pt x="96442" y="508880"/>
                  <a:pt x="96442" y="481433"/>
                </a:cubicBezTo>
                <a:cubicBezTo>
                  <a:pt x="96442" y="480186"/>
                  <a:pt x="96442" y="478938"/>
                  <a:pt x="96442" y="478938"/>
                </a:cubicBezTo>
                <a:cubicBezTo>
                  <a:pt x="96442" y="476443"/>
                  <a:pt x="96442" y="473948"/>
                  <a:pt x="96442" y="472700"/>
                </a:cubicBezTo>
                <a:lnTo>
                  <a:pt x="96442" y="434026"/>
                </a:lnTo>
                <a:lnTo>
                  <a:pt x="96442" y="305526"/>
                </a:lnTo>
                <a:cubicBezTo>
                  <a:pt x="88928" y="319249"/>
                  <a:pt x="83918" y="335467"/>
                  <a:pt x="80160" y="351686"/>
                </a:cubicBezTo>
                <a:cubicBezTo>
                  <a:pt x="77656" y="360419"/>
                  <a:pt x="75150" y="380380"/>
                  <a:pt x="75150" y="402836"/>
                </a:cubicBezTo>
                <a:lnTo>
                  <a:pt x="75150" y="461472"/>
                </a:lnTo>
                <a:cubicBezTo>
                  <a:pt x="75150" y="465215"/>
                  <a:pt x="75150" y="467710"/>
                  <a:pt x="72646" y="470205"/>
                </a:cubicBezTo>
                <a:cubicBezTo>
                  <a:pt x="71392" y="486424"/>
                  <a:pt x="58868" y="495157"/>
                  <a:pt x="45090" y="497652"/>
                </a:cubicBezTo>
                <a:cubicBezTo>
                  <a:pt x="42586" y="497652"/>
                  <a:pt x="40080" y="498899"/>
                  <a:pt x="37576" y="498899"/>
                </a:cubicBezTo>
                <a:cubicBezTo>
                  <a:pt x="31314" y="498899"/>
                  <a:pt x="26304" y="497652"/>
                  <a:pt x="21294" y="495157"/>
                </a:cubicBezTo>
                <a:cubicBezTo>
                  <a:pt x="8768" y="488919"/>
                  <a:pt x="0" y="476443"/>
                  <a:pt x="0" y="461472"/>
                </a:cubicBezTo>
                <a:lnTo>
                  <a:pt x="0" y="407827"/>
                </a:lnTo>
                <a:cubicBezTo>
                  <a:pt x="0" y="369152"/>
                  <a:pt x="3758" y="336715"/>
                  <a:pt x="5010" y="335467"/>
                </a:cubicBezTo>
                <a:cubicBezTo>
                  <a:pt x="10020" y="314259"/>
                  <a:pt x="17536" y="294297"/>
                  <a:pt x="27556" y="275584"/>
                </a:cubicBezTo>
                <a:cubicBezTo>
                  <a:pt x="43838" y="244395"/>
                  <a:pt x="66382" y="216948"/>
                  <a:pt x="96442" y="200729"/>
                </a:cubicBezTo>
                <a:cubicBezTo>
                  <a:pt x="115230" y="189501"/>
                  <a:pt x="135270" y="183263"/>
                  <a:pt x="159066" y="179521"/>
                </a:cubicBezTo>
                <a:close/>
                <a:moveTo>
                  <a:pt x="187642" y="0"/>
                </a:moveTo>
                <a:cubicBezTo>
                  <a:pt x="230016" y="0"/>
                  <a:pt x="262422" y="33651"/>
                  <a:pt x="262422" y="74780"/>
                </a:cubicBezTo>
                <a:cubicBezTo>
                  <a:pt x="262422" y="114663"/>
                  <a:pt x="230016" y="147068"/>
                  <a:pt x="187642" y="147068"/>
                </a:cubicBezTo>
                <a:cubicBezTo>
                  <a:pt x="147758" y="147068"/>
                  <a:pt x="115354" y="114663"/>
                  <a:pt x="115354" y="74780"/>
                </a:cubicBezTo>
                <a:cubicBezTo>
                  <a:pt x="115354" y="33651"/>
                  <a:pt x="147758" y="0"/>
                  <a:pt x="1876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C8C2A2DC-5574-1544-9738-FEF8D81CC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1854" y="11538079"/>
            <a:ext cx="377784" cy="910598"/>
          </a:xfrm>
          <a:custGeom>
            <a:avLst/>
            <a:gdLst>
              <a:gd name="connsiteX0" fmla="*/ 156068 w 377784"/>
              <a:gd name="connsiteY0" fmla="*/ 179521 h 910598"/>
              <a:gd name="connsiteX1" fmla="*/ 215522 w 377784"/>
              <a:gd name="connsiteY1" fmla="*/ 179521 h 910598"/>
              <a:gd name="connsiteX2" fmla="*/ 281170 w 377784"/>
              <a:gd name="connsiteY2" fmla="*/ 199482 h 910598"/>
              <a:gd name="connsiteX3" fmla="*/ 350534 w 377784"/>
              <a:gd name="connsiteY3" fmla="*/ 273089 h 910598"/>
              <a:gd name="connsiteX4" fmla="*/ 372828 w 377784"/>
              <a:gd name="connsiteY4" fmla="*/ 332972 h 910598"/>
              <a:gd name="connsiteX5" fmla="*/ 377784 w 377784"/>
              <a:gd name="connsiteY5" fmla="*/ 405331 h 910598"/>
              <a:gd name="connsiteX6" fmla="*/ 377784 w 377784"/>
              <a:gd name="connsiteY6" fmla="*/ 458977 h 910598"/>
              <a:gd name="connsiteX7" fmla="*/ 356726 w 377784"/>
              <a:gd name="connsiteY7" fmla="*/ 492661 h 910598"/>
              <a:gd name="connsiteX8" fmla="*/ 340624 w 377784"/>
              <a:gd name="connsiteY8" fmla="*/ 496404 h 910598"/>
              <a:gd name="connsiteX9" fmla="*/ 333192 w 377784"/>
              <a:gd name="connsiteY9" fmla="*/ 495157 h 910598"/>
              <a:gd name="connsiteX10" fmla="*/ 304704 w 377784"/>
              <a:gd name="connsiteY10" fmla="*/ 468958 h 910598"/>
              <a:gd name="connsiteX11" fmla="*/ 303466 w 377784"/>
              <a:gd name="connsiteY11" fmla="*/ 458977 h 910598"/>
              <a:gd name="connsiteX12" fmla="*/ 303466 w 377784"/>
              <a:gd name="connsiteY12" fmla="*/ 400341 h 910598"/>
              <a:gd name="connsiteX13" fmla="*/ 298510 w 377784"/>
              <a:gd name="connsiteY13" fmla="*/ 350438 h 910598"/>
              <a:gd name="connsiteX14" fmla="*/ 281170 w 377784"/>
              <a:gd name="connsiteY14" fmla="*/ 303030 h 910598"/>
              <a:gd name="connsiteX15" fmla="*/ 281170 w 377784"/>
              <a:gd name="connsiteY15" fmla="*/ 419055 h 910598"/>
              <a:gd name="connsiteX16" fmla="*/ 282408 w 377784"/>
              <a:gd name="connsiteY16" fmla="*/ 470205 h 910598"/>
              <a:gd name="connsiteX17" fmla="*/ 283648 w 377784"/>
              <a:gd name="connsiteY17" fmla="*/ 506385 h 910598"/>
              <a:gd name="connsiteX18" fmla="*/ 283648 w 377784"/>
              <a:gd name="connsiteY18" fmla="*/ 538822 h 910598"/>
              <a:gd name="connsiteX19" fmla="*/ 283648 w 377784"/>
              <a:gd name="connsiteY19" fmla="*/ 541317 h 910598"/>
              <a:gd name="connsiteX20" fmla="*/ 283648 w 377784"/>
              <a:gd name="connsiteY20" fmla="*/ 565021 h 910598"/>
              <a:gd name="connsiteX21" fmla="*/ 283648 w 377784"/>
              <a:gd name="connsiteY21" fmla="*/ 865686 h 910598"/>
              <a:gd name="connsiteX22" fmla="*/ 240294 w 377784"/>
              <a:gd name="connsiteY22" fmla="*/ 910598 h 910598"/>
              <a:gd name="connsiteX23" fmla="*/ 195704 w 377784"/>
              <a:gd name="connsiteY23" fmla="*/ 865686 h 910598"/>
              <a:gd name="connsiteX24" fmla="*/ 195704 w 377784"/>
              <a:gd name="connsiteY24" fmla="*/ 565021 h 910598"/>
              <a:gd name="connsiteX25" fmla="*/ 183318 w 377784"/>
              <a:gd name="connsiteY25" fmla="*/ 565021 h 910598"/>
              <a:gd name="connsiteX26" fmla="*/ 183318 w 377784"/>
              <a:gd name="connsiteY26" fmla="*/ 865686 h 910598"/>
              <a:gd name="connsiteX27" fmla="*/ 138726 w 377784"/>
              <a:gd name="connsiteY27" fmla="*/ 910598 h 910598"/>
              <a:gd name="connsiteX28" fmla="*/ 95374 w 377784"/>
              <a:gd name="connsiteY28" fmla="*/ 865686 h 910598"/>
              <a:gd name="connsiteX29" fmla="*/ 95374 w 377784"/>
              <a:gd name="connsiteY29" fmla="*/ 565021 h 910598"/>
              <a:gd name="connsiteX30" fmla="*/ 94136 w 377784"/>
              <a:gd name="connsiteY30" fmla="*/ 565021 h 910598"/>
              <a:gd name="connsiteX31" fmla="*/ 95374 w 377784"/>
              <a:gd name="connsiteY31" fmla="*/ 481433 h 910598"/>
              <a:gd name="connsiteX32" fmla="*/ 95374 w 377784"/>
              <a:gd name="connsiteY32" fmla="*/ 478938 h 910598"/>
              <a:gd name="connsiteX33" fmla="*/ 95374 w 377784"/>
              <a:gd name="connsiteY33" fmla="*/ 472700 h 910598"/>
              <a:gd name="connsiteX34" fmla="*/ 95374 w 377784"/>
              <a:gd name="connsiteY34" fmla="*/ 434026 h 910598"/>
              <a:gd name="connsiteX35" fmla="*/ 95374 w 377784"/>
              <a:gd name="connsiteY35" fmla="*/ 305526 h 910598"/>
              <a:gd name="connsiteX36" fmla="*/ 78034 w 377784"/>
              <a:gd name="connsiteY36" fmla="*/ 351686 h 910598"/>
              <a:gd name="connsiteX37" fmla="*/ 73080 w 377784"/>
              <a:gd name="connsiteY37" fmla="*/ 402836 h 910598"/>
              <a:gd name="connsiteX38" fmla="*/ 73080 w 377784"/>
              <a:gd name="connsiteY38" fmla="*/ 461472 h 910598"/>
              <a:gd name="connsiteX39" fmla="*/ 71840 w 377784"/>
              <a:gd name="connsiteY39" fmla="*/ 470205 h 910598"/>
              <a:gd name="connsiteX40" fmla="*/ 44590 w 377784"/>
              <a:gd name="connsiteY40" fmla="*/ 497652 h 910598"/>
              <a:gd name="connsiteX41" fmla="*/ 37160 w 377784"/>
              <a:gd name="connsiteY41" fmla="*/ 498899 h 910598"/>
              <a:gd name="connsiteX42" fmla="*/ 21056 w 377784"/>
              <a:gd name="connsiteY42" fmla="*/ 495157 h 910598"/>
              <a:gd name="connsiteX43" fmla="*/ 0 w 377784"/>
              <a:gd name="connsiteY43" fmla="*/ 461472 h 910598"/>
              <a:gd name="connsiteX44" fmla="*/ 0 w 377784"/>
              <a:gd name="connsiteY44" fmla="*/ 407827 h 910598"/>
              <a:gd name="connsiteX45" fmla="*/ 3716 w 377784"/>
              <a:gd name="connsiteY45" fmla="*/ 335467 h 910598"/>
              <a:gd name="connsiteX46" fmla="*/ 26012 w 377784"/>
              <a:gd name="connsiteY46" fmla="*/ 275584 h 910598"/>
              <a:gd name="connsiteX47" fmla="*/ 95374 w 377784"/>
              <a:gd name="connsiteY47" fmla="*/ 200729 h 910598"/>
              <a:gd name="connsiteX48" fmla="*/ 156068 w 377784"/>
              <a:gd name="connsiteY48" fmla="*/ 179521 h 910598"/>
              <a:gd name="connsiteX49" fmla="*/ 188888 w 377784"/>
              <a:gd name="connsiteY49" fmla="*/ 0 h 910598"/>
              <a:gd name="connsiteX50" fmla="*/ 262420 w 377784"/>
              <a:gd name="connsiteY50" fmla="*/ 74780 h 910598"/>
              <a:gd name="connsiteX51" fmla="*/ 188888 w 377784"/>
              <a:gd name="connsiteY51" fmla="*/ 147068 h 910598"/>
              <a:gd name="connsiteX52" fmla="*/ 115356 w 377784"/>
              <a:gd name="connsiteY52" fmla="*/ 74780 h 910598"/>
              <a:gd name="connsiteX53" fmla="*/ 188888 w 377784"/>
              <a:gd name="connsiteY53" fmla="*/ 0 h 91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77784" h="910598">
                <a:moveTo>
                  <a:pt x="156068" y="179521"/>
                </a:moveTo>
                <a:cubicBezTo>
                  <a:pt x="175886" y="175778"/>
                  <a:pt x="196942" y="175778"/>
                  <a:pt x="215522" y="179521"/>
                </a:cubicBezTo>
                <a:cubicBezTo>
                  <a:pt x="240294" y="180768"/>
                  <a:pt x="262590" y="188254"/>
                  <a:pt x="281170" y="199482"/>
                </a:cubicBezTo>
                <a:cubicBezTo>
                  <a:pt x="312136" y="215700"/>
                  <a:pt x="334432" y="241899"/>
                  <a:pt x="350534" y="273089"/>
                </a:cubicBezTo>
                <a:cubicBezTo>
                  <a:pt x="360442" y="291802"/>
                  <a:pt x="367874" y="311763"/>
                  <a:pt x="372828" y="332972"/>
                </a:cubicBezTo>
                <a:cubicBezTo>
                  <a:pt x="372828" y="335467"/>
                  <a:pt x="377784" y="366657"/>
                  <a:pt x="377784" y="405331"/>
                </a:cubicBezTo>
                <a:lnTo>
                  <a:pt x="377784" y="458977"/>
                </a:lnTo>
                <a:cubicBezTo>
                  <a:pt x="377784" y="473948"/>
                  <a:pt x="369112" y="487671"/>
                  <a:pt x="356726" y="492661"/>
                </a:cubicBezTo>
                <a:cubicBezTo>
                  <a:pt x="350534" y="495157"/>
                  <a:pt x="345578" y="496404"/>
                  <a:pt x="340624" y="496404"/>
                </a:cubicBezTo>
                <a:cubicBezTo>
                  <a:pt x="338148" y="496404"/>
                  <a:pt x="335670" y="496404"/>
                  <a:pt x="333192" y="495157"/>
                </a:cubicBezTo>
                <a:cubicBezTo>
                  <a:pt x="319568" y="493909"/>
                  <a:pt x="307182" y="483929"/>
                  <a:pt x="304704" y="468958"/>
                </a:cubicBezTo>
                <a:cubicBezTo>
                  <a:pt x="304704" y="466462"/>
                  <a:pt x="303466" y="462720"/>
                  <a:pt x="303466" y="458977"/>
                </a:cubicBezTo>
                <a:lnTo>
                  <a:pt x="303466" y="400341"/>
                </a:lnTo>
                <a:cubicBezTo>
                  <a:pt x="303466" y="377885"/>
                  <a:pt x="299750" y="359171"/>
                  <a:pt x="298510" y="350438"/>
                </a:cubicBezTo>
                <a:cubicBezTo>
                  <a:pt x="294794" y="332972"/>
                  <a:pt x="289840" y="316754"/>
                  <a:pt x="281170" y="303030"/>
                </a:cubicBezTo>
                <a:lnTo>
                  <a:pt x="281170" y="419055"/>
                </a:lnTo>
                <a:cubicBezTo>
                  <a:pt x="282408" y="436521"/>
                  <a:pt x="282408" y="452739"/>
                  <a:pt x="282408" y="470205"/>
                </a:cubicBezTo>
                <a:lnTo>
                  <a:pt x="283648" y="506385"/>
                </a:lnTo>
                <a:lnTo>
                  <a:pt x="283648" y="538822"/>
                </a:lnTo>
                <a:cubicBezTo>
                  <a:pt x="283648" y="538822"/>
                  <a:pt x="283648" y="540069"/>
                  <a:pt x="283648" y="541317"/>
                </a:cubicBezTo>
                <a:lnTo>
                  <a:pt x="283648" y="565021"/>
                </a:lnTo>
                <a:lnTo>
                  <a:pt x="283648" y="865686"/>
                </a:lnTo>
                <a:cubicBezTo>
                  <a:pt x="283648" y="890637"/>
                  <a:pt x="263830" y="910598"/>
                  <a:pt x="240294" y="910598"/>
                </a:cubicBezTo>
                <a:cubicBezTo>
                  <a:pt x="215522" y="910598"/>
                  <a:pt x="195704" y="890637"/>
                  <a:pt x="195704" y="865686"/>
                </a:cubicBezTo>
                <a:lnTo>
                  <a:pt x="195704" y="565021"/>
                </a:lnTo>
                <a:cubicBezTo>
                  <a:pt x="190750" y="565021"/>
                  <a:pt x="187034" y="565021"/>
                  <a:pt x="183318" y="565021"/>
                </a:cubicBezTo>
                <a:lnTo>
                  <a:pt x="183318" y="865686"/>
                </a:lnTo>
                <a:cubicBezTo>
                  <a:pt x="183318" y="890637"/>
                  <a:pt x="163500" y="910598"/>
                  <a:pt x="138726" y="910598"/>
                </a:cubicBezTo>
                <a:cubicBezTo>
                  <a:pt x="115192" y="910598"/>
                  <a:pt x="95374" y="890637"/>
                  <a:pt x="95374" y="865686"/>
                </a:cubicBezTo>
                <a:lnTo>
                  <a:pt x="95374" y="565021"/>
                </a:lnTo>
                <a:lnTo>
                  <a:pt x="94136" y="565021"/>
                </a:lnTo>
                <a:cubicBezTo>
                  <a:pt x="95374" y="537574"/>
                  <a:pt x="95374" y="508880"/>
                  <a:pt x="95374" y="481433"/>
                </a:cubicBezTo>
                <a:cubicBezTo>
                  <a:pt x="95374" y="480186"/>
                  <a:pt x="95374" y="478938"/>
                  <a:pt x="95374" y="478938"/>
                </a:cubicBezTo>
                <a:cubicBezTo>
                  <a:pt x="95374" y="476443"/>
                  <a:pt x="95374" y="473948"/>
                  <a:pt x="95374" y="472700"/>
                </a:cubicBezTo>
                <a:lnTo>
                  <a:pt x="95374" y="434026"/>
                </a:lnTo>
                <a:lnTo>
                  <a:pt x="95374" y="305526"/>
                </a:lnTo>
                <a:cubicBezTo>
                  <a:pt x="87944" y="319249"/>
                  <a:pt x="81750" y="335467"/>
                  <a:pt x="78034" y="351686"/>
                </a:cubicBezTo>
                <a:cubicBezTo>
                  <a:pt x="75556" y="360419"/>
                  <a:pt x="73080" y="380380"/>
                  <a:pt x="73080" y="402836"/>
                </a:cubicBezTo>
                <a:lnTo>
                  <a:pt x="73080" y="461472"/>
                </a:lnTo>
                <a:cubicBezTo>
                  <a:pt x="73080" y="465215"/>
                  <a:pt x="71840" y="467710"/>
                  <a:pt x="71840" y="470205"/>
                </a:cubicBezTo>
                <a:cubicBezTo>
                  <a:pt x="70602" y="486424"/>
                  <a:pt x="58216" y="495157"/>
                  <a:pt x="44590" y="497652"/>
                </a:cubicBezTo>
                <a:cubicBezTo>
                  <a:pt x="40874" y="497652"/>
                  <a:pt x="38398" y="498899"/>
                  <a:pt x="37160" y="498899"/>
                </a:cubicBezTo>
                <a:cubicBezTo>
                  <a:pt x="30966" y="498899"/>
                  <a:pt x="24772" y="497652"/>
                  <a:pt x="21056" y="495157"/>
                </a:cubicBezTo>
                <a:cubicBezTo>
                  <a:pt x="7432" y="488919"/>
                  <a:pt x="0" y="476443"/>
                  <a:pt x="0" y="461472"/>
                </a:cubicBezTo>
                <a:lnTo>
                  <a:pt x="0" y="407827"/>
                </a:lnTo>
                <a:cubicBezTo>
                  <a:pt x="0" y="369152"/>
                  <a:pt x="3716" y="336715"/>
                  <a:pt x="3716" y="335467"/>
                </a:cubicBezTo>
                <a:cubicBezTo>
                  <a:pt x="8670" y="314259"/>
                  <a:pt x="16102" y="294297"/>
                  <a:pt x="26012" y="275584"/>
                </a:cubicBezTo>
                <a:cubicBezTo>
                  <a:pt x="42114" y="244395"/>
                  <a:pt x="64408" y="216948"/>
                  <a:pt x="95374" y="200729"/>
                </a:cubicBezTo>
                <a:cubicBezTo>
                  <a:pt x="112716" y="189501"/>
                  <a:pt x="132534" y="183263"/>
                  <a:pt x="156068" y="179521"/>
                </a:cubicBezTo>
                <a:close/>
                <a:moveTo>
                  <a:pt x="188888" y="0"/>
                </a:moveTo>
                <a:cubicBezTo>
                  <a:pt x="230016" y="0"/>
                  <a:pt x="262420" y="33651"/>
                  <a:pt x="262420" y="74780"/>
                </a:cubicBezTo>
                <a:cubicBezTo>
                  <a:pt x="262420" y="114663"/>
                  <a:pt x="230016" y="147068"/>
                  <a:pt x="188888" y="147068"/>
                </a:cubicBezTo>
                <a:cubicBezTo>
                  <a:pt x="149006" y="147068"/>
                  <a:pt x="115356" y="114663"/>
                  <a:pt x="115356" y="74780"/>
                </a:cubicBezTo>
                <a:cubicBezTo>
                  <a:pt x="115356" y="33651"/>
                  <a:pt x="149006" y="0"/>
                  <a:pt x="188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F119EBA3-024D-DB4C-970F-5E3E4932C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92" y="11538079"/>
            <a:ext cx="377783" cy="910598"/>
          </a:xfrm>
          <a:custGeom>
            <a:avLst/>
            <a:gdLst>
              <a:gd name="connsiteX0" fmla="*/ 157307 w 377783"/>
              <a:gd name="connsiteY0" fmla="*/ 179521 h 910598"/>
              <a:gd name="connsiteX1" fmla="*/ 215522 w 377783"/>
              <a:gd name="connsiteY1" fmla="*/ 179521 h 910598"/>
              <a:gd name="connsiteX2" fmla="*/ 282409 w 377783"/>
              <a:gd name="connsiteY2" fmla="*/ 199482 h 910598"/>
              <a:gd name="connsiteX3" fmla="*/ 351772 w 377783"/>
              <a:gd name="connsiteY3" fmla="*/ 273089 h 910598"/>
              <a:gd name="connsiteX4" fmla="*/ 374067 w 377783"/>
              <a:gd name="connsiteY4" fmla="*/ 332972 h 910598"/>
              <a:gd name="connsiteX5" fmla="*/ 377783 w 377783"/>
              <a:gd name="connsiteY5" fmla="*/ 405331 h 910598"/>
              <a:gd name="connsiteX6" fmla="*/ 377783 w 377783"/>
              <a:gd name="connsiteY6" fmla="*/ 458977 h 910598"/>
              <a:gd name="connsiteX7" fmla="*/ 356727 w 377783"/>
              <a:gd name="connsiteY7" fmla="*/ 492661 h 910598"/>
              <a:gd name="connsiteX8" fmla="*/ 340624 w 377783"/>
              <a:gd name="connsiteY8" fmla="*/ 496404 h 910598"/>
              <a:gd name="connsiteX9" fmla="*/ 333193 w 377783"/>
              <a:gd name="connsiteY9" fmla="*/ 495157 h 910598"/>
              <a:gd name="connsiteX10" fmla="*/ 305943 w 377783"/>
              <a:gd name="connsiteY10" fmla="*/ 468958 h 910598"/>
              <a:gd name="connsiteX11" fmla="*/ 303465 w 377783"/>
              <a:gd name="connsiteY11" fmla="*/ 458977 h 910598"/>
              <a:gd name="connsiteX12" fmla="*/ 303465 w 377783"/>
              <a:gd name="connsiteY12" fmla="*/ 400341 h 910598"/>
              <a:gd name="connsiteX13" fmla="*/ 299749 w 377783"/>
              <a:gd name="connsiteY13" fmla="*/ 350438 h 910598"/>
              <a:gd name="connsiteX14" fmla="*/ 282409 w 377783"/>
              <a:gd name="connsiteY14" fmla="*/ 303030 h 910598"/>
              <a:gd name="connsiteX15" fmla="*/ 282409 w 377783"/>
              <a:gd name="connsiteY15" fmla="*/ 419055 h 910598"/>
              <a:gd name="connsiteX16" fmla="*/ 282409 w 377783"/>
              <a:gd name="connsiteY16" fmla="*/ 470205 h 910598"/>
              <a:gd name="connsiteX17" fmla="*/ 283647 w 377783"/>
              <a:gd name="connsiteY17" fmla="*/ 506385 h 910598"/>
              <a:gd name="connsiteX18" fmla="*/ 283647 w 377783"/>
              <a:gd name="connsiteY18" fmla="*/ 538822 h 910598"/>
              <a:gd name="connsiteX19" fmla="*/ 283647 w 377783"/>
              <a:gd name="connsiteY19" fmla="*/ 541317 h 910598"/>
              <a:gd name="connsiteX20" fmla="*/ 283647 w 377783"/>
              <a:gd name="connsiteY20" fmla="*/ 565021 h 910598"/>
              <a:gd name="connsiteX21" fmla="*/ 283647 w 377783"/>
              <a:gd name="connsiteY21" fmla="*/ 865686 h 910598"/>
              <a:gd name="connsiteX22" fmla="*/ 240295 w 377783"/>
              <a:gd name="connsiteY22" fmla="*/ 910598 h 910598"/>
              <a:gd name="connsiteX23" fmla="*/ 196943 w 377783"/>
              <a:gd name="connsiteY23" fmla="*/ 865686 h 910598"/>
              <a:gd name="connsiteX24" fmla="*/ 196943 w 377783"/>
              <a:gd name="connsiteY24" fmla="*/ 565021 h 910598"/>
              <a:gd name="connsiteX25" fmla="*/ 195704 w 377783"/>
              <a:gd name="connsiteY25" fmla="*/ 565021 h 910598"/>
              <a:gd name="connsiteX26" fmla="*/ 183318 w 377783"/>
              <a:gd name="connsiteY26" fmla="*/ 565021 h 910598"/>
              <a:gd name="connsiteX27" fmla="*/ 183318 w 377783"/>
              <a:gd name="connsiteY27" fmla="*/ 865686 h 910598"/>
              <a:gd name="connsiteX28" fmla="*/ 139966 w 377783"/>
              <a:gd name="connsiteY28" fmla="*/ 910598 h 910598"/>
              <a:gd name="connsiteX29" fmla="*/ 95375 w 377783"/>
              <a:gd name="connsiteY29" fmla="*/ 865686 h 910598"/>
              <a:gd name="connsiteX30" fmla="*/ 95375 w 377783"/>
              <a:gd name="connsiteY30" fmla="*/ 565021 h 910598"/>
              <a:gd name="connsiteX31" fmla="*/ 94136 w 377783"/>
              <a:gd name="connsiteY31" fmla="*/ 565021 h 910598"/>
              <a:gd name="connsiteX32" fmla="*/ 95375 w 377783"/>
              <a:gd name="connsiteY32" fmla="*/ 481433 h 910598"/>
              <a:gd name="connsiteX33" fmla="*/ 95375 w 377783"/>
              <a:gd name="connsiteY33" fmla="*/ 478938 h 910598"/>
              <a:gd name="connsiteX34" fmla="*/ 95375 w 377783"/>
              <a:gd name="connsiteY34" fmla="*/ 472700 h 910598"/>
              <a:gd name="connsiteX35" fmla="*/ 95375 w 377783"/>
              <a:gd name="connsiteY35" fmla="*/ 434026 h 910598"/>
              <a:gd name="connsiteX36" fmla="*/ 95375 w 377783"/>
              <a:gd name="connsiteY36" fmla="*/ 305526 h 910598"/>
              <a:gd name="connsiteX37" fmla="*/ 79273 w 377783"/>
              <a:gd name="connsiteY37" fmla="*/ 351686 h 910598"/>
              <a:gd name="connsiteX38" fmla="*/ 73079 w 377783"/>
              <a:gd name="connsiteY38" fmla="*/ 402836 h 910598"/>
              <a:gd name="connsiteX39" fmla="*/ 73079 w 377783"/>
              <a:gd name="connsiteY39" fmla="*/ 461472 h 910598"/>
              <a:gd name="connsiteX40" fmla="*/ 71841 w 377783"/>
              <a:gd name="connsiteY40" fmla="*/ 470205 h 910598"/>
              <a:gd name="connsiteX41" fmla="*/ 44591 w 377783"/>
              <a:gd name="connsiteY41" fmla="*/ 497652 h 910598"/>
              <a:gd name="connsiteX42" fmla="*/ 35920 w 377783"/>
              <a:gd name="connsiteY42" fmla="*/ 498899 h 910598"/>
              <a:gd name="connsiteX43" fmla="*/ 21057 w 377783"/>
              <a:gd name="connsiteY43" fmla="*/ 495157 h 910598"/>
              <a:gd name="connsiteX44" fmla="*/ 0 w 377783"/>
              <a:gd name="connsiteY44" fmla="*/ 461472 h 910598"/>
              <a:gd name="connsiteX45" fmla="*/ 0 w 377783"/>
              <a:gd name="connsiteY45" fmla="*/ 407827 h 910598"/>
              <a:gd name="connsiteX46" fmla="*/ 4955 w 377783"/>
              <a:gd name="connsiteY46" fmla="*/ 335467 h 910598"/>
              <a:gd name="connsiteX47" fmla="*/ 27250 w 377783"/>
              <a:gd name="connsiteY47" fmla="*/ 275584 h 910598"/>
              <a:gd name="connsiteX48" fmla="*/ 95375 w 377783"/>
              <a:gd name="connsiteY48" fmla="*/ 200729 h 910598"/>
              <a:gd name="connsiteX49" fmla="*/ 157307 w 377783"/>
              <a:gd name="connsiteY49" fmla="*/ 179521 h 910598"/>
              <a:gd name="connsiteX50" fmla="*/ 193138 w 377783"/>
              <a:gd name="connsiteY50" fmla="*/ 0 h 910598"/>
              <a:gd name="connsiteX51" fmla="*/ 267919 w 377783"/>
              <a:gd name="connsiteY51" fmla="*/ 74780 h 910598"/>
              <a:gd name="connsiteX52" fmla="*/ 193138 w 377783"/>
              <a:gd name="connsiteY52" fmla="*/ 147068 h 910598"/>
              <a:gd name="connsiteX53" fmla="*/ 120851 w 377783"/>
              <a:gd name="connsiteY53" fmla="*/ 74780 h 910598"/>
              <a:gd name="connsiteX54" fmla="*/ 193138 w 377783"/>
              <a:gd name="connsiteY54" fmla="*/ 0 h 91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77783" h="910598">
                <a:moveTo>
                  <a:pt x="157307" y="179521"/>
                </a:moveTo>
                <a:cubicBezTo>
                  <a:pt x="175886" y="175778"/>
                  <a:pt x="196943" y="175778"/>
                  <a:pt x="215522" y="179521"/>
                </a:cubicBezTo>
                <a:cubicBezTo>
                  <a:pt x="241534" y="180768"/>
                  <a:pt x="262590" y="188254"/>
                  <a:pt x="282409" y="199482"/>
                </a:cubicBezTo>
                <a:cubicBezTo>
                  <a:pt x="312136" y="215700"/>
                  <a:pt x="334431" y="241899"/>
                  <a:pt x="351772" y="273089"/>
                </a:cubicBezTo>
                <a:cubicBezTo>
                  <a:pt x="360443" y="291802"/>
                  <a:pt x="367874" y="311763"/>
                  <a:pt x="374067" y="332972"/>
                </a:cubicBezTo>
                <a:cubicBezTo>
                  <a:pt x="374067" y="335467"/>
                  <a:pt x="377783" y="366657"/>
                  <a:pt x="377783" y="405331"/>
                </a:cubicBezTo>
                <a:lnTo>
                  <a:pt x="377783" y="458977"/>
                </a:lnTo>
                <a:cubicBezTo>
                  <a:pt x="377783" y="473948"/>
                  <a:pt x="369113" y="487671"/>
                  <a:pt x="356727" y="492661"/>
                </a:cubicBezTo>
                <a:cubicBezTo>
                  <a:pt x="351772" y="495157"/>
                  <a:pt x="346818" y="496404"/>
                  <a:pt x="340624" y="496404"/>
                </a:cubicBezTo>
                <a:cubicBezTo>
                  <a:pt x="338147" y="496404"/>
                  <a:pt x="335670" y="496404"/>
                  <a:pt x="333193" y="495157"/>
                </a:cubicBezTo>
                <a:cubicBezTo>
                  <a:pt x="319568" y="493909"/>
                  <a:pt x="307181" y="483929"/>
                  <a:pt x="305943" y="468958"/>
                </a:cubicBezTo>
                <a:cubicBezTo>
                  <a:pt x="304704" y="466462"/>
                  <a:pt x="303465" y="462720"/>
                  <a:pt x="303465" y="458977"/>
                </a:cubicBezTo>
                <a:lnTo>
                  <a:pt x="303465" y="400341"/>
                </a:lnTo>
                <a:cubicBezTo>
                  <a:pt x="303465" y="377885"/>
                  <a:pt x="300988" y="359171"/>
                  <a:pt x="299749" y="350438"/>
                </a:cubicBezTo>
                <a:cubicBezTo>
                  <a:pt x="296034" y="332972"/>
                  <a:pt x="289840" y="316754"/>
                  <a:pt x="282409" y="303030"/>
                </a:cubicBezTo>
                <a:lnTo>
                  <a:pt x="282409" y="419055"/>
                </a:lnTo>
                <a:cubicBezTo>
                  <a:pt x="282409" y="436521"/>
                  <a:pt x="282409" y="452739"/>
                  <a:pt x="282409" y="470205"/>
                </a:cubicBezTo>
                <a:lnTo>
                  <a:pt x="283647" y="506385"/>
                </a:lnTo>
                <a:lnTo>
                  <a:pt x="283647" y="538822"/>
                </a:lnTo>
                <a:cubicBezTo>
                  <a:pt x="283647" y="538822"/>
                  <a:pt x="283647" y="540069"/>
                  <a:pt x="283647" y="541317"/>
                </a:cubicBezTo>
                <a:lnTo>
                  <a:pt x="283647" y="565021"/>
                </a:lnTo>
                <a:lnTo>
                  <a:pt x="283647" y="865686"/>
                </a:lnTo>
                <a:cubicBezTo>
                  <a:pt x="283647" y="890637"/>
                  <a:pt x="263829" y="910598"/>
                  <a:pt x="240295" y="910598"/>
                </a:cubicBezTo>
                <a:cubicBezTo>
                  <a:pt x="215522" y="910598"/>
                  <a:pt x="196943" y="890637"/>
                  <a:pt x="196943" y="865686"/>
                </a:cubicBezTo>
                <a:lnTo>
                  <a:pt x="196943" y="565021"/>
                </a:lnTo>
                <a:lnTo>
                  <a:pt x="195704" y="565021"/>
                </a:lnTo>
                <a:cubicBezTo>
                  <a:pt x="191988" y="565021"/>
                  <a:pt x="187034" y="565021"/>
                  <a:pt x="183318" y="565021"/>
                </a:cubicBezTo>
                <a:lnTo>
                  <a:pt x="183318" y="865686"/>
                </a:lnTo>
                <a:cubicBezTo>
                  <a:pt x="183318" y="890637"/>
                  <a:pt x="163500" y="910598"/>
                  <a:pt x="139966" y="910598"/>
                </a:cubicBezTo>
                <a:cubicBezTo>
                  <a:pt x="115193" y="910598"/>
                  <a:pt x="95375" y="890637"/>
                  <a:pt x="95375" y="865686"/>
                </a:cubicBezTo>
                <a:lnTo>
                  <a:pt x="95375" y="565021"/>
                </a:lnTo>
                <a:lnTo>
                  <a:pt x="94136" y="565021"/>
                </a:lnTo>
                <a:cubicBezTo>
                  <a:pt x="94136" y="537574"/>
                  <a:pt x="95375" y="508880"/>
                  <a:pt x="95375" y="481433"/>
                </a:cubicBezTo>
                <a:cubicBezTo>
                  <a:pt x="95375" y="480186"/>
                  <a:pt x="95375" y="478938"/>
                  <a:pt x="95375" y="478938"/>
                </a:cubicBezTo>
                <a:cubicBezTo>
                  <a:pt x="95375" y="476443"/>
                  <a:pt x="95375" y="473948"/>
                  <a:pt x="95375" y="472700"/>
                </a:cubicBezTo>
                <a:lnTo>
                  <a:pt x="95375" y="434026"/>
                </a:lnTo>
                <a:lnTo>
                  <a:pt x="95375" y="305526"/>
                </a:lnTo>
                <a:cubicBezTo>
                  <a:pt x="87943" y="319249"/>
                  <a:pt x="82988" y="335467"/>
                  <a:pt x="79273" y="351686"/>
                </a:cubicBezTo>
                <a:cubicBezTo>
                  <a:pt x="76795" y="360419"/>
                  <a:pt x="73079" y="380380"/>
                  <a:pt x="73079" y="402836"/>
                </a:cubicBezTo>
                <a:lnTo>
                  <a:pt x="73079" y="461472"/>
                </a:lnTo>
                <a:cubicBezTo>
                  <a:pt x="73079" y="465215"/>
                  <a:pt x="73079" y="467710"/>
                  <a:pt x="71841" y="470205"/>
                </a:cubicBezTo>
                <a:cubicBezTo>
                  <a:pt x="70602" y="486424"/>
                  <a:pt x="58216" y="495157"/>
                  <a:pt x="44591" y="497652"/>
                </a:cubicBezTo>
                <a:cubicBezTo>
                  <a:pt x="42114" y="497652"/>
                  <a:pt x="39636" y="498899"/>
                  <a:pt x="35920" y="498899"/>
                </a:cubicBezTo>
                <a:cubicBezTo>
                  <a:pt x="30966" y="498899"/>
                  <a:pt x="26011" y="497652"/>
                  <a:pt x="21057" y="495157"/>
                </a:cubicBezTo>
                <a:cubicBezTo>
                  <a:pt x="8670" y="488919"/>
                  <a:pt x="0" y="476443"/>
                  <a:pt x="0" y="461472"/>
                </a:cubicBezTo>
                <a:lnTo>
                  <a:pt x="0" y="407827"/>
                </a:lnTo>
                <a:cubicBezTo>
                  <a:pt x="0" y="369152"/>
                  <a:pt x="3716" y="336715"/>
                  <a:pt x="4955" y="335467"/>
                </a:cubicBezTo>
                <a:cubicBezTo>
                  <a:pt x="9909" y="314259"/>
                  <a:pt x="16102" y="294297"/>
                  <a:pt x="27250" y="275584"/>
                </a:cubicBezTo>
                <a:cubicBezTo>
                  <a:pt x="42114" y="244395"/>
                  <a:pt x="65648" y="216948"/>
                  <a:pt x="95375" y="200729"/>
                </a:cubicBezTo>
                <a:cubicBezTo>
                  <a:pt x="112716" y="189501"/>
                  <a:pt x="133772" y="183263"/>
                  <a:pt x="157307" y="179521"/>
                </a:cubicBezTo>
                <a:close/>
                <a:moveTo>
                  <a:pt x="193138" y="0"/>
                </a:moveTo>
                <a:cubicBezTo>
                  <a:pt x="234268" y="0"/>
                  <a:pt x="267919" y="33651"/>
                  <a:pt x="267919" y="74780"/>
                </a:cubicBezTo>
                <a:cubicBezTo>
                  <a:pt x="267919" y="114663"/>
                  <a:pt x="234268" y="147068"/>
                  <a:pt x="193138" y="147068"/>
                </a:cubicBezTo>
                <a:cubicBezTo>
                  <a:pt x="153256" y="147068"/>
                  <a:pt x="120851" y="114663"/>
                  <a:pt x="120851" y="74780"/>
                </a:cubicBezTo>
                <a:cubicBezTo>
                  <a:pt x="120851" y="33651"/>
                  <a:pt x="153256" y="0"/>
                  <a:pt x="19313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Freeform 99">
            <a:extLst>
              <a:ext uri="{FF2B5EF4-FFF2-40B4-BE49-F238E27FC236}">
                <a16:creationId xmlns:a16="http://schemas.microsoft.com/office/drawing/2014/main" id="{18C0836D-06DD-4147-9ABF-9A9F4C353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1196" y="5369387"/>
            <a:ext cx="444935" cy="417472"/>
          </a:xfrm>
          <a:custGeom>
            <a:avLst/>
            <a:gdLst>
              <a:gd name="T0" fmla="*/ 289 w 357"/>
              <a:gd name="T1" fmla="*/ 91 h 333"/>
              <a:gd name="T2" fmla="*/ 289 w 357"/>
              <a:gd name="T3" fmla="*/ 91 h 333"/>
              <a:gd name="T4" fmla="*/ 199 w 357"/>
              <a:gd name="T5" fmla="*/ 89 h 333"/>
              <a:gd name="T6" fmla="*/ 199 w 357"/>
              <a:gd name="T7" fmla="*/ 89 h 333"/>
              <a:gd name="T8" fmla="*/ 139 w 357"/>
              <a:gd name="T9" fmla="*/ 22 h 333"/>
              <a:gd name="T10" fmla="*/ 139 w 357"/>
              <a:gd name="T11" fmla="*/ 22 h 333"/>
              <a:gd name="T12" fmla="*/ 14 w 357"/>
              <a:gd name="T13" fmla="*/ 68 h 333"/>
              <a:gd name="T14" fmla="*/ 14 w 357"/>
              <a:gd name="T15" fmla="*/ 68 h 333"/>
              <a:gd name="T16" fmla="*/ 15 w 357"/>
              <a:gd name="T17" fmla="*/ 138 h 333"/>
              <a:gd name="T18" fmla="*/ 85 w 357"/>
              <a:gd name="T19" fmla="*/ 332 h 333"/>
              <a:gd name="T20" fmla="*/ 279 w 357"/>
              <a:gd name="T21" fmla="*/ 261 h 333"/>
              <a:gd name="T22" fmla="*/ 279 w 357"/>
              <a:gd name="T23" fmla="*/ 261 h 333"/>
              <a:gd name="T24" fmla="*/ 334 w 357"/>
              <a:gd name="T25" fmla="*/ 216 h 333"/>
              <a:gd name="T26" fmla="*/ 334 w 357"/>
              <a:gd name="T27" fmla="*/ 216 h 333"/>
              <a:gd name="T28" fmla="*/ 289 w 357"/>
              <a:gd name="T29" fmla="*/ 91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57" h="333">
                <a:moveTo>
                  <a:pt x="289" y="91"/>
                </a:moveTo>
                <a:lnTo>
                  <a:pt x="289" y="91"/>
                </a:lnTo>
                <a:cubicBezTo>
                  <a:pt x="255" y="75"/>
                  <a:pt x="217" y="83"/>
                  <a:pt x="199" y="89"/>
                </a:cubicBezTo>
                <a:lnTo>
                  <a:pt x="199" y="89"/>
                </a:lnTo>
                <a:cubicBezTo>
                  <a:pt x="191" y="70"/>
                  <a:pt x="172" y="37"/>
                  <a:pt x="139" y="22"/>
                </a:cubicBezTo>
                <a:lnTo>
                  <a:pt x="139" y="22"/>
                </a:lnTo>
                <a:cubicBezTo>
                  <a:pt x="92" y="0"/>
                  <a:pt x="36" y="20"/>
                  <a:pt x="14" y="68"/>
                </a:cubicBezTo>
                <a:lnTo>
                  <a:pt x="14" y="68"/>
                </a:lnTo>
                <a:cubicBezTo>
                  <a:pt x="0" y="97"/>
                  <a:pt x="14" y="137"/>
                  <a:pt x="15" y="138"/>
                </a:cubicBezTo>
                <a:lnTo>
                  <a:pt x="85" y="332"/>
                </a:lnTo>
                <a:lnTo>
                  <a:pt x="279" y="261"/>
                </a:lnTo>
                <a:lnTo>
                  <a:pt x="279" y="261"/>
                </a:lnTo>
                <a:cubicBezTo>
                  <a:pt x="280" y="260"/>
                  <a:pt x="320" y="246"/>
                  <a:pt x="334" y="216"/>
                </a:cubicBezTo>
                <a:lnTo>
                  <a:pt x="334" y="216"/>
                </a:lnTo>
                <a:cubicBezTo>
                  <a:pt x="356" y="169"/>
                  <a:pt x="336" y="113"/>
                  <a:pt x="289" y="91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10592F-43E3-8F4D-A818-3F665C60D37E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5D069-D53B-C246-AB65-D21D3CB569F2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8F5217-12CB-6240-950B-3F2ACE6BDB7E}"/>
              </a:ext>
            </a:extLst>
          </p:cNvPr>
          <p:cNvSpPr txBox="1"/>
          <p:nvPr/>
        </p:nvSpPr>
        <p:spPr>
          <a:xfrm>
            <a:off x="3539731" y="5163844"/>
            <a:ext cx="365677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Funnel 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1EE396-8B17-4742-9377-999AC7A2577C}"/>
              </a:ext>
            </a:extLst>
          </p:cNvPr>
          <p:cNvSpPr txBox="1"/>
          <p:nvPr/>
        </p:nvSpPr>
        <p:spPr>
          <a:xfrm>
            <a:off x="3533468" y="5841092"/>
            <a:ext cx="8339791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 Turn complex data into easy to understand infographics.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E22DE-3681-3042-9FDD-96AE4C834AC5}"/>
              </a:ext>
            </a:extLst>
          </p:cNvPr>
          <p:cNvSpPr txBox="1"/>
          <p:nvPr/>
        </p:nvSpPr>
        <p:spPr>
          <a:xfrm>
            <a:off x="3533468" y="8425298"/>
            <a:ext cx="117724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2"/>
                </a:solidFill>
                <a:latin typeface="DM Sans" pitchFamily="2" charset="77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B33938-6C7F-5F43-8EFF-927D633D001D}"/>
              </a:ext>
            </a:extLst>
          </p:cNvPr>
          <p:cNvSpPr txBox="1"/>
          <p:nvPr/>
        </p:nvSpPr>
        <p:spPr>
          <a:xfrm>
            <a:off x="3533469" y="9557024"/>
            <a:ext cx="4102293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363E1-3E40-D343-8A5A-5392787EABB4}"/>
              </a:ext>
            </a:extLst>
          </p:cNvPr>
          <p:cNvSpPr txBox="1"/>
          <p:nvPr/>
        </p:nvSpPr>
        <p:spPr>
          <a:xfrm>
            <a:off x="8187599" y="8425298"/>
            <a:ext cx="1392048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1"/>
                </a:solidFill>
                <a:latin typeface="DM Sans" pitchFamily="2" charset="77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633B73-4E60-2F46-9C14-C23D5F0C421E}"/>
              </a:ext>
            </a:extLst>
          </p:cNvPr>
          <p:cNvSpPr txBox="1"/>
          <p:nvPr/>
        </p:nvSpPr>
        <p:spPr>
          <a:xfrm>
            <a:off x="8187600" y="9557024"/>
            <a:ext cx="4102293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219363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2">
            <a:extLst>
              <a:ext uri="{FF2B5EF4-FFF2-40B4-BE49-F238E27FC236}">
                <a16:creationId xmlns:a16="http://schemas.microsoft.com/office/drawing/2014/main" id="{92C83E08-B1A9-2D4F-96F5-84EF38371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57795"/>
            <a:ext cx="24377651" cy="8058140"/>
          </a:xfrm>
          <a:custGeom>
            <a:avLst/>
            <a:gdLst>
              <a:gd name="T0" fmla="*/ 19016 w 19570"/>
              <a:gd name="T1" fmla="*/ 403 h 6467"/>
              <a:gd name="T2" fmla="*/ 19016 w 19570"/>
              <a:gd name="T3" fmla="*/ 403 h 6467"/>
              <a:gd name="T4" fmla="*/ 18156 w 19570"/>
              <a:gd name="T5" fmla="*/ 1262 h 6467"/>
              <a:gd name="T6" fmla="*/ 18156 w 19570"/>
              <a:gd name="T7" fmla="*/ 1262 h 6467"/>
              <a:gd name="T8" fmla="*/ 18156 w 19570"/>
              <a:gd name="T9" fmla="*/ 1296 h 6467"/>
              <a:gd name="T10" fmla="*/ 18156 w 19570"/>
              <a:gd name="T11" fmla="*/ 1296 h 6467"/>
              <a:gd name="T12" fmla="*/ 17983 w 19570"/>
              <a:gd name="T13" fmla="*/ 1262 h 6467"/>
              <a:gd name="T14" fmla="*/ 17983 w 19570"/>
              <a:gd name="T15" fmla="*/ 1262 h 6467"/>
              <a:gd name="T16" fmla="*/ 17888 w 19570"/>
              <a:gd name="T17" fmla="*/ 1272 h 6467"/>
              <a:gd name="T18" fmla="*/ 17888 w 19570"/>
              <a:gd name="T19" fmla="*/ 1272 h 6467"/>
              <a:gd name="T20" fmla="*/ 18058 w 19570"/>
              <a:gd name="T21" fmla="*/ 0 h 6467"/>
              <a:gd name="T22" fmla="*/ 18058 w 19570"/>
              <a:gd name="T23" fmla="*/ 0 h 6467"/>
              <a:gd name="T24" fmla="*/ 18021 w 19570"/>
              <a:gd name="T25" fmla="*/ 41 h 6467"/>
              <a:gd name="T26" fmla="*/ 18021 w 19570"/>
              <a:gd name="T27" fmla="*/ 41 h 6467"/>
              <a:gd name="T28" fmla="*/ 17165 w 19570"/>
              <a:gd name="T29" fmla="*/ 0 h 6467"/>
              <a:gd name="T30" fmla="*/ 17165 w 19570"/>
              <a:gd name="T31" fmla="*/ 0 h 6467"/>
              <a:gd name="T32" fmla="*/ 17165 w 19570"/>
              <a:gd name="T33" fmla="*/ 0 h 6467"/>
              <a:gd name="T34" fmla="*/ 17338 w 19570"/>
              <a:gd name="T35" fmla="*/ 1263 h 6467"/>
              <a:gd name="T36" fmla="*/ 17338 w 19570"/>
              <a:gd name="T37" fmla="*/ 1263 h 6467"/>
              <a:gd name="T38" fmla="*/ 17078 w 19570"/>
              <a:gd name="T39" fmla="*/ 1199 h 6467"/>
              <a:gd name="T40" fmla="*/ 17078 w 19570"/>
              <a:gd name="T41" fmla="*/ 1199 h 6467"/>
              <a:gd name="T42" fmla="*/ 16794 w 19570"/>
              <a:gd name="T43" fmla="*/ 1276 h 6467"/>
              <a:gd name="T44" fmla="*/ 16794 w 19570"/>
              <a:gd name="T45" fmla="*/ 1276 h 6467"/>
              <a:gd name="T46" fmla="*/ 15971 w 19570"/>
              <a:gd name="T47" fmla="*/ 785 h 6467"/>
              <a:gd name="T48" fmla="*/ 15971 w 19570"/>
              <a:gd name="T49" fmla="*/ 785 h 6467"/>
              <a:gd name="T50" fmla="*/ 15037 w 19570"/>
              <a:gd name="T51" fmla="*/ 1718 h 6467"/>
              <a:gd name="T52" fmla="*/ 15037 w 19570"/>
              <a:gd name="T53" fmla="*/ 1718 h 6467"/>
              <a:gd name="T54" fmla="*/ 15054 w 19570"/>
              <a:gd name="T55" fmla="*/ 1899 h 6467"/>
              <a:gd name="T56" fmla="*/ 15054 w 19570"/>
              <a:gd name="T57" fmla="*/ 1899 h 6467"/>
              <a:gd name="T58" fmla="*/ 14728 w 19570"/>
              <a:gd name="T59" fmla="*/ 2418 h 6467"/>
              <a:gd name="T60" fmla="*/ 14728 w 19570"/>
              <a:gd name="T61" fmla="*/ 2418 h 6467"/>
              <a:gd name="T62" fmla="*/ 14788 w 19570"/>
              <a:gd name="T63" fmla="*/ 2674 h 6467"/>
              <a:gd name="T64" fmla="*/ 0 w 19570"/>
              <a:gd name="T65" fmla="*/ 5374 h 6467"/>
              <a:gd name="T66" fmla="*/ 0 w 19570"/>
              <a:gd name="T67" fmla="*/ 6466 h 6467"/>
              <a:gd name="T68" fmla="*/ 19569 w 19570"/>
              <a:gd name="T69" fmla="*/ 6466 h 6467"/>
              <a:gd name="T70" fmla="*/ 19569 w 19570"/>
              <a:gd name="T71" fmla="*/ 1920 h 6467"/>
              <a:gd name="T72" fmla="*/ 19569 w 19570"/>
              <a:gd name="T73" fmla="*/ 1802 h 6467"/>
              <a:gd name="T74" fmla="*/ 19569 w 19570"/>
              <a:gd name="T75" fmla="*/ 605 h 6467"/>
              <a:gd name="T76" fmla="*/ 19569 w 19570"/>
              <a:gd name="T77" fmla="*/ 605 h 6467"/>
              <a:gd name="T78" fmla="*/ 19016 w 19570"/>
              <a:gd name="T79" fmla="*/ 403 h 6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9570" h="6467">
                <a:moveTo>
                  <a:pt x="19016" y="403"/>
                </a:moveTo>
                <a:lnTo>
                  <a:pt x="19016" y="403"/>
                </a:lnTo>
                <a:cubicBezTo>
                  <a:pt x="18540" y="403"/>
                  <a:pt x="18156" y="788"/>
                  <a:pt x="18156" y="1262"/>
                </a:cubicBezTo>
                <a:lnTo>
                  <a:pt x="18156" y="1262"/>
                </a:lnTo>
                <a:cubicBezTo>
                  <a:pt x="18156" y="1273"/>
                  <a:pt x="18156" y="1285"/>
                  <a:pt x="18156" y="1296"/>
                </a:cubicBezTo>
                <a:lnTo>
                  <a:pt x="18156" y="1296"/>
                </a:lnTo>
                <a:cubicBezTo>
                  <a:pt x="18103" y="1274"/>
                  <a:pt x="18045" y="1262"/>
                  <a:pt x="17983" y="1262"/>
                </a:cubicBezTo>
                <a:lnTo>
                  <a:pt x="17983" y="1262"/>
                </a:lnTo>
                <a:cubicBezTo>
                  <a:pt x="17950" y="1262"/>
                  <a:pt x="17919" y="1265"/>
                  <a:pt x="17888" y="1272"/>
                </a:cubicBezTo>
                <a:lnTo>
                  <a:pt x="17888" y="1272"/>
                </a:lnTo>
                <a:cubicBezTo>
                  <a:pt x="17764" y="794"/>
                  <a:pt x="18058" y="0"/>
                  <a:pt x="18058" y="0"/>
                </a:cubicBezTo>
                <a:lnTo>
                  <a:pt x="18058" y="0"/>
                </a:lnTo>
                <a:cubicBezTo>
                  <a:pt x="18047" y="14"/>
                  <a:pt x="18035" y="28"/>
                  <a:pt x="18021" y="41"/>
                </a:cubicBezTo>
                <a:lnTo>
                  <a:pt x="18021" y="41"/>
                </a:lnTo>
                <a:cubicBezTo>
                  <a:pt x="17794" y="269"/>
                  <a:pt x="17368" y="255"/>
                  <a:pt x="17165" y="0"/>
                </a:cubicBezTo>
                <a:lnTo>
                  <a:pt x="17165" y="0"/>
                </a:lnTo>
                <a:lnTo>
                  <a:pt x="17165" y="0"/>
                </a:lnTo>
                <a:cubicBezTo>
                  <a:pt x="17165" y="1"/>
                  <a:pt x="17455" y="784"/>
                  <a:pt x="17338" y="1263"/>
                </a:cubicBezTo>
                <a:lnTo>
                  <a:pt x="17338" y="1263"/>
                </a:lnTo>
                <a:cubicBezTo>
                  <a:pt x="17260" y="1223"/>
                  <a:pt x="17172" y="1199"/>
                  <a:pt x="17078" y="1199"/>
                </a:cubicBezTo>
                <a:lnTo>
                  <a:pt x="17078" y="1199"/>
                </a:lnTo>
                <a:cubicBezTo>
                  <a:pt x="16974" y="1199"/>
                  <a:pt x="16878" y="1228"/>
                  <a:pt x="16794" y="1276"/>
                </a:cubicBezTo>
                <a:lnTo>
                  <a:pt x="16794" y="1276"/>
                </a:lnTo>
                <a:cubicBezTo>
                  <a:pt x="16637" y="983"/>
                  <a:pt x="16327" y="785"/>
                  <a:pt x="15971" y="785"/>
                </a:cubicBezTo>
                <a:lnTo>
                  <a:pt x="15971" y="785"/>
                </a:lnTo>
                <a:cubicBezTo>
                  <a:pt x="15455" y="785"/>
                  <a:pt x="15037" y="1202"/>
                  <a:pt x="15037" y="1718"/>
                </a:cubicBezTo>
                <a:lnTo>
                  <a:pt x="15037" y="1718"/>
                </a:lnTo>
                <a:cubicBezTo>
                  <a:pt x="15037" y="1780"/>
                  <a:pt x="15043" y="1840"/>
                  <a:pt x="15054" y="1899"/>
                </a:cubicBezTo>
                <a:lnTo>
                  <a:pt x="15054" y="1899"/>
                </a:lnTo>
                <a:cubicBezTo>
                  <a:pt x="14861" y="1992"/>
                  <a:pt x="14728" y="2189"/>
                  <a:pt x="14728" y="2418"/>
                </a:cubicBezTo>
                <a:lnTo>
                  <a:pt x="14728" y="2418"/>
                </a:lnTo>
                <a:cubicBezTo>
                  <a:pt x="14728" y="2511"/>
                  <a:pt x="14750" y="2597"/>
                  <a:pt x="14788" y="2674"/>
                </a:cubicBezTo>
                <a:lnTo>
                  <a:pt x="0" y="5374"/>
                </a:lnTo>
                <a:lnTo>
                  <a:pt x="0" y="6466"/>
                </a:lnTo>
                <a:lnTo>
                  <a:pt x="19569" y="6466"/>
                </a:lnTo>
                <a:lnTo>
                  <a:pt x="19569" y="1920"/>
                </a:lnTo>
                <a:lnTo>
                  <a:pt x="19569" y="1802"/>
                </a:lnTo>
                <a:lnTo>
                  <a:pt x="19569" y="605"/>
                </a:lnTo>
                <a:lnTo>
                  <a:pt x="19569" y="605"/>
                </a:lnTo>
                <a:cubicBezTo>
                  <a:pt x="19419" y="479"/>
                  <a:pt x="19227" y="403"/>
                  <a:pt x="19016" y="403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CBFB68A-786B-1043-A3D5-373BD3F55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94000" y="2790481"/>
            <a:ext cx="1888322" cy="2981421"/>
          </a:xfrm>
          <a:custGeom>
            <a:avLst/>
            <a:gdLst>
              <a:gd name="connsiteX0" fmla="*/ 1226890 w 1888322"/>
              <a:gd name="connsiteY0" fmla="*/ 1808173 h 2981421"/>
              <a:gd name="connsiteX1" fmla="*/ 1178440 w 1888322"/>
              <a:gd name="connsiteY1" fmla="*/ 1827639 h 2981421"/>
              <a:gd name="connsiteX2" fmla="*/ 1178440 w 1888322"/>
              <a:gd name="connsiteY2" fmla="*/ 1922805 h 2981421"/>
              <a:gd name="connsiteX3" fmla="*/ 1274404 w 1888322"/>
              <a:gd name="connsiteY3" fmla="*/ 1922805 h 2981421"/>
              <a:gd name="connsiteX4" fmla="*/ 1274404 w 1888322"/>
              <a:gd name="connsiteY4" fmla="*/ 1827639 h 2981421"/>
              <a:gd name="connsiteX5" fmla="*/ 1226890 w 1888322"/>
              <a:gd name="connsiteY5" fmla="*/ 1808173 h 2981421"/>
              <a:gd name="connsiteX6" fmla="*/ 940802 w 1888322"/>
              <a:gd name="connsiteY6" fmla="*/ 1808173 h 2981421"/>
              <a:gd name="connsiteX7" fmla="*/ 893836 w 1888322"/>
              <a:gd name="connsiteY7" fmla="*/ 1827639 h 2981421"/>
              <a:gd name="connsiteX8" fmla="*/ 893836 w 1888322"/>
              <a:gd name="connsiteY8" fmla="*/ 1922805 h 2981421"/>
              <a:gd name="connsiteX9" fmla="*/ 987766 w 1888322"/>
              <a:gd name="connsiteY9" fmla="*/ 1922805 h 2981421"/>
              <a:gd name="connsiteX10" fmla="*/ 987766 w 1888322"/>
              <a:gd name="connsiteY10" fmla="*/ 1827639 h 2981421"/>
              <a:gd name="connsiteX11" fmla="*/ 940802 w 1888322"/>
              <a:gd name="connsiteY11" fmla="*/ 1808173 h 2981421"/>
              <a:gd name="connsiteX12" fmla="*/ 655786 w 1888322"/>
              <a:gd name="connsiteY12" fmla="*/ 1808173 h 2981421"/>
              <a:gd name="connsiteX13" fmla="*/ 608204 w 1888322"/>
              <a:gd name="connsiteY13" fmla="*/ 1827639 h 2981421"/>
              <a:gd name="connsiteX14" fmla="*/ 608204 w 1888322"/>
              <a:gd name="connsiteY14" fmla="*/ 1922805 h 2981421"/>
              <a:gd name="connsiteX15" fmla="*/ 703368 w 1888322"/>
              <a:gd name="connsiteY15" fmla="*/ 1922805 h 2981421"/>
              <a:gd name="connsiteX16" fmla="*/ 703368 w 1888322"/>
              <a:gd name="connsiteY16" fmla="*/ 1827639 h 2981421"/>
              <a:gd name="connsiteX17" fmla="*/ 655786 w 1888322"/>
              <a:gd name="connsiteY17" fmla="*/ 1808173 h 2981421"/>
              <a:gd name="connsiteX18" fmla="*/ 941414 w 1888322"/>
              <a:gd name="connsiteY18" fmla="*/ 946643 h 2981421"/>
              <a:gd name="connsiteX19" fmla="*/ 988774 w 1888322"/>
              <a:gd name="connsiteY19" fmla="*/ 966218 h 2981421"/>
              <a:gd name="connsiteX20" fmla="*/ 988774 w 1888322"/>
              <a:gd name="connsiteY20" fmla="*/ 1060672 h 2981421"/>
              <a:gd name="connsiteX21" fmla="*/ 894054 w 1888322"/>
              <a:gd name="connsiteY21" fmla="*/ 1060672 h 2981421"/>
              <a:gd name="connsiteX22" fmla="*/ 894054 w 1888322"/>
              <a:gd name="connsiteY22" fmla="*/ 966218 h 2981421"/>
              <a:gd name="connsiteX23" fmla="*/ 941414 w 1888322"/>
              <a:gd name="connsiteY23" fmla="*/ 946643 h 2981421"/>
              <a:gd name="connsiteX24" fmla="*/ 941102 w 1888322"/>
              <a:gd name="connsiteY24" fmla="*/ 811331 h 2981421"/>
              <a:gd name="connsiteX25" fmla="*/ 799336 w 1888322"/>
              <a:gd name="connsiteY25" fmla="*/ 870521 h 2981421"/>
              <a:gd name="connsiteX26" fmla="*/ 799336 w 1888322"/>
              <a:gd name="connsiteY26" fmla="*/ 1156370 h 2981421"/>
              <a:gd name="connsiteX27" fmla="*/ 1084738 w 1888322"/>
              <a:gd name="connsiteY27" fmla="*/ 1156370 h 2981421"/>
              <a:gd name="connsiteX28" fmla="*/ 1084738 w 1888322"/>
              <a:gd name="connsiteY28" fmla="*/ 870521 h 2981421"/>
              <a:gd name="connsiteX29" fmla="*/ 941102 w 1888322"/>
              <a:gd name="connsiteY29" fmla="*/ 811331 h 2981421"/>
              <a:gd name="connsiteX30" fmla="*/ 942292 w 1888322"/>
              <a:gd name="connsiteY30" fmla="*/ 0 h 2981421"/>
              <a:gd name="connsiteX31" fmla="*/ 1619096 w 1888322"/>
              <a:gd name="connsiteY31" fmla="*/ 1496943 h 2981421"/>
              <a:gd name="connsiteX32" fmla="*/ 1619096 w 1888322"/>
              <a:gd name="connsiteY32" fmla="*/ 2171252 h 2981421"/>
              <a:gd name="connsiteX33" fmla="*/ 1888322 w 1888322"/>
              <a:gd name="connsiteY33" fmla="*/ 2981421 h 2981421"/>
              <a:gd name="connsiteX34" fmla="*/ 1398480 w 1888322"/>
              <a:gd name="connsiteY34" fmla="*/ 2745849 h 2981421"/>
              <a:gd name="connsiteX35" fmla="*/ 1328680 w 1888322"/>
              <a:gd name="connsiteY35" fmla="*/ 2833098 h 2981421"/>
              <a:gd name="connsiteX36" fmla="*/ 944784 w 1888322"/>
              <a:gd name="connsiteY36" fmla="*/ 2981421 h 2981421"/>
              <a:gd name="connsiteX37" fmla="*/ 491088 w 1888322"/>
              <a:gd name="connsiteY37" fmla="*/ 2745849 h 2981421"/>
              <a:gd name="connsiteX38" fmla="*/ 0 w 1888322"/>
              <a:gd name="connsiteY38" fmla="*/ 2981421 h 2981421"/>
              <a:gd name="connsiteX39" fmla="*/ 270472 w 1888322"/>
              <a:gd name="connsiteY39" fmla="*/ 2171252 h 2981421"/>
              <a:gd name="connsiteX40" fmla="*/ 270472 w 1888322"/>
              <a:gd name="connsiteY40" fmla="*/ 1496943 h 2981421"/>
              <a:gd name="connsiteX41" fmla="*/ 850056 w 1888322"/>
              <a:gd name="connsiteY41" fmla="*/ 59828 h 2981421"/>
              <a:gd name="connsiteX42" fmla="*/ 942292 w 1888322"/>
              <a:gd name="connsiteY42" fmla="*/ 0 h 298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888322" h="2981421">
                <a:moveTo>
                  <a:pt x="1226890" y="1808173"/>
                </a:moveTo>
                <a:cubicBezTo>
                  <a:pt x="1209598" y="1808173"/>
                  <a:pt x="1192150" y="1814661"/>
                  <a:pt x="1178440" y="1827639"/>
                </a:cubicBezTo>
                <a:cubicBezTo>
                  <a:pt x="1153516" y="1853593"/>
                  <a:pt x="1153516" y="1896850"/>
                  <a:pt x="1178440" y="1922805"/>
                </a:cubicBezTo>
                <a:cubicBezTo>
                  <a:pt x="1205860" y="1948759"/>
                  <a:pt x="1248232" y="1948759"/>
                  <a:pt x="1274404" y="1922805"/>
                </a:cubicBezTo>
                <a:cubicBezTo>
                  <a:pt x="1300576" y="1896850"/>
                  <a:pt x="1300576" y="1853593"/>
                  <a:pt x="1274404" y="1827639"/>
                </a:cubicBezTo>
                <a:cubicBezTo>
                  <a:pt x="1261318" y="1814661"/>
                  <a:pt x="1244182" y="1808173"/>
                  <a:pt x="1226890" y="1808173"/>
                </a:cubicBezTo>
                <a:close/>
                <a:moveTo>
                  <a:pt x="940802" y="1808173"/>
                </a:moveTo>
                <a:cubicBezTo>
                  <a:pt x="923808" y="1808173"/>
                  <a:pt x="906814" y="1814661"/>
                  <a:pt x="893836" y="1827639"/>
                </a:cubicBezTo>
                <a:cubicBezTo>
                  <a:pt x="867884" y="1853593"/>
                  <a:pt x="867884" y="1896850"/>
                  <a:pt x="893836" y="1922805"/>
                </a:cubicBezTo>
                <a:cubicBezTo>
                  <a:pt x="919790" y="1948759"/>
                  <a:pt x="961812" y="1948759"/>
                  <a:pt x="987766" y="1922805"/>
                </a:cubicBezTo>
                <a:cubicBezTo>
                  <a:pt x="1014956" y="1896850"/>
                  <a:pt x="1014956" y="1853593"/>
                  <a:pt x="987766" y="1827639"/>
                </a:cubicBezTo>
                <a:cubicBezTo>
                  <a:pt x="974790" y="1814661"/>
                  <a:pt x="957796" y="1808173"/>
                  <a:pt x="940802" y="1808173"/>
                </a:cubicBezTo>
                <a:close/>
                <a:moveTo>
                  <a:pt x="655786" y="1808173"/>
                </a:moveTo>
                <a:cubicBezTo>
                  <a:pt x="638484" y="1808173"/>
                  <a:pt x="621182" y="1814661"/>
                  <a:pt x="608204" y="1827639"/>
                </a:cubicBezTo>
                <a:cubicBezTo>
                  <a:pt x="582250" y="1853593"/>
                  <a:pt x="582250" y="1896850"/>
                  <a:pt x="608204" y="1922805"/>
                </a:cubicBezTo>
                <a:cubicBezTo>
                  <a:pt x="634158" y="1948759"/>
                  <a:pt x="677414" y="1948759"/>
                  <a:pt x="703368" y="1922805"/>
                </a:cubicBezTo>
                <a:cubicBezTo>
                  <a:pt x="729322" y="1896850"/>
                  <a:pt x="729322" y="1853593"/>
                  <a:pt x="703368" y="1827639"/>
                </a:cubicBezTo>
                <a:cubicBezTo>
                  <a:pt x="690392" y="1814661"/>
                  <a:pt x="673088" y="1808173"/>
                  <a:pt x="655786" y="1808173"/>
                </a:cubicBezTo>
                <a:close/>
                <a:moveTo>
                  <a:pt x="941414" y="946643"/>
                </a:moveTo>
                <a:cubicBezTo>
                  <a:pt x="958550" y="946643"/>
                  <a:pt x="975686" y="953168"/>
                  <a:pt x="988774" y="966218"/>
                </a:cubicBezTo>
                <a:cubicBezTo>
                  <a:pt x="1016192" y="992317"/>
                  <a:pt x="1016192" y="1034573"/>
                  <a:pt x="988774" y="1060672"/>
                </a:cubicBezTo>
                <a:cubicBezTo>
                  <a:pt x="962600" y="1086772"/>
                  <a:pt x="920226" y="1086772"/>
                  <a:pt x="894054" y="1060672"/>
                </a:cubicBezTo>
                <a:cubicBezTo>
                  <a:pt x="867882" y="1034573"/>
                  <a:pt x="867882" y="992317"/>
                  <a:pt x="894054" y="966218"/>
                </a:cubicBezTo>
                <a:cubicBezTo>
                  <a:pt x="907140" y="953168"/>
                  <a:pt x="924276" y="946643"/>
                  <a:pt x="941414" y="946643"/>
                </a:cubicBezTo>
                <a:close/>
                <a:moveTo>
                  <a:pt x="941102" y="811331"/>
                </a:moveTo>
                <a:cubicBezTo>
                  <a:pt x="889382" y="811176"/>
                  <a:pt x="837972" y="830750"/>
                  <a:pt x="799336" y="870521"/>
                </a:cubicBezTo>
                <a:cubicBezTo>
                  <a:pt x="719572" y="950061"/>
                  <a:pt x="719572" y="1076829"/>
                  <a:pt x="799336" y="1156370"/>
                </a:cubicBezTo>
                <a:cubicBezTo>
                  <a:pt x="876606" y="1234667"/>
                  <a:pt x="1004976" y="1234667"/>
                  <a:pt x="1084738" y="1156370"/>
                </a:cubicBezTo>
                <a:cubicBezTo>
                  <a:pt x="1163256" y="1076829"/>
                  <a:pt x="1163256" y="950061"/>
                  <a:pt x="1084738" y="870521"/>
                </a:cubicBezTo>
                <a:cubicBezTo>
                  <a:pt x="1044856" y="831372"/>
                  <a:pt x="992824" y="811487"/>
                  <a:pt x="941102" y="811331"/>
                </a:cubicBezTo>
                <a:close/>
                <a:moveTo>
                  <a:pt x="942292" y="0"/>
                </a:moveTo>
                <a:cubicBezTo>
                  <a:pt x="1078150" y="0"/>
                  <a:pt x="1619096" y="826372"/>
                  <a:pt x="1619096" y="1496943"/>
                </a:cubicBezTo>
                <a:cubicBezTo>
                  <a:pt x="1619096" y="1629062"/>
                  <a:pt x="1636546" y="2051596"/>
                  <a:pt x="1619096" y="2171252"/>
                </a:cubicBezTo>
                <a:cubicBezTo>
                  <a:pt x="1738752" y="2381896"/>
                  <a:pt x="1888322" y="2712195"/>
                  <a:pt x="1888322" y="2981421"/>
                </a:cubicBezTo>
                <a:cubicBezTo>
                  <a:pt x="1888322" y="2981421"/>
                  <a:pt x="1725042" y="2818141"/>
                  <a:pt x="1398480" y="2745849"/>
                </a:cubicBezTo>
                <a:cubicBezTo>
                  <a:pt x="1378538" y="2777009"/>
                  <a:pt x="1354856" y="2806923"/>
                  <a:pt x="1328680" y="2833098"/>
                </a:cubicBezTo>
                <a:cubicBezTo>
                  <a:pt x="1235200" y="2926579"/>
                  <a:pt x="1101832" y="2981421"/>
                  <a:pt x="944784" y="2981421"/>
                </a:cubicBezTo>
                <a:cubicBezTo>
                  <a:pt x="741618" y="2981421"/>
                  <a:pt x="580830" y="2892925"/>
                  <a:pt x="491088" y="2745849"/>
                </a:cubicBezTo>
                <a:cubicBezTo>
                  <a:pt x="164526" y="2818141"/>
                  <a:pt x="0" y="2981421"/>
                  <a:pt x="0" y="2981421"/>
                </a:cubicBezTo>
                <a:cubicBezTo>
                  <a:pt x="0" y="2712195"/>
                  <a:pt x="149570" y="2381896"/>
                  <a:pt x="270472" y="2171252"/>
                </a:cubicBezTo>
                <a:cubicBezTo>
                  <a:pt x="253022" y="2051596"/>
                  <a:pt x="270472" y="1629062"/>
                  <a:pt x="270472" y="1496943"/>
                </a:cubicBezTo>
                <a:cubicBezTo>
                  <a:pt x="269226" y="934810"/>
                  <a:pt x="649382" y="261747"/>
                  <a:pt x="850056" y="59828"/>
                </a:cubicBezTo>
                <a:cubicBezTo>
                  <a:pt x="889942" y="21189"/>
                  <a:pt x="921102" y="0"/>
                  <a:pt x="942292" y="0"/>
                </a:cubicBezTo>
                <a:close/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7" name="Freeform 289">
            <a:extLst>
              <a:ext uri="{FF2B5EF4-FFF2-40B4-BE49-F238E27FC236}">
                <a16:creationId xmlns:a16="http://schemas.microsoft.com/office/drawing/2014/main" id="{1B86B7C6-68E6-7246-ADDC-AAAF52CBA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4773" y="10749746"/>
            <a:ext cx="1576474" cy="1576471"/>
          </a:xfrm>
          <a:custGeom>
            <a:avLst/>
            <a:gdLst>
              <a:gd name="T0" fmla="*/ 1265 w 1266"/>
              <a:gd name="T1" fmla="*/ 633 h 1265"/>
              <a:gd name="T2" fmla="*/ 1265 w 1266"/>
              <a:gd name="T3" fmla="*/ 633 h 1265"/>
              <a:gd name="T4" fmla="*/ 633 w 1266"/>
              <a:gd name="T5" fmla="*/ 1264 h 1265"/>
              <a:gd name="T6" fmla="*/ 633 w 1266"/>
              <a:gd name="T7" fmla="*/ 1264 h 1265"/>
              <a:gd name="T8" fmla="*/ 0 w 1266"/>
              <a:gd name="T9" fmla="*/ 633 h 1265"/>
              <a:gd name="T10" fmla="*/ 0 w 1266"/>
              <a:gd name="T11" fmla="*/ 633 h 1265"/>
              <a:gd name="T12" fmla="*/ 633 w 1266"/>
              <a:gd name="T13" fmla="*/ 0 h 1265"/>
              <a:gd name="T14" fmla="*/ 633 w 1266"/>
              <a:gd name="T15" fmla="*/ 0 h 1265"/>
              <a:gd name="T16" fmla="*/ 1265 w 1266"/>
              <a:gd name="T17" fmla="*/ 633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6" h="1265">
                <a:moveTo>
                  <a:pt x="1265" y="633"/>
                </a:moveTo>
                <a:lnTo>
                  <a:pt x="1265" y="633"/>
                </a:lnTo>
                <a:cubicBezTo>
                  <a:pt x="1265" y="981"/>
                  <a:pt x="982" y="1264"/>
                  <a:pt x="633" y="1264"/>
                </a:cubicBezTo>
                <a:lnTo>
                  <a:pt x="633" y="1264"/>
                </a:lnTo>
                <a:cubicBezTo>
                  <a:pt x="283" y="1264"/>
                  <a:pt x="0" y="981"/>
                  <a:pt x="0" y="633"/>
                </a:cubicBezTo>
                <a:lnTo>
                  <a:pt x="0" y="633"/>
                </a:lnTo>
                <a:cubicBezTo>
                  <a:pt x="0" y="284"/>
                  <a:pt x="283" y="0"/>
                  <a:pt x="633" y="0"/>
                </a:cubicBezTo>
                <a:lnTo>
                  <a:pt x="633" y="0"/>
                </a:lnTo>
                <a:cubicBezTo>
                  <a:pt x="982" y="0"/>
                  <a:pt x="1265" y="284"/>
                  <a:pt x="1265" y="633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8" name="Freeform 290">
            <a:extLst>
              <a:ext uri="{FF2B5EF4-FFF2-40B4-BE49-F238E27FC236}">
                <a16:creationId xmlns:a16="http://schemas.microsoft.com/office/drawing/2014/main" id="{12EFD5C9-93EF-F54E-9AE0-6F16AF3D4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547" y="11123269"/>
            <a:ext cx="444926" cy="823941"/>
          </a:xfrm>
          <a:custGeom>
            <a:avLst/>
            <a:gdLst>
              <a:gd name="T0" fmla="*/ 267 w 356"/>
              <a:gd name="T1" fmla="*/ 0 h 663"/>
              <a:gd name="T2" fmla="*/ 267 w 356"/>
              <a:gd name="T3" fmla="*/ 0 h 663"/>
              <a:gd name="T4" fmla="*/ 118 w 356"/>
              <a:gd name="T5" fmla="*/ 162 h 663"/>
              <a:gd name="T6" fmla="*/ 118 w 356"/>
              <a:gd name="T7" fmla="*/ 261 h 663"/>
              <a:gd name="T8" fmla="*/ 0 w 356"/>
              <a:gd name="T9" fmla="*/ 261 h 663"/>
              <a:gd name="T10" fmla="*/ 0 w 356"/>
              <a:gd name="T11" fmla="*/ 379 h 663"/>
              <a:gd name="T12" fmla="*/ 118 w 356"/>
              <a:gd name="T13" fmla="*/ 379 h 663"/>
              <a:gd name="T14" fmla="*/ 118 w 356"/>
              <a:gd name="T15" fmla="*/ 662 h 663"/>
              <a:gd name="T16" fmla="*/ 237 w 356"/>
              <a:gd name="T17" fmla="*/ 662 h 663"/>
              <a:gd name="T18" fmla="*/ 237 w 356"/>
              <a:gd name="T19" fmla="*/ 379 h 663"/>
              <a:gd name="T20" fmla="*/ 331 w 356"/>
              <a:gd name="T21" fmla="*/ 379 h 663"/>
              <a:gd name="T22" fmla="*/ 355 w 356"/>
              <a:gd name="T23" fmla="*/ 261 h 663"/>
              <a:gd name="T24" fmla="*/ 237 w 356"/>
              <a:gd name="T25" fmla="*/ 261 h 663"/>
              <a:gd name="T26" fmla="*/ 237 w 356"/>
              <a:gd name="T27" fmla="*/ 182 h 663"/>
              <a:gd name="T28" fmla="*/ 237 w 356"/>
              <a:gd name="T29" fmla="*/ 182 h 663"/>
              <a:gd name="T30" fmla="*/ 290 w 356"/>
              <a:gd name="T31" fmla="*/ 118 h 663"/>
              <a:gd name="T32" fmla="*/ 355 w 356"/>
              <a:gd name="T33" fmla="*/ 118 h 663"/>
              <a:gd name="T34" fmla="*/ 355 w 356"/>
              <a:gd name="T35" fmla="*/ 5 h 663"/>
              <a:gd name="T36" fmla="*/ 355 w 356"/>
              <a:gd name="T37" fmla="*/ 5 h 663"/>
              <a:gd name="T38" fmla="*/ 267 w 356"/>
              <a:gd name="T39" fmla="*/ 0 h 6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6" h="663">
                <a:moveTo>
                  <a:pt x="267" y="0"/>
                </a:moveTo>
                <a:lnTo>
                  <a:pt x="267" y="0"/>
                </a:lnTo>
                <a:cubicBezTo>
                  <a:pt x="173" y="0"/>
                  <a:pt x="118" y="50"/>
                  <a:pt x="118" y="162"/>
                </a:cubicBezTo>
                <a:lnTo>
                  <a:pt x="118" y="261"/>
                </a:lnTo>
                <a:lnTo>
                  <a:pt x="0" y="261"/>
                </a:lnTo>
                <a:lnTo>
                  <a:pt x="0" y="379"/>
                </a:lnTo>
                <a:lnTo>
                  <a:pt x="118" y="379"/>
                </a:lnTo>
                <a:lnTo>
                  <a:pt x="118" y="662"/>
                </a:lnTo>
                <a:lnTo>
                  <a:pt x="237" y="662"/>
                </a:lnTo>
                <a:lnTo>
                  <a:pt x="237" y="379"/>
                </a:lnTo>
                <a:lnTo>
                  <a:pt x="331" y="379"/>
                </a:lnTo>
                <a:lnTo>
                  <a:pt x="355" y="261"/>
                </a:lnTo>
                <a:lnTo>
                  <a:pt x="237" y="261"/>
                </a:lnTo>
                <a:lnTo>
                  <a:pt x="237" y="182"/>
                </a:lnTo>
                <a:lnTo>
                  <a:pt x="237" y="182"/>
                </a:lnTo>
                <a:cubicBezTo>
                  <a:pt x="237" y="140"/>
                  <a:pt x="251" y="118"/>
                  <a:pt x="290" y="118"/>
                </a:cubicBezTo>
                <a:lnTo>
                  <a:pt x="355" y="118"/>
                </a:lnTo>
                <a:lnTo>
                  <a:pt x="355" y="5"/>
                </a:lnTo>
                <a:lnTo>
                  <a:pt x="355" y="5"/>
                </a:lnTo>
                <a:cubicBezTo>
                  <a:pt x="344" y="4"/>
                  <a:pt x="311" y="0"/>
                  <a:pt x="267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291">
            <a:extLst>
              <a:ext uri="{FF2B5EF4-FFF2-40B4-BE49-F238E27FC236}">
                <a16:creationId xmlns:a16="http://schemas.microsoft.com/office/drawing/2014/main" id="{27E1E942-0655-1E46-BA04-BCA53F0DB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5172" y="9667639"/>
            <a:ext cx="1576474" cy="1576475"/>
          </a:xfrm>
          <a:custGeom>
            <a:avLst/>
            <a:gdLst>
              <a:gd name="T0" fmla="*/ 1264 w 1265"/>
              <a:gd name="T1" fmla="*/ 633 h 1265"/>
              <a:gd name="T2" fmla="*/ 1264 w 1265"/>
              <a:gd name="T3" fmla="*/ 633 h 1265"/>
              <a:gd name="T4" fmla="*/ 632 w 1265"/>
              <a:gd name="T5" fmla="*/ 1264 h 1265"/>
              <a:gd name="T6" fmla="*/ 632 w 1265"/>
              <a:gd name="T7" fmla="*/ 1264 h 1265"/>
              <a:gd name="T8" fmla="*/ 0 w 1265"/>
              <a:gd name="T9" fmla="*/ 633 h 1265"/>
              <a:gd name="T10" fmla="*/ 0 w 1265"/>
              <a:gd name="T11" fmla="*/ 633 h 1265"/>
              <a:gd name="T12" fmla="*/ 632 w 1265"/>
              <a:gd name="T13" fmla="*/ 0 h 1265"/>
              <a:gd name="T14" fmla="*/ 632 w 1265"/>
              <a:gd name="T15" fmla="*/ 0 h 1265"/>
              <a:gd name="T16" fmla="*/ 1264 w 1265"/>
              <a:gd name="T17" fmla="*/ 633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5" h="1265">
                <a:moveTo>
                  <a:pt x="1264" y="633"/>
                </a:moveTo>
                <a:lnTo>
                  <a:pt x="1264" y="633"/>
                </a:lnTo>
                <a:cubicBezTo>
                  <a:pt x="1264" y="981"/>
                  <a:pt x="981" y="1264"/>
                  <a:pt x="632" y="1264"/>
                </a:cubicBezTo>
                <a:lnTo>
                  <a:pt x="632" y="1264"/>
                </a:lnTo>
                <a:cubicBezTo>
                  <a:pt x="283" y="1264"/>
                  <a:pt x="0" y="981"/>
                  <a:pt x="0" y="633"/>
                </a:cubicBezTo>
                <a:lnTo>
                  <a:pt x="0" y="633"/>
                </a:lnTo>
                <a:cubicBezTo>
                  <a:pt x="0" y="283"/>
                  <a:pt x="283" y="0"/>
                  <a:pt x="632" y="0"/>
                </a:cubicBezTo>
                <a:lnTo>
                  <a:pt x="632" y="0"/>
                </a:lnTo>
                <a:cubicBezTo>
                  <a:pt x="981" y="0"/>
                  <a:pt x="1264" y="283"/>
                  <a:pt x="1264" y="633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292">
            <a:extLst>
              <a:ext uri="{FF2B5EF4-FFF2-40B4-BE49-F238E27FC236}">
                <a16:creationId xmlns:a16="http://schemas.microsoft.com/office/drawing/2014/main" id="{05755310-A5E6-884D-AF81-14C3272DE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116" y="10167498"/>
            <a:ext cx="708587" cy="576757"/>
          </a:xfrm>
          <a:custGeom>
            <a:avLst/>
            <a:gdLst>
              <a:gd name="T0" fmla="*/ 569 w 570"/>
              <a:gd name="T1" fmla="*/ 55 h 463"/>
              <a:gd name="T2" fmla="*/ 569 w 570"/>
              <a:gd name="T3" fmla="*/ 55 h 463"/>
              <a:gd name="T4" fmla="*/ 501 w 570"/>
              <a:gd name="T5" fmla="*/ 74 h 463"/>
              <a:gd name="T6" fmla="*/ 501 w 570"/>
              <a:gd name="T7" fmla="*/ 74 h 463"/>
              <a:gd name="T8" fmla="*/ 553 w 570"/>
              <a:gd name="T9" fmla="*/ 9 h 463"/>
              <a:gd name="T10" fmla="*/ 553 w 570"/>
              <a:gd name="T11" fmla="*/ 9 h 463"/>
              <a:gd name="T12" fmla="*/ 479 w 570"/>
              <a:gd name="T13" fmla="*/ 38 h 463"/>
              <a:gd name="T14" fmla="*/ 479 w 570"/>
              <a:gd name="T15" fmla="*/ 38 h 463"/>
              <a:gd name="T16" fmla="*/ 394 w 570"/>
              <a:gd name="T17" fmla="*/ 0 h 463"/>
              <a:gd name="T18" fmla="*/ 394 w 570"/>
              <a:gd name="T19" fmla="*/ 0 h 463"/>
              <a:gd name="T20" fmla="*/ 277 w 570"/>
              <a:gd name="T21" fmla="*/ 117 h 463"/>
              <a:gd name="T22" fmla="*/ 277 w 570"/>
              <a:gd name="T23" fmla="*/ 117 h 463"/>
              <a:gd name="T24" fmla="*/ 280 w 570"/>
              <a:gd name="T25" fmla="*/ 143 h 463"/>
              <a:gd name="T26" fmla="*/ 280 w 570"/>
              <a:gd name="T27" fmla="*/ 143 h 463"/>
              <a:gd name="T28" fmla="*/ 40 w 570"/>
              <a:gd name="T29" fmla="*/ 22 h 463"/>
              <a:gd name="T30" fmla="*/ 40 w 570"/>
              <a:gd name="T31" fmla="*/ 22 h 463"/>
              <a:gd name="T32" fmla="*/ 24 w 570"/>
              <a:gd name="T33" fmla="*/ 80 h 463"/>
              <a:gd name="T34" fmla="*/ 24 w 570"/>
              <a:gd name="T35" fmla="*/ 80 h 463"/>
              <a:gd name="T36" fmla="*/ 76 w 570"/>
              <a:gd name="T37" fmla="*/ 178 h 463"/>
              <a:gd name="T38" fmla="*/ 76 w 570"/>
              <a:gd name="T39" fmla="*/ 178 h 463"/>
              <a:gd name="T40" fmla="*/ 23 w 570"/>
              <a:gd name="T41" fmla="*/ 163 h 463"/>
              <a:gd name="T42" fmla="*/ 23 w 570"/>
              <a:gd name="T43" fmla="*/ 164 h 463"/>
              <a:gd name="T44" fmla="*/ 23 w 570"/>
              <a:gd name="T45" fmla="*/ 164 h 463"/>
              <a:gd name="T46" fmla="*/ 117 w 570"/>
              <a:gd name="T47" fmla="*/ 279 h 463"/>
              <a:gd name="T48" fmla="*/ 117 w 570"/>
              <a:gd name="T49" fmla="*/ 279 h 463"/>
              <a:gd name="T50" fmla="*/ 86 w 570"/>
              <a:gd name="T51" fmla="*/ 283 h 463"/>
              <a:gd name="T52" fmla="*/ 86 w 570"/>
              <a:gd name="T53" fmla="*/ 283 h 463"/>
              <a:gd name="T54" fmla="*/ 64 w 570"/>
              <a:gd name="T55" fmla="*/ 280 h 463"/>
              <a:gd name="T56" fmla="*/ 64 w 570"/>
              <a:gd name="T57" fmla="*/ 280 h 463"/>
              <a:gd name="T58" fmla="*/ 173 w 570"/>
              <a:gd name="T59" fmla="*/ 362 h 463"/>
              <a:gd name="T60" fmla="*/ 173 w 570"/>
              <a:gd name="T61" fmla="*/ 362 h 463"/>
              <a:gd name="T62" fmla="*/ 28 w 570"/>
              <a:gd name="T63" fmla="*/ 411 h 463"/>
              <a:gd name="T64" fmla="*/ 28 w 570"/>
              <a:gd name="T65" fmla="*/ 411 h 463"/>
              <a:gd name="T66" fmla="*/ 0 w 570"/>
              <a:gd name="T67" fmla="*/ 410 h 463"/>
              <a:gd name="T68" fmla="*/ 0 w 570"/>
              <a:gd name="T69" fmla="*/ 410 h 463"/>
              <a:gd name="T70" fmla="*/ 179 w 570"/>
              <a:gd name="T71" fmla="*/ 462 h 463"/>
              <a:gd name="T72" fmla="*/ 179 w 570"/>
              <a:gd name="T73" fmla="*/ 462 h 463"/>
              <a:gd name="T74" fmla="*/ 510 w 570"/>
              <a:gd name="T75" fmla="*/ 131 h 463"/>
              <a:gd name="T76" fmla="*/ 510 w 570"/>
              <a:gd name="T77" fmla="*/ 131 h 463"/>
              <a:gd name="T78" fmla="*/ 510 w 570"/>
              <a:gd name="T79" fmla="*/ 115 h 463"/>
              <a:gd name="T80" fmla="*/ 510 w 570"/>
              <a:gd name="T81" fmla="*/ 115 h 463"/>
              <a:gd name="T82" fmla="*/ 569 w 570"/>
              <a:gd name="T83" fmla="*/ 55 h 4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70" h="463">
                <a:moveTo>
                  <a:pt x="569" y="55"/>
                </a:moveTo>
                <a:lnTo>
                  <a:pt x="569" y="55"/>
                </a:lnTo>
                <a:cubicBezTo>
                  <a:pt x="547" y="65"/>
                  <a:pt x="525" y="71"/>
                  <a:pt x="501" y="74"/>
                </a:cubicBezTo>
                <a:lnTo>
                  <a:pt x="501" y="74"/>
                </a:lnTo>
                <a:cubicBezTo>
                  <a:pt x="525" y="59"/>
                  <a:pt x="544" y="37"/>
                  <a:pt x="553" y="9"/>
                </a:cubicBezTo>
                <a:lnTo>
                  <a:pt x="553" y="9"/>
                </a:lnTo>
                <a:cubicBezTo>
                  <a:pt x="530" y="22"/>
                  <a:pt x="505" y="32"/>
                  <a:pt x="479" y="38"/>
                </a:cubicBezTo>
                <a:lnTo>
                  <a:pt x="479" y="38"/>
                </a:lnTo>
                <a:cubicBezTo>
                  <a:pt x="457" y="15"/>
                  <a:pt x="427" y="0"/>
                  <a:pt x="394" y="0"/>
                </a:cubicBezTo>
                <a:lnTo>
                  <a:pt x="394" y="0"/>
                </a:lnTo>
                <a:cubicBezTo>
                  <a:pt x="329" y="0"/>
                  <a:pt x="277" y="53"/>
                  <a:pt x="277" y="117"/>
                </a:cubicBezTo>
                <a:lnTo>
                  <a:pt x="277" y="117"/>
                </a:lnTo>
                <a:cubicBezTo>
                  <a:pt x="277" y="126"/>
                  <a:pt x="278" y="135"/>
                  <a:pt x="280" y="143"/>
                </a:cubicBezTo>
                <a:lnTo>
                  <a:pt x="280" y="143"/>
                </a:lnTo>
                <a:cubicBezTo>
                  <a:pt x="183" y="139"/>
                  <a:pt x="98" y="93"/>
                  <a:pt x="40" y="22"/>
                </a:cubicBezTo>
                <a:lnTo>
                  <a:pt x="40" y="22"/>
                </a:lnTo>
                <a:cubicBezTo>
                  <a:pt x="30" y="39"/>
                  <a:pt x="24" y="59"/>
                  <a:pt x="24" y="80"/>
                </a:cubicBezTo>
                <a:lnTo>
                  <a:pt x="24" y="80"/>
                </a:lnTo>
                <a:cubicBezTo>
                  <a:pt x="24" y="121"/>
                  <a:pt x="44" y="156"/>
                  <a:pt x="76" y="178"/>
                </a:cubicBezTo>
                <a:lnTo>
                  <a:pt x="76" y="178"/>
                </a:lnTo>
                <a:cubicBezTo>
                  <a:pt x="57" y="176"/>
                  <a:pt x="39" y="171"/>
                  <a:pt x="23" y="163"/>
                </a:cubicBezTo>
                <a:lnTo>
                  <a:pt x="23" y="164"/>
                </a:lnTo>
                <a:lnTo>
                  <a:pt x="23" y="164"/>
                </a:lnTo>
                <a:cubicBezTo>
                  <a:pt x="23" y="221"/>
                  <a:pt x="63" y="268"/>
                  <a:pt x="117" y="279"/>
                </a:cubicBezTo>
                <a:lnTo>
                  <a:pt x="117" y="279"/>
                </a:lnTo>
                <a:cubicBezTo>
                  <a:pt x="107" y="281"/>
                  <a:pt x="96" y="283"/>
                  <a:pt x="86" y="283"/>
                </a:cubicBezTo>
                <a:lnTo>
                  <a:pt x="86" y="283"/>
                </a:lnTo>
                <a:cubicBezTo>
                  <a:pt x="79" y="283"/>
                  <a:pt x="71" y="282"/>
                  <a:pt x="64" y="280"/>
                </a:cubicBezTo>
                <a:lnTo>
                  <a:pt x="64" y="280"/>
                </a:lnTo>
                <a:cubicBezTo>
                  <a:pt x="79" y="327"/>
                  <a:pt x="122" y="360"/>
                  <a:pt x="173" y="362"/>
                </a:cubicBezTo>
                <a:lnTo>
                  <a:pt x="173" y="362"/>
                </a:lnTo>
                <a:cubicBezTo>
                  <a:pt x="133" y="393"/>
                  <a:pt x="83" y="411"/>
                  <a:pt x="28" y="411"/>
                </a:cubicBezTo>
                <a:lnTo>
                  <a:pt x="28" y="411"/>
                </a:lnTo>
                <a:cubicBezTo>
                  <a:pt x="19" y="411"/>
                  <a:pt x="9" y="411"/>
                  <a:pt x="0" y="410"/>
                </a:cubicBezTo>
                <a:lnTo>
                  <a:pt x="0" y="410"/>
                </a:lnTo>
                <a:cubicBezTo>
                  <a:pt x="52" y="442"/>
                  <a:pt x="113" y="462"/>
                  <a:pt x="179" y="462"/>
                </a:cubicBezTo>
                <a:lnTo>
                  <a:pt x="179" y="462"/>
                </a:lnTo>
                <a:cubicBezTo>
                  <a:pt x="393" y="462"/>
                  <a:pt x="510" y="285"/>
                  <a:pt x="510" y="131"/>
                </a:cubicBezTo>
                <a:lnTo>
                  <a:pt x="510" y="131"/>
                </a:lnTo>
                <a:cubicBezTo>
                  <a:pt x="510" y="126"/>
                  <a:pt x="510" y="120"/>
                  <a:pt x="510" y="115"/>
                </a:cubicBezTo>
                <a:lnTo>
                  <a:pt x="510" y="115"/>
                </a:lnTo>
                <a:cubicBezTo>
                  <a:pt x="533" y="99"/>
                  <a:pt x="553" y="79"/>
                  <a:pt x="569" y="5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293">
            <a:extLst>
              <a:ext uri="{FF2B5EF4-FFF2-40B4-BE49-F238E27FC236}">
                <a16:creationId xmlns:a16="http://schemas.microsoft.com/office/drawing/2014/main" id="{655285DF-85E2-5246-AF84-4E43EF8D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5571" y="8591023"/>
            <a:ext cx="1576474" cy="1576475"/>
          </a:xfrm>
          <a:custGeom>
            <a:avLst/>
            <a:gdLst>
              <a:gd name="T0" fmla="*/ 1264 w 1265"/>
              <a:gd name="T1" fmla="*/ 632 h 1265"/>
              <a:gd name="T2" fmla="*/ 1264 w 1265"/>
              <a:gd name="T3" fmla="*/ 632 h 1265"/>
              <a:gd name="T4" fmla="*/ 632 w 1265"/>
              <a:gd name="T5" fmla="*/ 1264 h 1265"/>
              <a:gd name="T6" fmla="*/ 632 w 1265"/>
              <a:gd name="T7" fmla="*/ 1264 h 1265"/>
              <a:gd name="T8" fmla="*/ 0 w 1265"/>
              <a:gd name="T9" fmla="*/ 632 h 1265"/>
              <a:gd name="T10" fmla="*/ 0 w 1265"/>
              <a:gd name="T11" fmla="*/ 632 h 1265"/>
              <a:gd name="T12" fmla="*/ 632 w 1265"/>
              <a:gd name="T13" fmla="*/ 0 h 1265"/>
              <a:gd name="T14" fmla="*/ 632 w 1265"/>
              <a:gd name="T15" fmla="*/ 0 h 1265"/>
              <a:gd name="T16" fmla="*/ 1264 w 1265"/>
              <a:gd name="T17" fmla="*/ 632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5" h="1265">
                <a:moveTo>
                  <a:pt x="1264" y="632"/>
                </a:moveTo>
                <a:lnTo>
                  <a:pt x="1264" y="632"/>
                </a:lnTo>
                <a:cubicBezTo>
                  <a:pt x="1264" y="981"/>
                  <a:pt x="981" y="1264"/>
                  <a:pt x="632" y="1264"/>
                </a:cubicBezTo>
                <a:lnTo>
                  <a:pt x="632" y="1264"/>
                </a:lnTo>
                <a:cubicBezTo>
                  <a:pt x="283" y="1264"/>
                  <a:pt x="0" y="981"/>
                  <a:pt x="0" y="632"/>
                </a:cubicBezTo>
                <a:lnTo>
                  <a:pt x="0" y="632"/>
                </a:lnTo>
                <a:cubicBezTo>
                  <a:pt x="0" y="283"/>
                  <a:pt x="283" y="0"/>
                  <a:pt x="632" y="0"/>
                </a:cubicBezTo>
                <a:lnTo>
                  <a:pt x="632" y="0"/>
                </a:lnTo>
                <a:cubicBezTo>
                  <a:pt x="981" y="0"/>
                  <a:pt x="1264" y="283"/>
                  <a:pt x="1264" y="63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294">
            <a:extLst>
              <a:ext uri="{FF2B5EF4-FFF2-40B4-BE49-F238E27FC236}">
                <a16:creationId xmlns:a16="http://schemas.microsoft.com/office/drawing/2014/main" id="{1C07209C-4DAB-4540-B3AB-724959877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9515" y="9019472"/>
            <a:ext cx="708587" cy="714082"/>
          </a:xfrm>
          <a:custGeom>
            <a:avLst/>
            <a:gdLst>
              <a:gd name="T0" fmla="*/ 414 w 569"/>
              <a:gd name="T1" fmla="*/ 342 h 572"/>
              <a:gd name="T2" fmla="*/ 365 w 569"/>
              <a:gd name="T3" fmla="*/ 320 h 572"/>
              <a:gd name="T4" fmla="*/ 349 w 569"/>
              <a:gd name="T5" fmla="*/ 322 h 572"/>
              <a:gd name="T6" fmla="*/ 327 w 569"/>
              <a:gd name="T7" fmla="*/ 351 h 572"/>
              <a:gd name="T8" fmla="*/ 312 w 569"/>
              <a:gd name="T9" fmla="*/ 353 h 572"/>
              <a:gd name="T10" fmla="*/ 255 w 569"/>
              <a:gd name="T11" fmla="*/ 317 h 572"/>
              <a:gd name="T12" fmla="*/ 216 w 569"/>
              <a:gd name="T13" fmla="*/ 268 h 572"/>
              <a:gd name="T14" fmla="*/ 219 w 569"/>
              <a:gd name="T15" fmla="*/ 254 h 572"/>
              <a:gd name="T16" fmla="*/ 230 w 569"/>
              <a:gd name="T17" fmla="*/ 241 h 572"/>
              <a:gd name="T18" fmla="*/ 237 w 569"/>
              <a:gd name="T19" fmla="*/ 230 h 572"/>
              <a:gd name="T20" fmla="*/ 236 w 569"/>
              <a:gd name="T21" fmla="*/ 217 h 572"/>
              <a:gd name="T22" fmla="*/ 215 w 569"/>
              <a:gd name="T23" fmla="*/ 165 h 572"/>
              <a:gd name="T24" fmla="*/ 199 w 569"/>
              <a:gd name="T25" fmla="*/ 153 h 572"/>
              <a:gd name="T26" fmla="*/ 185 w 569"/>
              <a:gd name="T27" fmla="*/ 153 h 572"/>
              <a:gd name="T28" fmla="*/ 166 w 569"/>
              <a:gd name="T29" fmla="*/ 161 h 572"/>
              <a:gd name="T30" fmla="*/ 142 w 569"/>
              <a:gd name="T31" fmla="*/ 220 h 572"/>
              <a:gd name="T32" fmla="*/ 170 w 569"/>
              <a:gd name="T33" fmla="*/ 293 h 572"/>
              <a:gd name="T34" fmla="*/ 291 w 569"/>
              <a:gd name="T35" fmla="*/ 400 h 572"/>
              <a:gd name="T36" fmla="*/ 331 w 569"/>
              <a:gd name="T37" fmla="*/ 415 h 572"/>
              <a:gd name="T38" fmla="*/ 376 w 569"/>
              <a:gd name="T39" fmla="*/ 418 h 572"/>
              <a:gd name="T40" fmla="*/ 423 w 569"/>
              <a:gd name="T41" fmla="*/ 384 h 572"/>
              <a:gd name="T42" fmla="*/ 427 w 569"/>
              <a:gd name="T43" fmla="*/ 351 h 572"/>
              <a:gd name="T44" fmla="*/ 285 w 569"/>
              <a:gd name="T45" fmla="*/ 518 h 572"/>
              <a:gd name="T46" fmla="*/ 285 w 569"/>
              <a:gd name="T47" fmla="*/ 518 h 572"/>
              <a:gd name="T48" fmla="*/ 157 w 569"/>
              <a:gd name="T49" fmla="*/ 481 h 572"/>
              <a:gd name="T50" fmla="*/ 91 w 569"/>
              <a:gd name="T51" fmla="*/ 417 h 572"/>
              <a:gd name="T52" fmla="*/ 86 w 569"/>
              <a:gd name="T53" fmla="*/ 408 h 572"/>
              <a:gd name="T54" fmla="*/ 50 w 569"/>
              <a:gd name="T55" fmla="*/ 283 h 572"/>
              <a:gd name="T56" fmla="*/ 285 w 569"/>
              <a:gd name="T57" fmla="*/ 48 h 572"/>
              <a:gd name="T58" fmla="*/ 451 w 569"/>
              <a:gd name="T59" fmla="*/ 117 h 572"/>
              <a:gd name="T60" fmla="*/ 520 w 569"/>
              <a:gd name="T61" fmla="*/ 283 h 572"/>
              <a:gd name="T62" fmla="*/ 485 w 569"/>
              <a:gd name="T63" fmla="*/ 84 h 572"/>
              <a:gd name="T64" fmla="*/ 285 w 569"/>
              <a:gd name="T65" fmla="*/ 0 h 572"/>
              <a:gd name="T66" fmla="*/ 2 w 569"/>
              <a:gd name="T67" fmla="*/ 283 h 572"/>
              <a:gd name="T68" fmla="*/ 40 w 569"/>
              <a:gd name="T69" fmla="*/ 424 h 572"/>
              <a:gd name="T70" fmla="*/ 150 w 569"/>
              <a:gd name="T71" fmla="*/ 532 h 572"/>
              <a:gd name="T72" fmla="*/ 285 w 569"/>
              <a:gd name="T73" fmla="*/ 566 h 572"/>
              <a:gd name="T74" fmla="*/ 285 w 569"/>
              <a:gd name="T75" fmla="*/ 566 h 572"/>
              <a:gd name="T76" fmla="*/ 568 w 569"/>
              <a:gd name="T77" fmla="*/ 283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69" h="572">
                <a:moveTo>
                  <a:pt x="414" y="342"/>
                </a:moveTo>
                <a:lnTo>
                  <a:pt x="414" y="342"/>
                </a:lnTo>
                <a:cubicBezTo>
                  <a:pt x="407" y="339"/>
                  <a:pt x="372" y="321"/>
                  <a:pt x="365" y="320"/>
                </a:cubicBezTo>
                <a:lnTo>
                  <a:pt x="365" y="320"/>
                </a:lnTo>
                <a:cubicBezTo>
                  <a:pt x="359" y="317"/>
                  <a:pt x="354" y="316"/>
                  <a:pt x="349" y="322"/>
                </a:cubicBezTo>
                <a:lnTo>
                  <a:pt x="349" y="322"/>
                </a:lnTo>
                <a:cubicBezTo>
                  <a:pt x="345" y="330"/>
                  <a:pt x="332" y="346"/>
                  <a:pt x="327" y="351"/>
                </a:cubicBezTo>
                <a:lnTo>
                  <a:pt x="327" y="351"/>
                </a:lnTo>
                <a:cubicBezTo>
                  <a:pt x="323" y="355"/>
                  <a:pt x="319" y="356"/>
                  <a:pt x="312" y="353"/>
                </a:cubicBezTo>
                <a:lnTo>
                  <a:pt x="312" y="353"/>
                </a:lnTo>
                <a:cubicBezTo>
                  <a:pt x="305" y="349"/>
                  <a:pt x="282" y="342"/>
                  <a:pt x="255" y="317"/>
                </a:cubicBezTo>
                <a:lnTo>
                  <a:pt x="255" y="317"/>
                </a:lnTo>
                <a:cubicBezTo>
                  <a:pt x="234" y="299"/>
                  <a:pt x="220" y="276"/>
                  <a:pt x="216" y="268"/>
                </a:cubicBezTo>
                <a:lnTo>
                  <a:pt x="216" y="268"/>
                </a:lnTo>
                <a:cubicBezTo>
                  <a:pt x="212" y="262"/>
                  <a:pt x="216" y="257"/>
                  <a:pt x="219" y="254"/>
                </a:cubicBezTo>
                <a:lnTo>
                  <a:pt x="219" y="254"/>
                </a:lnTo>
                <a:cubicBezTo>
                  <a:pt x="222" y="251"/>
                  <a:pt x="226" y="246"/>
                  <a:pt x="230" y="241"/>
                </a:cubicBezTo>
                <a:lnTo>
                  <a:pt x="230" y="241"/>
                </a:lnTo>
                <a:cubicBezTo>
                  <a:pt x="233" y="238"/>
                  <a:pt x="234" y="235"/>
                  <a:pt x="237" y="230"/>
                </a:cubicBezTo>
                <a:lnTo>
                  <a:pt x="237" y="230"/>
                </a:lnTo>
                <a:cubicBezTo>
                  <a:pt x="239" y="225"/>
                  <a:pt x="238" y="221"/>
                  <a:pt x="236" y="217"/>
                </a:cubicBezTo>
                <a:lnTo>
                  <a:pt x="236" y="217"/>
                </a:lnTo>
                <a:cubicBezTo>
                  <a:pt x="234" y="214"/>
                  <a:pt x="221" y="179"/>
                  <a:pt x="215" y="165"/>
                </a:cubicBezTo>
                <a:lnTo>
                  <a:pt x="215" y="165"/>
                </a:lnTo>
                <a:cubicBezTo>
                  <a:pt x="209" y="151"/>
                  <a:pt x="203" y="153"/>
                  <a:pt x="199" y="153"/>
                </a:cubicBezTo>
                <a:lnTo>
                  <a:pt x="199" y="153"/>
                </a:lnTo>
                <a:cubicBezTo>
                  <a:pt x="194" y="153"/>
                  <a:pt x="190" y="153"/>
                  <a:pt x="185" y="153"/>
                </a:cubicBezTo>
                <a:lnTo>
                  <a:pt x="185" y="153"/>
                </a:lnTo>
                <a:cubicBezTo>
                  <a:pt x="180" y="153"/>
                  <a:pt x="173" y="154"/>
                  <a:pt x="166" y="161"/>
                </a:cubicBezTo>
                <a:lnTo>
                  <a:pt x="166" y="161"/>
                </a:lnTo>
                <a:cubicBezTo>
                  <a:pt x="160" y="168"/>
                  <a:pt x="142" y="186"/>
                  <a:pt x="142" y="220"/>
                </a:cubicBezTo>
                <a:lnTo>
                  <a:pt x="142" y="220"/>
                </a:lnTo>
                <a:cubicBezTo>
                  <a:pt x="142" y="255"/>
                  <a:pt x="167" y="289"/>
                  <a:pt x="170" y="293"/>
                </a:cubicBezTo>
                <a:lnTo>
                  <a:pt x="170" y="293"/>
                </a:lnTo>
                <a:cubicBezTo>
                  <a:pt x="174" y="298"/>
                  <a:pt x="220" y="369"/>
                  <a:pt x="291" y="400"/>
                </a:cubicBezTo>
                <a:lnTo>
                  <a:pt x="291" y="400"/>
                </a:lnTo>
                <a:cubicBezTo>
                  <a:pt x="308" y="407"/>
                  <a:pt x="321" y="412"/>
                  <a:pt x="331" y="415"/>
                </a:cubicBezTo>
                <a:lnTo>
                  <a:pt x="331" y="415"/>
                </a:lnTo>
                <a:cubicBezTo>
                  <a:pt x="348" y="420"/>
                  <a:pt x="364" y="419"/>
                  <a:pt x="376" y="418"/>
                </a:cubicBezTo>
                <a:lnTo>
                  <a:pt x="376" y="418"/>
                </a:lnTo>
                <a:cubicBezTo>
                  <a:pt x="389" y="416"/>
                  <a:pt x="417" y="401"/>
                  <a:pt x="423" y="384"/>
                </a:cubicBezTo>
                <a:lnTo>
                  <a:pt x="423" y="384"/>
                </a:lnTo>
                <a:cubicBezTo>
                  <a:pt x="429" y="368"/>
                  <a:pt x="429" y="353"/>
                  <a:pt x="427" y="351"/>
                </a:cubicBezTo>
                <a:lnTo>
                  <a:pt x="427" y="351"/>
                </a:lnTo>
                <a:cubicBezTo>
                  <a:pt x="426" y="348"/>
                  <a:pt x="421" y="346"/>
                  <a:pt x="414" y="342"/>
                </a:cubicBezTo>
                <a:close/>
                <a:moveTo>
                  <a:pt x="285" y="518"/>
                </a:moveTo>
                <a:lnTo>
                  <a:pt x="285" y="518"/>
                </a:lnTo>
                <a:lnTo>
                  <a:pt x="285" y="518"/>
                </a:lnTo>
                <a:cubicBezTo>
                  <a:pt x="243" y="518"/>
                  <a:pt x="202" y="507"/>
                  <a:pt x="165" y="485"/>
                </a:cubicBezTo>
                <a:lnTo>
                  <a:pt x="157" y="481"/>
                </a:lnTo>
                <a:lnTo>
                  <a:pt x="68" y="504"/>
                </a:lnTo>
                <a:lnTo>
                  <a:pt x="91" y="417"/>
                </a:lnTo>
                <a:lnTo>
                  <a:pt x="86" y="408"/>
                </a:lnTo>
                <a:lnTo>
                  <a:pt x="86" y="408"/>
                </a:lnTo>
                <a:cubicBezTo>
                  <a:pt x="63" y="371"/>
                  <a:pt x="50" y="327"/>
                  <a:pt x="50" y="283"/>
                </a:cubicBezTo>
                <a:lnTo>
                  <a:pt x="50" y="283"/>
                </a:lnTo>
                <a:cubicBezTo>
                  <a:pt x="50" y="154"/>
                  <a:pt x="156" y="48"/>
                  <a:pt x="285" y="48"/>
                </a:cubicBezTo>
                <a:lnTo>
                  <a:pt x="285" y="48"/>
                </a:lnTo>
                <a:cubicBezTo>
                  <a:pt x="348" y="48"/>
                  <a:pt x="407" y="73"/>
                  <a:pt x="451" y="117"/>
                </a:cubicBezTo>
                <a:lnTo>
                  <a:pt x="451" y="117"/>
                </a:lnTo>
                <a:cubicBezTo>
                  <a:pt x="496" y="162"/>
                  <a:pt x="520" y="220"/>
                  <a:pt x="520" y="283"/>
                </a:cubicBezTo>
                <a:lnTo>
                  <a:pt x="520" y="283"/>
                </a:lnTo>
                <a:cubicBezTo>
                  <a:pt x="520" y="413"/>
                  <a:pt x="414" y="518"/>
                  <a:pt x="285" y="518"/>
                </a:cubicBezTo>
                <a:close/>
                <a:moveTo>
                  <a:pt x="485" y="84"/>
                </a:moveTo>
                <a:lnTo>
                  <a:pt x="485" y="84"/>
                </a:lnTo>
                <a:cubicBezTo>
                  <a:pt x="432" y="30"/>
                  <a:pt x="360" y="0"/>
                  <a:pt x="285" y="0"/>
                </a:cubicBezTo>
                <a:lnTo>
                  <a:pt x="285" y="0"/>
                </a:lnTo>
                <a:cubicBezTo>
                  <a:pt x="129" y="0"/>
                  <a:pt x="2" y="127"/>
                  <a:pt x="2" y="283"/>
                </a:cubicBezTo>
                <a:lnTo>
                  <a:pt x="2" y="283"/>
                </a:lnTo>
                <a:cubicBezTo>
                  <a:pt x="2" y="333"/>
                  <a:pt x="15" y="381"/>
                  <a:pt x="40" y="424"/>
                </a:cubicBezTo>
                <a:lnTo>
                  <a:pt x="0" y="571"/>
                </a:lnTo>
                <a:lnTo>
                  <a:pt x="150" y="532"/>
                </a:lnTo>
                <a:lnTo>
                  <a:pt x="150" y="532"/>
                </a:lnTo>
                <a:cubicBezTo>
                  <a:pt x="191" y="554"/>
                  <a:pt x="238" y="566"/>
                  <a:pt x="285" y="566"/>
                </a:cubicBezTo>
                <a:lnTo>
                  <a:pt x="285" y="566"/>
                </a:lnTo>
                <a:lnTo>
                  <a:pt x="285" y="566"/>
                </a:lnTo>
                <a:cubicBezTo>
                  <a:pt x="441" y="566"/>
                  <a:pt x="568" y="439"/>
                  <a:pt x="568" y="283"/>
                </a:cubicBezTo>
                <a:lnTo>
                  <a:pt x="568" y="283"/>
                </a:lnTo>
                <a:cubicBezTo>
                  <a:pt x="568" y="208"/>
                  <a:pt x="538" y="137"/>
                  <a:pt x="485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301">
            <a:extLst>
              <a:ext uri="{FF2B5EF4-FFF2-40B4-BE49-F238E27FC236}">
                <a16:creationId xmlns:a16="http://schemas.microsoft.com/office/drawing/2014/main" id="{C7B22A55-1A10-7A4B-9F4A-947DB4AA2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080" y="6503707"/>
            <a:ext cx="494364" cy="494364"/>
          </a:xfrm>
          <a:custGeom>
            <a:avLst/>
            <a:gdLst>
              <a:gd name="T0" fmla="*/ 398 w 399"/>
              <a:gd name="T1" fmla="*/ 198 h 397"/>
              <a:gd name="T2" fmla="*/ 398 w 399"/>
              <a:gd name="T3" fmla="*/ 198 h 397"/>
              <a:gd name="T4" fmla="*/ 199 w 399"/>
              <a:gd name="T5" fmla="*/ 396 h 397"/>
              <a:gd name="T6" fmla="*/ 199 w 399"/>
              <a:gd name="T7" fmla="*/ 396 h 397"/>
              <a:gd name="T8" fmla="*/ 0 w 399"/>
              <a:gd name="T9" fmla="*/ 198 h 397"/>
              <a:gd name="T10" fmla="*/ 0 w 399"/>
              <a:gd name="T11" fmla="*/ 198 h 397"/>
              <a:gd name="T12" fmla="*/ 199 w 399"/>
              <a:gd name="T13" fmla="*/ 0 h 397"/>
              <a:gd name="T14" fmla="*/ 199 w 399"/>
              <a:gd name="T15" fmla="*/ 0 h 397"/>
              <a:gd name="T16" fmla="*/ 398 w 399"/>
              <a:gd name="T17" fmla="*/ 198 h 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9" h="397">
                <a:moveTo>
                  <a:pt x="398" y="198"/>
                </a:moveTo>
                <a:lnTo>
                  <a:pt x="398" y="198"/>
                </a:lnTo>
                <a:cubicBezTo>
                  <a:pt x="398" y="308"/>
                  <a:pt x="309" y="396"/>
                  <a:pt x="199" y="396"/>
                </a:cubicBezTo>
                <a:lnTo>
                  <a:pt x="199" y="396"/>
                </a:lnTo>
                <a:cubicBezTo>
                  <a:pt x="89" y="396"/>
                  <a:pt x="0" y="308"/>
                  <a:pt x="0" y="198"/>
                </a:cubicBezTo>
                <a:lnTo>
                  <a:pt x="0" y="198"/>
                </a:lnTo>
                <a:cubicBezTo>
                  <a:pt x="0" y="89"/>
                  <a:pt x="89" y="0"/>
                  <a:pt x="199" y="0"/>
                </a:cubicBezTo>
                <a:lnTo>
                  <a:pt x="199" y="0"/>
                </a:lnTo>
                <a:cubicBezTo>
                  <a:pt x="309" y="0"/>
                  <a:pt x="398" y="89"/>
                  <a:pt x="398" y="19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302">
            <a:extLst>
              <a:ext uri="{FF2B5EF4-FFF2-40B4-BE49-F238E27FC236}">
                <a16:creationId xmlns:a16="http://schemas.microsoft.com/office/drawing/2014/main" id="{74B9E2B2-83C2-4F43-8878-D0C857C03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3480" y="5421600"/>
            <a:ext cx="494364" cy="494364"/>
          </a:xfrm>
          <a:custGeom>
            <a:avLst/>
            <a:gdLst>
              <a:gd name="T0" fmla="*/ 398 w 399"/>
              <a:gd name="T1" fmla="*/ 199 h 398"/>
              <a:gd name="T2" fmla="*/ 398 w 399"/>
              <a:gd name="T3" fmla="*/ 199 h 398"/>
              <a:gd name="T4" fmla="*/ 199 w 399"/>
              <a:gd name="T5" fmla="*/ 397 h 398"/>
              <a:gd name="T6" fmla="*/ 199 w 399"/>
              <a:gd name="T7" fmla="*/ 397 h 398"/>
              <a:gd name="T8" fmla="*/ 0 w 399"/>
              <a:gd name="T9" fmla="*/ 199 h 398"/>
              <a:gd name="T10" fmla="*/ 0 w 399"/>
              <a:gd name="T11" fmla="*/ 199 h 398"/>
              <a:gd name="T12" fmla="*/ 199 w 399"/>
              <a:gd name="T13" fmla="*/ 0 h 398"/>
              <a:gd name="T14" fmla="*/ 199 w 399"/>
              <a:gd name="T15" fmla="*/ 0 h 398"/>
              <a:gd name="T16" fmla="*/ 398 w 399"/>
              <a:gd name="T17" fmla="*/ 199 h 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9" h="398">
                <a:moveTo>
                  <a:pt x="398" y="199"/>
                </a:moveTo>
                <a:lnTo>
                  <a:pt x="398" y="199"/>
                </a:lnTo>
                <a:cubicBezTo>
                  <a:pt x="398" y="309"/>
                  <a:pt x="309" y="397"/>
                  <a:pt x="199" y="397"/>
                </a:cubicBezTo>
                <a:lnTo>
                  <a:pt x="199" y="397"/>
                </a:lnTo>
                <a:cubicBezTo>
                  <a:pt x="90" y="397"/>
                  <a:pt x="0" y="309"/>
                  <a:pt x="0" y="199"/>
                </a:cubicBezTo>
                <a:lnTo>
                  <a:pt x="0" y="199"/>
                </a:lnTo>
                <a:cubicBezTo>
                  <a:pt x="0" y="89"/>
                  <a:pt x="90" y="0"/>
                  <a:pt x="199" y="0"/>
                </a:cubicBezTo>
                <a:lnTo>
                  <a:pt x="199" y="0"/>
                </a:lnTo>
                <a:cubicBezTo>
                  <a:pt x="309" y="0"/>
                  <a:pt x="398" y="89"/>
                  <a:pt x="398" y="199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303">
            <a:extLst>
              <a:ext uri="{FF2B5EF4-FFF2-40B4-BE49-F238E27FC236}">
                <a16:creationId xmlns:a16="http://schemas.microsoft.com/office/drawing/2014/main" id="{32F511BF-0142-BD49-93E4-D4043B326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879" y="4344984"/>
            <a:ext cx="494364" cy="494364"/>
          </a:xfrm>
          <a:custGeom>
            <a:avLst/>
            <a:gdLst>
              <a:gd name="T0" fmla="*/ 398 w 399"/>
              <a:gd name="T1" fmla="*/ 199 h 398"/>
              <a:gd name="T2" fmla="*/ 398 w 399"/>
              <a:gd name="T3" fmla="*/ 199 h 398"/>
              <a:gd name="T4" fmla="*/ 199 w 399"/>
              <a:gd name="T5" fmla="*/ 397 h 398"/>
              <a:gd name="T6" fmla="*/ 199 w 399"/>
              <a:gd name="T7" fmla="*/ 397 h 398"/>
              <a:gd name="T8" fmla="*/ 0 w 399"/>
              <a:gd name="T9" fmla="*/ 199 h 398"/>
              <a:gd name="T10" fmla="*/ 0 w 399"/>
              <a:gd name="T11" fmla="*/ 199 h 398"/>
              <a:gd name="T12" fmla="*/ 199 w 399"/>
              <a:gd name="T13" fmla="*/ 0 h 398"/>
              <a:gd name="T14" fmla="*/ 199 w 399"/>
              <a:gd name="T15" fmla="*/ 0 h 398"/>
              <a:gd name="T16" fmla="*/ 398 w 399"/>
              <a:gd name="T17" fmla="*/ 199 h 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9" h="398">
                <a:moveTo>
                  <a:pt x="398" y="199"/>
                </a:moveTo>
                <a:lnTo>
                  <a:pt x="398" y="199"/>
                </a:lnTo>
                <a:cubicBezTo>
                  <a:pt x="398" y="309"/>
                  <a:pt x="309" y="397"/>
                  <a:pt x="199" y="397"/>
                </a:cubicBezTo>
                <a:lnTo>
                  <a:pt x="199" y="397"/>
                </a:lnTo>
                <a:cubicBezTo>
                  <a:pt x="89" y="397"/>
                  <a:pt x="0" y="309"/>
                  <a:pt x="0" y="199"/>
                </a:cubicBezTo>
                <a:lnTo>
                  <a:pt x="0" y="199"/>
                </a:lnTo>
                <a:cubicBezTo>
                  <a:pt x="0" y="89"/>
                  <a:pt x="89" y="0"/>
                  <a:pt x="199" y="0"/>
                </a:cubicBezTo>
                <a:lnTo>
                  <a:pt x="199" y="0"/>
                </a:lnTo>
                <a:cubicBezTo>
                  <a:pt x="309" y="0"/>
                  <a:pt x="398" y="89"/>
                  <a:pt x="398" y="199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304">
            <a:extLst>
              <a:ext uri="{FF2B5EF4-FFF2-40B4-BE49-F238E27FC236}">
                <a16:creationId xmlns:a16="http://schemas.microsoft.com/office/drawing/2014/main" id="{CCD88ED3-2D72-2346-A81F-03B8B6078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261" y="3806673"/>
            <a:ext cx="5910399" cy="2944214"/>
          </a:xfrm>
          <a:custGeom>
            <a:avLst/>
            <a:gdLst>
              <a:gd name="T0" fmla="*/ 0 w 4746"/>
              <a:gd name="T1" fmla="*/ 2363 h 2364"/>
              <a:gd name="T2" fmla="*/ 0 w 4746"/>
              <a:gd name="T3" fmla="*/ 2363 h 2364"/>
              <a:gd name="T4" fmla="*/ 4745 w 4746"/>
              <a:gd name="T5" fmla="*/ 1496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746" h="2364">
                <a:moveTo>
                  <a:pt x="0" y="2363"/>
                </a:moveTo>
                <a:lnTo>
                  <a:pt x="0" y="2363"/>
                </a:lnTo>
                <a:cubicBezTo>
                  <a:pt x="1496" y="867"/>
                  <a:pt x="3249" y="0"/>
                  <a:pt x="4745" y="1496"/>
                </a:cubicBezTo>
              </a:path>
            </a:pathLst>
          </a:custGeom>
          <a:noFill/>
          <a:ln w="38100" cap="flat">
            <a:solidFill>
              <a:srgbClr val="E2EE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305">
            <a:extLst>
              <a:ext uri="{FF2B5EF4-FFF2-40B4-BE49-F238E27FC236}">
                <a16:creationId xmlns:a16="http://schemas.microsoft.com/office/drawing/2014/main" id="{A8144508-365F-7A45-84BF-39053C79D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60" y="2724563"/>
            <a:ext cx="5910399" cy="2944214"/>
          </a:xfrm>
          <a:custGeom>
            <a:avLst/>
            <a:gdLst>
              <a:gd name="T0" fmla="*/ 0 w 4746"/>
              <a:gd name="T1" fmla="*/ 2364 h 2365"/>
              <a:gd name="T2" fmla="*/ 0 w 4746"/>
              <a:gd name="T3" fmla="*/ 2364 h 2365"/>
              <a:gd name="T4" fmla="*/ 4745 w 4746"/>
              <a:gd name="T5" fmla="*/ 1496 h 2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746" h="2365">
                <a:moveTo>
                  <a:pt x="0" y="2364"/>
                </a:moveTo>
                <a:lnTo>
                  <a:pt x="0" y="2364"/>
                </a:lnTo>
                <a:cubicBezTo>
                  <a:pt x="1495" y="868"/>
                  <a:pt x="3248" y="0"/>
                  <a:pt x="4745" y="1496"/>
                </a:cubicBezTo>
              </a:path>
            </a:pathLst>
          </a:custGeom>
          <a:noFill/>
          <a:ln w="38100" cap="flat">
            <a:solidFill>
              <a:srgbClr val="E2EE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9CAC2-6585-A84C-B708-9194F7A4A120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93B0AC-9ADC-6B41-9649-BA18C549BE7B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8AFC9-2775-6E47-85BD-199DF120B654}"/>
              </a:ext>
            </a:extLst>
          </p:cNvPr>
          <p:cNvSpPr txBox="1"/>
          <p:nvPr/>
        </p:nvSpPr>
        <p:spPr>
          <a:xfrm>
            <a:off x="3404853" y="7138665"/>
            <a:ext cx="2130391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30" dirty="0">
                <a:solidFill>
                  <a:schemeClr val="accent3"/>
                </a:solidFill>
                <a:latin typeface="DM Sans" pitchFamily="2" charset="77"/>
              </a:rPr>
              <a:t>25%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DDC37-FB89-574B-BB3E-B63EFA6D83C6}"/>
              </a:ext>
            </a:extLst>
          </p:cNvPr>
          <p:cNvSpPr txBox="1"/>
          <p:nvPr/>
        </p:nvSpPr>
        <p:spPr>
          <a:xfrm>
            <a:off x="3252217" y="8313127"/>
            <a:ext cx="2426947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Campaign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54C718-C4B7-074E-843F-0A77D75E4CFA}"/>
              </a:ext>
            </a:extLst>
          </p:cNvPr>
          <p:cNvSpPr txBox="1"/>
          <p:nvPr/>
        </p:nvSpPr>
        <p:spPr>
          <a:xfrm>
            <a:off x="2263187" y="8990375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ED71A7-516C-BF4D-9F6C-D4F4D0F76081}"/>
              </a:ext>
            </a:extLst>
          </p:cNvPr>
          <p:cNvSpPr txBox="1"/>
          <p:nvPr/>
        </p:nvSpPr>
        <p:spPr>
          <a:xfrm>
            <a:off x="9340892" y="6062424"/>
            <a:ext cx="2072683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30" dirty="0">
                <a:solidFill>
                  <a:schemeClr val="accent2"/>
                </a:solidFill>
                <a:latin typeface="DM Sans" pitchFamily="2" charset="77"/>
              </a:rPr>
              <a:t>37%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A2189-D0F4-854A-8923-44F63C1566AF}"/>
              </a:ext>
            </a:extLst>
          </p:cNvPr>
          <p:cNvSpPr txBox="1"/>
          <p:nvPr/>
        </p:nvSpPr>
        <p:spPr>
          <a:xfrm>
            <a:off x="9473273" y="7236886"/>
            <a:ext cx="179921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Results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62461-BDE6-5A45-8587-C8DD67305ABC}"/>
              </a:ext>
            </a:extLst>
          </p:cNvPr>
          <p:cNvSpPr txBox="1"/>
          <p:nvPr/>
        </p:nvSpPr>
        <p:spPr>
          <a:xfrm>
            <a:off x="8170372" y="7914134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CC5F15-281B-244C-8E24-AF568400A671}"/>
              </a:ext>
            </a:extLst>
          </p:cNvPr>
          <p:cNvSpPr txBox="1"/>
          <p:nvPr/>
        </p:nvSpPr>
        <p:spPr>
          <a:xfrm>
            <a:off x="15185560" y="4978091"/>
            <a:ext cx="2197718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30" dirty="0">
                <a:solidFill>
                  <a:schemeClr val="accent1"/>
                </a:solidFill>
                <a:latin typeface="DM Sans" pitchFamily="2" charset="77"/>
              </a:rPr>
              <a:t>86%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F8FA4E-3F34-CE42-B3A6-68E0074C3CDA}"/>
              </a:ext>
            </a:extLst>
          </p:cNvPr>
          <p:cNvSpPr txBox="1"/>
          <p:nvPr/>
        </p:nvSpPr>
        <p:spPr>
          <a:xfrm>
            <a:off x="14936590" y="6152553"/>
            <a:ext cx="2686954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Conversion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712BE-F6EE-1C41-9A48-11512ED61794}"/>
              </a:ext>
            </a:extLst>
          </p:cNvPr>
          <p:cNvSpPr txBox="1"/>
          <p:nvPr/>
        </p:nvSpPr>
        <p:spPr>
          <a:xfrm>
            <a:off x="14077558" y="6829801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353201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866AFE86-604B-9948-97AE-C75D1218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1434" y="4353171"/>
            <a:ext cx="2609195" cy="752549"/>
          </a:xfrm>
          <a:custGeom>
            <a:avLst/>
            <a:gdLst>
              <a:gd name="T0" fmla="*/ 1992 w 2093"/>
              <a:gd name="T1" fmla="*/ 401 h 602"/>
              <a:gd name="T2" fmla="*/ 1052 w 2093"/>
              <a:gd name="T3" fmla="*/ 401 h 602"/>
              <a:gd name="T4" fmla="*/ 1052 w 2093"/>
              <a:gd name="T5" fmla="*/ 401 h 602"/>
              <a:gd name="T6" fmla="*/ 954 w 2093"/>
              <a:gd name="T7" fmla="*/ 300 h 602"/>
              <a:gd name="T8" fmla="*/ 954 w 2093"/>
              <a:gd name="T9" fmla="*/ 300 h 602"/>
              <a:gd name="T10" fmla="*/ 1054 w 2093"/>
              <a:gd name="T11" fmla="*/ 201 h 602"/>
              <a:gd name="T12" fmla="*/ 1196 w 2093"/>
              <a:gd name="T13" fmla="*/ 201 h 602"/>
              <a:gd name="T14" fmla="*/ 1196 w 2093"/>
              <a:gd name="T15" fmla="*/ 201 h 602"/>
              <a:gd name="T16" fmla="*/ 1296 w 2093"/>
              <a:gd name="T17" fmla="*/ 100 h 602"/>
              <a:gd name="T18" fmla="*/ 1296 w 2093"/>
              <a:gd name="T19" fmla="*/ 100 h 602"/>
              <a:gd name="T20" fmla="*/ 1196 w 2093"/>
              <a:gd name="T21" fmla="*/ 0 h 602"/>
              <a:gd name="T22" fmla="*/ 334 w 2093"/>
              <a:gd name="T23" fmla="*/ 0 h 602"/>
              <a:gd name="T24" fmla="*/ 334 w 2093"/>
              <a:gd name="T25" fmla="*/ 0 h 602"/>
              <a:gd name="T26" fmla="*/ 233 w 2093"/>
              <a:gd name="T27" fmla="*/ 100 h 602"/>
              <a:gd name="T28" fmla="*/ 233 w 2093"/>
              <a:gd name="T29" fmla="*/ 100 h 602"/>
              <a:gd name="T30" fmla="*/ 334 w 2093"/>
              <a:gd name="T31" fmla="*/ 201 h 602"/>
              <a:gd name="T32" fmla="*/ 507 w 2093"/>
              <a:gd name="T33" fmla="*/ 201 h 602"/>
              <a:gd name="T34" fmla="*/ 513 w 2093"/>
              <a:gd name="T35" fmla="*/ 201 h 602"/>
              <a:gd name="T36" fmla="*/ 513 w 2093"/>
              <a:gd name="T37" fmla="*/ 201 h 602"/>
              <a:gd name="T38" fmla="*/ 613 w 2093"/>
              <a:gd name="T39" fmla="*/ 300 h 602"/>
              <a:gd name="T40" fmla="*/ 613 w 2093"/>
              <a:gd name="T41" fmla="*/ 300 h 602"/>
              <a:gd name="T42" fmla="*/ 515 w 2093"/>
              <a:gd name="T43" fmla="*/ 401 h 602"/>
              <a:gd name="T44" fmla="*/ 100 w 2093"/>
              <a:gd name="T45" fmla="*/ 401 h 602"/>
              <a:gd name="T46" fmla="*/ 100 w 2093"/>
              <a:gd name="T47" fmla="*/ 401 h 602"/>
              <a:gd name="T48" fmla="*/ 0 w 2093"/>
              <a:gd name="T49" fmla="*/ 501 h 602"/>
              <a:gd name="T50" fmla="*/ 0 w 2093"/>
              <a:gd name="T51" fmla="*/ 501 h 602"/>
              <a:gd name="T52" fmla="*/ 100 w 2093"/>
              <a:gd name="T53" fmla="*/ 601 h 602"/>
              <a:gd name="T54" fmla="*/ 1992 w 2093"/>
              <a:gd name="T55" fmla="*/ 601 h 602"/>
              <a:gd name="T56" fmla="*/ 1992 w 2093"/>
              <a:gd name="T57" fmla="*/ 601 h 602"/>
              <a:gd name="T58" fmla="*/ 2092 w 2093"/>
              <a:gd name="T59" fmla="*/ 501 h 602"/>
              <a:gd name="T60" fmla="*/ 2092 w 2093"/>
              <a:gd name="T61" fmla="*/ 501 h 602"/>
              <a:gd name="T62" fmla="*/ 1992 w 2093"/>
              <a:gd name="T63" fmla="*/ 401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93" h="602">
                <a:moveTo>
                  <a:pt x="1992" y="401"/>
                </a:moveTo>
                <a:lnTo>
                  <a:pt x="1052" y="401"/>
                </a:lnTo>
                <a:lnTo>
                  <a:pt x="1052" y="401"/>
                </a:lnTo>
                <a:cubicBezTo>
                  <a:pt x="997" y="399"/>
                  <a:pt x="954" y="355"/>
                  <a:pt x="954" y="300"/>
                </a:cubicBezTo>
                <a:lnTo>
                  <a:pt x="954" y="300"/>
                </a:lnTo>
                <a:cubicBezTo>
                  <a:pt x="954" y="245"/>
                  <a:pt x="998" y="201"/>
                  <a:pt x="1054" y="201"/>
                </a:cubicBezTo>
                <a:lnTo>
                  <a:pt x="1196" y="201"/>
                </a:lnTo>
                <a:lnTo>
                  <a:pt x="1196" y="201"/>
                </a:lnTo>
                <a:cubicBezTo>
                  <a:pt x="1252" y="201"/>
                  <a:pt x="1296" y="155"/>
                  <a:pt x="1296" y="100"/>
                </a:cubicBezTo>
                <a:lnTo>
                  <a:pt x="1296" y="100"/>
                </a:lnTo>
                <a:cubicBezTo>
                  <a:pt x="1296" y="45"/>
                  <a:pt x="1252" y="0"/>
                  <a:pt x="1196" y="0"/>
                </a:cubicBezTo>
                <a:lnTo>
                  <a:pt x="334" y="0"/>
                </a:lnTo>
                <a:lnTo>
                  <a:pt x="334" y="0"/>
                </a:lnTo>
                <a:cubicBezTo>
                  <a:pt x="279" y="0"/>
                  <a:pt x="233" y="45"/>
                  <a:pt x="233" y="100"/>
                </a:cubicBezTo>
                <a:lnTo>
                  <a:pt x="233" y="100"/>
                </a:lnTo>
                <a:cubicBezTo>
                  <a:pt x="233" y="155"/>
                  <a:pt x="279" y="201"/>
                  <a:pt x="334" y="201"/>
                </a:cubicBezTo>
                <a:lnTo>
                  <a:pt x="507" y="201"/>
                </a:lnTo>
                <a:lnTo>
                  <a:pt x="513" y="201"/>
                </a:lnTo>
                <a:lnTo>
                  <a:pt x="513" y="201"/>
                </a:lnTo>
                <a:cubicBezTo>
                  <a:pt x="568" y="201"/>
                  <a:pt x="613" y="245"/>
                  <a:pt x="613" y="300"/>
                </a:cubicBezTo>
                <a:lnTo>
                  <a:pt x="613" y="300"/>
                </a:lnTo>
                <a:cubicBezTo>
                  <a:pt x="613" y="355"/>
                  <a:pt x="570" y="399"/>
                  <a:pt x="515" y="401"/>
                </a:cubicBezTo>
                <a:lnTo>
                  <a:pt x="100" y="401"/>
                </a:lnTo>
                <a:lnTo>
                  <a:pt x="100" y="401"/>
                </a:lnTo>
                <a:cubicBezTo>
                  <a:pt x="45" y="401"/>
                  <a:pt x="0" y="445"/>
                  <a:pt x="0" y="501"/>
                </a:cubicBezTo>
                <a:lnTo>
                  <a:pt x="0" y="501"/>
                </a:lnTo>
                <a:cubicBezTo>
                  <a:pt x="0" y="556"/>
                  <a:pt x="45" y="601"/>
                  <a:pt x="100" y="601"/>
                </a:cubicBezTo>
                <a:lnTo>
                  <a:pt x="1992" y="601"/>
                </a:lnTo>
                <a:lnTo>
                  <a:pt x="1992" y="601"/>
                </a:lnTo>
                <a:cubicBezTo>
                  <a:pt x="2047" y="601"/>
                  <a:pt x="2092" y="556"/>
                  <a:pt x="2092" y="501"/>
                </a:cubicBezTo>
                <a:lnTo>
                  <a:pt x="2092" y="501"/>
                </a:lnTo>
                <a:cubicBezTo>
                  <a:pt x="2092" y="445"/>
                  <a:pt x="2047" y="401"/>
                  <a:pt x="1992" y="401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9BEB29BD-1102-1A4A-BFF9-95881389C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159" y="5221076"/>
            <a:ext cx="3411183" cy="977762"/>
          </a:xfrm>
          <a:custGeom>
            <a:avLst/>
            <a:gdLst>
              <a:gd name="T0" fmla="*/ 2608 w 2740"/>
              <a:gd name="T1" fmla="*/ 0 h 787"/>
              <a:gd name="T2" fmla="*/ 131 w 2740"/>
              <a:gd name="T3" fmla="*/ 0 h 787"/>
              <a:gd name="T4" fmla="*/ 131 w 2740"/>
              <a:gd name="T5" fmla="*/ 0 h 787"/>
              <a:gd name="T6" fmla="*/ 0 w 2740"/>
              <a:gd name="T7" fmla="*/ 131 h 787"/>
              <a:gd name="T8" fmla="*/ 0 w 2740"/>
              <a:gd name="T9" fmla="*/ 131 h 787"/>
              <a:gd name="T10" fmla="*/ 131 w 2740"/>
              <a:gd name="T11" fmla="*/ 262 h 787"/>
              <a:gd name="T12" fmla="*/ 1373 w 2740"/>
              <a:gd name="T13" fmla="*/ 262 h 787"/>
              <a:gd name="T14" fmla="*/ 1373 w 2740"/>
              <a:gd name="T15" fmla="*/ 262 h 787"/>
              <a:gd name="T16" fmla="*/ 1490 w 2740"/>
              <a:gd name="T17" fmla="*/ 393 h 787"/>
              <a:gd name="T18" fmla="*/ 1490 w 2740"/>
              <a:gd name="T19" fmla="*/ 393 h 787"/>
              <a:gd name="T20" fmla="*/ 1360 w 2740"/>
              <a:gd name="T21" fmla="*/ 523 h 787"/>
              <a:gd name="T22" fmla="*/ 1173 w 2740"/>
              <a:gd name="T23" fmla="*/ 523 h 787"/>
              <a:gd name="T24" fmla="*/ 1173 w 2740"/>
              <a:gd name="T25" fmla="*/ 523 h 787"/>
              <a:gd name="T26" fmla="*/ 1042 w 2740"/>
              <a:gd name="T27" fmla="*/ 654 h 787"/>
              <a:gd name="T28" fmla="*/ 1042 w 2740"/>
              <a:gd name="T29" fmla="*/ 654 h 787"/>
              <a:gd name="T30" fmla="*/ 1173 w 2740"/>
              <a:gd name="T31" fmla="*/ 786 h 787"/>
              <a:gd name="T32" fmla="*/ 2302 w 2740"/>
              <a:gd name="T33" fmla="*/ 786 h 787"/>
              <a:gd name="T34" fmla="*/ 2302 w 2740"/>
              <a:gd name="T35" fmla="*/ 786 h 787"/>
              <a:gd name="T36" fmla="*/ 2433 w 2740"/>
              <a:gd name="T37" fmla="*/ 654 h 787"/>
              <a:gd name="T38" fmla="*/ 2433 w 2740"/>
              <a:gd name="T39" fmla="*/ 654 h 787"/>
              <a:gd name="T40" fmla="*/ 2302 w 2740"/>
              <a:gd name="T41" fmla="*/ 523 h 787"/>
              <a:gd name="T42" fmla="*/ 2067 w 2740"/>
              <a:gd name="T43" fmla="*/ 523 h 787"/>
              <a:gd name="T44" fmla="*/ 2067 w 2740"/>
              <a:gd name="T45" fmla="*/ 523 h 787"/>
              <a:gd name="T46" fmla="*/ 1936 w 2740"/>
              <a:gd name="T47" fmla="*/ 393 h 787"/>
              <a:gd name="T48" fmla="*/ 1936 w 2740"/>
              <a:gd name="T49" fmla="*/ 393 h 787"/>
              <a:gd name="T50" fmla="*/ 2054 w 2740"/>
              <a:gd name="T51" fmla="*/ 262 h 787"/>
              <a:gd name="T52" fmla="*/ 2608 w 2740"/>
              <a:gd name="T53" fmla="*/ 262 h 787"/>
              <a:gd name="T54" fmla="*/ 2608 w 2740"/>
              <a:gd name="T55" fmla="*/ 262 h 787"/>
              <a:gd name="T56" fmla="*/ 2739 w 2740"/>
              <a:gd name="T57" fmla="*/ 131 h 787"/>
              <a:gd name="T58" fmla="*/ 2739 w 2740"/>
              <a:gd name="T59" fmla="*/ 131 h 787"/>
              <a:gd name="T60" fmla="*/ 2608 w 2740"/>
              <a:gd name="T61" fmla="*/ 0 h 7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740" h="787">
                <a:moveTo>
                  <a:pt x="2608" y="0"/>
                </a:moveTo>
                <a:lnTo>
                  <a:pt x="131" y="0"/>
                </a:lnTo>
                <a:lnTo>
                  <a:pt x="131" y="0"/>
                </a:lnTo>
                <a:cubicBezTo>
                  <a:pt x="59" y="0"/>
                  <a:pt x="0" y="59"/>
                  <a:pt x="0" y="131"/>
                </a:cubicBezTo>
                <a:lnTo>
                  <a:pt x="0" y="131"/>
                </a:lnTo>
                <a:cubicBezTo>
                  <a:pt x="0" y="204"/>
                  <a:pt x="59" y="262"/>
                  <a:pt x="131" y="262"/>
                </a:cubicBezTo>
                <a:lnTo>
                  <a:pt x="1373" y="262"/>
                </a:lnTo>
                <a:lnTo>
                  <a:pt x="1373" y="262"/>
                </a:lnTo>
                <a:cubicBezTo>
                  <a:pt x="1439" y="269"/>
                  <a:pt x="1490" y="325"/>
                  <a:pt x="1490" y="393"/>
                </a:cubicBezTo>
                <a:lnTo>
                  <a:pt x="1490" y="393"/>
                </a:lnTo>
                <a:cubicBezTo>
                  <a:pt x="1490" y="465"/>
                  <a:pt x="1432" y="523"/>
                  <a:pt x="1360" y="523"/>
                </a:cubicBezTo>
                <a:lnTo>
                  <a:pt x="1173" y="523"/>
                </a:lnTo>
                <a:lnTo>
                  <a:pt x="1173" y="523"/>
                </a:lnTo>
                <a:cubicBezTo>
                  <a:pt x="1100" y="523"/>
                  <a:pt x="1042" y="582"/>
                  <a:pt x="1042" y="654"/>
                </a:cubicBezTo>
                <a:lnTo>
                  <a:pt x="1042" y="654"/>
                </a:lnTo>
                <a:cubicBezTo>
                  <a:pt x="1042" y="727"/>
                  <a:pt x="1100" y="786"/>
                  <a:pt x="1173" y="786"/>
                </a:cubicBezTo>
                <a:lnTo>
                  <a:pt x="2302" y="786"/>
                </a:lnTo>
                <a:lnTo>
                  <a:pt x="2302" y="786"/>
                </a:lnTo>
                <a:cubicBezTo>
                  <a:pt x="2374" y="786"/>
                  <a:pt x="2433" y="727"/>
                  <a:pt x="2433" y="654"/>
                </a:cubicBezTo>
                <a:lnTo>
                  <a:pt x="2433" y="654"/>
                </a:lnTo>
                <a:cubicBezTo>
                  <a:pt x="2433" y="582"/>
                  <a:pt x="2374" y="523"/>
                  <a:pt x="2302" y="523"/>
                </a:cubicBezTo>
                <a:lnTo>
                  <a:pt x="2067" y="523"/>
                </a:lnTo>
                <a:lnTo>
                  <a:pt x="2067" y="523"/>
                </a:lnTo>
                <a:cubicBezTo>
                  <a:pt x="1995" y="523"/>
                  <a:pt x="1936" y="465"/>
                  <a:pt x="1936" y="393"/>
                </a:cubicBezTo>
                <a:lnTo>
                  <a:pt x="1936" y="393"/>
                </a:lnTo>
                <a:cubicBezTo>
                  <a:pt x="1936" y="325"/>
                  <a:pt x="1988" y="269"/>
                  <a:pt x="2054" y="262"/>
                </a:cubicBezTo>
                <a:lnTo>
                  <a:pt x="2608" y="262"/>
                </a:lnTo>
                <a:lnTo>
                  <a:pt x="2608" y="262"/>
                </a:lnTo>
                <a:cubicBezTo>
                  <a:pt x="2680" y="262"/>
                  <a:pt x="2739" y="204"/>
                  <a:pt x="2739" y="131"/>
                </a:cubicBezTo>
                <a:lnTo>
                  <a:pt x="2739" y="131"/>
                </a:lnTo>
                <a:cubicBezTo>
                  <a:pt x="2739" y="59"/>
                  <a:pt x="2680" y="0"/>
                  <a:pt x="2608" y="0"/>
                </a:cubicBezTo>
              </a:path>
            </a:pathLst>
          </a:custGeom>
          <a:solidFill>
            <a:srgbClr val="EEF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4" name="Freeform 69">
            <a:extLst>
              <a:ext uri="{FF2B5EF4-FFF2-40B4-BE49-F238E27FC236}">
                <a16:creationId xmlns:a16="http://schemas.microsoft.com/office/drawing/2014/main" id="{885BB394-3D59-EC4F-BD37-BE56D35E9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" y="6045033"/>
            <a:ext cx="9047045" cy="6514753"/>
          </a:xfrm>
          <a:custGeom>
            <a:avLst/>
            <a:gdLst>
              <a:gd name="T0" fmla="*/ 0 w 7265"/>
              <a:gd name="T1" fmla="*/ 4602 h 5229"/>
              <a:gd name="T2" fmla="*/ 0 w 7265"/>
              <a:gd name="T3" fmla="*/ 4602 h 5229"/>
              <a:gd name="T4" fmla="*/ 2784 w 7265"/>
              <a:gd name="T5" fmla="*/ 4387 h 5229"/>
              <a:gd name="T6" fmla="*/ 2784 w 7265"/>
              <a:gd name="T7" fmla="*/ 4387 h 5229"/>
              <a:gd name="T8" fmla="*/ 2585 w 7265"/>
              <a:gd name="T9" fmla="*/ 1391 h 5229"/>
              <a:gd name="T10" fmla="*/ 2585 w 7265"/>
              <a:gd name="T11" fmla="*/ 1391 h 5229"/>
              <a:gd name="T12" fmla="*/ 4374 w 7265"/>
              <a:gd name="T13" fmla="*/ 3317 h 5229"/>
              <a:gd name="T14" fmla="*/ 4374 w 7265"/>
              <a:gd name="T15" fmla="*/ 3317 h 5229"/>
              <a:gd name="T16" fmla="*/ 7264 w 7265"/>
              <a:gd name="T17" fmla="*/ 169 h 5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65" h="5229">
                <a:moveTo>
                  <a:pt x="0" y="4602"/>
                </a:moveTo>
                <a:lnTo>
                  <a:pt x="0" y="4602"/>
                </a:lnTo>
                <a:cubicBezTo>
                  <a:pt x="634" y="4728"/>
                  <a:pt x="2003" y="4915"/>
                  <a:pt x="2784" y="4387"/>
                </a:cubicBezTo>
                <a:lnTo>
                  <a:pt x="2784" y="4387"/>
                </a:lnTo>
                <a:cubicBezTo>
                  <a:pt x="3824" y="3684"/>
                  <a:pt x="3744" y="1211"/>
                  <a:pt x="2585" y="1391"/>
                </a:cubicBezTo>
                <a:lnTo>
                  <a:pt x="2585" y="1391"/>
                </a:lnTo>
                <a:cubicBezTo>
                  <a:pt x="1121" y="1617"/>
                  <a:pt x="2493" y="5228"/>
                  <a:pt x="4374" y="3317"/>
                </a:cubicBezTo>
                <a:lnTo>
                  <a:pt x="4374" y="3317"/>
                </a:lnTo>
                <a:cubicBezTo>
                  <a:pt x="6255" y="1406"/>
                  <a:pt x="5566" y="0"/>
                  <a:pt x="7264" y="169"/>
                </a:cubicBezTo>
              </a:path>
            </a:pathLst>
          </a:custGeom>
          <a:noFill/>
          <a:ln w="38100" cap="flat">
            <a:solidFill>
              <a:srgbClr val="E2EE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5" name="Freeform 70">
            <a:extLst>
              <a:ext uri="{FF2B5EF4-FFF2-40B4-BE49-F238E27FC236}">
                <a16:creationId xmlns:a16="http://schemas.microsoft.com/office/drawing/2014/main" id="{525819D0-9EEC-1A49-A697-FE3460F23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8493" y="6457010"/>
            <a:ext cx="2136797" cy="461416"/>
          </a:xfrm>
          <a:custGeom>
            <a:avLst/>
            <a:gdLst>
              <a:gd name="T0" fmla="*/ 1714 w 1715"/>
              <a:gd name="T1" fmla="*/ 0 h 372"/>
              <a:gd name="T2" fmla="*/ 0 w 1715"/>
              <a:gd name="T3" fmla="*/ 239 h 372"/>
              <a:gd name="T4" fmla="*/ 142 w 1715"/>
              <a:gd name="T5" fmla="*/ 371 h 372"/>
              <a:gd name="T6" fmla="*/ 1714 w 1715"/>
              <a:gd name="T7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15" h="372">
                <a:moveTo>
                  <a:pt x="1714" y="0"/>
                </a:moveTo>
                <a:lnTo>
                  <a:pt x="0" y="239"/>
                </a:lnTo>
                <a:lnTo>
                  <a:pt x="142" y="371"/>
                </a:lnTo>
                <a:lnTo>
                  <a:pt x="1714" y="0"/>
                </a:ln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6" name="Freeform 71">
            <a:extLst>
              <a:ext uri="{FF2B5EF4-FFF2-40B4-BE49-F238E27FC236}">
                <a16:creationId xmlns:a16="http://schemas.microsoft.com/office/drawing/2014/main" id="{7D612421-6DD7-7C46-AB5F-03C4272CC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4830" y="6182361"/>
            <a:ext cx="1554534" cy="186764"/>
          </a:xfrm>
          <a:custGeom>
            <a:avLst/>
            <a:gdLst>
              <a:gd name="T0" fmla="*/ 22 w 1248"/>
              <a:gd name="T1" fmla="*/ 0 h 148"/>
              <a:gd name="T2" fmla="*/ 0 w 1248"/>
              <a:gd name="T3" fmla="*/ 97 h 148"/>
              <a:gd name="T4" fmla="*/ 1247 w 1248"/>
              <a:gd name="T5" fmla="*/ 147 h 148"/>
              <a:gd name="T6" fmla="*/ 22 w 1248"/>
              <a:gd name="T7" fmla="*/ 0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8" h="148">
                <a:moveTo>
                  <a:pt x="22" y="0"/>
                </a:moveTo>
                <a:lnTo>
                  <a:pt x="0" y="97"/>
                </a:lnTo>
                <a:lnTo>
                  <a:pt x="1247" y="147"/>
                </a:lnTo>
                <a:lnTo>
                  <a:pt x="22" y="0"/>
                </a:ln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7" name="Freeform 72">
            <a:extLst>
              <a:ext uri="{FF2B5EF4-FFF2-40B4-BE49-F238E27FC236}">
                <a16:creationId xmlns:a16="http://schemas.microsoft.com/office/drawing/2014/main" id="{1C84E463-E7F6-5B41-B374-491DDB378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6933" y="5709959"/>
            <a:ext cx="2878356" cy="1148045"/>
          </a:xfrm>
          <a:custGeom>
            <a:avLst/>
            <a:gdLst>
              <a:gd name="T0" fmla="*/ 432 w 2310"/>
              <a:gd name="T1" fmla="*/ 0 h 923"/>
              <a:gd name="T2" fmla="*/ 238 w 2310"/>
              <a:gd name="T3" fmla="*/ 357 h 923"/>
              <a:gd name="T4" fmla="*/ 403 w 2310"/>
              <a:gd name="T5" fmla="*/ 378 h 923"/>
              <a:gd name="T6" fmla="*/ 1628 w 2310"/>
              <a:gd name="T7" fmla="*/ 525 h 923"/>
              <a:gd name="T8" fmla="*/ 381 w 2310"/>
              <a:gd name="T9" fmla="*/ 475 h 923"/>
              <a:gd name="T10" fmla="*/ 198 w 2310"/>
              <a:gd name="T11" fmla="*/ 467 h 923"/>
              <a:gd name="T12" fmla="*/ 0 w 2310"/>
              <a:gd name="T13" fmla="*/ 922 h 923"/>
              <a:gd name="T14" fmla="*/ 595 w 2310"/>
              <a:gd name="T15" fmla="*/ 840 h 923"/>
              <a:gd name="T16" fmla="*/ 2309 w 2310"/>
              <a:gd name="T17" fmla="*/ 601 h 923"/>
              <a:gd name="T18" fmla="*/ 432 w 2310"/>
              <a:gd name="T19" fmla="*/ 0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10" h="923">
                <a:moveTo>
                  <a:pt x="432" y="0"/>
                </a:moveTo>
                <a:lnTo>
                  <a:pt x="238" y="357"/>
                </a:lnTo>
                <a:lnTo>
                  <a:pt x="403" y="378"/>
                </a:lnTo>
                <a:lnTo>
                  <a:pt x="1628" y="525"/>
                </a:lnTo>
                <a:lnTo>
                  <a:pt x="381" y="475"/>
                </a:lnTo>
                <a:lnTo>
                  <a:pt x="198" y="467"/>
                </a:lnTo>
                <a:lnTo>
                  <a:pt x="0" y="922"/>
                </a:lnTo>
                <a:lnTo>
                  <a:pt x="595" y="840"/>
                </a:lnTo>
                <a:lnTo>
                  <a:pt x="2309" y="601"/>
                </a:lnTo>
                <a:lnTo>
                  <a:pt x="432" y="0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8" name="Freeform 73">
            <a:extLst>
              <a:ext uri="{FF2B5EF4-FFF2-40B4-BE49-F238E27FC236}">
                <a16:creationId xmlns:a16="http://schemas.microsoft.com/office/drawing/2014/main" id="{2E0477DC-371D-2849-AE82-281E41A52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791" y="5797848"/>
            <a:ext cx="1790733" cy="1790733"/>
          </a:xfrm>
          <a:custGeom>
            <a:avLst/>
            <a:gdLst>
              <a:gd name="T0" fmla="*/ 1300 w 1439"/>
              <a:gd name="T1" fmla="*/ 468 h 1437"/>
              <a:gd name="T2" fmla="*/ 1300 w 1439"/>
              <a:gd name="T3" fmla="*/ 468 h 1437"/>
              <a:gd name="T4" fmla="*/ 969 w 1439"/>
              <a:gd name="T5" fmla="*/ 1298 h 1437"/>
              <a:gd name="T6" fmla="*/ 969 w 1439"/>
              <a:gd name="T7" fmla="*/ 1298 h 1437"/>
              <a:gd name="T8" fmla="*/ 138 w 1439"/>
              <a:gd name="T9" fmla="*/ 967 h 1437"/>
              <a:gd name="T10" fmla="*/ 138 w 1439"/>
              <a:gd name="T11" fmla="*/ 967 h 1437"/>
              <a:gd name="T12" fmla="*/ 469 w 1439"/>
              <a:gd name="T13" fmla="*/ 138 h 1437"/>
              <a:gd name="T14" fmla="*/ 469 w 1439"/>
              <a:gd name="T15" fmla="*/ 138 h 1437"/>
              <a:gd name="T16" fmla="*/ 1300 w 1439"/>
              <a:gd name="T17" fmla="*/ 468 h 14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9" h="1437">
                <a:moveTo>
                  <a:pt x="1300" y="468"/>
                </a:moveTo>
                <a:lnTo>
                  <a:pt x="1300" y="468"/>
                </a:lnTo>
                <a:cubicBezTo>
                  <a:pt x="1438" y="789"/>
                  <a:pt x="1290" y="1160"/>
                  <a:pt x="969" y="1298"/>
                </a:cubicBezTo>
                <a:lnTo>
                  <a:pt x="969" y="1298"/>
                </a:lnTo>
                <a:cubicBezTo>
                  <a:pt x="648" y="1436"/>
                  <a:pt x="277" y="1288"/>
                  <a:pt x="138" y="967"/>
                </a:cubicBezTo>
                <a:lnTo>
                  <a:pt x="138" y="967"/>
                </a:lnTo>
                <a:cubicBezTo>
                  <a:pt x="0" y="648"/>
                  <a:pt x="148" y="276"/>
                  <a:pt x="469" y="138"/>
                </a:cubicBezTo>
                <a:lnTo>
                  <a:pt x="469" y="138"/>
                </a:lnTo>
                <a:cubicBezTo>
                  <a:pt x="790" y="0"/>
                  <a:pt x="1162" y="148"/>
                  <a:pt x="1300" y="468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74">
            <a:extLst>
              <a:ext uri="{FF2B5EF4-FFF2-40B4-BE49-F238E27FC236}">
                <a16:creationId xmlns:a16="http://schemas.microsoft.com/office/drawing/2014/main" id="{E56AAB3E-5C01-054D-908F-22E87071A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1956" y="6226305"/>
            <a:ext cx="472402" cy="867901"/>
          </a:xfrm>
          <a:custGeom>
            <a:avLst/>
            <a:gdLst>
              <a:gd name="T0" fmla="*/ 142 w 378"/>
              <a:gd name="T1" fmla="*/ 31 h 698"/>
              <a:gd name="T2" fmla="*/ 142 w 378"/>
              <a:gd name="T3" fmla="*/ 31 h 698"/>
              <a:gd name="T4" fmla="*/ 70 w 378"/>
              <a:gd name="T5" fmla="*/ 238 h 698"/>
              <a:gd name="T6" fmla="*/ 109 w 378"/>
              <a:gd name="T7" fmla="*/ 329 h 698"/>
              <a:gd name="T8" fmla="*/ 0 w 378"/>
              <a:gd name="T9" fmla="*/ 375 h 698"/>
              <a:gd name="T10" fmla="*/ 47 w 378"/>
              <a:gd name="T11" fmla="*/ 484 h 698"/>
              <a:gd name="T12" fmla="*/ 155 w 378"/>
              <a:gd name="T13" fmla="*/ 437 h 698"/>
              <a:gd name="T14" fmla="*/ 268 w 378"/>
              <a:gd name="T15" fmla="*/ 697 h 698"/>
              <a:gd name="T16" fmla="*/ 377 w 378"/>
              <a:gd name="T17" fmla="*/ 650 h 698"/>
              <a:gd name="T18" fmla="*/ 264 w 378"/>
              <a:gd name="T19" fmla="*/ 390 h 698"/>
              <a:gd name="T20" fmla="*/ 351 w 378"/>
              <a:gd name="T21" fmla="*/ 353 h 698"/>
              <a:gd name="T22" fmla="*/ 326 w 378"/>
              <a:gd name="T23" fmla="*/ 235 h 698"/>
              <a:gd name="T24" fmla="*/ 217 w 378"/>
              <a:gd name="T25" fmla="*/ 282 h 698"/>
              <a:gd name="T26" fmla="*/ 187 w 378"/>
              <a:gd name="T27" fmla="*/ 210 h 698"/>
              <a:gd name="T28" fmla="*/ 187 w 378"/>
              <a:gd name="T29" fmla="*/ 210 h 698"/>
              <a:gd name="T30" fmla="*/ 210 w 378"/>
              <a:gd name="T31" fmla="*/ 130 h 698"/>
              <a:gd name="T32" fmla="*/ 270 w 378"/>
              <a:gd name="T33" fmla="*/ 104 h 698"/>
              <a:gd name="T34" fmla="*/ 225 w 378"/>
              <a:gd name="T35" fmla="*/ 0 h 698"/>
              <a:gd name="T36" fmla="*/ 225 w 378"/>
              <a:gd name="T37" fmla="*/ 0 h 698"/>
              <a:gd name="T38" fmla="*/ 142 w 378"/>
              <a:gd name="T39" fmla="*/ 31 h 6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78" h="698">
                <a:moveTo>
                  <a:pt x="142" y="31"/>
                </a:moveTo>
                <a:lnTo>
                  <a:pt x="142" y="31"/>
                </a:lnTo>
                <a:cubicBezTo>
                  <a:pt x="56" y="68"/>
                  <a:pt x="25" y="135"/>
                  <a:pt x="70" y="238"/>
                </a:cubicBezTo>
                <a:lnTo>
                  <a:pt x="109" y="329"/>
                </a:lnTo>
                <a:lnTo>
                  <a:pt x="0" y="375"/>
                </a:lnTo>
                <a:lnTo>
                  <a:pt x="47" y="484"/>
                </a:lnTo>
                <a:lnTo>
                  <a:pt x="155" y="437"/>
                </a:lnTo>
                <a:lnTo>
                  <a:pt x="268" y="697"/>
                </a:lnTo>
                <a:lnTo>
                  <a:pt x="377" y="650"/>
                </a:lnTo>
                <a:lnTo>
                  <a:pt x="264" y="390"/>
                </a:lnTo>
                <a:lnTo>
                  <a:pt x="351" y="353"/>
                </a:lnTo>
                <a:lnTo>
                  <a:pt x="326" y="235"/>
                </a:lnTo>
                <a:lnTo>
                  <a:pt x="217" y="282"/>
                </a:lnTo>
                <a:lnTo>
                  <a:pt x="187" y="210"/>
                </a:lnTo>
                <a:lnTo>
                  <a:pt x="187" y="210"/>
                </a:lnTo>
                <a:cubicBezTo>
                  <a:pt x="169" y="170"/>
                  <a:pt x="174" y="146"/>
                  <a:pt x="210" y="130"/>
                </a:cubicBezTo>
                <a:lnTo>
                  <a:pt x="270" y="104"/>
                </a:lnTo>
                <a:lnTo>
                  <a:pt x="225" y="0"/>
                </a:lnTo>
                <a:lnTo>
                  <a:pt x="225" y="0"/>
                </a:lnTo>
                <a:cubicBezTo>
                  <a:pt x="214" y="3"/>
                  <a:pt x="183" y="13"/>
                  <a:pt x="142" y="3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75">
            <a:extLst>
              <a:ext uri="{FF2B5EF4-FFF2-40B4-BE49-F238E27FC236}">
                <a16:creationId xmlns:a16="http://schemas.microsoft.com/office/drawing/2014/main" id="{188ED220-EDCD-D14C-9CE2-3F0305455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4396" y="7204064"/>
            <a:ext cx="1285373" cy="1290864"/>
          </a:xfrm>
          <a:custGeom>
            <a:avLst/>
            <a:gdLst>
              <a:gd name="T0" fmla="*/ 1001 w 1034"/>
              <a:gd name="T1" fmla="*/ 576 h 1035"/>
              <a:gd name="T2" fmla="*/ 1001 w 1034"/>
              <a:gd name="T3" fmla="*/ 576 h 1035"/>
              <a:gd name="T4" fmla="*/ 458 w 1034"/>
              <a:gd name="T5" fmla="*/ 1001 h 1035"/>
              <a:gd name="T6" fmla="*/ 458 w 1034"/>
              <a:gd name="T7" fmla="*/ 1001 h 1035"/>
              <a:gd name="T8" fmla="*/ 32 w 1034"/>
              <a:gd name="T9" fmla="*/ 458 h 1035"/>
              <a:gd name="T10" fmla="*/ 32 w 1034"/>
              <a:gd name="T11" fmla="*/ 458 h 1035"/>
              <a:gd name="T12" fmla="*/ 575 w 1034"/>
              <a:gd name="T13" fmla="*/ 33 h 1035"/>
              <a:gd name="T14" fmla="*/ 575 w 1034"/>
              <a:gd name="T15" fmla="*/ 33 h 1035"/>
              <a:gd name="T16" fmla="*/ 1001 w 1034"/>
              <a:gd name="T17" fmla="*/ 576 h 10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34" h="1035">
                <a:moveTo>
                  <a:pt x="1001" y="576"/>
                </a:moveTo>
                <a:lnTo>
                  <a:pt x="1001" y="576"/>
                </a:lnTo>
                <a:cubicBezTo>
                  <a:pt x="968" y="843"/>
                  <a:pt x="725" y="1034"/>
                  <a:pt x="458" y="1001"/>
                </a:cubicBezTo>
                <a:lnTo>
                  <a:pt x="458" y="1001"/>
                </a:lnTo>
                <a:cubicBezTo>
                  <a:pt x="190" y="969"/>
                  <a:pt x="0" y="726"/>
                  <a:pt x="32" y="458"/>
                </a:cubicBezTo>
                <a:lnTo>
                  <a:pt x="32" y="458"/>
                </a:lnTo>
                <a:cubicBezTo>
                  <a:pt x="64" y="191"/>
                  <a:pt x="307" y="0"/>
                  <a:pt x="575" y="33"/>
                </a:cubicBezTo>
                <a:lnTo>
                  <a:pt x="575" y="33"/>
                </a:lnTo>
                <a:cubicBezTo>
                  <a:pt x="842" y="65"/>
                  <a:pt x="1033" y="308"/>
                  <a:pt x="1001" y="576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76">
            <a:extLst>
              <a:ext uri="{FF2B5EF4-FFF2-40B4-BE49-F238E27FC236}">
                <a16:creationId xmlns:a16="http://schemas.microsoft.com/office/drawing/2014/main" id="{4803CA3F-E0DD-2345-9C20-0756C4C67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951" y="7621536"/>
            <a:ext cx="582263" cy="461416"/>
          </a:xfrm>
          <a:custGeom>
            <a:avLst/>
            <a:gdLst>
              <a:gd name="T0" fmla="*/ 468 w 469"/>
              <a:gd name="T1" fmla="*/ 74 h 371"/>
              <a:gd name="T2" fmla="*/ 468 w 469"/>
              <a:gd name="T3" fmla="*/ 74 h 371"/>
              <a:gd name="T4" fmla="*/ 415 w 469"/>
              <a:gd name="T5" fmla="*/ 82 h 371"/>
              <a:gd name="T6" fmla="*/ 415 w 469"/>
              <a:gd name="T7" fmla="*/ 82 h 371"/>
              <a:gd name="T8" fmla="*/ 460 w 469"/>
              <a:gd name="T9" fmla="*/ 38 h 371"/>
              <a:gd name="T10" fmla="*/ 460 w 469"/>
              <a:gd name="T11" fmla="*/ 38 h 371"/>
              <a:gd name="T12" fmla="*/ 401 w 469"/>
              <a:gd name="T13" fmla="*/ 52 h 371"/>
              <a:gd name="T14" fmla="*/ 401 w 469"/>
              <a:gd name="T15" fmla="*/ 52 h 371"/>
              <a:gd name="T16" fmla="*/ 339 w 469"/>
              <a:gd name="T17" fmla="*/ 16 h 371"/>
              <a:gd name="T18" fmla="*/ 339 w 469"/>
              <a:gd name="T19" fmla="*/ 16 h 371"/>
              <a:gd name="T20" fmla="*/ 239 w 469"/>
              <a:gd name="T21" fmla="*/ 95 h 371"/>
              <a:gd name="T22" fmla="*/ 239 w 469"/>
              <a:gd name="T23" fmla="*/ 95 h 371"/>
              <a:gd name="T24" fmla="*/ 239 w 469"/>
              <a:gd name="T25" fmla="*/ 115 h 371"/>
              <a:gd name="T26" fmla="*/ 239 w 469"/>
              <a:gd name="T27" fmla="*/ 115 h 371"/>
              <a:gd name="T28" fmla="*/ 66 w 469"/>
              <a:gd name="T29" fmla="*/ 0 h 371"/>
              <a:gd name="T30" fmla="*/ 66 w 469"/>
              <a:gd name="T31" fmla="*/ 0 h 371"/>
              <a:gd name="T32" fmla="*/ 49 w 469"/>
              <a:gd name="T33" fmla="*/ 43 h 371"/>
              <a:gd name="T34" fmla="*/ 49 w 469"/>
              <a:gd name="T35" fmla="*/ 43 h 371"/>
              <a:gd name="T36" fmla="*/ 80 w 469"/>
              <a:gd name="T37" fmla="*/ 122 h 371"/>
              <a:gd name="T38" fmla="*/ 80 w 469"/>
              <a:gd name="T39" fmla="*/ 122 h 371"/>
              <a:gd name="T40" fmla="*/ 40 w 469"/>
              <a:gd name="T41" fmla="*/ 107 h 371"/>
              <a:gd name="T42" fmla="*/ 40 w 469"/>
              <a:gd name="T43" fmla="*/ 107 h 371"/>
              <a:gd name="T44" fmla="*/ 40 w 469"/>
              <a:gd name="T45" fmla="*/ 107 h 371"/>
              <a:gd name="T46" fmla="*/ 40 w 469"/>
              <a:gd name="T47" fmla="*/ 107 h 371"/>
              <a:gd name="T48" fmla="*/ 101 w 469"/>
              <a:gd name="T49" fmla="*/ 204 h 371"/>
              <a:gd name="T50" fmla="*/ 101 w 469"/>
              <a:gd name="T51" fmla="*/ 204 h 371"/>
              <a:gd name="T52" fmla="*/ 77 w 469"/>
              <a:gd name="T53" fmla="*/ 204 h 371"/>
              <a:gd name="T54" fmla="*/ 77 w 469"/>
              <a:gd name="T55" fmla="*/ 204 h 371"/>
              <a:gd name="T56" fmla="*/ 61 w 469"/>
              <a:gd name="T57" fmla="*/ 200 h 371"/>
              <a:gd name="T58" fmla="*/ 61 w 469"/>
              <a:gd name="T59" fmla="*/ 200 h 371"/>
              <a:gd name="T60" fmla="*/ 136 w 469"/>
              <a:gd name="T61" fmla="*/ 272 h 371"/>
              <a:gd name="T62" fmla="*/ 136 w 469"/>
              <a:gd name="T63" fmla="*/ 272 h 371"/>
              <a:gd name="T64" fmla="*/ 21 w 469"/>
              <a:gd name="T65" fmla="*/ 298 h 371"/>
              <a:gd name="T66" fmla="*/ 21 w 469"/>
              <a:gd name="T67" fmla="*/ 298 h 371"/>
              <a:gd name="T68" fmla="*/ 0 w 469"/>
              <a:gd name="T69" fmla="*/ 293 h 371"/>
              <a:gd name="T70" fmla="*/ 0 w 469"/>
              <a:gd name="T71" fmla="*/ 293 h 371"/>
              <a:gd name="T72" fmla="*/ 132 w 469"/>
              <a:gd name="T73" fmla="*/ 350 h 371"/>
              <a:gd name="T74" fmla="*/ 132 w 469"/>
              <a:gd name="T75" fmla="*/ 350 h 371"/>
              <a:gd name="T76" fmla="*/ 417 w 469"/>
              <a:gd name="T77" fmla="*/ 127 h 371"/>
              <a:gd name="T78" fmla="*/ 417 w 469"/>
              <a:gd name="T79" fmla="*/ 127 h 371"/>
              <a:gd name="T80" fmla="*/ 418 w 469"/>
              <a:gd name="T81" fmla="*/ 115 h 371"/>
              <a:gd name="T82" fmla="*/ 418 w 469"/>
              <a:gd name="T83" fmla="*/ 115 h 371"/>
              <a:gd name="T84" fmla="*/ 468 w 469"/>
              <a:gd name="T85" fmla="*/ 74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69" h="371">
                <a:moveTo>
                  <a:pt x="468" y="74"/>
                </a:moveTo>
                <a:lnTo>
                  <a:pt x="468" y="74"/>
                </a:lnTo>
                <a:cubicBezTo>
                  <a:pt x="451" y="80"/>
                  <a:pt x="434" y="82"/>
                  <a:pt x="415" y="82"/>
                </a:cubicBezTo>
                <a:lnTo>
                  <a:pt x="415" y="82"/>
                </a:lnTo>
                <a:cubicBezTo>
                  <a:pt x="435" y="74"/>
                  <a:pt x="451" y="58"/>
                  <a:pt x="460" y="38"/>
                </a:cubicBezTo>
                <a:lnTo>
                  <a:pt x="460" y="38"/>
                </a:lnTo>
                <a:cubicBezTo>
                  <a:pt x="442" y="46"/>
                  <a:pt x="422" y="51"/>
                  <a:pt x="401" y="52"/>
                </a:cubicBezTo>
                <a:lnTo>
                  <a:pt x="401" y="52"/>
                </a:lnTo>
                <a:cubicBezTo>
                  <a:pt x="386" y="33"/>
                  <a:pt x="365" y="19"/>
                  <a:pt x="339" y="16"/>
                </a:cubicBezTo>
                <a:lnTo>
                  <a:pt x="339" y="16"/>
                </a:lnTo>
                <a:cubicBezTo>
                  <a:pt x="290" y="11"/>
                  <a:pt x="245" y="46"/>
                  <a:pt x="239" y="95"/>
                </a:cubicBezTo>
                <a:lnTo>
                  <a:pt x="239" y="95"/>
                </a:lnTo>
                <a:cubicBezTo>
                  <a:pt x="239" y="102"/>
                  <a:pt x="238" y="109"/>
                  <a:pt x="239" y="115"/>
                </a:cubicBezTo>
                <a:lnTo>
                  <a:pt x="239" y="115"/>
                </a:lnTo>
                <a:cubicBezTo>
                  <a:pt x="165" y="103"/>
                  <a:pt x="103" y="59"/>
                  <a:pt x="66" y="0"/>
                </a:cubicBezTo>
                <a:lnTo>
                  <a:pt x="66" y="0"/>
                </a:lnTo>
                <a:cubicBezTo>
                  <a:pt x="57" y="12"/>
                  <a:pt x="51" y="27"/>
                  <a:pt x="49" y="43"/>
                </a:cubicBezTo>
                <a:lnTo>
                  <a:pt x="49" y="43"/>
                </a:lnTo>
                <a:cubicBezTo>
                  <a:pt x="45" y="74"/>
                  <a:pt x="57" y="104"/>
                  <a:pt x="80" y="122"/>
                </a:cubicBezTo>
                <a:lnTo>
                  <a:pt x="80" y="122"/>
                </a:lnTo>
                <a:cubicBezTo>
                  <a:pt x="65" y="120"/>
                  <a:pt x="51" y="115"/>
                  <a:pt x="40" y="107"/>
                </a:cubicBezTo>
                <a:lnTo>
                  <a:pt x="40" y="107"/>
                </a:lnTo>
                <a:lnTo>
                  <a:pt x="40" y="107"/>
                </a:lnTo>
                <a:lnTo>
                  <a:pt x="40" y="107"/>
                </a:lnTo>
                <a:cubicBezTo>
                  <a:pt x="35" y="151"/>
                  <a:pt x="61" y="190"/>
                  <a:pt x="101" y="204"/>
                </a:cubicBezTo>
                <a:lnTo>
                  <a:pt x="101" y="204"/>
                </a:lnTo>
                <a:cubicBezTo>
                  <a:pt x="93" y="205"/>
                  <a:pt x="86" y="205"/>
                  <a:pt x="77" y="204"/>
                </a:cubicBezTo>
                <a:lnTo>
                  <a:pt x="77" y="204"/>
                </a:lnTo>
                <a:cubicBezTo>
                  <a:pt x="72" y="203"/>
                  <a:pt x="66" y="202"/>
                  <a:pt x="61" y="200"/>
                </a:cubicBezTo>
                <a:lnTo>
                  <a:pt x="61" y="200"/>
                </a:lnTo>
                <a:cubicBezTo>
                  <a:pt x="68" y="237"/>
                  <a:pt x="98" y="267"/>
                  <a:pt x="136" y="272"/>
                </a:cubicBezTo>
                <a:lnTo>
                  <a:pt x="136" y="272"/>
                </a:lnTo>
                <a:cubicBezTo>
                  <a:pt x="103" y="293"/>
                  <a:pt x="63" y="302"/>
                  <a:pt x="21" y="298"/>
                </a:cubicBezTo>
                <a:lnTo>
                  <a:pt x="21" y="298"/>
                </a:lnTo>
                <a:cubicBezTo>
                  <a:pt x="14" y="296"/>
                  <a:pt x="7" y="295"/>
                  <a:pt x="0" y="293"/>
                </a:cubicBezTo>
                <a:lnTo>
                  <a:pt x="0" y="293"/>
                </a:lnTo>
                <a:cubicBezTo>
                  <a:pt x="36" y="324"/>
                  <a:pt x="81" y="344"/>
                  <a:pt x="132" y="350"/>
                </a:cubicBezTo>
                <a:lnTo>
                  <a:pt x="132" y="350"/>
                </a:lnTo>
                <a:cubicBezTo>
                  <a:pt x="296" y="370"/>
                  <a:pt x="402" y="245"/>
                  <a:pt x="417" y="127"/>
                </a:cubicBezTo>
                <a:lnTo>
                  <a:pt x="417" y="127"/>
                </a:lnTo>
                <a:cubicBezTo>
                  <a:pt x="417" y="123"/>
                  <a:pt x="418" y="119"/>
                  <a:pt x="418" y="115"/>
                </a:cubicBezTo>
                <a:lnTo>
                  <a:pt x="418" y="115"/>
                </a:lnTo>
                <a:cubicBezTo>
                  <a:pt x="437" y="105"/>
                  <a:pt x="454" y="91"/>
                  <a:pt x="468" y="7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77">
            <a:extLst>
              <a:ext uri="{FF2B5EF4-FFF2-40B4-BE49-F238E27FC236}">
                <a16:creationId xmlns:a16="http://schemas.microsoft.com/office/drawing/2014/main" id="{A5B54586-E4FD-824D-BE0D-8BBF47F1F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35" y="8039007"/>
            <a:ext cx="1554534" cy="1554530"/>
          </a:xfrm>
          <a:custGeom>
            <a:avLst/>
            <a:gdLst>
              <a:gd name="T0" fmla="*/ 1153 w 1248"/>
              <a:gd name="T1" fmla="*/ 794 h 1248"/>
              <a:gd name="T2" fmla="*/ 1153 w 1248"/>
              <a:gd name="T3" fmla="*/ 794 h 1248"/>
              <a:gd name="T4" fmla="*/ 452 w 1248"/>
              <a:gd name="T5" fmla="*/ 1152 h 1248"/>
              <a:gd name="T6" fmla="*/ 452 w 1248"/>
              <a:gd name="T7" fmla="*/ 1152 h 1248"/>
              <a:gd name="T8" fmla="*/ 94 w 1248"/>
              <a:gd name="T9" fmla="*/ 453 h 1248"/>
              <a:gd name="T10" fmla="*/ 94 w 1248"/>
              <a:gd name="T11" fmla="*/ 453 h 1248"/>
              <a:gd name="T12" fmla="*/ 794 w 1248"/>
              <a:gd name="T13" fmla="*/ 94 h 1248"/>
              <a:gd name="T14" fmla="*/ 794 w 1248"/>
              <a:gd name="T15" fmla="*/ 94 h 1248"/>
              <a:gd name="T16" fmla="*/ 1153 w 1248"/>
              <a:gd name="T17" fmla="*/ 794 h 1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48" h="1248">
                <a:moveTo>
                  <a:pt x="1153" y="794"/>
                </a:moveTo>
                <a:lnTo>
                  <a:pt x="1153" y="794"/>
                </a:lnTo>
                <a:cubicBezTo>
                  <a:pt x="1058" y="1086"/>
                  <a:pt x="745" y="1247"/>
                  <a:pt x="452" y="1152"/>
                </a:cubicBezTo>
                <a:lnTo>
                  <a:pt x="452" y="1152"/>
                </a:lnTo>
                <a:cubicBezTo>
                  <a:pt x="160" y="1058"/>
                  <a:pt x="0" y="745"/>
                  <a:pt x="94" y="453"/>
                </a:cubicBezTo>
                <a:lnTo>
                  <a:pt x="94" y="453"/>
                </a:lnTo>
                <a:cubicBezTo>
                  <a:pt x="188" y="160"/>
                  <a:pt x="502" y="0"/>
                  <a:pt x="794" y="94"/>
                </a:cubicBezTo>
                <a:lnTo>
                  <a:pt x="794" y="94"/>
                </a:lnTo>
                <a:cubicBezTo>
                  <a:pt x="1086" y="188"/>
                  <a:pt x="1247" y="502"/>
                  <a:pt x="1153" y="794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78">
            <a:extLst>
              <a:ext uri="{FF2B5EF4-FFF2-40B4-BE49-F238E27FC236}">
                <a16:creationId xmlns:a16="http://schemas.microsoft.com/office/drawing/2014/main" id="{DF6DFD70-F518-AA4A-B750-A820EED5F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948" y="8467465"/>
            <a:ext cx="714096" cy="697615"/>
          </a:xfrm>
          <a:custGeom>
            <a:avLst/>
            <a:gdLst>
              <a:gd name="T0" fmla="*/ 408 w 574"/>
              <a:gd name="T1" fmla="*/ 363 h 558"/>
              <a:gd name="T2" fmla="*/ 373 w 574"/>
              <a:gd name="T3" fmla="*/ 331 h 558"/>
              <a:gd name="T4" fmla="*/ 359 w 574"/>
              <a:gd name="T5" fmla="*/ 329 h 558"/>
              <a:gd name="T6" fmla="*/ 333 w 574"/>
              <a:gd name="T7" fmla="*/ 346 h 558"/>
              <a:gd name="T8" fmla="*/ 319 w 574"/>
              <a:gd name="T9" fmla="*/ 344 h 558"/>
              <a:gd name="T10" fmla="*/ 282 w 574"/>
              <a:gd name="T11" fmla="*/ 299 h 558"/>
              <a:gd name="T12" fmla="*/ 262 w 574"/>
              <a:gd name="T13" fmla="*/ 247 h 558"/>
              <a:gd name="T14" fmla="*/ 269 w 574"/>
              <a:gd name="T15" fmla="*/ 236 h 558"/>
              <a:gd name="T16" fmla="*/ 281 w 574"/>
              <a:gd name="T17" fmla="*/ 229 h 558"/>
              <a:gd name="T18" fmla="*/ 290 w 574"/>
              <a:gd name="T19" fmla="*/ 221 h 558"/>
              <a:gd name="T20" fmla="*/ 293 w 574"/>
              <a:gd name="T21" fmla="*/ 210 h 558"/>
              <a:gd name="T22" fmla="*/ 288 w 574"/>
              <a:gd name="T23" fmla="*/ 160 h 558"/>
              <a:gd name="T24" fmla="*/ 278 w 574"/>
              <a:gd name="T25" fmla="*/ 146 h 558"/>
              <a:gd name="T26" fmla="*/ 267 w 574"/>
              <a:gd name="T27" fmla="*/ 142 h 558"/>
              <a:gd name="T28" fmla="*/ 249 w 574"/>
              <a:gd name="T29" fmla="*/ 145 h 558"/>
              <a:gd name="T30" fmla="*/ 213 w 574"/>
              <a:gd name="T31" fmla="*/ 187 h 558"/>
              <a:gd name="T32" fmla="*/ 217 w 574"/>
              <a:gd name="T33" fmla="*/ 256 h 558"/>
              <a:gd name="T34" fmla="*/ 289 w 574"/>
              <a:gd name="T35" fmla="*/ 378 h 558"/>
              <a:gd name="T36" fmla="*/ 319 w 574"/>
              <a:gd name="T37" fmla="*/ 401 h 558"/>
              <a:gd name="T38" fmla="*/ 356 w 574"/>
              <a:gd name="T39" fmla="*/ 416 h 558"/>
              <a:gd name="T40" fmla="*/ 404 w 574"/>
              <a:gd name="T41" fmla="*/ 400 h 558"/>
              <a:gd name="T42" fmla="*/ 417 w 574"/>
              <a:gd name="T43" fmla="*/ 373 h 558"/>
              <a:gd name="T44" fmla="*/ 252 w 574"/>
              <a:gd name="T45" fmla="*/ 475 h 558"/>
              <a:gd name="T46" fmla="*/ 252 w 574"/>
              <a:gd name="T47" fmla="*/ 475 h 558"/>
              <a:gd name="T48" fmla="*/ 155 w 574"/>
              <a:gd name="T49" fmla="*/ 409 h 558"/>
              <a:gd name="T50" fmla="*/ 118 w 574"/>
              <a:gd name="T51" fmla="*/ 338 h 558"/>
              <a:gd name="T52" fmla="*/ 115 w 574"/>
              <a:gd name="T53" fmla="*/ 329 h 558"/>
              <a:gd name="T54" fmla="*/ 119 w 574"/>
              <a:gd name="T55" fmla="*/ 215 h 558"/>
              <a:gd name="T56" fmla="*/ 379 w 574"/>
              <a:gd name="T57" fmla="*/ 82 h 558"/>
              <a:gd name="T58" fmla="*/ 500 w 574"/>
              <a:gd name="T59" fmla="*/ 184 h 558"/>
              <a:gd name="T60" fmla="*/ 513 w 574"/>
              <a:gd name="T61" fmla="*/ 342 h 558"/>
              <a:gd name="T62" fmla="*/ 537 w 574"/>
              <a:gd name="T63" fmla="*/ 165 h 558"/>
              <a:gd name="T64" fmla="*/ 392 w 574"/>
              <a:gd name="T65" fmla="*/ 42 h 558"/>
              <a:gd name="T66" fmla="*/ 79 w 574"/>
              <a:gd name="T67" fmla="*/ 202 h 558"/>
              <a:gd name="T68" fmla="*/ 72 w 574"/>
              <a:gd name="T69" fmla="*/ 331 h 558"/>
              <a:gd name="T70" fmla="*/ 135 w 574"/>
              <a:gd name="T71" fmla="*/ 450 h 558"/>
              <a:gd name="T72" fmla="*/ 239 w 574"/>
              <a:gd name="T73" fmla="*/ 515 h 558"/>
              <a:gd name="T74" fmla="*/ 239 w 574"/>
              <a:gd name="T75" fmla="*/ 515 h 558"/>
              <a:gd name="T76" fmla="*/ 552 w 574"/>
              <a:gd name="T77" fmla="*/ 355 h 5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74" h="558">
                <a:moveTo>
                  <a:pt x="408" y="363"/>
                </a:moveTo>
                <a:lnTo>
                  <a:pt x="408" y="363"/>
                </a:lnTo>
                <a:cubicBezTo>
                  <a:pt x="403" y="358"/>
                  <a:pt x="378" y="334"/>
                  <a:pt x="373" y="331"/>
                </a:cubicBezTo>
                <a:lnTo>
                  <a:pt x="373" y="331"/>
                </a:lnTo>
                <a:cubicBezTo>
                  <a:pt x="369" y="327"/>
                  <a:pt x="365" y="325"/>
                  <a:pt x="359" y="329"/>
                </a:cubicBezTo>
                <a:lnTo>
                  <a:pt x="359" y="329"/>
                </a:lnTo>
                <a:cubicBezTo>
                  <a:pt x="353" y="334"/>
                  <a:pt x="338" y="343"/>
                  <a:pt x="333" y="346"/>
                </a:cubicBezTo>
                <a:lnTo>
                  <a:pt x="333" y="346"/>
                </a:lnTo>
                <a:cubicBezTo>
                  <a:pt x="329" y="349"/>
                  <a:pt x="325" y="349"/>
                  <a:pt x="319" y="344"/>
                </a:cubicBezTo>
                <a:lnTo>
                  <a:pt x="319" y="344"/>
                </a:lnTo>
                <a:cubicBezTo>
                  <a:pt x="315" y="339"/>
                  <a:pt x="297" y="326"/>
                  <a:pt x="282" y="299"/>
                </a:cubicBezTo>
                <a:lnTo>
                  <a:pt x="282" y="299"/>
                </a:lnTo>
                <a:cubicBezTo>
                  <a:pt x="269" y="278"/>
                  <a:pt x="263" y="255"/>
                  <a:pt x="262" y="247"/>
                </a:cubicBezTo>
                <a:lnTo>
                  <a:pt x="262" y="247"/>
                </a:lnTo>
                <a:cubicBezTo>
                  <a:pt x="260" y="241"/>
                  <a:pt x="265" y="238"/>
                  <a:pt x="269" y="236"/>
                </a:cubicBezTo>
                <a:lnTo>
                  <a:pt x="269" y="236"/>
                </a:lnTo>
                <a:cubicBezTo>
                  <a:pt x="272" y="234"/>
                  <a:pt x="277" y="231"/>
                  <a:pt x="281" y="229"/>
                </a:cubicBezTo>
                <a:lnTo>
                  <a:pt x="281" y="229"/>
                </a:lnTo>
                <a:cubicBezTo>
                  <a:pt x="284" y="227"/>
                  <a:pt x="287" y="224"/>
                  <a:pt x="290" y="221"/>
                </a:cubicBezTo>
                <a:lnTo>
                  <a:pt x="290" y="221"/>
                </a:lnTo>
                <a:cubicBezTo>
                  <a:pt x="293" y="217"/>
                  <a:pt x="293" y="214"/>
                  <a:pt x="293" y="210"/>
                </a:cubicBezTo>
                <a:lnTo>
                  <a:pt x="293" y="210"/>
                </a:lnTo>
                <a:cubicBezTo>
                  <a:pt x="292" y="207"/>
                  <a:pt x="289" y="174"/>
                  <a:pt x="288" y="160"/>
                </a:cubicBezTo>
                <a:lnTo>
                  <a:pt x="288" y="160"/>
                </a:lnTo>
                <a:cubicBezTo>
                  <a:pt x="288" y="148"/>
                  <a:pt x="282" y="148"/>
                  <a:pt x="278" y="146"/>
                </a:cubicBezTo>
                <a:lnTo>
                  <a:pt x="278" y="146"/>
                </a:lnTo>
                <a:cubicBezTo>
                  <a:pt x="276" y="145"/>
                  <a:pt x="271" y="143"/>
                  <a:pt x="267" y="142"/>
                </a:cubicBezTo>
                <a:lnTo>
                  <a:pt x="267" y="142"/>
                </a:lnTo>
                <a:cubicBezTo>
                  <a:pt x="263" y="141"/>
                  <a:pt x="256" y="140"/>
                  <a:pt x="249" y="145"/>
                </a:cubicBezTo>
                <a:lnTo>
                  <a:pt x="249" y="145"/>
                </a:lnTo>
                <a:cubicBezTo>
                  <a:pt x="242" y="149"/>
                  <a:pt x="221" y="158"/>
                  <a:pt x="213" y="187"/>
                </a:cubicBezTo>
                <a:lnTo>
                  <a:pt x="213" y="187"/>
                </a:lnTo>
                <a:cubicBezTo>
                  <a:pt x="203" y="216"/>
                  <a:pt x="215" y="251"/>
                  <a:pt x="217" y="256"/>
                </a:cubicBezTo>
                <a:lnTo>
                  <a:pt x="217" y="256"/>
                </a:lnTo>
                <a:cubicBezTo>
                  <a:pt x="219" y="261"/>
                  <a:pt x="238" y="333"/>
                  <a:pt x="289" y="378"/>
                </a:cubicBezTo>
                <a:lnTo>
                  <a:pt x="289" y="378"/>
                </a:lnTo>
                <a:cubicBezTo>
                  <a:pt x="301" y="389"/>
                  <a:pt x="311" y="396"/>
                  <a:pt x="319" y="401"/>
                </a:cubicBezTo>
                <a:lnTo>
                  <a:pt x="319" y="401"/>
                </a:lnTo>
                <a:cubicBezTo>
                  <a:pt x="332" y="411"/>
                  <a:pt x="345" y="414"/>
                  <a:pt x="356" y="416"/>
                </a:cubicBezTo>
                <a:lnTo>
                  <a:pt x="356" y="416"/>
                </a:lnTo>
                <a:cubicBezTo>
                  <a:pt x="367" y="418"/>
                  <a:pt x="395" y="412"/>
                  <a:pt x="404" y="400"/>
                </a:cubicBezTo>
                <a:lnTo>
                  <a:pt x="404" y="400"/>
                </a:lnTo>
                <a:cubicBezTo>
                  <a:pt x="414" y="388"/>
                  <a:pt x="417" y="376"/>
                  <a:pt x="417" y="373"/>
                </a:cubicBezTo>
                <a:lnTo>
                  <a:pt x="417" y="373"/>
                </a:lnTo>
                <a:cubicBezTo>
                  <a:pt x="416" y="370"/>
                  <a:pt x="412" y="368"/>
                  <a:pt x="408" y="363"/>
                </a:cubicBezTo>
                <a:close/>
                <a:moveTo>
                  <a:pt x="252" y="475"/>
                </a:moveTo>
                <a:lnTo>
                  <a:pt x="252" y="475"/>
                </a:lnTo>
                <a:lnTo>
                  <a:pt x="252" y="475"/>
                </a:lnTo>
                <a:cubicBezTo>
                  <a:pt x="217" y="464"/>
                  <a:pt x="185" y="443"/>
                  <a:pt x="161" y="416"/>
                </a:cubicBezTo>
                <a:lnTo>
                  <a:pt x="155" y="409"/>
                </a:lnTo>
                <a:lnTo>
                  <a:pt x="74" y="405"/>
                </a:lnTo>
                <a:lnTo>
                  <a:pt x="118" y="338"/>
                </a:lnTo>
                <a:lnTo>
                  <a:pt x="115" y="329"/>
                </a:lnTo>
                <a:lnTo>
                  <a:pt x="115" y="329"/>
                </a:lnTo>
                <a:cubicBezTo>
                  <a:pt x="105" y="292"/>
                  <a:pt x="107" y="252"/>
                  <a:pt x="119" y="215"/>
                </a:cubicBezTo>
                <a:lnTo>
                  <a:pt x="119" y="215"/>
                </a:lnTo>
                <a:cubicBezTo>
                  <a:pt x="154" y="107"/>
                  <a:pt x="271" y="47"/>
                  <a:pt x="379" y="82"/>
                </a:cubicBezTo>
                <a:lnTo>
                  <a:pt x="379" y="82"/>
                </a:lnTo>
                <a:cubicBezTo>
                  <a:pt x="432" y="99"/>
                  <a:pt x="475" y="135"/>
                  <a:pt x="500" y="184"/>
                </a:cubicBezTo>
                <a:lnTo>
                  <a:pt x="500" y="184"/>
                </a:lnTo>
                <a:cubicBezTo>
                  <a:pt x="525" y="234"/>
                  <a:pt x="529" y="290"/>
                  <a:pt x="513" y="342"/>
                </a:cubicBezTo>
                <a:lnTo>
                  <a:pt x="513" y="342"/>
                </a:lnTo>
                <a:cubicBezTo>
                  <a:pt x="477" y="450"/>
                  <a:pt x="360" y="510"/>
                  <a:pt x="252" y="475"/>
                </a:cubicBezTo>
                <a:close/>
                <a:moveTo>
                  <a:pt x="537" y="165"/>
                </a:moveTo>
                <a:lnTo>
                  <a:pt x="537" y="165"/>
                </a:lnTo>
                <a:cubicBezTo>
                  <a:pt x="507" y="106"/>
                  <a:pt x="455" y="63"/>
                  <a:pt x="392" y="42"/>
                </a:cubicBezTo>
                <a:lnTo>
                  <a:pt x="392" y="42"/>
                </a:lnTo>
                <a:cubicBezTo>
                  <a:pt x="262" y="0"/>
                  <a:pt x="121" y="72"/>
                  <a:pt x="79" y="202"/>
                </a:cubicBezTo>
                <a:lnTo>
                  <a:pt x="79" y="202"/>
                </a:lnTo>
                <a:cubicBezTo>
                  <a:pt x="66" y="244"/>
                  <a:pt x="63" y="288"/>
                  <a:pt x="72" y="331"/>
                </a:cubicBezTo>
                <a:lnTo>
                  <a:pt x="0" y="442"/>
                </a:lnTo>
                <a:lnTo>
                  <a:pt x="135" y="450"/>
                </a:lnTo>
                <a:lnTo>
                  <a:pt x="135" y="450"/>
                </a:lnTo>
                <a:cubicBezTo>
                  <a:pt x="164" y="480"/>
                  <a:pt x="200" y="502"/>
                  <a:pt x="239" y="515"/>
                </a:cubicBezTo>
                <a:lnTo>
                  <a:pt x="239" y="515"/>
                </a:lnTo>
                <a:lnTo>
                  <a:pt x="239" y="515"/>
                </a:lnTo>
                <a:cubicBezTo>
                  <a:pt x="370" y="557"/>
                  <a:pt x="510" y="486"/>
                  <a:pt x="552" y="355"/>
                </a:cubicBezTo>
                <a:lnTo>
                  <a:pt x="552" y="355"/>
                </a:lnTo>
                <a:cubicBezTo>
                  <a:pt x="573" y="292"/>
                  <a:pt x="567" y="225"/>
                  <a:pt x="537" y="1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79">
            <a:extLst>
              <a:ext uri="{FF2B5EF4-FFF2-40B4-BE49-F238E27FC236}">
                <a16:creationId xmlns:a16="http://schemas.microsoft.com/office/drawing/2014/main" id="{D5374FDA-673D-4547-AE5D-9B0EA8A37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922" y="9648468"/>
            <a:ext cx="1257906" cy="1257909"/>
          </a:xfrm>
          <a:custGeom>
            <a:avLst/>
            <a:gdLst>
              <a:gd name="T0" fmla="*/ 909 w 1009"/>
              <a:gd name="T1" fmla="*/ 326 h 1009"/>
              <a:gd name="T2" fmla="*/ 909 w 1009"/>
              <a:gd name="T3" fmla="*/ 326 h 1009"/>
              <a:gd name="T4" fmla="*/ 682 w 1009"/>
              <a:gd name="T5" fmla="*/ 910 h 1009"/>
              <a:gd name="T6" fmla="*/ 682 w 1009"/>
              <a:gd name="T7" fmla="*/ 910 h 1009"/>
              <a:gd name="T8" fmla="*/ 98 w 1009"/>
              <a:gd name="T9" fmla="*/ 682 h 1009"/>
              <a:gd name="T10" fmla="*/ 98 w 1009"/>
              <a:gd name="T11" fmla="*/ 682 h 1009"/>
              <a:gd name="T12" fmla="*/ 326 w 1009"/>
              <a:gd name="T13" fmla="*/ 99 h 1009"/>
              <a:gd name="T14" fmla="*/ 326 w 1009"/>
              <a:gd name="T15" fmla="*/ 99 h 1009"/>
              <a:gd name="T16" fmla="*/ 909 w 1009"/>
              <a:gd name="T17" fmla="*/ 326 h 10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09" h="1009">
                <a:moveTo>
                  <a:pt x="909" y="326"/>
                </a:moveTo>
                <a:lnTo>
                  <a:pt x="909" y="326"/>
                </a:lnTo>
                <a:cubicBezTo>
                  <a:pt x="1008" y="550"/>
                  <a:pt x="906" y="812"/>
                  <a:pt x="682" y="910"/>
                </a:cubicBezTo>
                <a:lnTo>
                  <a:pt x="682" y="910"/>
                </a:lnTo>
                <a:cubicBezTo>
                  <a:pt x="458" y="1008"/>
                  <a:pt x="197" y="906"/>
                  <a:pt x="98" y="682"/>
                </a:cubicBezTo>
                <a:lnTo>
                  <a:pt x="98" y="682"/>
                </a:lnTo>
                <a:cubicBezTo>
                  <a:pt x="0" y="458"/>
                  <a:pt x="102" y="197"/>
                  <a:pt x="326" y="99"/>
                </a:cubicBezTo>
                <a:lnTo>
                  <a:pt x="326" y="99"/>
                </a:lnTo>
                <a:cubicBezTo>
                  <a:pt x="550" y="0"/>
                  <a:pt x="811" y="102"/>
                  <a:pt x="909" y="326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80">
            <a:extLst>
              <a:ext uri="{FF2B5EF4-FFF2-40B4-BE49-F238E27FC236}">
                <a16:creationId xmlns:a16="http://schemas.microsoft.com/office/drawing/2014/main" id="{EF92508E-F5DB-4348-A51F-6C6BC52A8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996" y="10016504"/>
            <a:ext cx="587758" cy="521838"/>
          </a:xfrm>
          <a:custGeom>
            <a:avLst/>
            <a:gdLst>
              <a:gd name="T0" fmla="*/ 206 w 474"/>
              <a:gd name="T1" fmla="*/ 181 h 420"/>
              <a:gd name="T2" fmla="*/ 282 w 474"/>
              <a:gd name="T3" fmla="*/ 189 h 420"/>
              <a:gd name="T4" fmla="*/ 237 w 474"/>
              <a:gd name="T5" fmla="*/ 251 h 420"/>
              <a:gd name="T6" fmla="*/ 206 w 474"/>
              <a:gd name="T7" fmla="*/ 181 h 420"/>
              <a:gd name="T8" fmla="*/ 153 w 474"/>
              <a:gd name="T9" fmla="*/ 142 h 420"/>
              <a:gd name="T10" fmla="*/ 230 w 474"/>
              <a:gd name="T11" fmla="*/ 316 h 420"/>
              <a:gd name="T12" fmla="*/ 247 w 474"/>
              <a:gd name="T13" fmla="*/ 293 h 420"/>
              <a:gd name="T14" fmla="*/ 326 w 474"/>
              <a:gd name="T15" fmla="*/ 186 h 420"/>
              <a:gd name="T16" fmla="*/ 343 w 474"/>
              <a:gd name="T17" fmla="*/ 162 h 420"/>
              <a:gd name="T18" fmla="*/ 314 w 474"/>
              <a:gd name="T19" fmla="*/ 160 h 420"/>
              <a:gd name="T20" fmla="*/ 182 w 474"/>
              <a:gd name="T21" fmla="*/ 145 h 420"/>
              <a:gd name="T22" fmla="*/ 153 w 474"/>
              <a:gd name="T23" fmla="*/ 142 h 420"/>
              <a:gd name="T24" fmla="*/ 184 w 474"/>
              <a:gd name="T25" fmla="*/ 88 h 420"/>
              <a:gd name="T26" fmla="*/ 184 w 474"/>
              <a:gd name="T27" fmla="*/ 88 h 420"/>
              <a:gd name="T28" fmla="*/ 322 w 474"/>
              <a:gd name="T29" fmla="*/ 39 h 420"/>
              <a:gd name="T30" fmla="*/ 322 w 474"/>
              <a:gd name="T31" fmla="*/ 39 h 420"/>
              <a:gd name="T32" fmla="*/ 358 w 474"/>
              <a:gd name="T33" fmla="*/ 52 h 420"/>
              <a:gd name="T34" fmla="*/ 358 w 474"/>
              <a:gd name="T35" fmla="*/ 52 h 420"/>
              <a:gd name="T36" fmla="*/ 404 w 474"/>
              <a:gd name="T37" fmla="*/ 136 h 420"/>
              <a:gd name="T38" fmla="*/ 404 w 474"/>
              <a:gd name="T39" fmla="*/ 136 h 420"/>
              <a:gd name="T40" fmla="*/ 434 w 474"/>
              <a:gd name="T41" fmla="*/ 227 h 420"/>
              <a:gd name="T42" fmla="*/ 434 w 474"/>
              <a:gd name="T43" fmla="*/ 227 h 420"/>
              <a:gd name="T44" fmla="*/ 420 w 474"/>
              <a:gd name="T45" fmla="*/ 262 h 420"/>
              <a:gd name="T46" fmla="*/ 420 w 474"/>
              <a:gd name="T47" fmla="*/ 262 h 420"/>
              <a:gd name="T48" fmla="*/ 290 w 474"/>
              <a:gd name="T49" fmla="*/ 331 h 420"/>
              <a:gd name="T50" fmla="*/ 290 w 474"/>
              <a:gd name="T51" fmla="*/ 331 h 420"/>
              <a:gd name="T52" fmla="*/ 151 w 474"/>
              <a:gd name="T53" fmla="*/ 380 h 420"/>
              <a:gd name="T54" fmla="*/ 151 w 474"/>
              <a:gd name="T55" fmla="*/ 380 h 420"/>
              <a:gd name="T56" fmla="*/ 116 w 474"/>
              <a:gd name="T57" fmla="*/ 367 h 420"/>
              <a:gd name="T58" fmla="*/ 116 w 474"/>
              <a:gd name="T59" fmla="*/ 367 h 420"/>
              <a:gd name="T60" fmla="*/ 70 w 474"/>
              <a:gd name="T61" fmla="*/ 282 h 420"/>
              <a:gd name="T62" fmla="*/ 70 w 474"/>
              <a:gd name="T63" fmla="*/ 282 h 420"/>
              <a:gd name="T64" fmla="*/ 39 w 474"/>
              <a:gd name="T65" fmla="*/ 192 h 420"/>
              <a:gd name="T66" fmla="*/ 39 w 474"/>
              <a:gd name="T67" fmla="*/ 192 h 420"/>
              <a:gd name="T68" fmla="*/ 53 w 474"/>
              <a:gd name="T69" fmla="*/ 156 h 420"/>
              <a:gd name="T70" fmla="*/ 53 w 474"/>
              <a:gd name="T71" fmla="*/ 156 h 420"/>
              <a:gd name="T72" fmla="*/ 184 w 474"/>
              <a:gd name="T73" fmla="*/ 88 h 420"/>
              <a:gd name="T74" fmla="*/ 170 w 474"/>
              <a:gd name="T75" fmla="*/ 57 h 420"/>
              <a:gd name="T76" fmla="*/ 170 w 474"/>
              <a:gd name="T77" fmla="*/ 57 h 420"/>
              <a:gd name="T78" fmla="*/ 36 w 474"/>
              <a:gd name="T79" fmla="*/ 129 h 420"/>
              <a:gd name="T80" fmla="*/ 36 w 474"/>
              <a:gd name="T81" fmla="*/ 129 h 420"/>
              <a:gd name="T82" fmla="*/ 7 w 474"/>
              <a:gd name="T83" fmla="*/ 199 h 420"/>
              <a:gd name="T84" fmla="*/ 7 w 474"/>
              <a:gd name="T85" fmla="*/ 199 h 420"/>
              <a:gd name="T86" fmla="*/ 39 w 474"/>
              <a:gd name="T87" fmla="*/ 296 h 420"/>
              <a:gd name="T88" fmla="*/ 39 w 474"/>
              <a:gd name="T89" fmla="*/ 296 h 420"/>
              <a:gd name="T90" fmla="*/ 88 w 474"/>
              <a:gd name="T91" fmla="*/ 385 h 420"/>
              <a:gd name="T92" fmla="*/ 88 w 474"/>
              <a:gd name="T93" fmla="*/ 385 h 420"/>
              <a:gd name="T94" fmla="*/ 160 w 474"/>
              <a:gd name="T95" fmla="*/ 411 h 420"/>
              <a:gd name="T96" fmla="*/ 160 w 474"/>
              <a:gd name="T97" fmla="*/ 411 h 420"/>
              <a:gd name="T98" fmla="*/ 303 w 474"/>
              <a:gd name="T99" fmla="*/ 361 h 420"/>
              <a:gd name="T100" fmla="*/ 303 w 474"/>
              <a:gd name="T101" fmla="*/ 361 h 420"/>
              <a:gd name="T102" fmla="*/ 437 w 474"/>
              <a:gd name="T103" fmla="*/ 290 h 420"/>
              <a:gd name="T104" fmla="*/ 437 w 474"/>
              <a:gd name="T105" fmla="*/ 290 h 420"/>
              <a:gd name="T106" fmla="*/ 467 w 474"/>
              <a:gd name="T107" fmla="*/ 219 h 420"/>
              <a:gd name="T108" fmla="*/ 467 w 474"/>
              <a:gd name="T109" fmla="*/ 219 h 420"/>
              <a:gd name="T110" fmla="*/ 434 w 474"/>
              <a:gd name="T111" fmla="*/ 123 h 420"/>
              <a:gd name="T112" fmla="*/ 434 w 474"/>
              <a:gd name="T113" fmla="*/ 123 h 420"/>
              <a:gd name="T114" fmla="*/ 385 w 474"/>
              <a:gd name="T115" fmla="*/ 33 h 420"/>
              <a:gd name="T116" fmla="*/ 385 w 474"/>
              <a:gd name="T117" fmla="*/ 33 h 420"/>
              <a:gd name="T118" fmla="*/ 313 w 474"/>
              <a:gd name="T119" fmla="*/ 7 h 420"/>
              <a:gd name="T120" fmla="*/ 313 w 474"/>
              <a:gd name="T121" fmla="*/ 7 h 420"/>
              <a:gd name="T122" fmla="*/ 170 w 474"/>
              <a:gd name="T123" fmla="*/ 57 h 420"/>
              <a:gd name="T124" fmla="*/ 184 w 474"/>
              <a:gd name="T125" fmla="*/ 88 h 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74" h="420">
                <a:moveTo>
                  <a:pt x="206" y="181"/>
                </a:moveTo>
                <a:lnTo>
                  <a:pt x="282" y="189"/>
                </a:lnTo>
                <a:lnTo>
                  <a:pt x="237" y="251"/>
                </a:lnTo>
                <a:lnTo>
                  <a:pt x="206" y="181"/>
                </a:lnTo>
                <a:close/>
                <a:moveTo>
                  <a:pt x="153" y="142"/>
                </a:moveTo>
                <a:lnTo>
                  <a:pt x="230" y="316"/>
                </a:lnTo>
                <a:lnTo>
                  <a:pt x="247" y="293"/>
                </a:lnTo>
                <a:lnTo>
                  <a:pt x="326" y="186"/>
                </a:lnTo>
                <a:lnTo>
                  <a:pt x="343" y="162"/>
                </a:lnTo>
                <a:lnTo>
                  <a:pt x="314" y="160"/>
                </a:lnTo>
                <a:lnTo>
                  <a:pt x="182" y="145"/>
                </a:lnTo>
                <a:lnTo>
                  <a:pt x="153" y="142"/>
                </a:lnTo>
                <a:close/>
                <a:moveTo>
                  <a:pt x="184" y="88"/>
                </a:moveTo>
                <a:lnTo>
                  <a:pt x="184" y="88"/>
                </a:lnTo>
                <a:cubicBezTo>
                  <a:pt x="238" y="63"/>
                  <a:pt x="290" y="47"/>
                  <a:pt x="322" y="39"/>
                </a:cubicBezTo>
                <a:lnTo>
                  <a:pt x="322" y="39"/>
                </a:lnTo>
                <a:cubicBezTo>
                  <a:pt x="336" y="35"/>
                  <a:pt x="350" y="40"/>
                  <a:pt x="358" y="52"/>
                </a:cubicBezTo>
                <a:lnTo>
                  <a:pt x="358" y="52"/>
                </a:lnTo>
                <a:cubicBezTo>
                  <a:pt x="370" y="70"/>
                  <a:pt x="387" y="98"/>
                  <a:pt x="404" y="136"/>
                </a:cubicBezTo>
                <a:lnTo>
                  <a:pt x="404" y="136"/>
                </a:lnTo>
                <a:cubicBezTo>
                  <a:pt x="420" y="173"/>
                  <a:pt x="429" y="205"/>
                  <a:pt x="434" y="227"/>
                </a:cubicBezTo>
                <a:lnTo>
                  <a:pt x="434" y="227"/>
                </a:lnTo>
                <a:cubicBezTo>
                  <a:pt x="438" y="240"/>
                  <a:pt x="432" y="254"/>
                  <a:pt x="420" y="262"/>
                </a:cubicBezTo>
                <a:lnTo>
                  <a:pt x="420" y="262"/>
                </a:lnTo>
                <a:cubicBezTo>
                  <a:pt x="392" y="279"/>
                  <a:pt x="345" y="307"/>
                  <a:pt x="290" y="331"/>
                </a:cubicBezTo>
                <a:lnTo>
                  <a:pt x="290" y="331"/>
                </a:lnTo>
                <a:cubicBezTo>
                  <a:pt x="236" y="355"/>
                  <a:pt x="183" y="371"/>
                  <a:pt x="151" y="380"/>
                </a:cubicBezTo>
                <a:lnTo>
                  <a:pt x="151" y="380"/>
                </a:lnTo>
                <a:cubicBezTo>
                  <a:pt x="138" y="383"/>
                  <a:pt x="123" y="378"/>
                  <a:pt x="116" y="367"/>
                </a:cubicBezTo>
                <a:lnTo>
                  <a:pt x="116" y="367"/>
                </a:lnTo>
                <a:cubicBezTo>
                  <a:pt x="104" y="348"/>
                  <a:pt x="86" y="320"/>
                  <a:pt x="70" y="282"/>
                </a:cubicBezTo>
                <a:lnTo>
                  <a:pt x="70" y="282"/>
                </a:lnTo>
                <a:cubicBezTo>
                  <a:pt x="53" y="245"/>
                  <a:pt x="44" y="213"/>
                  <a:pt x="39" y="192"/>
                </a:cubicBezTo>
                <a:lnTo>
                  <a:pt x="39" y="192"/>
                </a:lnTo>
                <a:cubicBezTo>
                  <a:pt x="36" y="178"/>
                  <a:pt x="42" y="164"/>
                  <a:pt x="53" y="156"/>
                </a:cubicBezTo>
                <a:lnTo>
                  <a:pt x="53" y="156"/>
                </a:lnTo>
                <a:cubicBezTo>
                  <a:pt x="81" y="139"/>
                  <a:pt x="128" y="112"/>
                  <a:pt x="184" y="88"/>
                </a:cubicBezTo>
                <a:lnTo>
                  <a:pt x="170" y="57"/>
                </a:lnTo>
                <a:lnTo>
                  <a:pt x="170" y="57"/>
                </a:lnTo>
                <a:cubicBezTo>
                  <a:pt x="113" y="82"/>
                  <a:pt x="65" y="110"/>
                  <a:pt x="36" y="129"/>
                </a:cubicBezTo>
                <a:lnTo>
                  <a:pt x="36" y="129"/>
                </a:lnTo>
                <a:cubicBezTo>
                  <a:pt x="12" y="144"/>
                  <a:pt x="0" y="172"/>
                  <a:pt x="7" y="199"/>
                </a:cubicBezTo>
                <a:lnTo>
                  <a:pt x="7" y="199"/>
                </a:lnTo>
                <a:cubicBezTo>
                  <a:pt x="12" y="223"/>
                  <a:pt x="22" y="256"/>
                  <a:pt x="39" y="296"/>
                </a:cubicBezTo>
                <a:lnTo>
                  <a:pt x="39" y="296"/>
                </a:lnTo>
                <a:cubicBezTo>
                  <a:pt x="57" y="335"/>
                  <a:pt x="75" y="366"/>
                  <a:pt x="88" y="385"/>
                </a:cubicBezTo>
                <a:lnTo>
                  <a:pt x="88" y="385"/>
                </a:lnTo>
                <a:cubicBezTo>
                  <a:pt x="104" y="408"/>
                  <a:pt x="133" y="419"/>
                  <a:pt x="160" y="411"/>
                </a:cubicBezTo>
                <a:lnTo>
                  <a:pt x="160" y="411"/>
                </a:lnTo>
                <a:cubicBezTo>
                  <a:pt x="193" y="402"/>
                  <a:pt x="247" y="386"/>
                  <a:pt x="303" y="361"/>
                </a:cubicBezTo>
                <a:lnTo>
                  <a:pt x="303" y="361"/>
                </a:lnTo>
                <a:cubicBezTo>
                  <a:pt x="360" y="336"/>
                  <a:pt x="409" y="308"/>
                  <a:pt x="437" y="290"/>
                </a:cubicBezTo>
                <a:lnTo>
                  <a:pt x="437" y="290"/>
                </a:lnTo>
                <a:cubicBezTo>
                  <a:pt x="461" y="275"/>
                  <a:pt x="473" y="247"/>
                  <a:pt x="467" y="219"/>
                </a:cubicBezTo>
                <a:lnTo>
                  <a:pt x="467" y="219"/>
                </a:lnTo>
                <a:cubicBezTo>
                  <a:pt x="461" y="195"/>
                  <a:pt x="451" y="162"/>
                  <a:pt x="434" y="123"/>
                </a:cubicBezTo>
                <a:lnTo>
                  <a:pt x="434" y="123"/>
                </a:lnTo>
                <a:cubicBezTo>
                  <a:pt x="416" y="83"/>
                  <a:pt x="399" y="53"/>
                  <a:pt x="385" y="33"/>
                </a:cubicBezTo>
                <a:lnTo>
                  <a:pt x="385" y="33"/>
                </a:lnTo>
                <a:cubicBezTo>
                  <a:pt x="369" y="10"/>
                  <a:pt x="340" y="0"/>
                  <a:pt x="313" y="7"/>
                </a:cubicBezTo>
                <a:lnTo>
                  <a:pt x="313" y="7"/>
                </a:lnTo>
                <a:cubicBezTo>
                  <a:pt x="280" y="16"/>
                  <a:pt x="228" y="32"/>
                  <a:pt x="170" y="57"/>
                </a:cubicBezTo>
                <a:lnTo>
                  <a:pt x="184" y="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81">
            <a:extLst>
              <a:ext uri="{FF2B5EF4-FFF2-40B4-BE49-F238E27FC236}">
                <a16:creationId xmlns:a16="http://schemas.microsoft.com/office/drawing/2014/main" id="{318CE8CE-CEA8-8C49-8862-2C20B5183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077" y="9703402"/>
            <a:ext cx="1576502" cy="1576506"/>
          </a:xfrm>
          <a:custGeom>
            <a:avLst/>
            <a:gdLst>
              <a:gd name="T0" fmla="*/ 1265 w 1266"/>
              <a:gd name="T1" fmla="*/ 633 h 1266"/>
              <a:gd name="T2" fmla="*/ 1265 w 1266"/>
              <a:gd name="T3" fmla="*/ 633 h 1266"/>
              <a:gd name="T4" fmla="*/ 632 w 1266"/>
              <a:gd name="T5" fmla="*/ 1265 h 1266"/>
              <a:gd name="T6" fmla="*/ 632 w 1266"/>
              <a:gd name="T7" fmla="*/ 1265 h 1266"/>
              <a:gd name="T8" fmla="*/ 0 w 1266"/>
              <a:gd name="T9" fmla="*/ 633 h 1266"/>
              <a:gd name="T10" fmla="*/ 0 w 1266"/>
              <a:gd name="T11" fmla="*/ 633 h 1266"/>
              <a:gd name="T12" fmla="*/ 632 w 1266"/>
              <a:gd name="T13" fmla="*/ 0 h 1266"/>
              <a:gd name="T14" fmla="*/ 632 w 1266"/>
              <a:gd name="T15" fmla="*/ 0 h 1266"/>
              <a:gd name="T16" fmla="*/ 1265 w 1266"/>
              <a:gd name="T17" fmla="*/ 633 h 1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6" h="1266">
                <a:moveTo>
                  <a:pt x="1265" y="633"/>
                </a:moveTo>
                <a:lnTo>
                  <a:pt x="1265" y="633"/>
                </a:lnTo>
                <a:cubicBezTo>
                  <a:pt x="1265" y="982"/>
                  <a:pt x="981" y="1265"/>
                  <a:pt x="632" y="1265"/>
                </a:cubicBezTo>
                <a:lnTo>
                  <a:pt x="632" y="1265"/>
                </a:lnTo>
                <a:cubicBezTo>
                  <a:pt x="283" y="1265"/>
                  <a:pt x="0" y="982"/>
                  <a:pt x="0" y="633"/>
                </a:cubicBezTo>
                <a:lnTo>
                  <a:pt x="0" y="633"/>
                </a:lnTo>
                <a:cubicBezTo>
                  <a:pt x="0" y="284"/>
                  <a:pt x="283" y="0"/>
                  <a:pt x="632" y="0"/>
                </a:cubicBezTo>
                <a:lnTo>
                  <a:pt x="632" y="0"/>
                </a:lnTo>
                <a:cubicBezTo>
                  <a:pt x="981" y="0"/>
                  <a:pt x="1265" y="284"/>
                  <a:pt x="1265" y="633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82">
            <a:extLst>
              <a:ext uri="{FF2B5EF4-FFF2-40B4-BE49-F238E27FC236}">
                <a16:creationId xmlns:a16="http://schemas.microsoft.com/office/drawing/2014/main" id="{C06EEA70-A976-C34C-AECC-1B9325822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2817" y="10170312"/>
            <a:ext cx="379022" cy="648179"/>
          </a:xfrm>
          <a:custGeom>
            <a:avLst/>
            <a:gdLst>
              <a:gd name="T0" fmla="*/ 86 w 305"/>
              <a:gd name="T1" fmla="*/ 0 h 522"/>
              <a:gd name="T2" fmla="*/ 86 w 305"/>
              <a:gd name="T3" fmla="*/ 0 h 522"/>
              <a:gd name="T4" fmla="*/ 0 w 305"/>
              <a:gd name="T5" fmla="*/ 131 h 522"/>
              <a:gd name="T6" fmla="*/ 0 w 305"/>
              <a:gd name="T7" fmla="*/ 218 h 522"/>
              <a:gd name="T8" fmla="*/ 43 w 305"/>
              <a:gd name="T9" fmla="*/ 218 h 522"/>
              <a:gd name="T10" fmla="*/ 43 w 305"/>
              <a:gd name="T11" fmla="*/ 363 h 522"/>
              <a:gd name="T12" fmla="*/ 43 w 305"/>
              <a:gd name="T13" fmla="*/ 363 h 522"/>
              <a:gd name="T14" fmla="*/ 201 w 305"/>
              <a:gd name="T15" fmla="*/ 521 h 522"/>
              <a:gd name="T16" fmla="*/ 201 w 305"/>
              <a:gd name="T17" fmla="*/ 521 h 522"/>
              <a:gd name="T18" fmla="*/ 258 w 305"/>
              <a:gd name="T19" fmla="*/ 512 h 522"/>
              <a:gd name="T20" fmla="*/ 258 w 305"/>
              <a:gd name="T21" fmla="*/ 512 h 522"/>
              <a:gd name="T22" fmla="*/ 304 w 305"/>
              <a:gd name="T23" fmla="*/ 482 h 522"/>
              <a:gd name="T24" fmla="*/ 272 w 305"/>
              <a:gd name="T25" fmla="*/ 391 h 522"/>
              <a:gd name="T26" fmla="*/ 235 w 305"/>
              <a:gd name="T27" fmla="*/ 406 h 522"/>
              <a:gd name="T28" fmla="*/ 235 w 305"/>
              <a:gd name="T29" fmla="*/ 406 h 522"/>
              <a:gd name="T30" fmla="*/ 173 w 305"/>
              <a:gd name="T31" fmla="*/ 366 h 522"/>
              <a:gd name="T32" fmla="*/ 173 w 305"/>
              <a:gd name="T33" fmla="*/ 218 h 522"/>
              <a:gd name="T34" fmla="*/ 259 w 305"/>
              <a:gd name="T35" fmla="*/ 218 h 522"/>
              <a:gd name="T36" fmla="*/ 259 w 305"/>
              <a:gd name="T37" fmla="*/ 131 h 522"/>
              <a:gd name="T38" fmla="*/ 173 w 305"/>
              <a:gd name="T39" fmla="*/ 131 h 522"/>
              <a:gd name="T40" fmla="*/ 173 w 305"/>
              <a:gd name="T41" fmla="*/ 0 h 522"/>
              <a:gd name="T42" fmla="*/ 86 w 305"/>
              <a:gd name="T43" fmla="*/ 0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05" h="522">
                <a:moveTo>
                  <a:pt x="86" y="0"/>
                </a:moveTo>
                <a:lnTo>
                  <a:pt x="86" y="0"/>
                </a:lnTo>
                <a:cubicBezTo>
                  <a:pt x="86" y="72"/>
                  <a:pt x="47" y="131"/>
                  <a:pt x="0" y="131"/>
                </a:cubicBezTo>
                <a:lnTo>
                  <a:pt x="0" y="218"/>
                </a:lnTo>
                <a:lnTo>
                  <a:pt x="43" y="218"/>
                </a:lnTo>
                <a:lnTo>
                  <a:pt x="43" y="363"/>
                </a:lnTo>
                <a:lnTo>
                  <a:pt x="43" y="363"/>
                </a:lnTo>
                <a:cubicBezTo>
                  <a:pt x="43" y="450"/>
                  <a:pt x="113" y="521"/>
                  <a:pt x="201" y="521"/>
                </a:cubicBezTo>
                <a:lnTo>
                  <a:pt x="201" y="521"/>
                </a:lnTo>
                <a:cubicBezTo>
                  <a:pt x="212" y="521"/>
                  <a:pt x="234" y="521"/>
                  <a:pt x="258" y="512"/>
                </a:cubicBezTo>
                <a:lnTo>
                  <a:pt x="258" y="512"/>
                </a:lnTo>
                <a:cubicBezTo>
                  <a:pt x="280" y="502"/>
                  <a:pt x="295" y="490"/>
                  <a:pt x="304" y="482"/>
                </a:cubicBezTo>
                <a:lnTo>
                  <a:pt x="272" y="391"/>
                </a:lnTo>
                <a:lnTo>
                  <a:pt x="235" y="406"/>
                </a:lnTo>
                <a:lnTo>
                  <a:pt x="235" y="406"/>
                </a:lnTo>
                <a:cubicBezTo>
                  <a:pt x="206" y="420"/>
                  <a:pt x="173" y="398"/>
                  <a:pt x="173" y="366"/>
                </a:cubicBezTo>
                <a:lnTo>
                  <a:pt x="173" y="218"/>
                </a:lnTo>
                <a:lnTo>
                  <a:pt x="259" y="218"/>
                </a:lnTo>
                <a:lnTo>
                  <a:pt x="259" y="131"/>
                </a:lnTo>
                <a:lnTo>
                  <a:pt x="173" y="131"/>
                </a:lnTo>
                <a:lnTo>
                  <a:pt x="173" y="0"/>
                </a:lnTo>
                <a:lnTo>
                  <a:pt x="86" y="0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83">
            <a:extLst>
              <a:ext uri="{FF2B5EF4-FFF2-40B4-BE49-F238E27FC236}">
                <a16:creationId xmlns:a16="http://schemas.microsoft.com/office/drawing/2014/main" id="{4295D391-32CA-1B49-AC21-A6F38A5A5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6858" y="11389765"/>
            <a:ext cx="1005226" cy="1005226"/>
          </a:xfrm>
          <a:custGeom>
            <a:avLst/>
            <a:gdLst>
              <a:gd name="T0" fmla="*/ 755 w 806"/>
              <a:gd name="T1" fmla="*/ 312 h 807"/>
              <a:gd name="T2" fmla="*/ 755 w 806"/>
              <a:gd name="T3" fmla="*/ 312 h 807"/>
              <a:gd name="T4" fmla="*/ 494 w 806"/>
              <a:gd name="T5" fmla="*/ 756 h 807"/>
              <a:gd name="T6" fmla="*/ 494 w 806"/>
              <a:gd name="T7" fmla="*/ 756 h 807"/>
              <a:gd name="T8" fmla="*/ 50 w 806"/>
              <a:gd name="T9" fmla="*/ 494 h 807"/>
              <a:gd name="T10" fmla="*/ 50 w 806"/>
              <a:gd name="T11" fmla="*/ 494 h 807"/>
              <a:gd name="T12" fmla="*/ 311 w 806"/>
              <a:gd name="T13" fmla="*/ 50 h 807"/>
              <a:gd name="T14" fmla="*/ 311 w 806"/>
              <a:gd name="T15" fmla="*/ 50 h 807"/>
              <a:gd name="T16" fmla="*/ 755 w 806"/>
              <a:gd name="T17" fmla="*/ 312 h 8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6" h="807">
                <a:moveTo>
                  <a:pt x="755" y="312"/>
                </a:moveTo>
                <a:lnTo>
                  <a:pt x="755" y="312"/>
                </a:lnTo>
                <a:cubicBezTo>
                  <a:pt x="805" y="507"/>
                  <a:pt x="688" y="706"/>
                  <a:pt x="494" y="756"/>
                </a:cubicBezTo>
                <a:lnTo>
                  <a:pt x="494" y="756"/>
                </a:lnTo>
                <a:cubicBezTo>
                  <a:pt x="299" y="806"/>
                  <a:pt x="100" y="689"/>
                  <a:pt x="50" y="494"/>
                </a:cubicBezTo>
                <a:lnTo>
                  <a:pt x="50" y="494"/>
                </a:lnTo>
                <a:cubicBezTo>
                  <a:pt x="0" y="299"/>
                  <a:pt x="117" y="100"/>
                  <a:pt x="311" y="50"/>
                </a:cubicBezTo>
                <a:lnTo>
                  <a:pt x="311" y="50"/>
                </a:lnTo>
                <a:cubicBezTo>
                  <a:pt x="506" y="0"/>
                  <a:pt x="705" y="117"/>
                  <a:pt x="755" y="312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84">
            <a:extLst>
              <a:ext uri="{FF2B5EF4-FFF2-40B4-BE49-F238E27FC236}">
                <a16:creationId xmlns:a16="http://schemas.microsoft.com/office/drawing/2014/main" id="{319DD76A-A2B4-254F-9085-431FECD4C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4469" y="11664418"/>
            <a:ext cx="351555" cy="455921"/>
          </a:xfrm>
          <a:custGeom>
            <a:avLst/>
            <a:gdLst>
              <a:gd name="T0" fmla="*/ 122 w 283"/>
              <a:gd name="T1" fmla="*/ 16 h 367"/>
              <a:gd name="T2" fmla="*/ 122 w 283"/>
              <a:gd name="T3" fmla="*/ 16 h 367"/>
              <a:gd name="T4" fmla="*/ 18 w 283"/>
              <a:gd name="T5" fmla="*/ 167 h 367"/>
              <a:gd name="T6" fmla="*/ 18 w 283"/>
              <a:gd name="T7" fmla="*/ 167 h 367"/>
              <a:gd name="T8" fmla="*/ 79 w 283"/>
              <a:gd name="T9" fmla="*/ 229 h 367"/>
              <a:gd name="T10" fmla="*/ 79 w 283"/>
              <a:gd name="T11" fmla="*/ 229 h 367"/>
              <a:gd name="T12" fmla="*/ 83 w 283"/>
              <a:gd name="T13" fmla="*/ 203 h 367"/>
              <a:gd name="T14" fmla="*/ 83 w 283"/>
              <a:gd name="T15" fmla="*/ 203 h 367"/>
              <a:gd name="T16" fmla="*/ 56 w 283"/>
              <a:gd name="T17" fmla="*/ 163 h 367"/>
              <a:gd name="T18" fmla="*/ 56 w 283"/>
              <a:gd name="T19" fmla="*/ 163 h 367"/>
              <a:gd name="T20" fmla="*/ 125 w 283"/>
              <a:gd name="T21" fmla="*/ 49 h 367"/>
              <a:gd name="T22" fmla="*/ 125 w 283"/>
              <a:gd name="T23" fmla="*/ 49 h 367"/>
              <a:gd name="T24" fmla="*/ 221 w 283"/>
              <a:gd name="T25" fmla="*/ 101 h 367"/>
              <a:gd name="T26" fmla="*/ 221 w 283"/>
              <a:gd name="T27" fmla="*/ 101 h 367"/>
              <a:gd name="T28" fmla="*/ 187 w 283"/>
              <a:gd name="T29" fmla="*/ 216 h 367"/>
              <a:gd name="T30" fmla="*/ 187 w 283"/>
              <a:gd name="T31" fmla="*/ 216 h 367"/>
              <a:gd name="T32" fmla="*/ 150 w 283"/>
              <a:gd name="T33" fmla="*/ 195 h 367"/>
              <a:gd name="T34" fmla="*/ 150 w 283"/>
              <a:gd name="T35" fmla="*/ 195 h 367"/>
              <a:gd name="T36" fmla="*/ 147 w 283"/>
              <a:gd name="T37" fmla="*/ 117 h 367"/>
              <a:gd name="T38" fmla="*/ 147 w 283"/>
              <a:gd name="T39" fmla="*/ 117 h 367"/>
              <a:gd name="T40" fmla="*/ 91 w 283"/>
              <a:gd name="T41" fmla="*/ 149 h 367"/>
              <a:gd name="T42" fmla="*/ 91 w 283"/>
              <a:gd name="T43" fmla="*/ 149 h 367"/>
              <a:gd name="T44" fmla="*/ 106 w 283"/>
              <a:gd name="T45" fmla="*/ 181 h 367"/>
              <a:gd name="T46" fmla="*/ 106 w 283"/>
              <a:gd name="T47" fmla="*/ 181 h 367"/>
              <a:gd name="T48" fmla="*/ 116 w 283"/>
              <a:gd name="T49" fmla="*/ 328 h 367"/>
              <a:gd name="T50" fmla="*/ 116 w 283"/>
              <a:gd name="T51" fmla="*/ 328 h 367"/>
              <a:gd name="T52" fmla="*/ 129 w 283"/>
              <a:gd name="T53" fmla="*/ 364 h 367"/>
              <a:gd name="T54" fmla="*/ 129 w 283"/>
              <a:gd name="T55" fmla="*/ 364 h 367"/>
              <a:gd name="T56" fmla="*/ 133 w 283"/>
              <a:gd name="T57" fmla="*/ 364 h 367"/>
              <a:gd name="T58" fmla="*/ 133 w 283"/>
              <a:gd name="T59" fmla="*/ 364 h 367"/>
              <a:gd name="T60" fmla="*/ 148 w 283"/>
              <a:gd name="T61" fmla="*/ 236 h 367"/>
              <a:gd name="T62" fmla="*/ 148 w 283"/>
              <a:gd name="T63" fmla="*/ 236 h 367"/>
              <a:gd name="T64" fmla="*/ 199 w 283"/>
              <a:gd name="T65" fmla="*/ 247 h 367"/>
              <a:gd name="T66" fmla="*/ 199 w 283"/>
              <a:gd name="T67" fmla="*/ 247 h 367"/>
              <a:gd name="T68" fmla="*/ 267 w 283"/>
              <a:gd name="T69" fmla="*/ 93 h 367"/>
              <a:gd name="T70" fmla="*/ 267 w 283"/>
              <a:gd name="T71" fmla="*/ 93 h 367"/>
              <a:gd name="T72" fmla="*/ 122 w 283"/>
              <a:gd name="T73" fmla="*/ 16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83" h="367">
                <a:moveTo>
                  <a:pt x="122" y="16"/>
                </a:moveTo>
                <a:lnTo>
                  <a:pt x="122" y="16"/>
                </a:lnTo>
                <a:cubicBezTo>
                  <a:pt x="54" y="33"/>
                  <a:pt x="0" y="95"/>
                  <a:pt x="18" y="167"/>
                </a:cubicBezTo>
                <a:lnTo>
                  <a:pt x="18" y="167"/>
                </a:lnTo>
                <a:cubicBezTo>
                  <a:pt x="30" y="213"/>
                  <a:pt x="63" y="233"/>
                  <a:pt x="79" y="229"/>
                </a:cubicBezTo>
                <a:lnTo>
                  <a:pt x="79" y="229"/>
                </a:lnTo>
                <a:cubicBezTo>
                  <a:pt x="85" y="227"/>
                  <a:pt x="84" y="208"/>
                  <a:pt x="83" y="203"/>
                </a:cubicBezTo>
                <a:lnTo>
                  <a:pt x="83" y="203"/>
                </a:lnTo>
                <a:cubicBezTo>
                  <a:pt x="81" y="197"/>
                  <a:pt x="62" y="188"/>
                  <a:pt x="56" y="163"/>
                </a:cubicBezTo>
                <a:lnTo>
                  <a:pt x="56" y="163"/>
                </a:lnTo>
                <a:cubicBezTo>
                  <a:pt x="43" y="110"/>
                  <a:pt x="73" y="63"/>
                  <a:pt x="125" y="49"/>
                </a:cubicBezTo>
                <a:lnTo>
                  <a:pt x="125" y="49"/>
                </a:lnTo>
                <a:cubicBezTo>
                  <a:pt x="169" y="38"/>
                  <a:pt x="208" y="55"/>
                  <a:pt x="221" y="101"/>
                </a:cubicBezTo>
                <a:lnTo>
                  <a:pt x="221" y="101"/>
                </a:lnTo>
                <a:cubicBezTo>
                  <a:pt x="229" y="136"/>
                  <a:pt x="232" y="205"/>
                  <a:pt x="187" y="216"/>
                </a:cubicBezTo>
                <a:lnTo>
                  <a:pt x="187" y="216"/>
                </a:lnTo>
                <a:cubicBezTo>
                  <a:pt x="171" y="220"/>
                  <a:pt x="154" y="212"/>
                  <a:pt x="150" y="195"/>
                </a:cubicBezTo>
                <a:lnTo>
                  <a:pt x="150" y="195"/>
                </a:lnTo>
                <a:cubicBezTo>
                  <a:pt x="144" y="170"/>
                  <a:pt x="153" y="143"/>
                  <a:pt x="147" y="117"/>
                </a:cubicBezTo>
                <a:lnTo>
                  <a:pt x="147" y="117"/>
                </a:lnTo>
                <a:cubicBezTo>
                  <a:pt x="135" y="74"/>
                  <a:pt x="78" y="97"/>
                  <a:pt x="91" y="149"/>
                </a:cubicBezTo>
                <a:lnTo>
                  <a:pt x="91" y="149"/>
                </a:lnTo>
                <a:cubicBezTo>
                  <a:pt x="93" y="160"/>
                  <a:pt x="98" y="172"/>
                  <a:pt x="106" y="181"/>
                </a:cubicBezTo>
                <a:lnTo>
                  <a:pt x="106" y="181"/>
                </a:lnTo>
                <a:cubicBezTo>
                  <a:pt x="106" y="222"/>
                  <a:pt x="106" y="288"/>
                  <a:pt x="116" y="328"/>
                </a:cubicBezTo>
                <a:lnTo>
                  <a:pt x="116" y="328"/>
                </a:lnTo>
                <a:cubicBezTo>
                  <a:pt x="120" y="340"/>
                  <a:pt x="125" y="352"/>
                  <a:pt x="129" y="364"/>
                </a:cubicBezTo>
                <a:lnTo>
                  <a:pt x="129" y="364"/>
                </a:lnTo>
                <a:cubicBezTo>
                  <a:pt x="132" y="366"/>
                  <a:pt x="130" y="366"/>
                  <a:pt x="133" y="364"/>
                </a:cubicBezTo>
                <a:lnTo>
                  <a:pt x="133" y="364"/>
                </a:lnTo>
                <a:cubicBezTo>
                  <a:pt x="155" y="310"/>
                  <a:pt x="149" y="299"/>
                  <a:pt x="148" y="236"/>
                </a:cubicBezTo>
                <a:lnTo>
                  <a:pt x="148" y="236"/>
                </a:lnTo>
                <a:cubicBezTo>
                  <a:pt x="160" y="248"/>
                  <a:pt x="183" y="252"/>
                  <a:pt x="199" y="247"/>
                </a:cubicBezTo>
                <a:lnTo>
                  <a:pt x="199" y="247"/>
                </a:lnTo>
                <a:cubicBezTo>
                  <a:pt x="269" y="229"/>
                  <a:pt x="282" y="154"/>
                  <a:pt x="267" y="93"/>
                </a:cubicBezTo>
                <a:lnTo>
                  <a:pt x="267" y="93"/>
                </a:lnTo>
                <a:cubicBezTo>
                  <a:pt x="250" y="28"/>
                  <a:pt x="184" y="0"/>
                  <a:pt x="122" y="1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85">
            <a:extLst>
              <a:ext uri="{FF2B5EF4-FFF2-40B4-BE49-F238E27FC236}">
                <a16:creationId xmlns:a16="http://schemas.microsoft.com/office/drawing/2014/main" id="{9AE056F9-9065-D94F-B01A-B82E51C45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6685" y="6396588"/>
            <a:ext cx="1389739" cy="1285373"/>
          </a:xfrm>
          <a:custGeom>
            <a:avLst/>
            <a:gdLst>
              <a:gd name="T0" fmla="*/ 757 w 1116"/>
              <a:gd name="T1" fmla="*/ 23 h 1030"/>
              <a:gd name="T2" fmla="*/ 74 w 1116"/>
              <a:gd name="T3" fmla="*/ 333 h 1030"/>
              <a:gd name="T4" fmla="*/ 74 w 1116"/>
              <a:gd name="T5" fmla="*/ 333 h 1030"/>
              <a:gd name="T6" fmla="*/ 23 w 1116"/>
              <a:gd name="T7" fmla="*/ 467 h 1030"/>
              <a:gd name="T8" fmla="*/ 223 w 1116"/>
              <a:gd name="T9" fmla="*/ 907 h 1030"/>
              <a:gd name="T10" fmla="*/ 223 w 1116"/>
              <a:gd name="T11" fmla="*/ 907 h 1030"/>
              <a:gd name="T12" fmla="*/ 359 w 1116"/>
              <a:gd name="T13" fmla="*/ 958 h 1030"/>
              <a:gd name="T14" fmla="*/ 554 w 1116"/>
              <a:gd name="T15" fmla="*/ 869 h 1030"/>
              <a:gd name="T16" fmla="*/ 753 w 1116"/>
              <a:gd name="T17" fmla="*/ 1010 h 1030"/>
              <a:gd name="T18" fmla="*/ 753 w 1116"/>
              <a:gd name="T19" fmla="*/ 1010 h 1030"/>
              <a:gd name="T20" fmla="*/ 820 w 1116"/>
              <a:gd name="T21" fmla="*/ 980 h 1030"/>
              <a:gd name="T22" fmla="*/ 845 w 1116"/>
              <a:gd name="T23" fmla="*/ 737 h 1030"/>
              <a:gd name="T24" fmla="*/ 1041 w 1116"/>
              <a:gd name="T25" fmla="*/ 648 h 1030"/>
              <a:gd name="T26" fmla="*/ 1041 w 1116"/>
              <a:gd name="T27" fmla="*/ 648 h 1030"/>
              <a:gd name="T28" fmla="*/ 1092 w 1116"/>
              <a:gd name="T29" fmla="*/ 513 h 1030"/>
              <a:gd name="T30" fmla="*/ 892 w 1116"/>
              <a:gd name="T31" fmla="*/ 74 h 1030"/>
              <a:gd name="T32" fmla="*/ 892 w 1116"/>
              <a:gd name="T33" fmla="*/ 74 h 1030"/>
              <a:gd name="T34" fmla="*/ 757 w 1116"/>
              <a:gd name="T35" fmla="*/ 23 h 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16" h="1030">
                <a:moveTo>
                  <a:pt x="757" y="23"/>
                </a:moveTo>
                <a:lnTo>
                  <a:pt x="74" y="333"/>
                </a:lnTo>
                <a:lnTo>
                  <a:pt x="74" y="333"/>
                </a:lnTo>
                <a:cubicBezTo>
                  <a:pt x="23" y="356"/>
                  <a:pt x="0" y="416"/>
                  <a:pt x="23" y="467"/>
                </a:cubicBezTo>
                <a:lnTo>
                  <a:pt x="223" y="907"/>
                </a:lnTo>
                <a:lnTo>
                  <a:pt x="223" y="907"/>
                </a:lnTo>
                <a:cubicBezTo>
                  <a:pt x="246" y="958"/>
                  <a:pt x="307" y="982"/>
                  <a:pt x="359" y="958"/>
                </a:cubicBezTo>
                <a:lnTo>
                  <a:pt x="554" y="869"/>
                </a:lnTo>
                <a:lnTo>
                  <a:pt x="753" y="1010"/>
                </a:lnTo>
                <a:lnTo>
                  <a:pt x="753" y="1010"/>
                </a:lnTo>
                <a:cubicBezTo>
                  <a:pt x="780" y="1029"/>
                  <a:pt x="816" y="1013"/>
                  <a:pt x="820" y="980"/>
                </a:cubicBezTo>
                <a:lnTo>
                  <a:pt x="845" y="737"/>
                </a:lnTo>
                <a:lnTo>
                  <a:pt x="1041" y="648"/>
                </a:lnTo>
                <a:lnTo>
                  <a:pt x="1041" y="648"/>
                </a:lnTo>
                <a:cubicBezTo>
                  <a:pt x="1092" y="625"/>
                  <a:pt x="1115" y="564"/>
                  <a:pt x="1092" y="513"/>
                </a:cubicBezTo>
                <a:lnTo>
                  <a:pt x="892" y="74"/>
                </a:lnTo>
                <a:lnTo>
                  <a:pt x="892" y="74"/>
                </a:lnTo>
                <a:cubicBezTo>
                  <a:pt x="868" y="23"/>
                  <a:pt x="808" y="0"/>
                  <a:pt x="757" y="23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86">
            <a:extLst>
              <a:ext uri="{FF2B5EF4-FFF2-40B4-BE49-F238E27FC236}">
                <a16:creationId xmlns:a16="http://schemas.microsoft.com/office/drawing/2014/main" id="{F8E35A83-5FD5-4549-99F9-68683C22E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1195" y="6731666"/>
            <a:ext cx="549305" cy="510852"/>
          </a:xfrm>
          <a:custGeom>
            <a:avLst/>
            <a:gdLst>
              <a:gd name="T0" fmla="*/ 268 w 440"/>
              <a:gd name="T1" fmla="*/ 26 h 409"/>
              <a:gd name="T2" fmla="*/ 268 w 440"/>
              <a:gd name="T3" fmla="*/ 26 h 409"/>
              <a:gd name="T4" fmla="*/ 195 w 440"/>
              <a:gd name="T5" fmla="*/ 107 h 409"/>
              <a:gd name="T6" fmla="*/ 195 w 440"/>
              <a:gd name="T7" fmla="*/ 107 h 409"/>
              <a:gd name="T8" fmla="*/ 85 w 440"/>
              <a:gd name="T9" fmla="*/ 109 h 409"/>
              <a:gd name="T10" fmla="*/ 85 w 440"/>
              <a:gd name="T11" fmla="*/ 109 h 409"/>
              <a:gd name="T12" fmla="*/ 27 w 440"/>
              <a:gd name="T13" fmla="*/ 263 h 409"/>
              <a:gd name="T14" fmla="*/ 27 w 440"/>
              <a:gd name="T15" fmla="*/ 263 h 409"/>
              <a:gd name="T16" fmla="*/ 94 w 440"/>
              <a:gd name="T17" fmla="*/ 318 h 409"/>
              <a:gd name="T18" fmla="*/ 331 w 440"/>
              <a:gd name="T19" fmla="*/ 408 h 409"/>
              <a:gd name="T20" fmla="*/ 420 w 440"/>
              <a:gd name="T21" fmla="*/ 170 h 409"/>
              <a:gd name="T22" fmla="*/ 420 w 440"/>
              <a:gd name="T23" fmla="*/ 170 h 409"/>
              <a:gd name="T24" fmla="*/ 422 w 440"/>
              <a:gd name="T25" fmla="*/ 84 h 409"/>
              <a:gd name="T26" fmla="*/ 422 w 440"/>
              <a:gd name="T27" fmla="*/ 84 h 409"/>
              <a:gd name="T28" fmla="*/ 268 w 440"/>
              <a:gd name="T29" fmla="*/ 26 h 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40" h="409">
                <a:moveTo>
                  <a:pt x="268" y="26"/>
                </a:moveTo>
                <a:lnTo>
                  <a:pt x="268" y="26"/>
                </a:lnTo>
                <a:cubicBezTo>
                  <a:pt x="227" y="45"/>
                  <a:pt x="205" y="86"/>
                  <a:pt x="195" y="107"/>
                </a:cubicBezTo>
                <a:lnTo>
                  <a:pt x="195" y="107"/>
                </a:lnTo>
                <a:cubicBezTo>
                  <a:pt x="171" y="101"/>
                  <a:pt x="126" y="91"/>
                  <a:pt x="85" y="109"/>
                </a:cubicBezTo>
                <a:lnTo>
                  <a:pt x="85" y="109"/>
                </a:lnTo>
                <a:cubicBezTo>
                  <a:pt x="26" y="135"/>
                  <a:pt x="0" y="204"/>
                  <a:pt x="27" y="263"/>
                </a:cubicBezTo>
                <a:lnTo>
                  <a:pt x="27" y="263"/>
                </a:lnTo>
                <a:cubicBezTo>
                  <a:pt x="43" y="299"/>
                  <a:pt x="92" y="317"/>
                  <a:pt x="94" y="318"/>
                </a:cubicBezTo>
                <a:lnTo>
                  <a:pt x="331" y="408"/>
                </a:lnTo>
                <a:lnTo>
                  <a:pt x="420" y="170"/>
                </a:lnTo>
                <a:lnTo>
                  <a:pt x="420" y="170"/>
                </a:lnTo>
                <a:cubicBezTo>
                  <a:pt x="421" y="168"/>
                  <a:pt x="439" y="120"/>
                  <a:pt x="422" y="84"/>
                </a:cubicBezTo>
                <a:lnTo>
                  <a:pt x="422" y="84"/>
                </a:lnTo>
                <a:cubicBezTo>
                  <a:pt x="396" y="26"/>
                  <a:pt x="327" y="0"/>
                  <a:pt x="268" y="2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88">
            <a:extLst>
              <a:ext uri="{FF2B5EF4-FFF2-40B4-BE49-F238E27FC236}">
                <a16:creationId xmlns:a16="http://schemas.microsoft.com/office/drawing/2014/main" id="{69AB9360-60F4-3849-8466-A980D5F98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783" y="8357604"/>
            <a:ext cx="917337" cy="917337"/>
          </a:xfrm>
          <a:custGeom>
            <a:avLst/>
            <a:gdLst>
              <a:gd name="T0" fmla="*/ 660 w 736"/>
              <a:gd name="T1" fmla="*/ 503 h 736"/>
              <a:gd name="T2" fmla="*/ 660 w 736"/>
              <a:gd name="T3" fmla="*/ 503 h 736"/>
              <a:gd name="T4" fmla="*/ 232 w 736"/>
              <a:gd name="T5" fmla="*/ 660 h 736"/>
              <a:gd name="T6" fmla="*/ 232 w 736"/>
              <a:gd name="T7" fmla="*/ 660 h 736"/>
              <a:gd name="T8" fmla="*/ 75 w 736"/>
              <a:gd name="T9" fmla="*/ 232 h 736"/>
              <a:gd name="T10" fmla="*/ 75 w 736"/>
              <a:gd name="T11" fmla="*/ 232 h 736"/>
              <a:gd name="T12" fmla="*/ 503 w 736"/>
              <a:gd name="T13" fmla="*/ 75 h 736"/>
              <a:gd name="T14" fmla="*/ 503 w 736"/>
              <a:gd name="T15" fmla="*/ 75 h 736"/>
              <a:gd name="T16" fmla="*/ 660 w 736"/>
              <a:gd name="T17" fmla="*/ 503 h 7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6" h="736">
                <a:moveTo>
                  <a:pt x="660" y="503"/>
                </a:moveTo>
                <a:lnTo>
                  <a:pt x="660" y="503"/>
                </a:lnTo>
                <a:cubicBezTo>
                  <a:pt x="585" y="665"/>
                  <a:pt x="393" y="735"/>
                  <a:pt x="232" y="660"/>
                </a:cubicBezTo>
                <a:lnTo>
                  <a:pt x="232" y="660"/>
                </a:lnTo>
                <a:cubicBezTo>
                  <a:pt x="70" y="585"/>
                  <a:pt x="0" y="393"/>
                  <a:pt x="75" y="232"/>
                </a:cubicBezTo>
                <a:lnTo>
                  <a:pt x="75" y="232"/>
                </a:lnTo>
                <a:cubicBezTo>
                  <a:pt x="150" y="69"/>
                  <a:pt x="342" y="0"/>
                  <a:pt x="503" y="75"/>
                </a:cubicBezTo>
                <a:lnTo>
                  <a:pt x="503" y="75"/>
                </a:lnTo>
                <a:cubicBezTo>
                  <a:pt x="665" y="150"/>
                  <a:pt x="735" y="342"/>
                  <a:pt x="660" y="503"/>
                </a:cubicBezTo>
              </a:path>
            </a:pathLst>
          </a:custGeom>
          <a:solidFill>
            <a:srgbClr val="F9FBFF"/>
          </a:solidFill>
          <a:ln w="12700" cap="flat">
            <a:solidFill>
              <a:srgbClr val="E2EE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FE8FF164-4462-814F-9958-9415A0605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3955" y="8599298"/>
            <a:ext cx="395499" cy="433949"/>
          </a:xfrm>
          <a:custGeom>
            <a:avLst/>
            <a:gdLst>
              <a:gd name="T0" fmla="*/ 276 w 316"/>
              <a:gd name="T1" fmla="*/ 267 h 347"/>
              <a:gd name="T2" fmla="*/ 276 w 316"/>
              <a:gd name="T3" fmla="*/ 267 h 347"/>
              <a:gd name="T4" fmla="*/ 246 w 316"/>
              <a:gd name="T5" fmla="*/ 281 h 347"/>
              <a:gd name="T6" fmla="*/ 77 w 316"/>
              <a:gd name="T7" fmla="*/ 185 h 347"/>
              <a:gd name="T8" fmla="*/ 77 w 316"/>
              <a:gd name="T9" fmla="*/ 185 h 347"/>
              <a:gd name="T10" fmla="*/ 79 w 316"/>
              <a:gd name="T11" fmla="*/ 173 h 347"/>
              <a:gd name="T12" fmla="*/ 79 w 316"/>
              <a:gd name="T13" fmla="*/ 173 h 347"/>
              <a:gd name="T14" fmla="*/ 77 w 316"/>
              <a:gd name="T15" fmla="*/ 160 h 347"/>
              <a:gd name="T16" fmla="*/ 246 w 316"/>
              <a:gd name="T17" fmla="*/ 64 h 347"/>
              <a:gd name="T18" fmla="*/ 246 w 316"/>
              <a:gd name="T19" fmla="*/ 64 h 347"/>
              <a:gd name="T20" fmla="*/ 276 w 316"/>
              <a:gd name="T21" fmla="*/ 78 h 347"/>
              <a:gd name="T22" fmla="*/ 276 w 316"/>
              <a:gd name="T23" fmla="*/ 78 h 347"/>
              <a:gd name="T24" fmla="*/ 315 w 316"/>
              <a:gd name="T25" fmla="*/ 39 h 347"/>
              <a:gd name="T26" fmla="*/ 315 w 316"/>
              <a:gd name="T27" fmla="*/ 39 h 347"/>
              <a:gd name="T28" fmla="*/ 276 w 316"/>
              <a:gd name="T29" fmla="*/ 0 h 347"/>
              <a:gd name="T30" fmla="*/ 276 w 316"/>
              <a:gd name="T31" fmla="*/ 0 h 347"/>
              <a:gd name="T32" fmla="*/ 236 w 316"/>
              <a:gd name="T33" fmla="*/ 39 h 347"/>
              <a:gd name="T34" fmla="*/ 236 w 316"/>
              <a:gd name="T35" fmla="*/ 39 h 347"/>
              <a:gd name="T36" fmla="*/ 238 w 316"/>
              <a:gd name="T37" fmla="*/ 51 h 347"/>
              <a:gd name="T38" fmla="*/ 69 w 316"/>
              <a:gd name="T39" fmla="*/ 147 h 347"/>
              <a:gd name="T40" fmla="*/ 69 w 316"/>
              <a:gd name="T41" fmla="*/ 147 h 347"/>
              <a:gd name="T42" fmla="*/ 40 w 316"/>
              <a:gd name="T43" fmla="*/ 133 h 347"/>
              <a:gd name="T44" fmla="*/ 40 w 316"/>
              <a:gd name="T45" fmla="*/ 133 h 347"/>
              <a:gd name="T46" fmla="*/ 0 w 316"/>
              <a:gd name="T47" fmla="*/ 173 h 347"/>
              <a:gd name="T48" fmla="*/ 0 w 316"/>
              <a:gd name="T49" fmla="*/ 173 h 347"/>
              <a:gd name="T50" fmla="*/ 40 w 316"/>
              <a:gd name="T51" fmla="*/ 212 h 347"/>
              <a:gd name="T52" fmla="*/ 40 w 316"/>
              <a:gd name="T53" fmla="*/ 212 h 347"/>
              <a:gd name="T54" fmla="*/ 69 w 316"/>
              <a:gd name="T55" fmla="*/ 198 h 347"/>
              <a:gd name="T56" fmla="*/ 238 w 316"/>
              <a:gd name="T57" fmla="*/ 294 h 347"/>
              <a:gd name="T58" fmla="*/ 238 w 316"/>
              <a:gd name="T59" fmla="*/ 294 h 347"/>
              <a:gd name="T60" fmla="*/ 236 w 316"/>
              <a:gd name="T61" fmla="*/ 306 h 347"/>
              <a:gd name="T62" fmla="*/ 236 w 316"/>
              <a:gd name="T63" fmla="*/ 306 h 347"/>
              <a:gd name="T64" fmla="*/ 276 w 316"/>
              <a:gd name="T65" fmla="*/ 346 h 347"/>
              <a:gd name="T66" fmla="*/ 276 w 316"/>
              <a:gd name="T67" fmla="*/ 346 h 347"/>
              <a:gd name="T68" fmla="*/ 315 w 316"/>
              <a:gd name="T69" fmla="*/ 306 h 347"/>
              <a:gd name="T70" fmla="*/ 315 w 316"/>
              <a:gd name="T71" fmla="*/ 306 h 347"/>
              <a:gd name="T72" fmla="*/ 276 w 316"/>
              <a:gd name="T73" fmla="*/ 267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16" h="347">
                <a:moveTo>
                  <a:pt x="276" y="267"/>
                </a:moveTo>
                <a:lnTo>
                  <a:pt x="276" y="267"/>
                </a:lnTo>
                <a:cubicBezTo>
                  <a:pt x="264" y="267"/>
                  <a:pt x="254" y="272"/>
                  <a:pt x="246" y="281"/>
                </a:cubicBezTo>
                <a:lnTo>
                  <a:pt x="77" y="185"/>
                </a:lnTo>
                <a:lnTo>
                  <a:pt x="77" y="185"/>
                </a:lnTo>
                <a:cubicBezTo>
                  <a:pt x="78" y="181"/>
                  <a:pt x="79" y="177"/>
                  <a:pt x="79" y="173"/>
                </a:cubicBezTo>
                <a:lnTo>
                  <a:pt x="79" y="173"/>
                </a:lnTo>
                <a:cubicBezTo>
                  <a:pt x="79" y="168"/>
                  <a:pt x="78" y="165"/>
                  <a:pt x="77" y="160"/>
                </a:cubicBezTo>
                <a:lnTo>
                  <a:pt x="246" y="64"/>
                </a:lnTo>
                <a:lnTo>
                  <a:pt x="246" y="64"/>
                </a:lnTo>
                <a:cubicBezTo>
                  <a:pt x="254" y="73"/>
                  <a:pt x="264" y="78"/>
                  <a:pt x="276" y="78"/>
                </a:cubicBezTo>
                <a:lnTo>
                  <a:pt x="276" y="78"/>
                </a:lnTo>
                <a:cubicBezTo>
                  <a:pt x="298" y="78"/>
                  <a:pt x="315" y="60"/>
                  <a:pt x="315" y="39"/>
                </a:cubicBezTo>
                <a:lnTo>
                  <a:pt x="315" y="39"/>
                </a:lnTo>
                <a:cubicBezTo>
                  <a:pt x="315" y="17"/>
                  <a:pt x="298" y="0"/>
                  <a:pt x="276" y="0"/>
                </a:cubicBezTo>
                <a:lnTo>
                  <a:pt x="276" y="0"/>
                </a:lnTo>
                <a:cubicBezTo>
                  <a:pt x="254" y="0"/>
                  <a:pt x="236" y="17"/>
                  <a:pt x="236" y="39"/>
                </a:cubicBezTo>
                <a:lnTo>
                  <a:pt x="236" y="39"/>
                </a:lnTo>
                <a:cubicBezTo>
                  <a:pt x="236" y="43"/>
                  <a:pt x="237" y="47"/>
                  <a:pt x="238" y="51"/>
                </a:cubicBezTo>
                <a:lnTo>
                  <a:pt x="69" y="147"/>
                </a:lnTo>
                <a:lnTo>
                  <a:pt x="69" y="147"/>
                </a:lnTo>
                <a:cubicBezTo>
                  <a:pt x="61" y="139"/>
                  <a:pt x="51" y="133"/>
                  <a:pt x="40" y="133"/>
                </a:cubicBezTo>
                <a:lnTo>
                  <a:pt x="40" y="133"/>
                </a:lnTo>
                <a:cubicBezTo>
                  <a:pt x="18" y="133"/>
                  <a:pt x="0" y="151"/>
                  <a:pt x="0" y="173"/>
                </a:cubicBezTo>
                <a:lnTo>
                  <a:pt x="0" y="173"/>
                </a:lnTo>
                <a:cubicBezTo>
                  <a:pt x="0" y="195"/>
                  <a:pt x="18" y="212"/>
                  <a:pt x="40" y="212"/>
                </a:cubicBezTo>
                <a:lnTo>
                  <a:pt x="40" y="212"/>
                </a:lnTo>
                <a:cubicBezTo>
                  <a:pt x="51" y="212"/>
                  <a:pt x="61" y="207"/>
                  <a:pt x="69" y="198"/>
                </a:cubicBezTo>
                <a:lnTo>
                  <a:pt x="238" y="294"/>
                </a:lnTo>
                <a:lnTo>
                  <a:pt x="238" y="294"/>
                </a:lnTo>
                <a:cubicBezTo>
                  <a:pt x="237" y="299"/>
                  <a:pt x="236" y="302"/>
                  <a:pt x="236" y="306"/>
                </a:cubicBezTo>
                <a:lnTo>
                  <a:pt x="236" y="306"/>
                </a:lnTo>
                <a:cubicBezTo>
                  <a:pt x="236" y="329"/>
                  <a:pt x="254" y="346"/>
                  <a:pt x="276" y="346"/>
                </a:cubicBezTo>
                <a:lnTo>
                  <a:pt x="276" y="346"/>
                </a:lnTo>
                <a:cubicBezTo>
                  <a:pt x="298" y="346"/>
                  <a:pt x="315" y="329"/>
                  <a:pt x="315" y="306"/>
                </a:cubicBezTo>
                <a:lnTo>
                  <a:pt x="315" y="306"/>
                </a:lnTo>
                <a:cubicBezTo>
                  <a:pt x="315" y="285"/>
                  <a:pt x="298" y="267"/>
                  <a:pt x="276" y="267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90">
            <a:extLst>
              <a:ext uri="{FF2B5EF4-FFF2-40B4-BE49-F238E27FC236}">
                <a16:creationId xmlns:a16="http://schemas.microsoft.com/office/drawing/2014/main" id="{355C6836-90BA-3543-9CBE-B9C07A181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904" y="4940933"/>
            <a:ext cx="1505095" cy="1373262"/>
          </a:xfrm>
          <a:custGeom>
            <a:avLst/>
            <a:gdLst>
              <a:gd name="T0" fmla="*/ 1168 w 1207"/>
              <a:gd name="T1" fmla="*/ 448 h 1101"/>
              <a:gd name="T2" fmla="*/ 304 w 1207"/>
              <a:gd name="T3" fmla="*/ 14 h 1101"/>
              <a:gd name="T4" fmla="*/ 304 w 1207"/>
              <a:gd name="T5" fmla="*/ 14 h 1101"/>
              <a:gd name="T6" fmla="*/ 228 w 1207"/>
              <a:gd name="T7" fmla="*/ 39 h 1101"/>
              <a:gd name="T8" fmla="*/ 13 w 1207"/>
              <a:gd name="T9" fmla="*/ 467 h 1101"/>
              <a:gd name="T10" fmla="*/ 13 w 1207"/>
              <a:gd name="T11" fmla="*/ 467 h 1101"/>
              <a:gd name="T12" fmla="*/ 38 w 1207"/>
              <a:gd name="T13" fmla="*/ 543 h 1101"/>
              <a:gd name="T14" fmla="*/ 635 w 1207"/>
              <a:gd name="T15" fmla="*/ 842 h 1101"/>
              <a:gd name="T16" fmla="*/ 693 w 1207"/>
              <a:gd name="T17" fmla="*/ 1072 h 1101"/>
              <a:gd name="T18" fmla="*/ 693 w 1207"/>
              <a:gd name="T19" fmla="*/ 1072 h 1101"/>
              <a:gd name="T20" fmla="*/ 747 w 1207"/>
              <a:gd name="T21" fmla="*/ 1076 h 1101"/>
              <a:gd name="T22" fmla="*/ 818 w 1207"/>
              <a:gd name="T23" fmla="*/ 935 h 1101"/>
              <a:gd name="T24" fmla="*/ 902 w 1207"/>
              <a:gd name="T25" fmla="*/ 977 h 1101"/>
              <a:gd name="T26" fmla="*/ 902 w 1207"/>
              <a:gd name="T27" fmla="*/ 977 h 1101"/>
              <a:gd name="T28" fmla="*/ 978 w 1207"/>
              <a:gd name="T29" fmla="*/ 952 h 1101"/>
              <a:gd name="T30" fmla="*/ 1193 w 1207"/>
              <a:gd name="T31" fmla="*/ 524 h 1101"/>
              <a:gd name="T32" fmla="*/ 1193 w 1207"/>
              <a:gd name="T33" fmla="*/ 524 h 1101"/>
              <a:gd name="T34" fmla="*/ 1168 w 1207"/>
              <a:gd name="T35" fmla="*/ 448 h 1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207" h="1101">
                <a:moveTo>
                  <a:pt x="1168" y="448"/>
                </a:moveTo>
                <a:lnTo>
                  <a:pt x="304" y="14"/>
                </a:lnTo>
                <a:lnTo>
                  <a:pt x="304" y="14"/>
                </a:lnTo>
                <a:cubicBezTo>
                  <a:pt x="276" y="0"/>
                  <a:pt x="243" y="12"/>
                  <a:pt x="228" y="39"/>
                </a:cubicBezTo>
                <a:lnTo>
                  <a:pt x="13" y="467"/>
                </a:lnTo>
                <a:lnTo>
                  <a:pt x="13" y="467"/>
                </a:lnTo>
                <a:cubicBezTo>
                  <a:pt x="0" y="496"/>
                  <a:pt x="11" y="529"/>
                  <a:pt x="38" y="543"/>
                </a:cubicBezTo>
                <a:lnTo>
                  <a:pt x="635" y="842"/>
                </a:lnTo>
                <a:lnTo>
                  <a:pt x="693" y="1072"/>
                </a:lnTo>
                <a:lnTo>
                  <a:pt x="693" y="1072"/>
                </a:lnTo>
                <a:cubicBezTo>
                  <a:pt x="701" y="1097"/>
                  <a:pt x="735" y="1100"/>
                  <a:pt x="747" y="1076"/>
                </a:cubicBezTo>
                <a:lnTo>
                  <a:pt x="818" y="935"/>
                </a:lnTo>
                <a:lnTo>
                  <a:pt x="902" y="977"/>
                </a:lnTo>
                <a:lnTo>
                  <a:pt x="902" y="977"/>
                </a:lnTo>
                <a:cubicBezTo>
                  <a:pt x="930" y="991"/>
                  <a:pt x="964" y="979"/>
                  <a:pt x="978" y="952"/>
                </a:cubicBezTo>
                <a:lnTo>
                  <a:pt x="1193" y="524"/>
                </a:lnTo>
                <a:lnTo>
                  <a:pt x="1193" y="524"/>
                </a:lnTo>
                <a:cubicBezTo>
                  <a:pt x="1206" y="496"/>
                  <a:pt x="1195" y="462"/>
                  <a:pt x="1168" y="44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91">
            <a:extLst>
              <a:ext uri="{FF2B5EF4-FFF2-40B4-BE49-F238E27FC236}">
                <a16:creationId xmlns:a16="http://schemas.microsoft.com/office/drawing/2014/main" id="{17879CCC-41CF-9444-BC70-B38D41EF2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954" y="5210090"/>
            <a:ext cx="120847" cy="120847"/>
          </a:xfrm>
          <a:custGeom>
            <a:avLst/>
            <a:gdLst>
              <a:gd name="T0" fmla="*/ 87 w 98"/>
              <a:gd name="T1" fmla="*/ 68 h 99"/>
              <a:gd name="T2" fmla="*/ 87 w 98"/>
              <a:gd name="T3" fmla="*/ 68 h 99"/>
              <a:gd name="T4" fmla="*/ 29 w 98"/>
              <a:gd name="T5" fmla="*/ 87 h 99"/>
              <a:gd name="T6" fmla="*/ 29 w 98"/>
              <a:gd name="T7" fmla="*/ 87 h 99"/>
              <a:gd name="T8" fmla="*/ 11 w 98"/>
              <a:gd name="T9" fmla="*/ 30 h 99"/>
              <a:gd name="T10" fmla="*/ 11 w 98"/>
              <a:gd name="T11" fmla="*/ 30 h 99"/>
              <a:gd name="T12" fmla="*/ 68 w 98"/>
              <a:gd name="T13" fmla="*/ 11 h 99"/>
              <a:gd name="T14" fmla="*/ 68 w 98"/>
              <a:gd name="T15" fmla="*/ 11 h 99"/>
              <a:gd name="T16" fmla="*/ 87 w 98"/>
              <a:gd name="T17" fmla="*/ 68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8" h="99">
                <a:moveTo>
                  <a:pt x="87" y="68"/>
                </a:moveTo>
                <a:lnTo>
                  <a:pt x="87" y="68"/>
                </a:lnTo>
                <a:cubicBezTo>
                  <a:pt x="76" y="89"/>
                  <a:pt x="51" y="98"/>
                  <a:pt x="29" y="87"/>
                </a:cubicBezTo>
                <a:lnTo>
                  <a:pt x="29" y="87"/>
                </a:lnTo>
                <a:cubicBezTo>
                  <a:pt x="9" y="76"/>
                  <a:pt x="0" y="51"/>
                  <a:pt x="11" y="30"/>
                </a:cubicBezTo>
                <a:lnTo>
                  <a:pt x="11" y="30"/>
                </a:lnTo>
                <a:cubicBezTo>
                  <a:pt x="22" y="9"/>
                  <a:pt x="46" y="0"/>
                  <a:pt x="68" y="11"/>
                </a:cubicBezTo>
                <a:lnTo>
                  <a:pt x="68" y="11"/>
                </a:lnTo>
                <a:cubicBezTo>
                  <a:pt x="89" y="21"/>
                  <a:pt x="97" y="47"/>
                  <a:pt x="87" y="68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00B06BA0-19BD-0A41-8E71-FB83D1927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297" y="5325464"/>
            <a:ext cx="669708" cy="372246"/>
          </a:xfrm>
          <a:custGeom>
            <a:avLst/>
            <a:gdLst>
              <a:gd name="connsiteX0" fmla="*/ 25883 w 669708"/>
              <a:gd name="connsiteY0" fmla="*/ 1774 h 372246"/>
              <a:gd name="connsiteX1" fmla="*/ 54679 w 669708"/>
              <a:gd name="connsiteY1" fmla="*/ 4410 h 372246"/>
              <a:gd name="connsiteX2" fmla="*/ 648651 w 669708"/>
              <a:gd name="connsiteY2" fmla="*/ 300857 h 372246"/>
              <a:gd name="connsiteX3" fmla="*/ 666084 w 669708"/>
              <a:gd name="connsiteY3" fmla="*/ 351712 h 372246"/>
              <a:gd name="connsiteX4" fmla="*/ 615030 w 669708"/>
              <a:gd name="connsiteY4" fmla="*/ 367837 h 372246"/>
              <a:gd name="connsiteX5" fmla="*/ 21058 w 669708"/>
              <a:gd name="connsiteY5" fmla="*/ 71390 h 372246"/>
              <a:gd name="connsiteX6" fmla="*/ 3625 w 669708"/>
              <a:gd name="connsiteY6" fmla="*/ 20535 h 372246"/>
              <a:gd name="connsiteX7" fmla="*/ 25883 w 669708"/>
              <a:gd name="connsiteY7" fmla="*/ 1774 h 37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9708" h="372246">
                <a:moveTo>
                  <a:pt x="25883" y="1774"/>
                </a:moveTo>
                <a:cubicBezTo>
                  <a:pt x="35067" y="-1171"/>
                  <a:pt x="45340" y="-551"/>
                  <a:pt x="54679" y="4410"/>
                </a:cubicBezTo>
                <a:lnTo>
                  <a:pt x="648651" y="300857"/>
                </a:lnTo>
                <a:cubicBezTo>
                  <a:pt x="667330" y="310780"/>
                  <a:pt x="674801" y="333107"/>
                  <a:pt x="666084" y="351712"/>
                </a:cubicBezTo>
                <a:cubicBezTo>
                  <a:pt x="656123" y="370318"/>
                  <a:pt x="633709" y="377760"/>
                  <a:pt x="615030" y="367837"/>
                </a:cubicBezTo>
                <a:lnTo>
                  <a:pt x="21058" y="71390"/>
                </a:lnTo>
                <a:cubicBezTo>
                  <a:pt x="2380" y="61467"/>
                  <a:pt x="-5092" y="39140"/>
                  <a:pt x="3625" y="20535"/>
                </a:cubicBezTo>
                <a:cubicBezTo>
                  <a:pt x="8606" y="11232"/>
                  <a:pt x="16700" y="4720"/>
                  <a:pt x="25883" y="17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8D87E6D0-229E-EC40-B792-22BED3F92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1616" y="5418452"/>
            <a:ext cx="861479" cy="471893"/>
          </a:xfrm>
          <a:custGeom>
            <a:avLst/>
            <a:gdLst>
              <a:gd name="connsiteX0" fmla="*/ 25683 w 861479"/>
              <a:gd name="connsiteY0" fmla="*/ 2080 h 471893"/>
              <a:gd name="connsiteX1" fmla="*/ 54421 w 861479"/>
              <a:gd name="connsiteY1" fmla="*/ 3645 h 471893"/>
              <a:gd name="connsiteX2" fmla="*/ 840350 w 861479"/>
              <a:gd name="connsiteY2" fmla="*/ 399372 h 471893"/>
              <a:gd name="connsiteX3" fmla="*/ 857843 w 861479"/>
              <a:gd name="connsiteY3" fmla="*/ 450717 h 471893"/>
              <a:gd name="connsiteX4" fmla="*/ 806614 w 861479"/>
              <a:gd name="connsiteY4" fmla="*/ 468249 h 471893"/>
              <a:gd name="connsiteX5" fmla="*/ 20685 w 861479"/>
              <a:gd name="connsiteY5" fmla="*/ 71270 h 471893"/>
              <a:gd name="connsiteX6" fmla="*/ 4442 w 861479"/>
              <a:gd name="connsiteY6" fmla="*/ 21178 h 471893"/>
              <a:gd name="connsiteX7" fmla="*/ 25683 w 861479"/>
              <a:gd name="connsiteY7" fmla="*/ 2080 h 471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1479" h="471893">
                <a:moveTo>
                  <a:pt x="25683" y="2080"/>
                </a:moveTo>
                <a:cubicBezTo>
                  <a:pt x="34742" y="-1051"/>
                  <a:pt x="45050" y="-738"/>
                  <a:pt x="54421" y="3645"/>
                </a:cubicBezTo>
                <a:lnTo>
                  <a:pt x="840350" y="399372"/>
                </a:lnTo>
                <a:cubicBezTo>
                  <a:pt x="859093" y="409391"/>
                  <a:pt x="866590" y="431932"/>
                  <a:pt x="857843" y="450717"/>
                </a:cubicBezTo>
                <a:cubicBezTo>
                  <a:pt x="847847" y="469501"/>
                  <a:pt x="824107" y="477015"/>
                  <a:pt x="806614" y="468249"/>
                </a:cubicBezTo>
                <a:lnTo>
                  <a:pt x="20685" y="71270"/>
                </a:lnTo>
                <a:cubicBezTo>
                  <a:pt x="1943" y="62503"/>
                  <a:pt x="-5554" y="39962"/>
                  <a:pt x="4442" y="21178"/>
                </a:cubicBezTo>
                <a:cubicBezTo>
                  <a:pt x="8815" y="11786"/>
                  <a:pt x="16624" y="5211"/>
                  <a:pt x="25683" y="20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Freeform 94">
            <a:extLst>
              <a:ext uri="{FF2B5EF4-FFF2-40B4-BE49-F238E27FC236}">
                <a16:creationId xmlns:a16="http://schemas.microsoft.com/office/drawing/2014/main" id="{A4BEBC3C-60DC-944C-9C22-27D0B721E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2134" y="9203536"/>
            <a:ext cx="972271" cy="884379"/>
          </a:xfrm>
          <a:custGeom>
            <a:avLst/>
            <a:gdLst>
              <a:gd name="T0" fmla="*/ 25 w 779"/>
              <a:gd name="T1" fmla="*/ 288 h 709"/>
              <a:gd name="T2" fmla="*/ 581 w 779"/>
              <a:gd name="T3" fmla="*/ 10 h 709"/>
              <a:gd name="T4" fmla="*/ 581 w 779"/>
              <a:gd name="T5" fmla="*/ 10 h 709"/>
              <a:gd name="T6" fmla="*/ 630 w 779"/>
              <a:gd name="T7" fmla="*/ 25 h 709"/>
              <a:gd name="T8" fmla="*/ 769 w 779"/>
              <a:gd name="T9" fmla="*/ 301 h 709"/>
              <a:gd name="T10" fmla="*/ 769 w 779"/>
              <a:gd name="T11" fmla="*/ 301 h 709"/>
              <a:gd name="T12" fmla="*/ 753 w 779"/>
              <a:gd name="T13" fmla="*/ 350 h 709"/>
              <a:gd name="T14" fmla="*/ 368 w 779"/>
              <a:gd name="T15" fmla="*/ 542 h 709"/>
              <a:gd name="T16" fmla="*/ 331 w 779"/>
              <a:gd name="T17" fmla="*/ 690 h 709"/>
              <a:gd name="T18" fmla="*/ 331 w 779"/>
              <a:gd name="T19" fmla="*/ 690 h 709"/>
              <a:gd name="T20" fmla="*/ 296 w 779"/>
              <a:gd name="T21" fmla="*/ 693 h 709"/>
              <a:gd name="T22" fmla="*/ 251 w 779"/>
              <a:gd name="T23" fmla="*/ 602 h 709"/>
              <a:gd name="T24" fmla="*/ 197 w 779"/>
              <a:gd name="T25" fmla="*/ 629 h 709"/>
              <a:gd name="T26" fmla="*/ 197 w 779"/>
              <a:gd name="T27" fmla="*/ 629 h 709"/>
              <a:gd name="T28" fmla="*/ 148 w 779"/>
              <a:gd name="T29" fmla="*/ 613 h 709"/>
              <a:gd name="T30" fmla="*/ 10 w 779"/>
              <a:gd name="T31" fmla="*/ 337 h 709"/>
              <a:gd name="T32" fmla="*/ 10 w 779"/>
              <a:gd name="T33" fmla="*/ 337 h 709"/>
              <a:gd name="T34" fmla="*/ 25 w 779"/>
              <a:gd name="T35" fmla="*/ 288 h 7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79" h="709">
                <a:moveTo>
                  <a:pt x="25" y="288"/>
                </a:moveTo>
                <a:lnTo>
                  <a:pt x="581" y="10"/>
                </a:lnTo>
                <a:lnTo>
                  <a:pt x="581" y="10"/>
                </a:lnTo>
                <a:cubicBezTo>
                  <a:pt x="599" y="0"/>
                  <a:pt x="621" y="8"/>
                  <a:pt x="630" y="25"/>
                </a:cubicBezTo>
                <a:lnTo>
                  <a:pt x="769" y="301"/>
                </a:lnTo>
                <a:lnTo>
                  <a:pt x="769" y="301"/>
                </a:lnTo>
                <a:cubicBezTo>
                  <a:pt x="778" y="319"/>
                  <a:pt x="770" y="340"/>
                  <a:pt x="753" y="350"/>
                </a:cubicBezTo>
                <a:lnTo>
                  <a:pt x="368" y="542"/>
                </a:lnTo>
                <a:lnTo>
                  <a:pt x="331" y="690"/>
                </a:lnTo>
                <a:lnTo>
                  <a:pt x="331" y="690"/>
                </a:lnTo>
                <a:cubicBezTo>
                  <a:pt x="326" y="706"/>
                  <a:pt x="304" y="708"/>
                  <a:pt x="296" y="693"/>
                </a:cubicBezTo>
                <a:lnTo>
                  <a:pt x="251" y="602"/>
                </a:lnTo>
                <a:lnTo>
                  <a:pt x="197" y="629"/>
                </a:lnTo>
                <a:lnTo>
                  <a:pt x="197" y="629"/>
                </a:lnTo>
                <a:cubicBezTo>
                  <a:pt x="179" y="638"/>
                  <a:pt x="157" y="630"/>
                  <a:pt x="148" y="613"/>
                </a:cubicBezTo>
                <a:lnTo>
                  <a:pt x="10" y="337"/>
                </a:lnTo>
                <a:lnTo>
                  <a:pt x="10" y="337"/>
                </a:lnTo>
                <a:cubicBezTo>
                  <a:pt x="0" y="319"/>
                  <a:pt x="8" y="298"/>
                  <a:pt x="25" y="28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02D86A95-D22B-C143-9716-E156BA3C9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303" y="9379310"/>
            <a:ext cx="76903" cy="82394"/>
          </a:xfrm>
          <a:custGeom>
            <a:avLst/>
            <a:gdLst>
              <a:gd name="T0" fmla="*/ 6 w 63"/>
              <a:gd name="T1" fmla="*/ 44 h 64"/>
              <a:gd name="T2" fmla="*/ 6 w 63"/>
              <a:gd name="T3" fmla="*/ 44 h 64"/>
              <a:gd name="T4" fmla="*/ 43 w 63"/>
              <a:gd name="T5" fmla="*/ 57 h 64"/>
              <a:gd name="T6" fmla="*/ 43 w 63"/>
              <a:gd name="T7" fmla="*/ 57 h 64"/>
              <a:gd name="T8" fmla="*/ 56 w 63"/>
              <a:gd name="T9" fmla="*/ 20 h 64"/>
              <a:gd name="T10" fmla="*/ 56 w 63"/>
              <a:gd name="T11" fmla="*/ 20 h 64"/>
              <a:gd name="T12" fmla="*/ 19 w 63"/>
              <a:gd name="T13" fmla="*/ 8 h 64"/>
              <a:gd name="T14" fmla="*/ 19 w 63"/>
              <a:gd name="T15" fmla="*/ 8 h 64"/>
              <a:gd name="T16" fmla="*/ 6 w 63"/>
              <a:gd name="T17" fmla="*/ 4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3" h="64">
                <a:moveTo>
                  <a:pt x="6" y="44"/>
                </a:moveTo>
                <a:lnTo>
                  <a:pt x="6" y="44"/>
                </a:lnTo>
                <a:cubicBezTo>
                  <a:pt x="13" y="58"/>
                  <a:pt x="30" y="63"/>
                  <a:pt x="43" y="57"/>
                </a:cubicBezTo>
                <a:lnTo>
                  <a:pt x="43" y="57"/>
                </a:lnTo>
                <a:cubicBezTo>
                  <a:pt x="57" y="50"/>
                  <a:pt x="62" y="33"/>
                  <a:pt x="56" y="20"/>
                </a:cubicBezTo>
                <a:lnTo>
                  <a:pt x="56" y="20"/>
                </a:lnTo>
                <a:cubicBezTo>
                  <a:pt x="49" y="6"/>
                  <a:pt x="32" y="0"/>
                  <a:pt x="19" y="8"/>
                </a:cubicBezTo>
                <a:lnTo>
                  <a:pt x="19" y="8"/>
                </a:lnTo>
                <a:cubicBezTo>
                  <a:pt x="5" y="15"/>
                  <a:pt x="0" y="31"/>
                  <a:pt x="6" y="44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7407794F-AB87-7544-B276-FEA2643CA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1433" y="9448069"/>
            <a:ext cx="431820" cy="240061"/>
          </a:xfrm>
          <a:custGeom>
            <a:avLst/>
            <a:gdLst>
              <a:gd name="connsiteX0" fmla="*/ 415167 w 431820"/>
              <a:gd name="connsiteY0" fmla="*/ 1198 h 240061"/>
              <a:gd name="connsiteX1" fmla="*/ 429680 w 431820"/>
              <a:gd name="connsiteY1" fmla="*/ 13309 h 240061"/>
              <a:gd name="connsiteX2" fmla="*/ 418444 w 431820"/>
              <a:gd name="connsiteY2" fmla="*/ 45604 h 240061"/>
              <a:gd name="connsiteX3" fmla="*/ 35179 w 431820"/>
              <a:gd name="connsiteY3" fmla="*/ 238135 h 240061"/>
              <a:gd name="connsiteX4" fmla="*/ 2720 w 431820"/>
              <a:gd name="connsiteY4" fmla="*/ 226956 h 240061"/>
              <a:gd name="connsiteX5" fmla="*/ 12708 w 431820"/>
              <a:gd name="connsiteY5" fmla="*/ 194661 h 240061"/>
              <a:gd name="connsiteX6" fmla="*/ 395973 w 431820"/>
              <a:gd name="connsiteY6" fmla="*/ 2130 h 240061"/>
              <a:gd name="connsiteX7" fmla="*/ 415167 w 431820"/>
              <a:gd name="connsiteY7" fmla="*/ 1198 h 240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1820" h="240061">
                <a:moveTo>
                  <a:pt x="415167" y="1198"/>
                </a:moveTo>
                <a:cubicBezTo>
                  <a:pt x="421253" y="3061"/>
                  <a:pt x="426559" y="7098"/>
                  <a:pt x="429680" y="13309"/>
                </a:cubicBezTo>
                <a:cubicBezTo>
                  <a:pt x="434674" y="25730"/>
                  <a:pt x="430928" y="39394"/>
                  <a:pt x="418444" y="45604"/>
                </a:cubicBezTo>
                <a:lnTo>
                  <a:pt x="35179" y="238135"/>
                </a:lnTo>
                <a:cubicBezTo>
                  <a:pt x="22695" y="243104"/>
                  <a:pt x="8962" y="238135"/>
                  <a:pt x="2720" y="226956"/>
                </a:cubicBezTo>
                <a:cubicBezTo>
                  <a:pt x="-3522" y="214535"/>
                  <a:pt x="1472" y="199629"/>
                  <a:pt x="12708" y="194661"/>
                </a:cubicBezTo>
                <a:lnTo>
                  <a:pt x="395973" y="2130"/>
                </a:lnTo>
                <a:cubicBezTo>
                  <a:pt x="402215" y="-354"/>
                  <a:pt x="409081" y="-665"/>
                  <a:pt x="415167" y="119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4C5A8731-407F-E04E-92DF-72F592456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853" y="9509135"/>
            <a:ext cx="552264" cy="299403"/>
          </a:xfrm>
          <a:custGeom>
            <a:avLst/>
            <a:gdLst>
              <a:gd name="connsiteX0" fmla="*/ 535456 w 552264"/>
              <a:gd name="connsiteY0" fmla="*/ 1147 h 299403"/>
              <a:gd name="connsiteX1" fmla="*/ 549307 w 552264"/>
              <a:gd name="connsiteY1" fmla="*/ 12574 h 299403"/>
              <a:gd name="connsiteX2" fmla="*/ 539347 w 552264"/>
              <a:gd name="connsiteY2" fmla="*/ 44694 h 299403"/>
              <a:gd name="connsiteX3" fmla="*/ 35085 w 552264"/>
              <a:gd name="connsiteY3" fmla="*/ 296713 h 299403"/>
              <a:gd name="connsiteX4" fmla="*/ 2713 w 552264"/>
              <a:gd name="connsiteY4" fmla="*/ 286830 h 299403"/>
              <a:gd name="connsiteX5" fmla="*/ 12673 w 552264"/>
              <a:gd name="connsiteY5" fmla="*/ 254710 h 299403"/>
              <a:gd name="connsiteX6" fmla="*/ 516935 w 552264"/>
              <a:gd name="connsiteY6" fmla="*/ 2691 h 299403"/>
              <a:gd name="connsiteX7" fmla="*/ 535456 w 552264"/>
              <a:gd name="connsiteY7" fmla="*/ 1147 h 29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2264" h="299403">
                <a:moveTo>
                  <a:pt x="535456" y="1147"/>
                </a:moveTo>
                <a:cubicBezTo>
                  <a:pt x="541214" y="3000"/>
                  <a:pt x="546195" y="7015"/>
                  <a:pt x="549307" y="12574"/>
                </a:cubicBezTo>
                <a:cubicBezTo>
                  <a:pt x="555533" y="24928"/>
                  <a:pt x="551798" y="39752"/>
                  <a:pt x="539347" y="44694"/>
                </a:cubicBezTo>
                <a:lnTo>
                  <a:pt x="35085" y="296713"/>
                </a:lnTo>
                <a:cubicBezTo>
                  <a:pt x="22634" y="302890"/>
                  <a:pt x="8938" y="297948"/>
                  <a:pt x="2713" y="286830"/>
                </a:cubicBezTo>
                <a:cubicBezTo>
                  <a:pt x="-3513" y="274476"/>
                  <a:pt x="1468" y="259651"/>
                  <a:pt x="12673" y="254710"/>
                </a:cubicBezTo>
                <a:lnTo>
                  <a:pt x="516935" y="2691"/>
                </a:lnTo>
                <a:cubicBezTo>
                  <a:pt x="523160" y="-397"/>
                  <a:pt x="529697" y="-706"/>
                  <a:pt x="535456" y="114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2" name="Freeform 374">
            <a:extLst>
              <a:ext uri="{FF2B5EF4-FFF2-40B4-BE49-F238E27FC236}">
                <a16:creationId xmlns:a16="http://schemas.microsoft.com/office/drawing/2014/main" id="{F8A6D10E-4590-2B4D-BAE7-78339A72B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12116" y="9972559"/>
            <a:ext cx="236199" cy="241694"/>
          </a:xfrm>
          <a:custGeom>
            <a:avLst/>
            <a:gdLst>
              <a:gd name="T0" fmla="*/ 190 w 191"/>
              <a:gd name="T1" fmla="*/ 95 h 192"/>
              <a:gd name="T2" fmla="*/ 190 w 191"/>
              <a:gd name="T3" fmla="*/ 95 h 192"/>
              <a:gd name="T4" fmla="*/ 95 w 191"/>
              <a:gd name="T5" fmla="*/ 191 h 192"/>
              <a:gd name="T6" fmla="*/ 95 w 191"/>
              <a:gd name="T7" fmla="*/ 191 h 192"/>
              <a:gd name="T8" fmla="*/ 0 w 191"/>
              <a:gd name="T9" fmla="*/ 95 h 192"/>
              <a:gd name="T10" fmla="*/ 0 w 191"/>
              <a:gd name="T11" fmla="*/ 95 h 192"/>
              <a:gd name="T12" fmla="*/ 95 w 191"/>
              <a:gd name="T13" fmla="*/ 0 h 192"/>
              <a:gd name="T14" fmla="*/ 95 w 191"/>
              <a:gd name="T15" fmla="*/ 0 h 192"/>
              <a:gd name="T16" fmla="*/ 190 w 191"/>
              <a:gd name="T17" fmla="*/ 95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1" h="192">
                <a:moveTo>
                  <a:pt x="190" y="95"/>
                </a:moveTo>
                <a:lnTo>
                  <a:pt x="190" y="95"/>
                </a:lnTo>
                <a:cubicBezTo>
                  <a:pt x="190" y="148"/>
                  <a:pt x="147" y="191"/>
                  <a:pt x="95" y="191"/>
                </a:cubicBezTo>
                <a:lnTo>
                  <a:pt x="95" y="191"/>
                </a:lnTo>
                <a:cubicBezTo>
                  <a:pt x="42" y="191"/>
                  <a:pt x="0" y="148"/>
                  <a:pt x="0" y="95"/>
                </a:cubicBezTo>
                <a:lnTo>
                  <a:pt x="0" y="95"/>
                </a:lnTo>
                <a:cubicBezTo>
                  <a:pt x="0" y="43"/>
                  <a:pt x="42" y="0"/>
                  <a:pt x="95" y="0"/>
                </a:cubicBezTo>
                <a:lnTo>
                  <a:pt x="95" y="0"/>
                </a:lnTo>
                <a:cubicBezTo>
                  <a:pt x="147" y="0"/>
                  <a:pt x="190" y="43"/>
                  <a:pt x="190" y="95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3" name="Freeform 375">
            <a:extLst>
              <a:ext uri="{FF2B5EF4-FFF2-40B4-BE49-F238E27FC236}">
                <a16:creationId xmlns:a16="http://schemas.microsoft.com/office/drawing/2014/main" id="{64639358-9175-6040-8AEC-8E059E304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12116" y="7967599"/>
            <a:ext cx="236199" cy="236203"/>
          </a:xfrm>
          <a:custGeom>
            <a:avLst/>
            <a:gdLst>
              <a:gd name="T0" fmla="*/ 190 w 191"/>
              <a:gd name="T1" fmla="*/ 95 h 191"/>
              <a:gd name="T2" fmla="*/ 190 w 191"/>
              <a:gd name="T3" fmla="*/ 95 h 191"/>
              <a:gd name="T4" fmla="*/ 95 w 191"/>
              <a:gd name="T5" fmla="*/ 190 h 191"/>
              <a:gd name="T6" fmla="*/ 95 w 191"/>
              <a:gd name="T7" fmla="*/ 190 h 191"/>
              <a:gd name="T8" fmla="*/ 0 w 191"/>
              <a:gd name="T9" fmla="*/ 95 h 191"/>
              <a:gd name="T10" fmla="*/ 0 w 191"/>
              <a:gd name="T11" fmla="*/ 95 h 191"/>
              <a:gd name="T12" fmla="*/ 95 w 191"/>
              <a:gd name="T13" fmla="*/ 0 h 191"/>
              <a:gd name="T14" fmla="*/ 95 w 191"/>
              <a:gd name="T15" fmla="*/ 0 h 191"/>
              <a:gd name="T16" fmla="*/ 190 w 191"/>
              <a:gd name="T17" fmla="*/ 95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1" h="191">
                <a:moveTo>
                  <a:pt x="190" y="95"/>
                </a:moveTo>
                <a:lnTo>
                  <a:pt x="190" y="95"/>
                </a:lnTo>
                <a:cubicBezTo>
                  <a:pt x="190" y="148"/>
                  <a:pt x="147" y="190"/>
                  <a:pt x="95" y="190"/>
                </a:cubicBezTo>
                <a:lnTo>
                  <a:pt x="95" y="190"/>
                </a:lnTo>
                <a:cubicBezTo>
                  <a:pt x="42" y="190"/>
                  <a:pt x="0" y="148"/>
                  <a:pt x="0" y="95"/>
                </a:cubicBezTo>
                <a:lnTo>
                  <a:pt x="0" y="95"/>
                </a:lnTo>
                <a:cubicBezTo>
                  <a:pt x="0" y="42"/>
                  <a:pt x="42" y="0"/>
                  <a:pt x="95" y="0"/>
                </a:cubicBezTo>
                <a:lnTo>
                  <a:pt x="95" y="0"/>
                </a:lnTo>
                <a:cubicBezTo>
                  <a:pt x="147" y="0"/>
                  <a:pt x="190" y="42"/>
                  <a:pt x="190" y="95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4" name="Freeform 376">
            <a:extLst>
              <a:ext uri="{FF2B5EF4-FFF2-40B4-BE49-F238E27FC236}">
                <a16:creationId xmlns:a16="http://schemas.microsoft.com/office/drawing/2014/main" id="{642F4410-5F83-9E46-8591-1C6FCB3D9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7451" y="4759660"/>
            <a:ext cx="236199" cy="236203"/>
          </a:xfrm>
          <a:custGeom>
            <a:avLst/>
            <a:gdLst>
              <a:gd name="T0" fmla="*/ 190 w 191"/>
              <a:gd name="T1" fmla="*/ 95 h 191"/>
              <a:gd name="T2" fmla="*/ 190 w 191"/>
              <a:gd name="T3" fmla="*/ 95 h 191"/>
              <a:gd name="T4" fmla="*/ 94 w 191"/>
              <a:gd name="T5" fmla="*/ 190 h 191"/>
              <a:gd name="T6" fmla="*/ 94 w 191"/>
              <a:gd name="T7" fmla="*/ 190 h 191"/>
              <a:gd name="T8" fmla="*/ 0 w 191"/>
              <a:gd name="T9" fmla="*/ 95 h 191"/>
              <a:gd name="T10" fmla="*/ 0 w 191"/>
              <a:gd name="T11" fmla="*/ 95 h 191"/>
              <a:gd name="T12" fmla="*/ 94 w 191"/>
              <a:gd name="T13" fmla="*/ 0 h 191"/>
              <a:gd name="T14" fmla="*/ 94 w 191"/>
              <a:gd name="T15" fmla="*/ 0 h 191"/>
              <a:gd name="T16" fmla="*/ 190 w 191"/>
              <a:gd name="T17" fmla="*/ 95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1" h="191">
                <a:moveTo>
                  <a:pt x="190" y="95"/>
                </a:moveTo>
                <a:lnTo>
                  <a:pt x="190" y="95"/>
                </a:lnTo>
                <a:cubicBezTo>
                  <a:pt x="190" y="148"/>
                  <a:pt x="147" y="190"/>
                  <a:pt x="94" y="190"/>
                </a:cubicBezTo>
                <a:lnTo>
                  <a:pt x="94" y="190"/>
                </a:lnTo>
                <a:cubicBezTo>
                  <a:pt x="42" y="190"/>
                  <a:pt x="0" y="148"/>
                  <a:pt x="0" y="95"/>
                </a:cubicBezTo>
                <a:lnTo>
                  <a:pt x="0" y="95"/>
                </a:lnTo>
                <a:cubicBezTo>
                  <a:pt x="0" y="42"/>
                  <a:pt x="42" y="0"/>
                  <a:pt x="94" y="0"/>
                </a:cubicBezTo>
                <a:lnTo>
                  <a:pt x="94" y="0"/>
                </a:lnTo>
                <a:cubicBezTo>
                  <a:pt x="147" y="0"/>
                  <a:pt x="190" y="42"/>
                  <a:pt x="190" y="95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5" name="Freeform 377">
            <a:extLst>
              <a:ext uri="{FF2B5EF4-FFF2-40B4-BE49-F238E27FC236}">
                <a16:creationId xmlns:a16="http://schemas.microsoft.com/office/drawing/2014/main" id="{24E0672D-2B26-D041-8CA9-5C9A19469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5749" y="4880504"/>
            <a:ext cx="1807214" cy="5212902"/>
          </a:xfrm>
          <a:custGeom>
            <a:avLst/>
            <a:gdLst>
              <a:gd name="T0" fmla="*/ 599 w 1450"/>
              <a:gd name="T1" fmla="*/ 0 h 4184"/>
              <a:gd name="T2" fmla="*/ 0 w 1450"/>
              <a:gd name="T3" fmla="*/ 0 h 4184"/>
              <a:gd name="T4" fmla="*/ 0 w 1450"/>
              <a:gd name="T5" fmla="*/ 4183 h 4184"/>
              <a:gd name="T6" fmla="*/ 1449 w 1450"/>
              <a:gd name="T7" fmla="*/ 4183 h 4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0" h="4184">
                <a:moveTo>
                  <a:pt x="599" y="0"/>
                </a:moveTo>
                <a:lnTo>
                  <a:pt x="0" y="0"/>
                </a:lnTo>
                <a:lnTo>
                  <a:pt x="0" y="4183"/>
                </a:lnTo>
                <a:lnTo>
                  <a:pt x="1449" y="4183"/>
                </a:lnTo>
              </a:path>
            </a:pathLst>
          </a:custGeom>
          <a:noFill/>
          <a:ln w="12700" cap="flat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6" name="Line 378">
            <a:extLst>
              <a:ext uri="{FF2B5EF4-FFF2-40B4-BE49-F238E27FC236}">
                <a16:creationId xmlns:a16="http://schemas.microsoft.com/office/drawing/2014/main" id="{1C5A48DE-DEB0-EA4D-B552-69903FC082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24923" y="8082955"/>
            <a:ext cx="1829186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3D6A32-F51A-FB42-B032-63F984C31684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5BA07-E671-8C40-AE68-2ED3C4F9AE02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9948CA-9AD8-9B4A-97AE-F94F1EB6AA8B}"/>
              </a:ext>
            </a:extLst>
          </p:cNvPr>
          <p:cNvSpPr txBox="1"/>
          <p:nvPr/>
        </p:nvSpPr>
        <p:spPr>
          <a:xfrm>
            <a:off x="14824741" y="4557556"/>
            <a:ext cx="4968989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Social Media 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B777D-F932-E440-8B71-F3225D64C42F}"/>
              </a:ext>
            </a:extLst>
          </p:cNvPr>
          <p:cNvSpPr txBox="1"/>
          <p:nvPr/>
        </p:nvSpPr>
        <p:spPr>
          <a:xfrm>
            <a:off x="14818479" y="5234804"/>
            <a:ext cx="6876680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 Turn complex data into easy to understand infographics.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8ADED9-CBD1-B54A-B242-ED233515B56D}"/>
              </a:ext>
            </a:extLst>
          </p:cNvPr>
          <p:cNvSpPr txBox="1"/>
          <p:nvPr/>
        </p:nvSpPr>
        <p:spPr>
          <a:xfrm>
            <a:off x="15880313" y="7778653"/>
            <a:ext cx="202844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Success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CE34B-BCAC-164E-9EB4-CB3CE1ABE3D9}"/>
              </a:ext>
            </a:extLst>
          </p:cNvPr>
          <p:cNvSpPr txBox="1"/>
          <p:nvPr/>
        </p:nvSpPr>
        <p:spPr>
          <a:xfrm>
            <a:off x="15874051" y="8455901"/>
            <a:ext cx="5821108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4622F6-D2AF-FE49-961B-9CC7E6364412}"/>
              </a:ext>
            </a:extLst>
          </p:cNvPr>
          <p:cNvSpPr txBox="1"/>
          <p:nvPr/>
        </p:nvSpPr>
        <p:spPr>
          <a:xfrm>
            <a:off x="15880313" y="9782177"/>
            <a:ext cx="3087705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C7A9A7-14DB-924D-BBBC-22106D44CC8B}"/>
              </a:ext>
            </a:extLst>
          </p:cNvPr>
          <p:cNvSpPr txBox="1"/>
          <p:nvPr/>
        </p:nvSpPr>
        <p:spPr>
          <a:xfrm>
            <a:off x="15874051" y="10459425"/>
            <a:ext cx="5821108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3021102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71">
            <a:extLst>
              <a:ext uri="{FF2B5EF4-FFF2-40B4-BE49-F238E27FC236}">
                <a16:creationId xmlns:a16="http://schemas.microsoft.com/office/drawing/2014/main" id="{7068DAD1-6A67-8C4A-AC44-D15E1E8EA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6359" y="4441060"/>
            <a:ext cx="4762473" cy="1367770"/>
          </a:xfrm>
          <a:custGeom>
            <a:avLst/>
            <a:gdLst>
              <a:gd name="T0" fmla="*/ 3641 w 3825"/>
              <a:gd name="T1" fmla="*/ 732 h 1099"/>
              <a:gd name="T2" fmla="*/ 1923 w 3825"/>
              <a:gd name="T3" fmla="*/ 732 h 1099"/>
              <a:gd name="T4" fmla="*/ 1923 w 3825"/>
              <a:gd name="T5" fmla="*/ 732 h 1099"/>
              <a:gd name="T6" fmla="*/ 1743 w 3825"/>
              <a:gd name="T7" fmla="*/ 549 h 1099"/>
              <a:gd name="T8" fmla="*/ 1743 w 3825"/>
              <a:gd name="T9" fmla="*/ 549 h 1099"/>
              <a:gd name="T10" fmla="*/ 1927 w 3825"/>
              <a:gd name="T11" fmla="*/ 366 h 1099"/>
              <a:gd name="T12" fmla="*/ 2187 w 3825"/>
              <a:gd name="T13" fmla="*/ 366 h 1099"/>
              <a:gd name="T14" fmla="*/ 2187 w 3825"/>
              <a:gd name="T15" fmla="*/ 366 h 1099"/>
              <a:gd name="T16" fmla="*/ 2370 w 3825"/>
              <a:gd name="T17" fmla="*/ 183 h 1099"/>
              <a:gd name="T18" fmla="*/ 2370 w 3825"/>
              <a:gd name="T19" fmla="*/ 183 h 1099"/>
              <a:gd name="T20" fmla="*/ 2187 w 3825"/>
              <a:gd name="T21" fmla="*/ 0 h 1099"/>
              <a:gd name="T22" fmla="*/ 611 w 3825"/>
              <a:gd name="T23" fmla="*/ 0 h 1099"/>
              <a:gd name="T24" fmla="*/ 611 w 3825"/>
              <a:gd name="T25" fmla="*/ 0 h 1099"/>
              <a:gd name="T26" fmla="*/ 428 w 3825"/>
              <a:gd name="T27" fmla="*/ 183 h 1099"/>
              <a:gd name="T28" fmla="*/ 428 w 3825"/>
              <a:gd name="T29" fmla="*/ 183 h 1099"/>
              <a:gd name="T30" fmla="*/ 611 w 3825"/>
              <a:gd name="T31" fmla="*/ 366 h 1099"/>
              <a:gd name="T32" fmla="*/ 927 w 3825"/>
              <a:gd name="T33" fmla="*/ 366 h 1099"/>
              <a:gd name="T34" fmla="*/ 938 w 3825"/>
              <a:gd name="T35" fmla="*/ 366 h 1099"/>
              <a:gd name="T36" fmla="*/ 938 w 3825"/>
              <a:gd name="T37" fmla="*/ 366 h 1099"/>
              <a:gd name="T38" fmla="*/ 1121 w 3825"/>
              <a:gd name="T39" fmla="*/ 549 h 1099"/>
              <a:gd name="T40" fmla="*/ 1121 w 3825"/>
              <a:gd name="T41" fmla="*/ 549 h 1099"/>
              <a:gd name="T42" fmla="*/ 941 w 3825"/>
              <a:gd name="T43" fmla="*/ 732 h 1099"/>
              <a:gd name="T44" fmla="*/ 183 w 3825"/>
              <a:gd name="T45" fmla="*/ 732 h 1099"/>
              <a:gd name="T46" fmla="*/ 183 w 3825"/>
              <a:gd name="T47" fmla="*/ 732 h 1099"/>
              <a:gd name="T48" fmla="*/ 0 w 3825"/>
              <a:gd name="T49" fmla="*/ 915 h 1099"/>
              <a:gd name="T50" fmla="*/ 0 w 3825"/>
              <a:gd name="T51" fmla="*/ 915 h 1099"/>
              <a:gd name="T52" fmla="*/ 183 w 3825"/>
              <a:gd name="T53" fmla="*/ 1098 h 1099"/>
              <a:gd name="T54" fmla="*/ 3641 w 3825"/>
              <a:gd name="T55" fmla="*/ 1098 h 1099"/>
              <a:gd name="T56" fmla="*/ 3641 w 3825"/>
              <a:gd name="T57" fmla="*/ 1098 h 1099"/>
              <a:gd name="T58" fmla="*/ 3824 w 3825"/>
              <a:gd name="T59" fmla="*/ 915 h 1099"/>
              <a:gd name="T60" fmla="*/ 3824 w 3825"/>
              <a:gd name="T61" fmla="*/ 915 h 1099"/>
              <a:gd name="T62" fmla="*/ 3641 w 3825"/>
              <a:gd name="T63" fmla="*/ 732 h 1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825" h="1099">
                <a:moveTo>
                  <a:pt x="3641" y="732"/>
                </a:moveTo>
                <a:lnTo>
                  <a:pt x="1923" y="732"/>
                </a:lnTo>
                <a:lnTo>
                  <a:pt x="1923" y="732"/>
                </a:lnTo>
                <a:cubicBezTo>
                  <a:pt x="1823" y="731"/>
                  <a:pt x="1743" y="650"/>
                  <a:pt x="1743" y="549"/>
                </a:cubicBezTo>
                <a:lnTo>
                  <a:pt x="1743" y="549"/>
                </a:lnTo>
                <a:cubicBezTo>
                  <a:pt x="1743" y="448"/>
                  <a:pt x="1825" y="366"/>
                  <a:pt x="1927" y="366"/>
                </a:cubicBezTo>
                <a:lnTo>
                  <a:pt x="2187" y="366"/>
                </a:lnTo>
                <a:lnTo>
                  <a:pt x="2187" y="366"/>
                </a:lnTo>
                <a:cubicBezTo>
                  <a:pt x="2289" y="366"/>
                  <a:pt x="2370" y="284"/>
                  <a:pt x="2370" y="183"/>
                </a:cubicBezTo>
                <a:lnTo>
                  <a:pt x="2370" y="183"/>
                </a:lnTo>
                <a:cubicBezTo>
                  <a:pt x="2370" y="82"/>
                  <a:pt x="2289" y="0"/>
                  <a:pt x="2187" y="0"/>
                </a:cubicBezTo>
                <a:lnTo>
                  <a:pt x="611" y="0"/>
                </a:lnTo>
                <a:lnTo>
                  <a:pt x="611" y="0"/>
                </a:lnTo>
                <a:cubicBezTo>
                  <a:pt x="509" y="0"/>
                  <a:pt x="428" y="82"/>
                  <a:pt x="428" y="183"/>
                </a:cubicBezTo>
                <a:lnTo>
                  <a:pt x="428" y="183"/>
                </a:lnTo>
                <a:cubicBezTo>
                  <a:pt x="428" y="284"/>
                  <a:pt x="509" y="366"/>
                  <a:pt x="611" y="366"/>
                </a:cubicBezTo>
                <a:lnTo>
                  <a:pt x="927" y="366"/>
                </a:lnTo>
                <a:lnTo>
                  <a:pt x="938" y="366"/>
                </a:lnTo>
                <a:lnTo>
                  <a:pt x="938" y="366"/>
                </a:lnTo>
                <a:cubicBezTo>
                  <a:pt x="1039" y="366"/>
                  <a:pt x="1121" y="448"/>
                  <a:pt x="1121" y="549"/>
                </a:cubicBezTo>
                <a:lnTo>
                  <a:pt x="1121" y="549"/>
                </a:lnTo>
                <a:cubicBezTo>
                  <a:pt x="1121" y="650"/>
                  <a:pt x="1041" y="731"/>
                  <a:pt x="941" y="732"/>
                </a:cubicBezTo>
                <a:lnTo>
                  <a:pt x="183" y="732"/>
                </a:lnTo>
                <a:lnTo>
                  <a:pt x="183" y="732"/>
                </a:lnTo>
                <a:cubicBezTo>
                  <a:pt x="82" y="732"/>
                  <a:pt x="0" y="814"/>
                  <a:pt x="0" y="915"/>
                </a:cubicBezTo>
                <a:lnTo>
                  <a:pt x="0" y="915"/>
                </a:lnTo>
                <a:cubicBezTo>
                  <a:pt x="0" y="1016"/>
                  <a:pt x="82" y="1098"/>
                  <a:pt x="183" y="1098"/>
                </a:cubicBezTo>
                <a:lnTo>
                  <a:pt x="3641" y="1098"/>
                </a:lnTo>
                <a:lnTo>
                  <a:pt x="3641" y="1098"/>
                </a:lnTo>
                <a:cubicBezTo>
                  <a:pt x="3742" y="1098"/>
                  <a:pt x="3824" y="1016"/>
                  <a:pt x="3824" y="915"/>
                </a:cubicBezTo>
                <a:lnTo>
                  <a:pt x="3824" y="915"/>
                </a:lnTo>
                <a:cubicBezTo>
                  <a:pt x="3824" y="814"/>
                  <a:pt x="3742" y="732"/>
                  <a:pt x="3641" y="732"/>
                </a:cubicBezTo>
              </a:path>
            </a:pathLst>
          </a:custGeom>
          <a:solidFill>
            <a:srgbClr val="F3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72">
            <a:extLst>
              <a:ext uri="{FF2B5EF4-FFF2-40B4-BE49-F238E27FC236}">
                <a16:creationId xmlns:a16="http://schemas.microsoft.com/office/drawing/2014/main" id="{0914A90C-27F1-0A4E-AC12-191D4E239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8656" y="7171109"/>
            <a:ext cx="4767964" cy="1367767"/>
          </a:xfrm>
          <a:custGeom>
            <a:avLst/>
            <a:gdLst>
              <a:gd name="T0" fmla="*/ 183 w 3826"/>
              <a:gd name="T1" fmla="*/ 367 h 1100"/>
              <a:gd name="T2" fmla="*/ 1902 w 3826"/>
              <a:gd name="T3" fmla="*/ 367 h 1100"/>
              <a:gd name="T4" fmla="*/ 1902 w 3826"/>
              <a:gd name="T5" fmla="*/ 367 h 1100"/>
              <a:gd name="T6" fmla="*/ 2082 w 3826"/>
              <a:gd name="T7" fmla="*/ 550 h 1100"/>
              <a:gd name="T8" fmla="*/ 2082 w 3826"/>
              <a:gd name="T9" fmla="*/ 550 h 1100"/>
              <a:gd name="T10" fmla="*/ 1899 w 3826"/>
              <a:gd name="T11" fmla="*/ 732 h 1100"/>
              <a:gd name="T12" fmla="*/ 1637 w 3826"/>
              <a:gd name="T13" fmla="*/ 732 h 1100"/>
              <a:gd name="T14" fmla="*/ 1637 w 3826"/>
              <a:gd name="T15" fmla="*/ 732 h 1100"/>
              <a:gd name="T16" fmla="*/ 1455 w 3826"/>
              <a:gd name="T17" fmla="*/ 915 h 1100"/>
              <a:gd name="T18" fmla="*/ 1455 w 3826"/>
              <a:gd name="T19" fmla="*/ 915 h 1100"/>
              <a:gd name="T20" fmla="*/ 1637 w 3826"/>
              <a:gd name="T21" fmla="*/ 1099 h 1100"/>
              <a:gd name="T22" fmla="*/ 3215 w 3826"/>
              <a:gd name="T23" fmla="*/ 1099 h 1100"/>
              <a:gd name="T24" fmla="*/ 3215 w 3826"/>
              <a:gd name="T25" fmla="*/ 1099 h 1100"/>
              <a:gd name="T26" fmla="*/ 3398 w 3826"/>
              <a:gd name="T27" fmla="*/ 915 h 1100"/>
              <a:gd name="T28" fmla="*/ 3398 w 3826"/>
              <a:gd name="T29" fmla="*/ 915 h 1100"/>
              <a:gd name="T30" fmla="*/ 3215 w 3826"/>
              <a:gd name="T31" fmla="*/ 732 h 1100"/>
              <a:gd name="T32" fmla="*/ 2898 w 3826"/>
              <a:gd name="T33" fmla="*/ 732 h 1100"/>
              <a:gd name="T34" fmla="*/ 2887 w 3826"/>
              <a:gd name="T35" fmla="*/ 732 h 1100"/>
              <a:gd name="T36" fmla="*/ 2887 w 3826"/>
              <a:gd name="T37" fmla="*/ 732 h 1100"/>
              <a:gd name="T38" fmla="*/ 2704 w 3826"/>
              <a:gd name="T39" fmla="*/ 550 h 1100"/>
              <a:gd name="T40" fmla="*/ 2704 w 3826"/>
              <a:gd name="T41" fmla="*/ 550 h 1100"/>
              <a:gd name="T42" fmla="*/ 2884 w 3826"/>
              <a:gd name="T43" fmla="*/ 367 h 1100"/>
              <a:gd name="T44" fmla="*/ 3642 w 3826"/>
              <a:gd name="T45" fmla="*/ 367 h 1100"/>
              <a:gd name="T46" fmla="*/ 3642 w 3826"/>
              <a:gd name="T47" fmla="*/ 367 h 1100"/>
              <a:gd name="T48" fmla="*/ 3825 w 3826"/>
              <a:gd name="T49" fmla="*/ 184 h 1100"/>
              <a:gd name="T50" fmla="*/ 3825 w 3826"/>
              <a:gd name="T51" fmla="*/ 184 h 1100"/>
              <a:gd name="T52" fmla="*/ 3642 w 3826"/>
              <a:gd name="T53" fmla="*/ 0 h 1100"/>
              <a:gd name="T54" fmla="*/ 183 w 3826"/>
              <a:gd name="T55" fmla="*/ 0 h 1100"/>
              <a:gd name="T56" fmla="*/ 183 w 3826"/>
              <a:gd name="T57" fmla="*/ 0 h 1100"/>
              <a:gd name="T58" fmla="*/ 0 w 3826"/>
              <a:gd name="T59" fmla="*/ 184 h 1100"/>
              <a:gd name="T60" fmla="*/ 0 w 3826"/>
              <a:gd name="T61" fmla="*/ 184 h 1100"/>
              <a:gd name="T62" fmla="*/ 183 w 3826"/>
              <a:gd name="T63" fmla="*/ 367 h 1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826" h="1100">
                <a:moveTo>
                  <a:pt x="183" y="367"/>
                </a:moveTo>
                <a:lnTo>
                  <a:pt x="1902" y="367"/>
                </a:lnTo>
                <a:lnTo>
                  <a:pt x="1902" y="367"/>
                </a:lnTo>
                <a:cubicBezTo>
                  <a:pt x="2001" y="368"/>
                  <a:pt x="2082" y="449"/>
                  <a:pt x="2082" y="550"/>
                </a:cubicBezTo>
                <a:lnTo>
                  <a:pt x="2082" y="550"/>
                </a:lnTo>
                <a:cubicBezTo>
                  <a:pt x="2082" y="650"/>
                  <a:pt x="2000" y="732"/>
                  <a:pt x="1899" y="732"/>
                </a:cubicBezTo>
                <a:lnTo>
                  <a:pt x="1637" y="732"/>
                </a:lnTo>
                <a:lnTo>
                  <a:pt x="1637" y="732"/>
                </a:lnTo>
                <a:cubicBezTo>
                  <a:pt x="1536" y="732"/>
                  <a:pt x="1455" y="814"/>
                  <a:pt x="1455" y="915"/>
                </a:cubicBezTo>
                <a:lnTo>
                  <a:pt x="1455" y="915"/>
                </a:lnTo>
                <a:cubicBezTo>
                  <a:pt x="1455" y="1017"/>
                  <a:pt x="1536" y="1099"/>
                  <a:pt x="1637" y="1099"/>
                </a:cubicBezTo>
                <a:lnTo>
                  <a:pt x="3215" y="1099"/>
                </a:lnTo>
                <a:lnTo>
                  <a:pt x="3215" y="1099"/>
                </a:lnTo>
                <a:cubicBezTo>
                  <a:pt x="3315" y="1099"/>
                  <a:pt x="3398" y="1017"/>
                  <a:pt x="3398" y="915"/>
                </a:cubicBezTo>
                <a:lnTo>
                  <a:pt x="3398" y="915"/>
                </a:lnTo>
                <a:cubicBezTo>
                  <a:pt x="3398" y="814"/>
                  <a:pt x="3315" y="732"/>
                  <a:pt x="3215" y="732"/>
                </a:cubicBezTo>
                <a:lnTo>
                  <a:pt x="2898" y="732"/>
                </a:lnTo>
                <a:lnTo>
                  <a:pt x="2887" y="732"/>
                </a:lnTo>
                <a:lnTo>
                  <a:pt x="2887" y="732"/>
                </a:lnTo>
                <a:cubicBezTo>
                  <a:pt x="2786" y="732"/>
                  <a:pt x="2704" y="650"/>
                  <a:pt x="2704" y="550"/>
                </a:cubicBezTo>
                <a:lnTo>
                  <a:pt x="2704" y="550"/>
                </a:lnTo>
                <a:cubicBezTo>
                  <a:pt x="2704" y="449"/>
                  <a:pt x="2784" y="368"/>
                  <a:pt x="2884" y="367"/>
                </a:cubicBezTo>
                <a:lnTo>
                  <a:pt x="3642" y="367"/>
                </a:lnTo>
                <a:lnTo>
                  <a:pt x="3642" y="367"/>
                </a:lnTo>
                <a:cubicBezTo>
                  <a:pt x="3743" y="367"/>
                  <a:pt x="3825" y="285"/>
                  <a:pt x="3825" y="184"/>
                </a:cubicBezTo>
                <a:lnTo>
                  <a:pt x="3825" y="184"/>
                </a:lnTo>
                <a:cubicBezTo>
                  <a:pt x="3825" y="82"/>
                  <a:pt x="3743" y="0"/>
                  <a:pt x="3642" y="0"/>
                </a:cubicBezTo>
                <a:lnTo>
                  <a:pt x="183" y="0"/>
                </a:lnTo>
                <a:lnTo>
                  <a:pt x="183" y="0"/>
                </a:lnTo>
                <a:cubicBezTo>
                  <a:pt x="82" y="0"/>
                  <a:pt x="0" y="82"/>
                  <a:pt x="0" y="184"/>
                </a:cubicBezTo>
                <a:lnTo>
                  <a:pt x="0" y="184"/>
                </a:lnTo>
                <a:cubicBezTo>
                  <a:pt x="0" y="285"/>
                  <a:pt x="82" y="367"/>
                  <a:pt x="183" y="367"/>
                </a:cubicBezTo>
              </a:path>
            </a:pathLst>
          </a:custGeom>
          <a:solidFill>
            <a:srgbClr val="F3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73">
            <a:extLst>
              <a:ext uri="{FF2B5EF4-FFF2-40B4-BE49-F238E27FC236}">
                <a16:creationId xmlns:a16="http://schemas.microsoft.com/office/drawing/2014/main" id="{5677CED3-D00C-654A-A8A3-265BC5697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1858" y="9642980"/>
            <a:ext cx="3109064" cy="2400459"/>
          </a:xfrm>
          <a:custGeom>
            <a:avLst/>
            <a:gdLst>
              <a:gd name="T0" fmla="*/ 2431 w 2495"/>
              <a:gd name="T1" fmla="*/ 1208 h 1928"/>
              <a:gd name="T2" fmla="*/ 2379 w 2495"/>
              <a:gd name="T3" fmla="*/ 1156 h 1928"/>
              <a:gd name="T4" fmla="*/ 2379 w 2495"/>
              <a:gd name="T5" fmla="*/ 1156 h 1928"/>
              <a:gd name="T6" fmla="*/ 2379 w 2495"/>
              <a:gd name="T7" fmla="*/ 1156 h 1928"/>
              <a:gd name="T8" fmla="*/ 2251 w 2495"/>
              <a:gd name="T9" fmla="*/ 1027 h 1928"/>
              <a:gd name="T10" fmla="*/ 2251 w 2495"/>
              <a:gd name="T11" fmla="*/ 1027 h 1928"/>
              <a:gd name="T12" fmla="*/ 2209 w 2495"/>
              <a:gd name="T13" fmla="*/ 910 h 1928"/>
              <a:gd name="T14" fmla="*/ 2209 w 2495"/>
              <a:gd name="T15" fmla="*/ 910 h 1928"/>
              <a:gd name="T16" fmla="*/ 2139 w 2495"/>
              <a:gd name="T17" fmla="*/ 618 h 1928"/>
              <a:gd name="T18" fmla="*/ 2139 w 2495"/>
              <a:gd name="T19" fmla="*/ 618 h 1928"/>
              <a:gd name="T20" fmla="*/ 1642 w 2495"/>
              <a:gd name="T21" fmla="*/ 94 h 1928"/>
              <a:gd name="T22" fmla="*/ 1642 w 2495"/>
              <a:gd name="T23" fmla="*/ 94 h 1928"/>
              <a:gd name="T24" fmla="*/ 1626 w 2495"/>
              <a:gd name="T25" fmla="*/ 83 h 1928"/>
              <a:gd name="T26" fmla="*/ 1626 w 2495"/>
              <a:gd name="T27" fmla="*/ 83 h 1928"/>
              <a:gd name="T28" fmla="*/ 1372 w 2495"/>
              <a:gd name="T29" fmla="*/ 188 h 1928"/>
              <a:gd name="T30" fmla="*/ 1372 w 2495"/>
              <a:gd name="T31" fmla="*/ 188 h 1928"/>
              <a:gd name="T32" fmla="*/ 1359 w 2495"/>
              <a:gd name="T33" fmla="*/ 242 h 1928"/>
              <a:gd name="T34" fmla="*/ 1359 w 2495"/>
              <a:gd name="T35" fmla="*/ 242 h 1928"/>
              <a:gd name="T36" fmla="*/ 1152 w 2495"/>
              <a:gd name="T37" fmla="*/ 168 h 1928"/>
              <a:gd name="T38" fmla="*/ 1152 w 2495"/>
              <a:gd name="T39" fmla="*/ 168 h 1928"/>
              <a:gd name="T40" fmla="*/ 1029 w 2495"/>
              <a:gd name="T41" fmla="*/ 347 h 1928"/>
              <a:gd name="T42" fmla="*/ 1029 w 2495"/>
              <a:gd name="T43" fmla="*/ 347 h 1928"/>
              <a:gd name="T44" fmla="*/ 821 w 2495"/>
              <a:gd name="T45" fmla="*/ 279 h 1928"/>
              <a:gd name="T46" fmla="*/ 821 w 2495"/>
              <a:gd name="T47" fmla="*/ 279 h 1928"/>
              <a:gd name="T48" fmla="*/ 699 w 2495"/>
              <a:gd name="T49" fmla="*/ 461 h 1928"/>
              <a:gd name="T50" fmla="*/ 699 w 2495"/>
              <a:gd name="T51" fmla="*/ 461 h 1928"/>
              <a:gd name="T52" fmla="*/ 306 w 2495"/>
              <a:gd name="T53" fmla="*/ 74 h 1928"/>
              <a:gd name="T54" fmla="*/ 306 w 2495"/>
              <a:gd name="T55" fmla="*/ 74 h 1928"/>
              <a:gd name="T56" fmla="*/ 66 w 2495"/>
              <a:gd name="T57" fmla="*/ 67 h 1928"/>
              <a:gd name="T58" fmla="*/ 66 w 2495"/>
              <a:gd name="T59" fmla="*/ 67 h 1928"/>
              <a:gd name="T60" fmla="*/ 75 w 2495"/>
              <a:gd name="T61" fmla="*/ 306 h 1928"/>
              <a:gd name="T62" fmla="*/ 75 w 2495"/>
              <a:gd name="T63" fmla="*/ 306 h 1928"/>
              <a:gd name="T64" fmla="*/ 98 w 2495"/>
              <a:gd name="T65" fmla="*/ 330 h 1928"/>
              <a:gd name="T66" fmla="*/ 98 w 2495"/>
              <a:gd name="T67" fmla="*/ 330 h 1928"/>
              <a:gd name="T68" fmla="*/ 767 w 2495"/>
              <a:gd name="T69" fmla="*/ 1001 h 1928"/>
              <a:gd name="T70" fmla="*/ 767 w 2495"/>
              <a:gd name="T71" fmla="*/ 1001 h 1928"/>
              <a:gd name="T72" fmla="*/ 846 w 2495"/>
              <a:gd name="T73" fmla="*/ 1094 h 1928"/>
              <a:gd name="T74" fmla="*/ 846 w 2495"/>
              <a:gd name="T75" fmla="*/ 1094 h 1928"/>
              <a:gd name="T76" fmla="*/ 824 w 2495"/>
              <a:gd name="T77" fmla="*/ 1119 h 1928"/>
              <a:gd name="T78" fmla="*/ 824 w 2495"/>
              <a:gd name="T79" fmla="*/ 1119 h 1928"/>
              <a:gd name="T80" fmla="*/ 799 w 2495"/>
              <a:gd name="T81" fmla="*/ 1117 h 1928"/>
              <a:gd name="T82" fmla="*/ 799 w 2495"/>
              <a:gd name="T83" fmla="*/ 1117 h 1928"/>
              <a:gd name="T84" fmla="*/ 494 w 2495"/>
              <a:gd name="T85" fmla="*/ 1086 h 1928"/>
              <a:gd name="T86" fmla="*/ 494 w 2495"/>
              <a:gd name="T87" fmla="*/ 1086 h 1928"/>
              <a:gd name="T88" fmla="*/ 316 w 2495"/>
              <a:gd name="T89" fmla="*/ 1213 h 1928"/>
              <a:gd name="T90" fmla="*/ 316 w 2495"/>
              <a:gd name="T91" fmla="*/ 1213 h 1928"/>
              <a:gd name="T92" fmla="*/ 400 w 2495"/>
              <a:gd name="T93" fmla="*/ 1398 h 1928"/>
              <a:gd name="T94" fmla="*/ 400 w 2495"/>
              <a:gd name="T95" fmla="*/ 1398 h 1928"/>
              <a:gd name="T96" fmla="*/ 483 w 2495"/>
              <a:gd name="T97" fmla="*/ 1437 h 1928"/>
              <a:gd name="T98" fmla="*/ 483 w 2495"/>
              <a:gd name="T99" fmla="*/ 1437 h 1928"/>
              <a:gd name="T100" fmla="*/ 1402 w 2495"/>
              <a:gd name="T101" fmla="*/ 1635 h 1928"/>
              <a:gd name="T102" fmla="*/ 1402 w 2495"/>
              <a:gd name="T103" fmla="*/ 1635 h 1928"/>
              <a:gd name="T104" fmla="*/ 1632 w 2495"/>
              <a:gd name="T105" fmla="*/ 1729 h 1928"/>
              <a:gd name="T106" fmla="*/ 1632 w 2495"/>
              <a:gd name="T107" fmla="*/ 1729 h 1928"/>
              <a:gd name="T108" fmla="*/ 1725 w 2495"/>
              <a:gd name="T109" fmla="*/ 1812 h 1928"/>
              <a:gd name="T110" fmla="*/ 1776 w 2495"/>
              <a:gd name="T111" fmla="*/ 1863 h 1928"/>
              <a:gd name="T112" fmla="*/ 1776 w 2495"/>
              <a:gd name="T113" fmla="*/ 1863 h 1928"/>
              <a:gd name="T114" fmla="*/ 2005 w 2495"/>
              <a:gd name="T115" fmla="*/ 1863 h 1928"/>
              <a:gd name="T116" fmla="*/ 2431 w 2495"/>
              <a:gd name="T117" fmla="*/ 1437 h 1928"/>
              <a:gd name="T118" fmla="*/ 2431 w 2495"/>
              <a:gd name="T119" fmla="*/ 1437 h 1928"/>
              <a:gd name="T120" fmla="*/ 2431 w 2495"/>
              <a:gd name="T121" fmla="*/ 1208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495" h="1928">
                <a:moveTo>
                  <a:pt x="2431" y="1208"/>
                </a:moveTo>
                <a:lnTo>
                  <a:pt x="2379" y="1156"/>
                </a:lnTo>
                <a:lnTo>
                  <a:pt x="2379" y="1156"/>
                </a:lnTo>
                <a:lnTo>
                  <a:pt x="2379" y="1156"/>
                </a:lnTo>
                <a:cubicBezTo>
                  <a:pt x="2335" y="1111"/>
                  <a:pt x="2294" y="1068"/>
                  <a:pt x="2251" y="1027"/>
                </a:cubicBezTo>
                <a:lnTo>
                  <a:pt x="2251" y="1027"/>
                </a:lnTo>
                <a:cubicBezTo>
                  <a:pt x="2216" y="993"/>
                  <a:pt x="2201" y="958"/>
                  <a:pt x="2209" y="910"/>
                </a:cubicBezTo>
                <a:lnTo>
                  <a:pt x="2209" y="910"/>
                </a:lnTo>
                <a:cubicBezTo>
                  <a:pt x="2228" y="803"/>
                  <a:pt x="2196" y="707"/>
                  <a:pt x="2139" y="618"/>
                </a:cubicBezTo>
                <a:lnTo>
                  <a:pt x="2139" y="618"/>
                </a:lnTo>
                <a:cubicBezTo>
                  <a:pt x="2008" y="411"/>
                  <a:pt x="1814" y="262"/>
                  <a:pt x="1642" y="94"/>
                </a:cubicBezTo>
                <a:lnTo>
                  <a:pt x="1642" y="94"/>
                </a:lnTo>
                <a:cubicBezTo>
                  <a:pt x="1638" y="89"/>
                  <a:pt x="1631" y="86"/>
                  <a:pt x="1626" y="83"/>
                </a:cubicBezTo>
                <a:lnTo>
                  <a:pt x="1626" y="83"/>
                </a:lnTo>
                <a:cubicBezTo>
                  <a:pt x="1521" y="24"/>
                  <a:pt x="1405" y="71"/>
                  <a:pt x="1372" y="188"/>
                </a:cubicBezTo>
                <a:lnTo>
                  <a:pt x="1372" y="188"/>
                </a:lnTo>
                <a:cubicBezTo>
                  <a:pt x="1368" y="202"/>
                  <a:pt x="1365" y="217"/>
                  <a:pt x="1359" y="242"/>
                </a:cubicBezTo>
                <a:lnTo>
                  <a:pt x="1359" y="242"/>
                </a:lnTo>
                <a:cubicBezTo>
                  <a:pt x="1301" y="175"/>
                  <a:pt x="1233" y="146"/>
                  <a:pt x="1152" y="168"/>
                </a:cubicBezTo>
                <a:lnTo>
                  <a:pt x="1152" y="168"/>
                </a:lnTo>
                <a:cubicBezTo>
                  <a:pt x="1068" y="191"/>
                  <a:pt x="1037" y="259"/>
                  <a:pt x="1029" y="347"/>
                </a:cubicBezTo>
                <a:lnTo>
                  <a:pt x="1029" y="347"/>
                </a:lnTo>
                <a:cubicBezTo>
                  <a:pt x="963" y="296"/>
                  <a:pt x="903" y="253"/>
                  <a:pt x="821" y="279"/>
                </a:cubicBezTo>
                <a:lnTo>
                  <a:pt x="821" y="279"/>
                </a:lnTo>
                <a:cubicBezTo>
                  <a:pt x="737" y="307"/>
                  <a:pt x="708" y="373"/>
                  <a:pt x="699" y="461"/>
                </a:cubicBezTo>
                <a:lnTo>
                  <a:pt x="699" y="461"/>
                </a:lnTo>
                <a:cubicBezTo>
                  <a:pt x="564" y="327"/>
                  <a:pt x="435" y="199"/>
                  <a:pt x="306" y="74"/>
                </a:cubicBezTo>
                <a:lnTo>
                  <a:pt x="306" y="74"/>
                </a:lnTo>
                <a:cubicBezTo>
                  <a:pt x="231" y="1"/>
                  <a:pt x="134" y="0"/>
                  <a:pt x="66" y="67"/>
                </a:cubicBezTo>
                <a:lnTo>
                  <a:pt x="66" y="67"/>
                </a:lnTo>
                <a:cubicBezTo>
                  <a:pt x="0" y="133"/>
                  <a:pt x="3" y="231"/>
                  <a:pt x="75" y="306"/>
                </a:cubicBezTo>
                <a:lnTo>
                  <a:pt x="75" y="306"/>
                </a:lnTo>
                <a:cubicBezTo>
                  <a:pt x="82" y="314"/>
                  <a:pt x="90" y="322"/>
                  <a:pt x="98" y="330"/>
                </a:cubicBezTo>
                <a:lnTo>
                  <a:pt x="98" y="330"/>
                </a:lnTo>
                <a:cubicBezTo>
                  <a:pt x="321" y="553"/>
                  <a:pt x="545" y="776"/>
                  <a:pt x="767" y="1001"/>
                </a:cubicBezTo>
                <a:lnTo>
                  <a:pt x="767" y="1001"/>
                </a:lnTo>
                <a:cubicBezTo>
                  <a:pt x="794" y="1027"/>
                  <a:pt x="817" y="1057"/>
                  <a:pt x="846" y="1094"/>
                </a:cubicBezTo>
                <a:lnTo>
                  <a:pt x="846" y="1094"/>
                </a:lnTo>
                <a:cubicBezTo>
                  <a:pt x="850" y="1104"/>
                  <a:pt x="847" y="1116"/>
                  <a:pt x="824" y="1119"/>
                </a:cubicBezTo>
                <a:lnTo>
                  <a:pt x="824" y="1119"/>
                </a:lnTo>
                <a:cubicBezTo>
                  <a:pt x="814" y="1118"/>
                  <a:pt x="807" y="1117"/>
                  <a:pt x="799" y="1117"/>
                </a:cubicBezTo>
                <a:lnTo>
                  <a:pt x="799" y="1117"/>
                </a:lnTo>
                <a:cubicBezTo>
                  <a:pt x="698" y="1106"/>
                  <a:pt x="596" y="1092"/>
                  <a:pt x="494" y="1086"/>
                </a:cubicBezTo>
                <a:lnTo>
                  <a:pt x="494" y="1086"/>
                </a:lnTo>
                <a:cubicBezTo>
                  <a:pt x="411" y="1081"/>
                  <a:pt x="335" y="1140"/>
                  <a:pt x="316" y="1213"/>
                </a:cubicBezTo>
                <a:lnTo>
                  <a:pt x="316" y="1213"/>
                </a:lnTo>
                <a:cubicBezTo>
                  <a:pt x="295" y="1295"/>
                  <a:pt x="318" y="1348"/>
                  <a:pt x="400" y="1398"/>
                </a:cubicBezTo>
                <a:lnTo>
                  <a:pt x="400" y="1398"/>
                </a:lnTo>
                <a:cubicBezTo>
                  <a:pt x="427" y="1414"/>
                  <a:pt x="454" y="1427"/>
                  <a:pt x="483" y="1437"/>
                </a:cubicBezTo>
                <a:lnTo>
                  <a:pt x="483" y="1437"/>
                </a:lnTo>
                <a:cubicBezTo>
                  <a:pt x="782" y="1539"/>
                  <a:pt x="1087" y="1612"/>
                  <a:pt x="1402" y="1635"/>
                </a:cubicBezTo>
                <a:lnTo>
                  <a:pt x="1402" y="1635"/>
                </a:lnTo>
                <a:cubicBezTo>
                  <a:pt x="1492" y="1641"/>
                  <a:pt x="1565" y="1670"/>
                  <a:pt x="1632" y="1729"/>
                </a:cubicBezTo>
                <a:lnTo>
                  <a:pt x="1632" y="1729"/>
                </a:lnTo>
                <a:cubicBezTo>
                  <a:pt x="1662" y="1756"/>
                  <a:pt x="1693" y="1784"/>
                  <a:pt x="1725" y="1812"/>
                </a:cubicBezTo>
                <a:lnTo>
                  <a:pt x="1776" y="1863"/>
                </a:lnTo>
                <a:lnTo>
                  <a:pt x="1776" y="1863"/>
                </a:lnTo>
                <a:cubicBezTo>
                  <a:pt x="1839" y="1927"/>
                  <a:pt x="1942" y="1927"/>
                  <a:pt x="2005" y="1863"/>
                </a:cubicBezTo>
                <a:lnTo>
                  <a:pt x="2431" y="1437"/>
                </a:lnTo>
                <a:lnTo>
                  <a:pt x="2431" y="1437"/>
                </a:lnTo>
                <a:cubicBezTo>
                  <a:pt x="2494" y="1374"/>
                  <a:pt x="2494" y="1271"/>
                  <a:pt x="2431" y="120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74">
            <a:extLst>
              <a:ext uri="{FF2B5EF4-FFF2-40B4-BE49-F238E27FC236}">
                <a16:creationId xmlns:a16="http://schemas.microsoft.com/office/drawing/2014/main" id="{51AAFFB4-D0DE-244C-84E1-F45801455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518" y="5259526"/>
            <a:ext cx="5157973" cy="7267298"/>
          </a:xfrm>
          <a:custGeom>
            <a:avLst/>
            <a:gdLst>
              <a:gd name="T0" fmla="*/ 2243 w 4141"/>
              <a:gd name="T1" fmla="*/ 5802 h 5834"/>
              <a:gd name="T2" fmla="*/ 133 w 4141"/>
              <a:gd name="T3" fmla="*/ 5063 h 5834"/>
              <a:gd name="T4" fmla="*/ 133 w 4141"/>
              <a:gd name="T5" fmla="*/ 5063 h 5834"/>
              <a:gd name="T6" fmla="*/ 31 w 4141"/>
              <a:gd name="T7" fmla="*/ 4849 h 5834"/>
              <a:gd name="T8" fmla="*/ 1684 w 4141"/>
              <a:gd name="T9" fmla="*/ 133 h 5834"/>
              <a:gd name="T10" fmla="*/ 1684 w 4141"/>
              <a:gd name="T11" fmla="*/ 133 h 5834"/>
              <a:gd name="T12" fmla="*/ 1898 w 4141"/>
              <a:gd name="T13" fmla="*/ 30 h 5834"/>
              <a:gd name="T14" fmla="*/ 4007 w 4141"/>
              <a:gd name="T15" fmla="*/ 770 h 5834"/>
              <a:gd name="T16" fmla="*/ 4007 w 4141"/>
              <a:gd name="T17" fmla="*/ 770 h 5834"/>
              <a:gd name="T18" fmla="*/ 4110 w 4141"/>
              <a:gd name="T19" fmla="*/ 983 h 5834"/>
              <a:gd name="T20" fmla="*/ 2456 w 4141"/>
              <a:gd name="T21" fmla="*/ 5700 h 5834"/>
              <a:gd name="T22" fmla="*/ 2456 w 4141"/>
              <a:gd name="T23" fmla="*/ 5700 h 5834"/>
              <a:gd name="T24" fmla="*/ 2243 w 4141"/>
              <a:gd name="T25" fmla="*/ 5802 h 5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141" h="5834">
                <a:moveTo>
                  <a:pt x="2243" y="5802"/>
                </a:moveTo>
                <a:lnTo>
                  <a:pt x="133" y="5063"/>
                </a:lnTo>
                <a:lnTo>
                  <a:pt x="133" y="5063"/>
                </a:lnTo>
                <a:cubicBezTo>
                  <a:pt x="46" y="5032"/>
                  <a:pt x="0" y="4937"/>
                  <a:pt x="31" y="4849"/>
                </a:cubicBezTo>
                <a:lnTo>
                  <a:pt x="1684" y="133"/>
                </a:lnTo>
                <a:lnTo>
                  <a:pt x="1684" y="133"/>
                </a:lnTo>
                <a:cubicBezTo>
                  <a:pt x="1715" y="46"/>
                  <a:pt x="1810" y="0"/>
                  <a:pt x="1898" y="30"/>
                </a:cubicBezTo>
                <a:lnTo>
                  <a:pt x="4007" y="770"/>
                </a:lnTo>
                <a:lnTo>
                  <a:pt x="4007" y="770"/>
                </a:lnTo>
                <a:cubicBezTo>
                  <a:pt x="4094" y="800"/>
                  <a:pt x="4140" y="896"/>
                  <a:pt x="4110" y="983"/>
                </a:cubicBezTo>
                <a:lnTo>
                  <a:pt x="2456" y="5700"/>
                </a:lnTo>
                <a:lnTo>
                  <a:pt x="2456" y="5700"/>
                </a:lnTo>
                <a:cubicBezTo>
                  <a:pt x="2426" y="5787"/>
                  <a:pt x="2330" y="5833"/>
                  <a:pt x="2243" y="5802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3136E5CF-1AA0-C24D-A6C5-EC1DFFF90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641" y="6012034"/>
            <a:ext cx="707460" cy="296618"/>
          </a:xfrm>
          <a:custGeom>
            <a:avLst/>
            <a:gdLst>
              <a:gd name="connsiteX0" fmla="*/ 177477 w 707460"/>
              <a:gd name="connsiteY0" fmla="*/ 72140 h 296618"/>
              <a:gd name="connsiteX1" fmla="*/ 208049 w 707460"/>
              <a:gd name="connsiteY1" fmla="*/ 74613 h 296618"/>
              <a:gd name="connsiteX2" fmla="*/ 677246 w 707460"/>
              <a:gd name="connsiteY2" fmla="*/ 236616 h 296618"/>
              <a:gd name="connsiteX3" fmla="*/ 705947 w 707460"/>
              <a:gd name="connsiteY3" fmla="*/ 278663 h 296618"/>
              <a:gd name="connsiteX4" fmla="*/ 657280 w 707460"/>
              <a:gd name="connsiteY4" fmla="*/ 293503 h 296618"/>
              <a:gd name="connsiteX5" fmla="*/ 188083 w 707460"/>
              <a:gd name="connsiteY5" fmla="*/ 130263 h 296618"/>
              <a:gd name="connsiteX6" fmla="*/ 158135 w 707460"/>
              <a:gd name="connsiteY6" fmla="*/ 88216 h 296618"/>
              <a:gd name="connsiteX7" fmla="*/ 177477 w 707460"/>
              <a:gd name="connsiteY7" fmla="*/ 72140 h 296618"/>
              <a:gd name="connsiteX8" fmla="*/ 44943 w 707460"/>
              <a:gd name="connsiteY8" fmla="*/ 174 h 296618"/>
              <a:gd name="connsiteX9" fmla="*/ 63293 w 707460"/>
              <a:gd name="connsiteY9" fmla="*/ 2210 h 296618"/>
              <a:gd name="connsiteX10" fmla="*/ 93599 w 707460"/>
              <a:gd name="connsiteY10" fmla="*/ 64805 h 296618"/>
              <a:gd name="connsiteX11" fmla="*/ 31723 w 707460"/>
              <a:gd name="connsiteY11" fmla="*/ 95464 h 296618"/>
              <a:gd name="connsiteX12" fmla="*/ 2680 w 707460"/>
              <a:gd name="connsiteY12" fmla="*/ 32869 h 296618"/>
              <a:gd name="connsiteX13" fmla="*/ 44943 w 707460"/>
              <a:gd name="connsiteY13" fmla="*/ 174 h 296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07460" h="296618">
                <a:moveTo>
                  <a:pt x="177477" y="72140"/>
                </a:moveTo>
                <a:cubicBezTo>
                  <a:pt x="186524" y="69666"/>
                  <a:pt x="197443" y="70285"/>
                  <a:pt x="208049" y="74613"/>
                </a:cubicBezTo>
                <a:lnTo>
                  <a:pt x="677246" y="236616"/>
                </a:lnTo>
                <a:cubicBezTo>
                  <a:pt x="698460" y="244036"/>
                  <a:pt x="712186" y="263823"/>
                  <a:pt x="705947" y="278663"/>
                </a:cubicBezTo>
                <a:cubicBezTo>
                  <a:pt x="700956" y="294739"/>
                  <a:pt x="678494" y="300923"/>
                  <a:pt x="657280" y="293503"/>
                </a:cubicBezTo>
                <a:lnTo>
                  <a:pt x="188083" y="130263"/>
                </a:lnTo>
                <a:cubicBezTo>
                  <a:pt x="166870" y="122843"/>
                  <a:pt x="153143" y="104293"/>
                  <a:pt x="158135" y="88216"/>
                </a:cubicBezTo>
                <a:cubicBezTo>
                  <a:pt x="161255" y="80178"/>
                  <a:pt x="168430" y="74613"/>
                  <a:pt x="177477" y="72140"/>
                </a:cubicBezTo>
                <a:close/>
                <a:moveTo>
                  <a:pt x="44943" y="174"/>
                </a:moveTo>
                <a:cubicBezTo>
                  <a:pt x="51060" y="-345"/>
                  <a:pt x="57295" y="294"/>
                  <a:pt x="63293" y="2210"/>
                </a:cubicBezTo>
                <a:cubicBezTo>
                  <a:pt x="88548" y="12430"/>
                  <a:pt x="102438" y="39256"/>
                  <a:pt x="93599" y="64805"/>
                </a:cubicBezTo>
                <a:cubicBezTo>
                  <a:pt x="84760" y="90354"/>
                  <a:pt x="56979" y="103129"/>
                  <a:pt x="31723" y="95464"/>
                </a:cubicBezTo>
                <a:cubicBezTo>
                  <a:pt x="7731" y="85244"/>
                  <a:pt x="-6160" y="58418"/>
                  <a:pt x="2680" y="32869"/>
                </a:cubicBezTo>
                <a:cubicBezTo>
                  <a:pt x="9309" y="13707"/>
                  <a:pt x="26593" y="1731"/>
                  <a:pt x="44943" y="1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77">
            <a:extLst>
              <a:ext uri="{FF2B5EF4-FFF2-40B4-BE49-F238E27FC236}">
                <a16:creationId xmlns:a16="http://schemas.microsoft.com/office/drawing/2014/main" id="{953C9B81-6D2C-3243-987B-D02C571DC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7898" y="5968127"/>
            <a:ext cx="93384" cy="87889"/>
          </a:xfrm>
          <a:custGeom>
            <a:avLst/>
            <a:gdLst>
              <a:gd name="T0" fmla="*/ 7 w 73"/>
              <a:gd name="T1" fmla="*/ 25 h 72"/>
              <a:gd name="T2" fmla="*/ 7 w 73"/>
              <a:gd name="T3" fmla="*/ 25 h 72"/>
              <a:gd name="T4" fmla="*/ 47 w 73"/>
              <a:gd name="T5" fmla="*/ 5 h 72"/>
              <a:gd name="T6" fmla="*/ 47 w 73"/>
              <a:gd name="T7" fmla="*/ 5 h 72"/>
              <a:gd name="T8" fmla="*/ 66 w 73"/>
              <a:gd name="T9" fmla="*/ 46 h 72"/>
              <a:gd name="T10" fmla="*/ 66 w 73"/>
              <a:gd name="T11" fmla="*/ 46 h 72"/>
              <a:gd name="T12" fmla="*/ 26 w 73"/>
              <a:gd name="T13" fmla="*/ 65 h 72"/>
              <a:gd name="T14" fmla="*/ 26 w 73"/>
              <a:gd name="T15" fmla="*/ 65 h 72"/>
              <a:gd name="T16" fmla="*/ 7 w 73"/>
              <a:gd name="T17" fmla="*/ 25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>
                <a:moveTo>
                  <a:pt x="7" y="25"/>
                </a:moveTo>
                <a:lnTo>
                  <a:pt x="7" y="25"/>
                </a:lnTo>
                <a:cubicBezTo>
                  <a:pt x="12" y="8"/>
                  <a:pt x="30" y="0"/>
                  <a:pt x="47" y="5"/>
                </a:cubicBezTo>
                <a:lnTo>
                  <a:pt x="47" y="5"/>
                </a:lnTo>
                <a:cubicBezTo>
                  <a:pt x="63" y="11"/>
                  <a:pt x="72" y="29"/>
                  <a:pt x="66" y="46"/>
                </a:cubicBezTo>
                <a:lnTo>
                  <a:pt x="66" y="46"/>
                </a:lnTo>
                <a:cubicBezTo>
                  <a:pt x="60" y="62"/>
                  <a:pt x="43" y="71"/>
                  <a:pt x="26" y="65"/>
                </a:cubicBezTo>
                <a:lnTo>
                  <a:pt x="26" y="65"/>
                </a:lnTo>
                <a:cubicBezTo>
                  <a:pt x="9" y="60"/>
                  <a:pt x="0" y="41"/>
                  <a:pt x="7" y="2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78">
            <a:extLst>
              <a:ext uri="{FF2B5EF4-FFF2-40B4-BE49-F238E27FC236}">
                <a16:creationId xmlns:a16="http://schemas.microsoft.com/office/drawing/2014/main" id="{82CC2290-1FCB-F544-ABA4-CB50EFC77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285" y="11378779"/>
            <a:ext cx="565782" cy="571277"/>
          </a:xfrm>
          <a:custGeom>
            <a:avLst/>
            <a:gdLst>
              <a:gd name="T0" fmla="*/ 160 w 455"/>
              <a:gd name="T1" fmla="*/ 419 h 457"/>
              <a:gd name="T2" fmla="*/ 160 w 455"/>
              <a:gd name="T3" fmla="*/ 419 h 457"/>
              <a:gd name="T4" fmla="*/ 37 w 455"/>
              <a:gd name="T5" fmla="*/ 161 h 457"/>
              <a:gd name="T6" fmla="*/ 37 w 455"/>
              <a:gd name="T7" fmla="*/ 161 h 457"/>
              <a:gd name="T8" fmla="*/ 294 w 455"/>
              <a:gd name="T9" fmla="*/ 37 h 457"/>
              <a:gd name="T10" fmla="*/ 294 w 455"/>
              <a:gd name="T11" fmla="*/ 37 h 457"/>
              <a:gd name="T12" fmla="*/ 417 w 455"/>
              <a:gd name="T13" fmla="*/ 294 h 457"/>
              <a:gd name="T14" fmla="*/ 417 w 455"/>
              <a:gd name="T15" fmla="*/ 294 h 457"/>
              <a:gd name="T16" fmla="*/ 160 w 455"/>
              <a:gd name="T17" fmla="*/ 419 h 4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55" h="457">
                <a:moveTo>
                  <a:pt x="160" y="419"/>
                </a:moveTo>
                <a:lnTo>
                  <a:pt x="160" y="419"/>
                </a:lnTo>
                <a:cubicBezTo>
                  <a:pt x="55" y="382"/>
                  <a:pt x="0" y="266"/>
                  <a:pt x="37" y="161"/>
                </a:cubicBezTo>
                <a:lnTo>
                  <a:pt x="37" y="161"/>
                </a:lnTo>
                <a:cubicBezTo>
                  <a:pt x="74" y="56"/>
                  <a:pt x="189" y="0"/>
                  <a:pt x="294" y="37"/>
                </a:cubicBezTo>
                <a:lnTo>
                  <a:pt x="294" y="37"/>
                </a:lnTo>
                <a:cubicBezTo>
                  <a:pt x="399" y="74"/>
                  <a:pt x="454" y="189"/>
                  <a:pt x="417" y="294"/>
                </a:cubicBezTo>
                <a:lnTo>
                  <a:pt x="417" y="294"/>
                </a:lnTo>
                <a:cubicBezTo>
                  <a:pt x="380" y="400"/>
                  <a:pt x="265" y="456"/>
                  <a:pt x="160" y="419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5FED0BFA-E937-8440-99FD-1A4BCB6D2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299" y="11367793"/>
            <a:ext cx="587754" cy="593249"/>
          </a:xfrm>
          <a:custGeom>
            <a:avLst/>
            <a:gdLst>
              <a:gd name="T0" fmla="*/ 305 w 473"/>
              <a:gd name="T1" fmla="*/ 38 h 475"/>
              <a:gd name="T2" fmla="*/ 305 w 473"/>
              <a:gd name="T3" fmla="*/ 38 h 475"/>
              <a:gd name="T4" fmla="*/ 38 w 473"/>
              <a:gd name="T5" fmla="*/ 168 h 475"/>
              <a:gd name="T6" fmla="*/ 38 w 473"/>
              <a:gd name="T7" fmla="*/ 168 h 475"/>
              <a:gd name="T8" fmla="*/ 166 w 473"/>
              <a:gd name="T9" fmla="*/ 435 h 475"/>
              <a:gd name="T10" fmla="*/ 166 w 473"/>
              <a:gd name="T11" fmla="*/ 435 h 475"/>
              <a:gd name="T12" fmla="*/ 434 w 473"/>
              <a:gd name="T13" fmla="*/ 306 h 475"/>
              <a:gd name="T14" fmla="*/ 434 w 473"/>
              <a:gd name="T15" fmla="*/ 306 h 475"/>
              <a:gd name="T16" fmla="*/ 305 w 473"/>
              <a:gd name="T17" fmla="*/ 38 h 4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3" h="475">
                <a:moveTo>
                  <a:pt x="305" y="38"/>
                </a:moveTo>
                <a:lnTo>
                  <a:pt x="305" y="38"/>
                </a:lnTo>
                <a:cubicBezTo>
                  <a:pt x="197" y="0"/>
                  <a:pt x="77" y="58"/>
                  <a:pt x="38" y="168"/>
                </a:cubicBezTo>
                <a:lnTo>
                  <a:pt x="38" y="168"/>
                </a:lnTo>
                <a:cubicBezTo>
                  <a:pt x="0" y="277"/>
                  <a:pt x="57" y="397"/>
                  <a:pt x="166" y="435"/>
                </a:cubicBezTo>
                <a:lnTo>
                  <a:pt x="166" y="435"/>
                </a:lnTo>
                <a:cubicBezTo>
                  <a:pt x="276" y="474"/>
                  <a:pt x="395" y="416"/>
                  <a:pt x="434" y="306"/>
                </a:cubicBezTo>
                <a:lnTo>
                  <a:pt x="434" y="306"/>
                </a:lnTo>
                <a:cubicBezTo>
                  <a:pt x="472" y="196"/>
                  <a:pt x="415" y="77"/>
                  <a:pt x="305" y="3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80">
            <a:extLst>
              <a:ext uri="{FF2B5EF4-FFF2-40B4-BE49-F238E27FC236}">
                <a16:creationId xmlns:a16="http://schemas.microsoft.com/office/drawing/2014/main" id="{48AC3C66-9068-0149-846B-1EB62D511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606" y="6012071"/>
            <a:ext cx="4476831" cy="5762207"/>
          </a:xfrm>
          <a:custGeom>
            <a:avLst/>
            <a:gdLst>
              <a:gd name="T0" fmla="*/ 2248 w 3594"/>
              <a:gd name="T1" fmla="*/ 4623 h 4624"/>
              <a:gd name="T2" fmla="*/ 0 w 3594"/>
              <a:gd name="T3" fmla="*/ 3835 h 4624"/>
              <a:gd name="T4" fmla="*/ 1345 w 3594"/>
              <a:gd name="T5" fmla="*/ 0 h 4624"/>
              <a:gd name="T6" fmla="*/ 3593 w 3594"/>
              <a:gd name="T7" fmla="*/ 787 h 4624"/>
              <a:gd name="T8" fmla="*/ 2248 w 3594"/>
              <a:gd name="T9" fmla="*/ 4623 h 4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94" h="4624">
                <a:moveTo>
                  <a:pt x="2248" y="4623"/>
                </a:moveTo>
                <a:lnTo>
                  <a:pt x="0" y="3835"/>
                </a:lnTo>
                <a:lnTo>
                  <a:pt x="1345" y="0"/>
                </a:lnTo>
                <a:lnTo>
                  <a:pt x="3593" y="787"/>
                </a:lnTo>
                <a:lnTo>
                  <a:pt x="2248" y="4623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81">
            <a:extLst>
              <a:ext uri="{FF2B5EF4-FFF2-40B4-BE49-F238E27FC236}">
                <a16:creationId xmlns:a16="http://schemas.microsoft.com/office/drawing/2014/main" id="{70596D7C-EA7E-2B41-B133-BADC8B519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044" y="8703667"/>
            <a:ext cx="274652" cy="274652"/>
          </a:xfrm>
          <a:custGeom>
            <a:avLst/>
            <a:gdLst>
              <a:gd name="T0" fmla="*/ 201 w 220"/>
              <a:gd name="T1" fmla="*/ 142 h 220"/>
              <a:gd name="T2" fmla="*/ 201 w 220"/>
              <a:gd name="T3" fmla="*/ 142 h 220"/>
              <a:gd name="T4" fmla="*/ 77 w 220"/>
              <a:gd name="T5" fmla="*/ 202 h 220"/>
              <a:gd name="T6" fmla="*/ 77 w 220"/>
              <a:gd name="T7" fmla="*/ 202 h 220"/>
              <a:gd name="T8" fmla="*/ 17 w 220"/>
              <a:gd name="T9" fmla="*/ 78 h 220"/>
              <a:gd name="T10" fmla="*/ 17 w 220"/>
              <a:gd name="T11" fmla="*/ 78 h 220"/>
              <a:gd name="T12" fmla="*/ 142 w 220"/>
              <a:gd name="T13" fmla="*/ 18 h 220"/>
              <a:gd name="T14" fmla="*/ 142 w 220"/>
              <a:gd name="T15" fmla="*/ 18 h 220"/>
              <a:gd name="T16" fmla="*/ 201 w 220"/>
              <a:gd name="T17" fmla="*/ 142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" h="220">
                <a:moveTo>
                  <a:pt x="201" y="142"/>
                </a:moveTo>
                <a:lnTo>
                  <a:pt x="201" y="142"/>
                </a:lnTo>
                <a:cubicBezTo>
                  <a:pt x="183" y="193"/>
                  <a:pt x="128" y="219"/>
                  <a:pt x="77" y="202"/>
                </a:cubicBezTo>
                <a:lnTo>
                  <a:pt x="77" y="202"/>
                </a:lnTo>
                <a:cubicBezTo>
                  <a:pt x="27" y="184"/>
                  <a:pt x="0" y="128"/>
                  <a:pt x="17" y="78"/>
                </a:cubicBezTo>
                <a:lnTo>
                  <a:pt x="17" y="78"/>
                </a:lnTo>
                <a:cubicBezTo>
                  <a:pt x="35" y="27"/>
                  <a:pt x="91" y="0"/>
                  <a:pt x="142" y="18"/>
                </a:cubicBezTo>
                <a:lnTo>
                  <a:pt x="142" y="18"/>
                </a:lnTo>
                <a:cubicBezTo>
                  <a:pt x="192" y="35"/>
                  <a:pt x="219" y="91"/>
                  <a:pt x="201" y="142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82">
            <a:extLst>
              <a:ext uri="{FF2B5EF4-FFF2-40B4-BE49-F238E27FC236}">
                <a16:creationId xmlns:a16="http://schemas.microsoft.com/office/drawing/2014/main" id="{8C672DC8-8D98-6A42-A83A-2B5E56FFE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001" y="6347152"/>
            <a:ext cx="274652" cy="274652"/>
          </a:xfrm>
          <a:custGeom>
            <a:avLst/>
            <a:gdLst>
              <a:gd name="T0" fmla="*/ 202 w 220"/>
              <a:gd name="T1" fmla="*/ 142 h 220"/>
              <a:gd name="T2" fmla="*/ 202 w 220"/>
              <a:gd name="T3" fmla="*/ 142 h 220"/>
              <a:gd name="T4" fmla="*/ 77 w 220"/>
              <a:gd name="T5" fmla="*/ 201 h 220"/>
              <a:gd name="T6" fmla="*/ 77 w 220"/>
              <a:gd name="T7" fmla="*/ 201 h 220"/>
              <a:gd name="T8" fmla="*/ 17 w 220"/>
              <a:gd name="T9" fmla="*/ 77 h 220"/>
              <a:gd name="T10" fmla="*/ 17 w 220"/>
              <a:gd name="T11" fmla="*/ 77 h 220"/>
              <a:gd name="T12" fmla="*/ 141 w 220"/>
              <a:gd name="T13" fmla="*/ 18 h 220"/>
              <a:gd name="T14" fmla="*/ 141 w 220"/>
              <a:gd name="T15" fmla="*/ 18 h 220"/>
              <a:gd name="T16" fmla="*/ 202 w 220"/>
              <a:gd name="T17" fmla="*/ 142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" h="220">
                <a:moveTo>
                  <a:pt x="202" y="142"/>
                </a:moveTo>
                <a:lnTo>
                  <a:pt x="202" y="142"/>
                </a:lnTo>
                <a:cubicBezTo>
                  <a:pt x="184" y="193"/>
                  <a:pt x="128" y="219"/>
                  <a:pt x="77" y="201"/>
                </a:cubicBezTo>
                <a:lnTo>
                  <a:pt x="77" y="201"/>
                </a:lnTo>
                <a:cubicBezTo>
                  <a:pt x="26" y="184"/>
                  <a:pt x="0" y="128"/>
                  <a:pt x="17" y="77"/>
                </a:cubicBezTo>
                <a:lnTo>
                  <a:pt x="17" y="77"/>
                </a:lnTo>
                <a:cubicBezTo>
                  <a:pt x="35" y="27"/>
                  <a:pt x="91" y="0"/>
                  <a:pt x="141" y="18"/>
                </a:cubicBezTo>
                <a:lnTo>
                  <a:pt x="141" y="18"/>
                </a:lnTo>
                <a:cubicBezTo>
                  <a:pt x="192" y="36"/>
                  <a:pt x="219" y="91"/>
                  <a:pt x="202" y="142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83">
            <a:extLst>
              <a:ext uri="{FF2B5EF4-FFF2-40B4-BE49-F238E27FC236}">
                <a16:creationId xmlns:a16="http://schemas.microsoft.com/office/drawing/2014/main" id="{B283448F-4F1E-D643-A301-21D2D5307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344" y="6874481"/>
            <a:ext cx="3037653" cy="2455390"/>
          </a:xfrm>
          <a:custGeom>
            <a:avLst/>
            <a:gdLst>
              <a:gd name="T0" fmla="*/ 1990 w 2438"/>
              <a:gd name="T1" fmla="*/ 1971 h 1972"/>
              <a:gd name="T2" fmla="*/ 0 w 2438"/>
              <a:gd name="T3" fmla="*/ 1273 h 1972"/>
              <a:gd name="T4" fmla="*/ 447 w 2438"/>
              <a:gd name="T5" fmla="*/ 0 h 1972"/>
              <a:gd name="T6" fmla="*/ 2437 w 2438"/>
              <a:gd name="T7" fmla="*/ 698 h 1972"/>
              <a:gd name="T8" fmla="*/ 1990 w 2438"/>
              <a:gd name="T9" fmla="*/ 1971 h 19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38" h="1972">
                <a:moveTo>
                  <a:pt x="1990" y="1971"/>
                </a:moveTo>
                <a:lnTo>
                  <a:pt x="0" y="1273"/>
                </a:lnTo>
                <a:lnTo>
                  <a:pt x="447" y="0"/>
                </a:lnTo>
                <a:lnTo>
                  <a:pt x="2437" y="698"/>
                </a:lnTo>
                <a:lnTo>
                  <a:pt x="1990" y="1971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84">
            <a:extLst>
              <a:ext uri="{FF2B5EF4-FFF2-40B4-BE49-F238E27FC236}">
                <a16:creationId xmlns:a16="http://schemas.microsoft.com/office/drawing/2014/main" id="{A2A22726-A577-F344-A737-B46EB0798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3641" y="8840995"/>
            <a:ext cx="2230177" cy="911846"/>
          </a:xfrm>
          <a:custGeom>
            <a:avLst/>
            <a:gdLst>
              <a:gd name="T0" fmla="*/ 1701 w 1791"/>
              <a:gd name="T1" fmla="*/ 722 h 733"/>
              <a:gd name="T2" fmla="*/ 42 w 1791"/>
              <a:gd name="T3" fmla="*/ 141 h 733"/>
              <a:gd name="T4" fmla="*/ 42 w 1791"/>
              <a:gd name="T5" fmla="*/ 141 h 733"/>
              <a:gd name="T6" fmla="*/ 9 w 1791"/>
              <a:gd name="T7" fmla="*/ 72 h 733"/>
              <a:gd name="T8" fmla="*/ 20 w 1791"/>
              <a:gd name="T9" fmla="*/ 43 h 733"/>
              <a:gd name="T10" fmla="*/ 20 w 1791"/>
              <a:gd name="T11" fmla="*/ 43 h 733"/>
              <a:gd name="T12" fmla="*/ 89 w 1791"/>
              <a:gd name="T13" fmla="*/ 10 h 733"/>
              <a:gd name="T14" fmla="*/ 1747 w 1791"/>
              <a:gd name="T15" fmla="*/ 591 h 733"/>
              <a:gd name="T16" fmla="*/ 1747 w 1791"/>
              <a:gd name="T17" fmla="*/ 591 h 733"/>
              <a:gd name="T18" fmla="*/ 1780 w 1791"/>
              <a:gd name="T19" fmla="*/ 660 h 733"/>
              <a:gd name="T20" fmla="*/ 1770 w 1791"/>
              <a:gd name="T21" fmla="*/ 689 h 733"/>
              <a:gd name="T22" fmla="*/ 1770 w 1791"/>
              <a:gd name="T23" fmla="*/ 689 h 733"/>
              <a:gd name="T24" fmla="*/ 1701 w 1791"/>
              <a:gd name="T25" fmla="*/ 722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91" h="733">
                <a:moveTo>
                  <a:pt x="1701" y="722"/>
                </a:moveTo>
                <a:lnTo>
                  <a:pt x="42" y="141"/>
                </a:lnTo>
                <a:lnTo>
                  <a:pt x="42" y="141"/>
                </a:lnTo>
                <a:cubicBezTo>
                  <a:pt x="14" y="131"/>
                  <a:pt x="0" y="100"/>
                  <a:pt x="9" y="72"/>
                </a:cubicBezTo>
                <a:lnTo>
                  <a:pt x="20" y="43"/>
                </a:lnTo>
                <a:lnTo>
                  <a:pt x="20" y="43"/>
                </a:lnTo>
                <a:cubicBezTo>
                  <a:pt x="29" y="14"/>
                  <a:pt x="60" y="0"/>
                  <a:pt x="89" y="10"/>
                </a:cubicBezTo>
                <a:lnTo>
                  <a:pt x="1747" y="591"/>
                </a:lnTo>
                <a:lnTo>
                  <a:pt x="1747" y="591"/>
                </a:lnTo>
                <a:cubicBezTo>
                  <a:pt x="1775" y="601"/>
                  <a:pt x="1790" y="631"/>
                  <a:pt x="1780" y="660"/>
                </a:cubicBezTo>
                <a:lnTo>
                  <a:pt x="1770" y="689"/>
                </a:lnTo>
                <a:lnTo>
                  <a:pt x="1770" y="689"/>
                </a:lnTo>
                <a:cubicBezTo>
                  <a:pt x="1760" y="717"/>
                  <a:pt x="1729" y="732"/>
                  <a:pt x="1701" y="722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C2C9A8A4-1B41-A54B-8EDD-D80C4A20D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598" y="6484477"/>
            <a:ext cx="2230177" cy="911846"/>
          </a:xfrm>
          <a:custGeom>
            <a:avLst/>
            <a:gdLst>
              <a:gd name="T0" fmla="*/ 1702 w 1792"/>
              <a:gd name="T1" fmla="*/ 722 h 732"/>
              <a:gd name="T2" fmla="*/ 44 w 1792"/>
              <a:gd name="T3" fmla="*/ 142 h 732"/>
              <a:gd name="T4" fmla="*/ 44 w 1792"/>
              <a:gd name="T5" fmla="*/ 142 h 732"/>
              <a:gd name="T6" fmla="*/ 10 w 1792"/>
              <a:gd name="T7" fmla="*/ 72 h 732"/>
              <a:gd name="T8" fmla="*/ 21 w 1792"/>
              <a:gd name="T9" fmla="*/ 43 h 732"/>
              <a:gd name="T10" fmla="*/ 21 w 1792"/>
              <a:gd name="T11" fmla="*/ 43 h 732"/>
              <a:gd name="T12" fmla="*/ 90 w 1792"/>
              <a:gd name="T13" fmla="*/ 10 h 732"/>
              <a:gd name="T14" fmla="*/ 1748 w 1792"/>
              <a:gd name="T15" fmla="*/ 590 h 732"/>
              <a:gd name="T16" fmla="*/ 1748 w 1792"/>
              <a:gd name="T17" fmla="*/ 590 h 732"/>
              <a:gd name="T18" fmla="*/ 1781 w 1792"/>
              <a:gd name="T19" fmla="*/ 659 h 732"/>
              <a:gd name="T20" fmla="*/ 1771 w 1792"/>
              <a:gd name="T21" fmla="*/ 688 h 732"/>
              <a:gd name="T22" fmla="*/ 1771 w 1792"/>
              <a:gd name="T23" fmla="*/ 688 h 732"/>
              <a:gd name="T24" fmla="*/ 1702 w 1792"/>
              <a:gd name="T25" fmla="*/ 722 h 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92" h="732">
                <a:moveTo>
                  <a:pt x="1702" y="722"/>
                </a:moveTo>
                <a:lnTo>
                  <a:pt x="44" y="142"/>
                </a:lnTo>
                <a:lnTo>
                  <a:pt x="44" y="142"/>
                </a:lnTo>
                <a:cubicBezTo>
                  <a:pt x="15" y="132"/>
                  <a:pt x="0" y="100"/>
                  <a:pt x="10" y="72"/>
                </a:cubicBezTo>
                <a:lnTo>
                  <a:pt x="21" y="43"/>
                </a:lnTo>
                <a:lnTo>
                  <a:pt x="21" y="43"/>
                </a:lnTo>
                <a:cubicBezTo>
                  <a:pt x="31" y="15"/>
                  <a:pt x="62" y="0"/>
                  <a:pt x="90" y="10"/>
                </a:cubicBezTo>
                <a:lnTo>
                  <a:pt x="1748" y="590"/>
                </a:lnTo>
                <a:lnTo>
                  <a:pt x="1748" y="590"/>
                </a:lnTo>
                <a:cubicBezTo>
                  <a:pt x="1777" y="600"/>
                  <a:pt x="1791" y="631"/>
                  <a:pt x="1781" y="659"/>
                </a:cubicBezTo>
                <a:lnTo>
                  <a:pt x="1771" y="688"/>
                </a:lnTo>
                <a:lnTo>
                  <a:pt x="1771" y="688"/>
                </a:lnTo>
                <a:cubicBezTo>
                  <a:pt x="1761" y="717"/>
                  <a:pt x="1730" y="731"/>
                  <a:pt x="1702" y="722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86">
            <a:extLst>
              <a:ext uri="{FF2B5EF4-FFF2-40B4-BE49-F238E27FC236}">
                <a16:creationId xmlns:a16="http://schemas.microsoft.com/office/drawing/2014/main" id="{FF79F25C-5F9F-914A-A427-8C588FE9D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165" y="10104396"/>
            <a:ext cx="274652" cy="274652"/>
          </a:xfrm>
          <a:custGeom>
            <a:avLst/>
            <a:gdLst>
              <a:gd name="T0" fmla="*/ 201 w 219"/>
              <a:gd name="T1" fmla="*/ 142 h 220"/>
              <a:gd name="T2" fmla="*/ 201 w 219"/>
              <a:gd name="T3" fmla="*/ 142 h 220"/>
              <a:gd name="T4" fmla="*/ 76 w 219"/>
              <a:gd name="T5" fmla="*/ 201 h 220"/>
              <a:gd name="T6" fmla="*/ 76 w 219"/>
              <a:gd name="T7" fmla="*/ 201 h 220"/>
              <a:gd name="T8" fmla="*/ 17 w 219"/>
              <a:gd name="T9" fmla="*/ 77 h 220"/>
              <a:gd name="T10" fmla="*/ 17 w 219"/>
              <a:gd name="T11" fmla="*/ 77 h 220"/>
              <a:gd name="T12" fmla="*/ 141 w 219"/>
              <a:gd name="T13" fmla="*/ 17 h 220"/>
              <a:gd name="T14" fmla="*/ 141 w 219"/>
              <a:gd name="T15" fmla="*/ 17 h 220"/>
              <a:gd name="T16" fmla="*/ 201 w 219"/>
              <a:gd name="T17" fmla="*/ 142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9" h="220">
                <a:moveTo>
                  <a:pt x="201" y="142"/>
                </a:moveTo>
                <a:lnTo>
                  <a:pt x="201" y="142"/>
                </a:lnTo>
                <a:cubicBezTo>
                  <a:pt x="183" y="192"/>
                  <a:pt x="127" y="219"/>
                  <a:pt x="76" y="201"/>
                </a:cubicBezTo>
                <a:lnTo>
                  <a:pt x="76" y="201"/>
                </a:lnTo>
                <a:cubicBezTo>
                  <a:pt x="26" y="183"/>
                  <a:pt x="0" y="127"/>
                  <a:pt x="17" y="77"/>
                </a:cubicBezTo>
                <a:lnTo>
                  <a:pt x="17" y="77"/>
                </a:lnTo>
                <a:cubicBezTo>
                  <a:pt x="35" y="26"/>
                  <a:pt x="91" y="0"/>
                  <a:pt x="141" y="17"/>
                </a:cubicBezTo>
                <a:lnTo>
                  <a:pt x="141" y="17"/>
                </a:lnTo>
                <a:cubicBezTo>
                  <a:pt x="192" y="35"/>
                  <a:pt x="218" y="91"/>
                  <a:pt x="201" y="142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87">
            <a:extLst>
              <a:ext uri="{FF2B5EF4-FFF2-40B4-BE49-F238E27FC236}">
                <a16:creationId xmlns:a16="http://schemas.microsoft.com/office/drawing/2014/main" id="{90096885-9F8C-F749-8910-C95235B3C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4761" y="10236229"/>
            <a:ext cx="2230177" cy="911846"/>
          </a:xfrm>
          <a:custGeom>
            <a:avLst/>
            <a:gdLst>
              <a:gd name="T0" fmla="*/ 1702 w 1791"/>
              <a:gd name="T1" fmla="*/ 722 h 733"/>
              <a:gd name="T2" fmla="*/ 43 w 1791"/>
              <a:gd name="T3" fmla="*/ 141 h 733"/>
              <a:gd name="T4" fmla="*/ 43 w 1791"/>
              <a:gd name="T5" fmla="*/ 141 h 733"/>
              <a:gd name="T6" fmla="*/ 10 w 1791"/>
              <a:gd name="T7" fmla="*/ 72 h 733"/>
              <a:gd name="T8" fmla="*/ 20 w 1791"/>
              <a:gd name="T9" fmla="*/ 42 h 733"/>
              <a:gd name="T10" fmla="*/ 20 w 1791"/>
              <a:gd name="T11" fmla="*/ 42 h 733"/>
              <a:gd name="T12" fmla="*/ 89 w 1791"/>
              <a:gd name="T13" fmla="*/ 9 h 733"/>
              <a:gd name="T14" fmla="*/ 1748 w 1791"/>
              <a:gd name="T15" fmla="*/ 590 h 733"/>
              <a:gd name="T16" fmla="*/ 1748 w 1791"/>
              <a:gd name="T17" fmla="*/ 590 h 733"/>
              <a:gd name="T18" fmla="*/ 1781 w 1791"/>
              <a:gd name="T19" fmla="*/ 659 h 733"/>
              <a:gd name="T20" fmla="*/ 1771 w 1791"/>
              <a:gd name="T21" fmla="*/ 689 h 733"/>
              <a:gd name="T22" fmla="*/ 1771 w 1791"/>
              <a:gd name="T23" fmla="*/ 689 h 733"/>
              <a:gd name="T24" fmla="*/ 1702 w 1791"/>
              <a:gd name="T25" fmla="*/ 722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91" h="733">
                <a:moveTo>
                  <a:pt x="1702" y="722"/>
                </a:moveTo>
                <a:lnTo>
                  <a:pt x="43" y="141"/>
                </a:lnTo>
                <a:lnTo>
                  <a:pt x="43" y="141"/>
                </a:lnTo>
                <a:cubicBezTo>
                  <a:pt x="15" y="130"/>
                  <a:pt x="0" y="100"/>
                  <a:pt x="10" y="72"/>
                </a:cubicBezTo>
                <a:lnTo>
                  <a:pt x="20" y="42"/>
                </a:lnTo>
                <a:lnTo>
                  <a:pt x="20" y="42"/>
                </a:lnTo>
                <a:cubicBezTo>
                  <a:pt x="30" y="14"/>
                  <a:pt x="61" y="0"/>
                  <a:pt x="89" y="9"/>
                </a:cubicBezTo>
                <a:lnTo>
                  <a:pt x="1748" y="590"/>
                </a:lnTo>
                <a:lnTo>
                  <a:pt x="1748" y="590"/>
                </a:lnTo>
                <a:cubicBezTo>
                  <a:pt x="1776" y="601"/>
                  <a:pt x="1790" y="631"/>
                  <a:pt x="1781" y="659"/>
                </a:cubicBezTo>
                <a:lnTo>
                  <a:pt x="1771" y="689"/>
                </a:lnTo>
                <a:lnTo>
                  <a:pt x="1771" y="689"/>
                </a:lnTo>
                <a:cubicBezTo>
                  <a:pt x="1760" y="717"/>
                  <a:pt x="1730" y="732"/>
                  <a:pt x="1702" y="722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88">
            <a:extLst>
              <a:ext uri="{FF2B5EF4-FFF2-40B4-BE49-F238E27FC236}">
                <a16:creationId xmlns:a16="http://schemas.microsoft.com/office/drawing/2014/main" id="{070C670A-82C5-A246-9133-95452102D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74" y="9038742"/>
            <a:ext cx="2548774" cy="1027198"/>
          </a:xfrm>
          <a:custGeom>
            <a:avLst/>
            <a:gdLst>
              <a:gd name="T0" fmla="*/ 1956 w 2046"/>
              <a:gd name="T1" fmla="*/ 812 h 823"/>
              <a:gd name="T2" fmla="*/ 43 w 2046"/>
              <a:gd name="T3" fmla="*/ 142 h 823"/>
              <a:gd name="T4" fmla="*/ 43 w 2046"/>
              <a:gd name="T5" fmla="*/ 142 h 823"/>
              <a:gd name="T6" fmla="*/ 10 w 2046"/>
              <a:gd name="T7" fmla="*/ 73 h 823"/>
              <a:gd name="T8" fmla="*/ 20 w 2046"/>
              <a:gd name="T9" fmla="*/ 44 h 823"/>
              <a:gd name="T10" fmla="*/ 20 w 2046"/>
              <a:gd name="T11" fmla="*/ 44 h 823"/>
              <a:gd name="T12" fmla="*/ 90 w 2046"/>
              <a:gd name="T13" fmla="*/ 11 h 823"/>
              <a:gd name="T14" fmla="*/ 2002 w 2046"/>
              <a:gd name="T15" fmla="*/ 681 h 823"/>
              <a:gd name="T16" fmla="*/ 2002 w 2046"/>
              <a:gd name="T17" fmla="*/ 681 h 823"/>
              <a:gd name="T18" fmla="*/ 2035 w 2046"/>
              <a:gd name="T19" fmla="*/ 749 h 823"/>
              <a:gd name="T20" fmla="*/ 2025 w 2046"/>
              <a:gd name="T21" fmla="*/ 779 h 823"/>
              <a:gd name="T22" fmla="*/ 2025 w 2046"/>
              <a:gd name="T23" fmla="*/ 779 h 823"/>
              <a:gd name="T24" fmla="*/ 1956 w 2046"/>
              <a:gd name="T25" fmla="*/ 812 h 8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046" h="823">
                <a:moveTo>
                  <a:pt x="1956" y="812"/>
                </a:moveTo>
                <a:lnTo>
                  <a:pt x="43" y="142"/>
                </a:lnTo>
                <a:lnTo>
                  <a:pt x="43" y="142"/>
                </a:lnTo>
                <a:cubicBezTo>
                  <a:pt x="15" y="132"/>
                  <a:pt x="0" y="101"/>
                  <a:pt x="10" y="73"/>
                </a:cubicBezTo>
                <a:lnTo>
                  <a:pt x="20" y="44"/>
                </a:lnTo>
                <a:lnTo>
                  <a:pt x="20" y="44"/>
                </a:lnTo>
                <a:cubicBezTo>
                  <a:pt x="30" y="16"/>
                  <a:pt x="61" y="0"/>
                  <a:pt x="90" y="11"/>
                </a:cubicBezTo>
                <a:lnTo>
                  <a:pt x="2002" y="681"/>
                </a:lnTo>
                <a:lnTo>
                  <a:pt x="2002" y="681"/>
                </a:lnTo>
                <a:cubicBezTo>
                  <a:pt x="2030" y="691"/>
                  <a:pt x="2045" y="721"/>
                  <a:pt x="2035" y="749"/>
                </a:cubicBezTo>
                <a:lnTo>
                  <a:pt x="2025" y="779"/>
                </a:lnTo>
                <a:lnTo>
                  <a:pt x="2025" y="779"/>
                </a:lnTo>
                <a:cubicBezTo>
                  <a:pt x="2015" y="807"/>
                  <a:pt x="1984" y="822"/>
                  <a:pt x="1956" y="812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89">
            <a:extLst>
              <a:ext uri="{FF2B5EF4-FFF2-40B4-BE49-F238E27FC236}">
                <a16:creationId xmlns:a16="http://schemas.microsoft.com/office/drawing/2014/main" id="{DF602212-6BB6-1F46-A201-F202E5805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364" y="9417763"/>
            <a:ext cx="274652" cy="274652"/>
          </a:xfrm>
          <a:custGeom>
            <a:avLst/>
            <a:gdLst>
              <a:gd name="T0" fmla="*/ 201 w 220"/>
              <a:gd name="T1" fmla="*/ 142 h 220"/>
              <a:gd name="T2" fmla="*/ 201 w 220"/>
              <a:gd name="T3" fmla="*/ 142 h 220"/>
              <a:gd name="T4" fmla="*/ 77 w 220"/>
              <a:gd name="T5" fmla="*/ 201 h 220"/>
              <a:gd name="T6" fmla="*/ 77 w 220"/>
              <a:gd name="T7" fmla="*/ 201 h 220"/>
              <a:gd name="T8" fmla="*/ 18 w 220"/>
              <a:gd name="T9" fmla="*/ 78 h 220"/>
              <a:gd name="T10" fmla="*/ 18 w 220"/>
              <a:gd name="T11" fmla="*/ 78 h 220"/>
              <a:gd name="T12" fmla="*/ 142 w 220"/>
              <a:gd name="T13" fmla="*/ 18 h 220"/>
              <a:gd name="T14" fmla="*/ 142 w 220"/>
              <a:gd name="T15" fmla="*/ 18 h 220"/>
              <a:gd name="T16" fmla="*/ 201 w 220"/>
              <a:gd name="T17" fmla="*/ 142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" h="220">
                <a:moveTo>
                  <a:pt x="201" y="142"/>
                </a:moveTo>
                <a:lnTo>
                  <a:pt x="201" y="142"/>
                </a:lnTo>
                <a:cubicBezTo>
                  <a:pt x="183" y="193"/>
                  <a:pt x="128" y="219"/>
                  <a:pt x="77" y="201"/>
                </a:cubicBezTo>
                <a:lnTo>
                  <a:pt x="77" y="201"/>
                </a:lnTo>
                <a:cubicBezTo>
                  <a:pt x="26" y="183"/>
                  <a:pt x="0" y="128"/>
                  <a:pt x="18" y="78"/>
                </a:cubicBezTo>
                <a:lnTo>
                  <a:pt x="18" y="78"/>
                </a:lnTo>
                <a:cubicBezTo>
                  <a:pt x="36" y="27"/>
                  <a:pt x="91" y="0"/>
                  <a:pt x="142" y="18"/>
                </a:cubicBezTo>
                <a:lnTo>
                  <a:pt x="142" y="18"/>
                </a:lnTo>
                <a:cubicBezTo>
                  <a:pt x="193" y="35"/>
                  <a:pt x="219" y="91"/>
                  <a:pt x="201" y="142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90">
            <a:extLst>
              <a:ext uri="{FF2B5EF4-FFF2-40B4-BE49-F238E27FC236}">
                <a16:creationId xmlns:a16="http://schemas.microsoft.com/office/drawing/2014/main" id="{989B1B69-B985-F946-9625-CFA10A0CD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0960" y="9555091"/>
            <a:ext cx="2230177" cy="911846"/>
          </a:xfrm>
          <a:custGeom>
            <a:avLst/>
            <a:gdLst>
              <a:gd name="T0" fmla="*/ 1701 w 1792"/>
              <a:gd name="T1" fmla="*/ 722 h 733"/>
              <a:gd name="T2" fmla="*/ 43 w 1792"/>
              <a:gd name="T3" fmla="*/ 141 h 733"/>
              <a:gd name="T4" fmla="*/ 43 w 1792"/>
              <a:gd name="T5" fmla="*/ 141 h 733"/>
              <a:gd name="T6" fmla="*/ 10 w 1792"/>
              <a:gd name="T7" fmla="*/ 72 h 733"/>
              <a:gd name="T8" fmla="*/ 19 w 1792"/>
              <a:gd name="T9" fmla="*/ 43 h 733"/>
              <a:gd name="T10" fmla="*/ 19 w 1792"/>
              <a:gd name="T11" fmla="*/ 43 h 733"/>
              <a:gd name="T12" fmla="*/ 89 w 1792"/>
              <a:gd name="T13" fmla="*/ 10 h 733"/>
              <a:gd name="T14" fmla="*/ 1747 w 1792"/>
              <a:gd name="T15" fmla="*/ 591 h 733"/>
              <a:gd name="T16" fmla="*/ 1747 w 1792"/>
              <a:gd name="T17" fmla="*/ 591 h 733"/>
              <a:gd name="T18" fmla="*/ 1780 w 1792"/>
              <a:gd name="T19" fmla="*/ 660 h 733"/>
              <a:gd name="T20" fmla="*/ 1770 w 1792"/>
              <a:gd name="T21" fmla="*/ 689 h 733"/>
              <a:gd name="T22" fmla="*/ 1770 w 1792"/>
              <a:gd name="T23" fmla="*/ 689 h 733"/>
              <a:gd name="T24" fmla="*/ 1701 w 1792"/>
              <a:gd name="T25" fmla="*/ 722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92" h="733">
                <a:moveTo>
                  <a:pt x="1701" y="722"/>
                </a:moveTo>
                <a:lnTo>
                  <a:pt x="43" y="141"/>
                </a:lnTo>
                <a:lnTo>
                  <a:pt x="43" y="141"/>
                </a:lnTo>
                <a:cubicBezTo>
                  <a:pt x="15" y="131"/>
                  <a:pt x="0" y="100"/>
                  <a:pt x="10" y="72"/>
                </a:cubicBezTo>
                <a:lnTo>
                  <a:pt x="19" y="43"/>
                </a:lnTo>
                <a:lnTo>
                  <a:pt x="19" y="43"/>
                </a:lnTo>
                <a:cubicBezTo>
                  <a:pt x="30" y="14"/>
                  <a:pt x="61" y="0"/>
                  <a:pt x="89" y="10"/>
                </a:cubicBezTo>
                <a:lnTo>
                  <a:pt x="1747" y="591"/>
                </a:lnTo>
                <a:lnTo>
                  <a:pt x="1747" y="591"/>
                </a:lnTo>
                <a:cubicBezTo>
                  <a:pt x="1775" y="601"/>
                  <a:pt x="1791" y="632"/>
                  <a:pt x="1780" y="660"/>
                </a:cubicBezTo>
                <a:lnTo>
                  <a:pt x="1770" y="689"/>
                </a:lnTo>
                <a:lnTo>
                  <a:pt x="1770" y="689"/>
                </a:lnTo>
                <a:cubicBezTo>
                  <a:pt x="1761" y="717"/>
                  <a:pt x="1729" y="732"/>
                  <a:pt x="1701" y="722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97C2A0F0-7D13-AF4D-9FDB-D141D1308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906" y="10626234"/>
            <a:ext cx="2559760" cy="1087623"/>
          </a:xfrm>
          <a:custGeom>
            <a:avLst/>
            <a:gdLst>
              <a:gd name="T0" fmla="*/ 1990 w 2053"/>
              <a:gd name="T1" fmla="*/ 874 h 875"/>
              <a:gd name="T2" fmla="*/ 2052 w 2053"/>
              <a:gd name="T3" fmla="*/ 698 h 875"/>
              <a:gd name="T4" fmla="*/ 62 w 2053"/>
              <a:gd name="T5" fmla="*/ 0 h 875"/>
              <a:gd name="T6" fmla="*/ 0 w 2053"/>
              <a:gd name="T7" fmla="*/ 177 h 875"/>
              <a:gd name="T8" fmla="*/ 1990 w 2053"/>
              <a:gd name="T9" fmla="*/ 874 h 8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3" h="875">
                <a:moveTo>
                  <a:pt x="1990" y="874"/>
                </a:moveTo>
                <a:lnTo>
                  <a:pt x="2052" y="698"/>
                </a:lnTo>
                <a:lnTo>
                  <a:pt x="62" y="0"/>
                </a:lnTo>
                <a:lnTo>
                  <a:pt x="0" y="177"/>
                </a:lnTo>
                <a:lnTo>
                  <a:pt x="1990" y="874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Freeform 92">
            <a:extLst>
              <a:ext uri="{FF2B5EF4-FFF2-40B4-BE49-F238E27FC236}">
                <a16:creationId xmlns:a16="http://schemas.microsoft.com/office/drawing/2014/main" id="{E632F7D2-2744-F441-B832-1F9CFDC65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4029" y="5594600"/>
            <a:ext cx="1538053" cy="1538053"/>
          </a:xfrm>
          <a:custGeom>
            <a:avLst/>
            <a:gdLst>
              <a:gd name="T0" fmla="*/ 1142 w 1234"/>
              <a:gd name="T1" fmla="*/ 453 h 1233"/>
              <a:gd name="T2" fmla="*/ 1142 w 1234"/>
              <a:gd name="T3" fmla="*/ 453 h 1233"/>
              <a:gd name="T4" fmla="*/ 780 w 1234"/>
              <a:gd name="T5" fmla="*/ 1142 h 1233"/>
              <a:gd name="T6" fmla="*/ 780 w 1234"/>
              <a:gd name="T7" fmla="*/ 1142 h 1233"/>
              <a:gd name="T8" fmla="*/ 90 w 1234"/>
              <a:gd name="T9" fmla="*/ 780 h 1233"/>
              <a:gd name="T10" fmla="*/ 90 w 1234"/>
              <a:gd name="T11" fmla="*/ 780 h 1233"/>
              <a:gd name="T12" fmla="*/ 453 w 1234"/>
              <a:gd name="T13" fmla="*/ 90 h 1233"/>
              <a:gd name="T14" fmla="*/ 453 w 1234"/>
              <a:gd name="T15" fmla="*/ 90 h 1233"/>
              <a:gd name="T16" fmla="*/ 1142 w 1234"/>
              <a:gd name="T17" fmla="*/ 453 h 1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34" h="1233">
                <a:moveTo>
                  <a:pt x="1142" y="453"/>
                </a:moveTo>
                <a:lnTo>
                  <a:pt x="1142" y="453"/>
                </a:lnTo>
                <a:cubicBezTo>
                  <a:pt x="1233" y="744"/>
                  <a:pt x="1070" y="1051"/>
                  <a:pt x="780" y="1142"/>
                </a:cubicBezTo>
                <a:lnTo>
                  <a:pt x="780" y="1142"/>
                </a:lnTo>
                <a:cubicBezTo>
                  <a:pt x="489" y="1232"/>
                  <a:pt x="180" y="1069"/>
                  <a:pt x="90" y="780"/>
                </a:cubicBezTo>
                <a:lnTo>
                  <a:pt x="90" y="780"/>
                </a:lnTo>
                <a:cubicBezTo>
                  <a:pt x="0" y="489"/>
                  <a:pt x="163" y="180"/>
                  <a:pt x="453" y="90"/>
                </a:cubicBezTo>
                <a:lnTo>
                  <a:pt x="453" y="90"/>
                </a:lnTo>
                <a:cubicBezTo>
                  <a:pt x="744" y="0"/>
                  <a:pt x="1052" y="163"/>
                  <a:pt x="1142" y="453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Freeform 93">
            <a:extLst>
              <a:ext uri="{FF2B5EF4-FFF2-40B4-BE49-F238E27FC236}">
                <a16:creationId xmlns:a16="http://schemas.microsoft.com/office/drawing/2014/main" id="{443A1F0C-583E-7040-B7F5-44FEBDC06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323" y="5968130"/>
            <a:ext cx="384513" cy="758040"/>
          </a:xfrm>
          <a:custGeom>
            <a:avLst/>
            <a:gdLst>
              <a:gd name="T0" fmla="*/ 155 w 308"/>
              <a:gd name="T1" fmla="*/ 19 h 610"/>
              <a:gd name="T2" fmla="*/ 155 w 308"/>
              <a:gd name="T3" fmla="*/ 19 h 610"/>
              <a:gd name="T4" fmla="*/ 73 w 308"/>
              <a:gd name="T5" fmla="*/ 191 h 610"/>
              <a:gd name="T6" fmla="*/ 99 w 308"/>
              <a:gd name="T7" fmla="*/ 274 h 610"/>
              <a:gd name="T8" fmla="*/ 0 w 308"/>
              <a:gd name="T9" fmla="*/ 304 h 610"/>
              <a:gd name="T10" fmla="*/ 31 w 308"/>
              <a:gd name="T11" fmla="*/ 403 h 610"/>
              <a:gd name="T12" fmla="*/ 129 w 308"/>
              <a:gd name="T13" fmla="*/ 372 h 610"/>
              <a:gd name="T14" fmla="*/ 203 w 308"/>
              <a:gd name="T15" fmla="*/ 609 h 610"/>
              <a:gd name="T16" fmla="*/ 301 w 308"/>
              <a:gd name="T17" fmla="*/ 578 h 610"/>
              <a:gd name="T18" fmla="*/ 228 w 308"/>
              <a:gd name="T19" fmla="*/ 341 h 610"/>
              <a:gd name="T20" fmla="*/ 307 w 308"/>
              <a:gd name="T21" fmla="*/ 317 h 610"/>
              <a:gd name="T22" fmla="*/ 296 w 308"/>
              <a:gd name="T23" fmla="*/ 212 h 610"/>
              <a:gd name="T24" fmla="*/ 197 w 308"/>
              <a:gd name="T25" fmla="*/ 243 h 610"/>
              <a:gd name="T26" fmla="*/ 177 w 308"/>
              <a:gd name="T27" fmla="*/ 178 h 610"/>
              <a:gd name="T28" fmla="*/ 177 w 308"/>
              <a:gd name="T29" fmla="*/ 178 h 610"/>
              <a:gd name="T30" fmla="*/ 205 w 308"/>
              <a:gd name="T31" fmla="*/ 111 h 610"/>
              <a:gd name="T32" fmla="*/ 259 w 308"/>
              <a:gd name="T33" fmla="*/ 94 h 610"/>
              <a:gd name="T34" fmla="*/ 230 w 308"/>
              <a:gd name="T35" fmla="*/ 0 h 610"/>
              <a:gd name="T36" fmla="*/ 230 w 308"/>
              <a:gd name="T37" fmla="*/ 0 h 610"/>
              <a:gd name="T38" fmla="*/ 155 w 308"/>
              <a:gd name="T39" fmla="*/ 19 h 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08" h="610">
                <a:moveTo>
                  <a:pt x="155" y="19"/>
                </a:moveTo>
                <a:lnTo>
                  <a:pt x="155" y="19"/>
                </a:lnTo>
                <a:cubicBezTo>
                  <a:pt x="77" y="43"/>
                  <a:pt x="44" y="98"/>
                  <a:pt x="73" y="191"/>
                </a:cubicBezTo>
                <a:lnTo>
                  <a:pt x="99" y="274"/>
                </a:lnTo>
                <a:lnTo>
                  <a:pt x="0" y="304"/>
                </a:lnTo>
                <a:lnTo>
                  <a:pt x="31" y="403"/>
                </a:lnTo>
                <a:lnTo>
                  <a:pt x="129" y="372"/>
                </a:lnTo>
                <a:lnTo>
                  <a:pt x="203" y="609"/>
                </a:lnTo>
                <a:lnTo>
                  <a:pt x="301" y="578"/>
                </a:lnTo>
                <a:lnTo>
                  <a:pt x="228" y="341"/>
                </a:lnTo>
                <a:lnTo>
                  <a:pt x="307" y="317"/>
                </a:lnTo>
                <a:lnTo>
                  <a:pt x="296" y="212"/>
                </a:lnTo>
                <a:lnTo>
                  <a:pt x="197" y="243"/>
                </a:lnTo>
                <a:lnTo>
                  <a:pt x="177" y="178"/>
                </a:lnTo>
                <a:lnTo>
                  <a:pt x="177" y="178"/>
                </a:lnTo>
                <a:cubicBezTo>
                  <a:pt x="166" y="143"/>
                  <a:pt x="172" y="121"/>
                  <a:pt x="205" y="111"/>
                </a:cubicBezTo>
                <a:lnTo>
                  <a:pt x="259" y="94"/>
                </a:lnTo>
                <a:lnTo>
                  <a:pt x="230" y="0"/>
                </a:lnTo>
                <a:lnTo>
                  <a:pt x="230" y="0"/>
                </a:lnTo>
                <a:cubicBezTo>
                  <a:pt x="220" y="1"/>
                  <a:pt x="192" y="7"/>
                  <a:pt x="155" y="19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Freeform 94">
            <a:extLst>
              <a:ext uri="{FF2B5EF4-FFF2-40B4-BE49-F238E27FC236}">
                <a16:creationId xmlns:a16="http://schemas.microsoft.com/office/drawing/2014/main" id="{6DA5AC22-85C7-3041-A1C6-8AC600CCD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202" y="5825308"/>
            <a:ext cx="1939047" cy="1939047"/>
          </a:xfrm>
          <a:custGeom>
            <a:avLst/>
            <a:gdLst>
              <a:gd name="T0" fmla="*/ 1428 w 1558"/>
              <a:gd name="T1" fmla="*/ 1009 h 1556"/>
              <a:gd name="T2" fmla="*/ 1428 w 1558"/>
              <a:gd name="T3" fmla="*/ 1009 h 1556"/>
              <a:gd name="T4" fmla="*/ 546 w 1558"/>
              <a:gd name="T5" fmla="*/ 1427 h 1556"/>
              <a:gd name="T6" fmla="*/ 546 w 1558"/>
              <a:gd name="T7" fmla="*/ 1427 h 1556"/>
              <a:gd name="T8" fmla="*/ 129 w 1558"/>
              <a:gd name="T9" fmla="*/ 546 h 1556"/>
              <a:gd name="T10" fmla="*/ 129 w 1558"/>
              <a:gd name="T11" fmla="*/ 546 h 1556"/>
              <a:gd name="T12" fmla="*/ 1010 w 1558"/>
              <a:gd name="T13" fmla="*/ 128 h 1556"/>
              <a:gd name="T14" fmla="*/ 1010 w 1558"/>
              <a:gd name="T15" fmla="*/ 128 h 1556"/>
              <a:gd name="T16" fmla="*/ 1428 w 1558"/>
              <a:gd name="T17" fmla="*/ 1009 h 15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58" h="1556">
                <a:moveTo>
                  <a:pt x="1428" y="1009"/>
                </a:moveTo>
                <a:lnTo>
                  <a:pt x="1428" y="1009"/>
                </a:lnTo>
                <a:cubicBezTo>
                  <a:pt x="1301" y="1368"/>
                  <a:pt x="905" y="1555"/>
                  <a:pt x="546" y="1427"/>
                </a:cubicBezTo>
                <a:lnTo>
                  <a:pt x="546" y="1427"/>
                </a:lnTo>
                <a:cubicBezTo>
                  <a:pt x="188" y="1299"/>
                  <a:pt x="0" y="904"/>
                  <a:pt x="129" y="546"/>
                </a:cubicBezTo>
                <a:lnTo>
                  <a:pt x="129" y="546"/>
                </a:lnTo>
                <a:cubicBezTo>
                  <a:pt x="257" y="187"/>
                  <a:pt x="651" y="0"/>
                  <a:pt x="1010" y="128"/>
                </a:cubicBezTo>
                <a:lnTo>
                  <a:pt x="1010" y="128"/>
                </a:lnTo>
                <a:cubicBezTo>
                  <a:pt x="1369" y="256"/>
                  <a:pt x="1557" y="651"/>
                  <a:pt x="1428" y="1009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1" name="Freeform 95">
            <a:extLst>
              <a:ext uri="{FF2B5EF4-FFF2-40B4-BE49-F238E27FC236}">
                <a16:creationId xmlns:a16="http://schemas.microsoft.com/office/drawing/2014/main" id="{D182A29A-7DA5-F943-A5AB-6295CC5B1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047" y="6418557"/>
            <a:ext cx="889874" cy="725082"/>
          </a:xfrm>
          <a:custGeom>
            <a:avLst/>
            <a:gdLst>
              <a:gd name="T0" fmla="*/ 714 w 716"/>
              <a:gd name="T1" fmla="*/ 228 h 582"/>
              <a:gd name="T2" fmla="*/ 714 w 716"/>
              <a:gd name="T3" fmla="*/ 228 h 582"/>
              <a:gd name="T4" fmla="*/ 639 w 716"/>
              <a:gd name="T5" fmla="*/ 222 h 582"/>
              <a:gd name="T6" fmla="*/ 639 w 716"/>
              <a:gd name="T7" fmla="*/ 222 h 582"/>
              <a:gd name="T8" fmla="*/ 715 w 716"/>
              <a:gd name="T9" fmla="*/ 175 h 582"/>
              <a:gd name="T10" fmla="*/ 715 w 716"/>
              <a:gd name="T11" fmla="*/ 175 h 582"/>
              <a:gd name="T12" fmla="*/ 628 w 716"/>
              <a:gd name="T13" fmla="*/ 176 h 582"/>
              <a:gd name="T14" fmla="*/ 628 w 716"/>
              <a:gd name="T15" fmla="*/ 176 h 582"/>
              <a:gd name="T16" fmla="*/ 554 w 716"/>
              <a:gd name="T17" fmla="*/ 107 h 582"/>
              <a:gd name="T18" fmla="*/ 554 w 716"/>
              <a:gd name="T19" fmla="*/ 107 h 582"/>
              <a:gd name="T20" fmla="*/ 392 w 716"/>
              <a:gd name="T21" fmla="*/ 185 h 582"/>
              <a:gd name="T22" fmla="*/ 392 w 716"/>
              <a:gd name="T23" fmla="*/ 185 h 582"/>
              <a:gd name="T24" fmla="*/ 386 w 716"/>
              <a:gd name="T25" fmla="*/ 213 h 582"/>
              <a:gd name="T26" fmla="*/ 386 w 716"/>
              <a:gd name="T27" fmla="*/ 213 h 582"/>
              <a:gd name="T28" fmla="*/ 183 w 716"/>
              <a:gd name="T29" fmla="*/ 0 h 582"/>
              <a:gd name="T30" fmla="*/ 183 w 716"/>
              <a:gd name="T31" fmla="*/ 0 h 582"/>
              <a:gd name="T32" fmla="*/ 145 w 716"/>
              <a:gd name="T33" fmla="*/ 54 h 582"/>
              <a:gd name="T34" fmla="*/ 145 w 716"/>
              <a:gd name="T35" fmla="*/ 54 h 582"/>
              <a:gd name="T36" fmla="*/ 163 w 716"/>
              <a:gd name="T37" fmla="*/ 173 h 582"/>
              <a:gd name="T38" fmla="*/ 163 w 716"/>
              <a:gd name="T39" fmla="*/ 173 h 582"/>
              <a:gd name="T40" fmla="*/ 114 w 716"/>
              <a:gd name="T41" fmla="*/ 139 h 582"/>
              <a:gd name="T42" fmla="*/ 114 w 716"/>
              <a:gd name="T43" fmla="*/ 139 h 582"/>
              <a:gd name="T44" fmla="*/ 114 w 716"/>
              <a:gd name="T45" fmla="*/ 140 h 582"/>
              <a:gd name="T46" fmla="*/ 114 w 716"/>
              <a:gd name="T47" fmla="*/ 140 h 582"/>
              <a:gd name="T48" fmla="*/ 168 w 716"/>
              <a:gd name="T49" fmla="*/ 292 h 582"/>
              <a:gd name="T50" fmla="*/ 168 w 716"/>
              <a:gd name="T51" fmla="*/ 292 h 582"/>
              <a:gd name="T52" fmla="*/ 135 w 716"/>
              <a:gd name="T53" fmla="*/ 285 h 582"/>
              <a:gd name="T54" fmla="*/ 135 w 716"/>
              <a:gd name="T55" fmla="*/ 285 h 582"/>
              <a:gd name="T56" fmla="*/ 113 w 716"/>
              <a:gd name="T57" fmla="*/ 275 h 582"/>
              <a:gd name="T58" fmla="*/ 113 w 716"/>
              <a:gd name="T59" fmla="*/ 275 h 582"/>
              <a:gd name="T60" fmla="*/ 195 w 716"/>
              <a:gd name="T61" fmla="*/ 397 h 582"/>
              <a:gd name="T62" fmla="*/ 195 w 716"/>
              <a:gd name="T63" fmla="*/ 397 h 582"/>
              <a:gd name="T64" fmla="*/ 28 w 716"/>
              <a:gd name="T65" fmla="*/ 395 h 582"/>
              <a:gd name="T66" fmla="*/ 28 w 716"/>
              <a:gd name="T67" fmla="*/ 395 h 582"/>
              <a:gd name="T68" fmla="*/ 0 w 716"/>
              <a:gd name="T69" fmla="*/ 383 h 582"/>
              <a:gd name="T70" fmla="*/ 0 w 716"/>
              <a:gd name="T71" fmla="*/ 383 h 582"/>
              <a:gd name="T72" fmla="*/ 164 w 716"/>
              <a:gd name="T73" fmla="*/ 503 h 582"/>
              <a:gd name="T74" fmla="*/ 164 w 716"/>
              <a:gd name="T75" fmla="*/ 503 h 582"/>
              <a:gd name="T76" fmla="*/ 627 w 716"/>
              <a:gd name="T77" fmla="*/ 284 h 582"/>
              <a:gd name="T78" fmla="*/ 627 w 716"/>
              <a:gd name="T79" fmla="*/ 284 h 582"/>
              <a:gd name="T80" fmla="*/ 632 w 716"/>
              <a:gd name="T81" fmla="*/ 268 h 582"/>
              <a:gd name="T82" fmla="*/ 632 w 716"/>
              <a:gd name="T83" fmla="*/ 268 h 582"/>
              <a:gd name="T84" fmla="*/ 714 w 716"/>
              <a:gd name="T85" fmla="*/ 228 h 5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16" h="582">
                <a:moveTo>
                  <a:pt x="714" y="228"/>
                </a:moveTo>
                <a:lnTo>
                  <a:pt x="714" y="228"/>
                </a:lnTo>
                <a:cubicBezTo>
                  <a:pt x="689" y="230"/>
                  <a:pt x="664" y="228"/>
                  <a:pt x="639" y="222"/>
                </a:cubicBezTo>
                <a:lnTo>
                  <a:pt x="639" y="222"/>
                </a:lnTo>
                <a:cubicBezTo>
                  <a:pt x="669" y="216"/>
                  <a:pt x="696" y="200"/>
                  <a:pt x="715" y="175"/>
                </a:cubicBezTo>
                <a:lnTo>
                  <a:pt x="715" y="175"/>
                </a:lnTo>
                <a:cubicBezTo>
                  <a:pt x="687" y="180"/>
                  <a:pt x="657" y="181"/>
                  <a:pt x="628" y="176"/>
                </a:cubicBezTo>
                <a:lnTo>
                  <a:pt x="628" y="176"/>
                </a:lnTo>
                <a:cubicBezTo>
                  <a:pt x="615" y="145"/>
                  <a:pt x="589" y="120"/>
                  <a:pt x="554" y="107"/>
                </a:cubicBezTo>
                <a:lnTo>
                  <a:pt x="554" y="107"/>
                </a:lnTo>
                <a:cubicBezTo>
                  <a:pt x="488" y="84"/>
                  <a:pt x="415" y="118"/>
                  <a:pt x="392" y="185"/>
                </a:cubicBezTo>
                <a:lnTo>
                  <a:pt x="392" y="185"/>
                </a:lnTo>
                <a:cubicBezTo>
                  <a:pt x="388" y="194"/>
                  <a:pt x="386" y="203"/>
                  <a:pt x="386" y="213"/>
                </a:cubicBezTo>
                <a:lnTo>
                  <a:pt x="386" y="213"/>
                </a:lnTo>
                <a:cubicBezTo>
                  <a:pt x="288" y="173"/>
                  <a:pt x="216" y="93"/>
                  <a:pt x="183" y="0"/>
                </a:cubicBezTo>
                <a:lnTo>
                  <a:pt x="183" y="0"/>
                </a:lnTo>
                <a:cubicBezTo>
                  <a:pt x="166" y="14"/>
                  <a:pt x="153" y="32"/>
                  <a:pt x="145" y="54"/>
                </a:cubicBezTo>
                <a:lnTo>
                  <a:pt x="145" y="54"/>
                </a:lnTo>
                <a:cubicBezTo>
                  <a:pt x="130" y="96"/>
                  <a:pt x="138" y="140"/>
                  <a:pt x="163" y="173"/>
                </a:cubicBezTo>
                <a:lnTo>
                  <a:pt x="163" y="173"/>
                </a:lnTo>
                <a:cubicBezTo>
                  <a:pt x="144" y="165"/>
                  <a:pt x="127" y="153"/>
                  <a:pt x="114" y="139"/>
                </a:cubicBezTo>
                <a:lnTo>
                  <a:pt x="114" y="139"/>
                </a:lnTo>
                <a:lnTo>
                  <a:pt x="114" y="140"/>
                </a:lnTo>
                <a:lnTo>
                  <a:pt x="114" y="140"/>
                </a:lnTo>
                <a:cubicBezTo>
                  <a:pt x="93" y="198"/>
                  <a:pt x="117" y="261"/>
                  <a:pt x="168" y="292"/>
                </a:cubicBezTo>
                <a:lnTo>
                  <a:pt x="168" y="292"/>
                </a:lnTo>
                <a:cubicBezTo>
                  <a:pt x="157" y="291"/>
                  <a:pt x="146" y="289"/>
                  <a:pt x="135" y="285"/>
                </a:cubicBezTo>
                <a:lnTo>
                  <a:pt x="135" y="285"/>
                </a:lnTo>
                <a:cubicBezTo>
                  <a:pt x="127" y="282"/>
                  <a:pt x="119" y="279"/>
                  <a:pt x="113" y="275"/>
                </a:cubicBezTo>
                <a:lnTo>
                  <a:pt x="113" y="275"/>
                </a:lnTo>
                <a:cubicBezTo>
                  <a:pt x="111" y="328"/>
                  <a:pt x="143" y="377"/>
                  <a:pt x="195" y="397"/>
                </a:cubicBezTo>
                <a:lnTo>
                  <a:pt x="195" y="397"/>
                </a:lnTo>
                <a:cubicBezTo>
                  <a:pt x="143" y="415"/>
                  <a:pt x="84" y="415"/>
                  <a:pt x="28" y="395"/>
                </a:cubicBezTo>
                <a:lnTo>
                  <a:pt x="28" y="395"/>
                </a:lnTo>
                <a:cubicBezTo>
                  <a:pt x="19" y="391"/>
                  <a:pt x="9" y="388"/>
                  <a:pt x="0" y="383"/>
                </a:cubicBezTo>
                <a:lnTo>
                  <a:pt x="0" y="383"/>
                </a:lnTo>
                <a:cubicBezTo>
                  <a:pt x="41" y="436"/>
                  <a:pt x="97" y="478"/>
                  <a:pt x="164" y="503"/>
                </a:cubicBezTo>
                <a:lnTo>
                  <a:pt x="164" y="503"/>
                </a:lnTo>
                <a:cubicBezTo>
                  <a:pt x="385" y="581"/>
                  <a:pt x="571" y="442"/>
                  <a:pt x="627" y="284"/>
                </a:cubicBezTo>
                <a:lnTo>
                  <a:pt x="627" y="284"/>
                </a:lnTo>
                <a:cubicBezTo>
                  <a:pt x="629" y="279"/>
                  <a:pt x="631" y="274"/>
                  <a:pt x="632" y="268"/>
                </a:cubicBezTo>
                <a:lnTo>
                  <a:pt x="632" y="268"/>
                </a:lnTo>
                <a:cubicBezTo>
                  <a:pt x="662" y="260"/>
                  <a:pt x="689" y="246"/>
                  <a:pt x="714" y="22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2" name="Freeform 96">
            <a:extLst>
              <a:ext uri="{FF2B5EF4-FFF2-40B4-BE49-F238E27FC236}">
                <a16:creationId xmlns:a16="http://schemas.microsoft.com/office/drawing/2014/main" id="{63D38D6E-3C59-D141-898F-306048667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378" y="8225774"/>
            <a:ext cx="1148048" cy="1148045"/>
          </a:xfrm>
          <a:custGeom>
            <a:avLst/>
            <a:gdLst>
              <a:gd name="T0" fmla="*/ 919 w 920"/>
              <a:gd name="T1" fmla="*/ 460 h 920"/>
              <a:gd name="T2" fmla="*/ 919 w 920"/>
              <a:gd name="T3" fmla="*/ 460 h 920"/>
              <a:gd name="T4" fmla="*/ 459 w 920"/>
              <a:gd name="T5" fmla="*/ 919 h 920"/>
              <a:gd name="T6" fmla="*/ 459 w 920"/>
              <a:gd name="T7" fmla="*/ 919 h 920"/>
              <a:gd name="T8" fmla="*/ 0 w 920"/>
              <a:gd name="T9" fmla="*/ 460 h 920"/>
              <a:gd name="T10" fmla="*/ 0 w 920"/>
              <a:gd name="T11" fmla="*/ 460 h 920"/>
              <a:gd name="T12" fmla="*/ 459 w 920"/>
              <a:gd name="T13" fmla="*/ 0 h 920"/>
              <a:gd name="T14" fmla="*/ 459 w 920"/>
              <a:gd name="T15" fmla="*/ 0 h 920"/>
              <a:gd name="T16" fmla="*/ 919 w 920"/>
              <a:gd name="T17" fmla="*/ 460 h 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20" h="920">
                <a:moveTo>
                  <a:pt x="919" y="460"/>
                </a:moveTo>
                <a:lnTo>
                  <a:pt x="919" y="460"/>
                </a:lnTo>
                <a:cubicBezTo>
                  <a:pt x="919" y="714"/>
                  <a:pt x="713" y="919"/>
                  <a:pt x="459" y="919"/>
                </a:cubicBezTo>
                <a:lnTo>
                  <a:pt x="459" y="919"/>
                </a:lnTo>
                <a:cubicBezTo>
                  <a:pt x="206" y="919"/>
                  <a:pt x="0" y="714"/>
                  <a:pt x="0" y="460"/>
                </a:cubicBezTo>
                <a:lnTo>
                  <a:pt x="0" y="460"/>
                </a:lnTo>
                <a:cubicBezTo>
                  <a:pt x="0" y="206"/>
                  <a:pt x="206" y="0"/>
                  <a:pt x="459" y="0"/>
                </a:cubicBezTo>
                <a:lnTo>
                  <a:pt x="459" y="0"/>
                </a:lnTo>
                <a:cubicBezTo>
                  <a:pt x="713" y="0"/>
                  <a:pt x="919" y="206"/>
                  <a:pt x="919" y="46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16FDE5E8-EA67-464D-A5DE-3BE0B53EE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978" y="8538876"/>
            <a:ext cx="516346" cy="516346"/>
          </a:xfrm>
          <a:custGeom>
            <a:avLst/>
            <a:gdLst>
              <a:gd name="T0" fmla="*/ 301 w 414"/>
              <a:gd name="T1" fmla="*/ 248 h 415"/>
              <a:gd name="T2" fmla="*/ 266 w 414"/>
              <a:gd name="T3" fmla="*/ 232 h 415"/>
              <a:gd name="T4" fmla="*/ 254 w 414"/>
              <a:gd name="T5" fmla="*/ 234 h 415"/>
              <a:gd name="T6" fmla="*/ 238 w 414"/>
              <a:gd name="T7" fmla="*/ 254 h 415"/>
              <a:gd name="T8" fmla="*/ 227 w 414"/>
              <a:gd name="T9" fmla="*/ 255 h 415"/>
              <a:gd name="T10" fmla="*/ 186 w 414"/>
              <a:gd name="T11" fmla="*/ 230 h 415"/>
              <a:gd name="T12" fmla="*/ 157 w 414"/>
              <a:gd name="T13" fmla="*/ 194 h 415"/>
              <a:gd name="T14" fmla="*/ 159 w 414"/>
              <a:gd name="T15" fmla="*/ 184 h 415"/>
              <a:gd name="T16" fmla="*/ 167 w 414"/>
              <a:gd name="T17" fmla="*/ 175 h 415"/>
              <a:gd name="T18" fmla="*/ 172 w 414"/>
              <a:gd name="T19" fmla="*/ 166 h 415"/>
              <a:gd name="T20" fmla="*/ 172 w 414"/>
              <a:gd name="T21" fmla="*/ 158 h 415"/>
              <a:gd name="T22" fmla="*/ 156 w 414"/>
              <a:gd name="T23" fmla="*/ 119 h 415"/>
              <a:gd name="T24" fmla="*/ 144 w 414"/>
              <a:gd name="T25" fmla="*/ 111 h 415"/>
              <a:gd name="T26" fmla="*/ 135 w 414"/>
              <a:gd name="T27" fmla="*/ 111 h 415"/>
              <a:gd name="T28" fmla="*/ 121 w 414"/>
              <a:gd name="T29" fmla="*/ 117 h 415"/>
              <a:gd name="T30" fmla="*/ 103 w 414"/>
              <a:gd name="T31" fmla="*/ 159 h 415"/>
              <a:gd name="T32" fmla="*/ 124 w 414"/>
              <a:gd name="T33" fmla="*/ 213 h 415"/>
              <a:gd name="T34" fmla="*/ 212 w 414"/>
              <a:gd name="T35" fmla="*/ 290 h 415"/>
              <a:gd name="T36" fmla="*/ 241 w 414"/>
              <a:gd name="T37" fmla="*/ 301 h 415"/>
              <a:gd name="T38" fmla="*/ 273 w 414"/>
              <a:gd name="T39" fmla="*/ 303 h 415"/>
              <a:gd name="T40" fmla="*/ 308 w 414"/>
              <a:gd name="T41" fmla="*/ 279 h 415"/>
              <a:gd name="T42" fmla="*/ 311 w 414"/>
              <a:gd name="T43" fmla="*/ 254 h 415"/>
              <a:gd name="T44" fmla="*/ 207 w 414"/>
              <a:gd name="T45" fmla="*/ 376 h 415"/>
              <a:gd name="T46" fmla="*/ 207 w 414"/>
              <a:gd name="T47" fmla="*/ 376 h 415"/>
              <a:gd name="T48" fmla="*/ 114 w 414"/>
              <a:gd name="T49" fmla="*/ 348 h 415"/>
              <a:gd name="T50" fmla="*/ 66 w 414"/>
              <a:gd name="T51" fmla="*/ 302 h 415"/>
              <a:gd name="T52" fmla="*/ 63 w 414"/>
              <a:gd name="T53" fmla="*/ 296 h 415"/>
              <a:gd name="T54" fmla="*/ 36 w 414"/>
              <a:gd name="T55" fmla="*/ 205 h 415"/>
              <a:gd name="T56" fmla="*/ 207 w 414"/>
              <a:gd name="T57" fmla="*/ 35 h 415"/>
              <a:gd name="T58" fmla="*/ 328 w 414"/>
              <a:gd name="T59" fmla="*/ 84 h 415"/>
              <a:gd name="T60" fmla="*/ 378 w 414"/>
              <a:gd name="T61" fmla="*/ 205 h 415"/>
              <a:gd name="T62" fmla="*/ 353 w 414"/>
              <a:gd name="T63" fmla="*/ 60 h 415"/>
              <a:gd name="T64" fmla="*/ 207 w 414"/>
              <a:gd name="T65" fmla="*/ 0 h 415"/>
              <a:gd name="T66" fmla="*/ 1 w 414"/>
              <a:gd name="T67" fmla="*/ 205 h 415"/>
              <a:gd name="T68" fmla="*/ 29 w 414"/>
              <a:gd name="T69" fmla="*/ 308 h 415"/>
              <a:gd name="T70" fmla="*/ 109 w 414"/>
              <a:gd name="T71" fmla="*/ 386 h 415"/>
              <a:gd name="T72" fmla="*/ 207 w 414"/>
              <a:gd name="T73" fmla="*/ 411 h 415"/>
              <a:gd name="T74" fmla="*/ 207 w 414"/>
              <a:gd name="T75" fmla="*/ 411 h 415"/>
              <a:gd name="T76" fmla="*/ 413 w 414"/>
              <a:gd name="T77" fmla="*/ 205 h 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414" h="415">
                <a:moveTo>
                  <a:pt x="301" y="248"/>
                </a:moveTo>
                <a:lnTo>
                  <a:pt x="301" y="248"/>
                </a:lnTo>
                <a:cubicBezTo>
                  <a:pt x="296" y="246"/>
                  <a:pt x="270" y="233"/>
                  <a:pt x="266" y="232"/>
                </a:cubicBezTo>
                <a:lnTo>
                  <a:pt x="266" y="232"/>
                </a:lnTo>
                <a:cubicBezTo>
                  <a:pt x="262" y="230"/>
                  <a:pt x="258" y="229"/>
                  <a:pt x="254" y="234"/>
                </a:cubicBezTo>
                <a:lnTo>
                  <a:pt x="254" y="234"/>
                </a:lnTo>
                <a:cubicBezTo>
                  <a:pt x="251" y="239"/>
                  <a:pt x="241" y="251"/>
                  <a:pt x="238" y="254"/>
                </a:cubicBezTo>
                <a:lnTo>
                  <a:pt x="238" y="254"/>
                </a:lnTo>
                <a:cubicBezTo>
                  <a:pt x="235" y="257"/>
                  <a:pt x="232" y="258"/>
                  <a:pt x="227" y="255"/>
                </a:cubicBezTo>
                <a:lnTo>
                  <a:pt x="227" y="255"/>
                </a:lnTo>
                <a:cubicBezTo>
                  <a:pt x="222" y="253"/>
                  <a:pt x="205" y="247"/>
                  <a:pt x="186" y="230"/>
                </a:cubicBezTo>
                <a:lnTo>
                  <a:pt x="186" y="230"/>
                </a:lnTo>
                <a:cubicBezTo>
                  <a:pt x="170" y="216"/>
                  <a:pt x="160" y="200"/>
                  <a:pt x="157" y="194"/>
                </a:cubicBezTo>
                <a:lnTo>
                  <a:pt x="157" y="194"/>
                </a:lnTo>
                <a:cubicBezTo>
                  <a:pt x="154" y="189"/>
                  <a:pt x="157" y="186"/>
                  <a:pt x="159" y="184"/>
                </a:cubicBezTo>
                <a:lnTo>
                  <a:pt x="159" y="184"/>
                </a:lnTo>
                <a:cubicBezTo>
                  <a:pt x="162" y="181"/>
                  <a:pt x="165" y="178"/>
                  <a:pt x="167" y="175"/>
                </a:cubicBezTo>
                <a:lnTo>
                  <a:pt x="167" y="175"/>
                </a:lnTo>
                <a:cubicBezTo>
                  <a:pt x="170" y="171"/>
                  <a:pt x="170" y="170"/>
                  <a:pt x="172" y="166"/>
                </a:cubicBezTo>
                <a:lnTo>
                  <a:pt x="172" y="166"/>
                </a:lnTo>
                <a:cubicBezTo>
                  <a:pt x="174" y="163"/>
                  <a:pt x="173" y="160"/>
                  <a:pt x="172" y="158"/>
                </a:cubicBezTo>
                <a:lnTo>
                  <a:pt x="172" y="158"/>
                </a:lnTo>
                <a:cubicBezTo>
                  <a:pt x="170" y="154"/>
                  <a:pt x="160" y="129"/>
                  <a:pt x="156" y="119"/>
                </a:cubicBezTo>
                <a:lnTo>
                  <a:pt x="156" y="119"/>
                </a:lnTo>
                <a:cubicBezTo>
                  <a:pt x="152" y="109"/>
                  <a:pt x="148" y="111"/>
                  <a:pt x="144" y="111"/>
                </a:cubicBezTo>
                <a:lnTo>
                  <a:pt x="144" y="111"/>
                </a:lnTo>
                <a:cubicBezTo>
                  <a:pt x="142" y="111"/>
                  <a:pt x="138" y="111"/>
                  <a:pt x="135" y="111"/>
                </a:cubicBezTo>
                <a:lnTo>
                  <a:pt x="135" y="111"/>
                </a:lnTo>
                <a:cubicBezTo>
                  <a:pt x="131" y="111"/>
                  <a:pt x="126" y="112"/>
                  <a:pt x="121" y="117"/>
                </a:cubicBezTo>
                <a:lnTo>
                  <a:pt x="121" y="117"/>
                </a:lnTo>
                <a:cubicBezTo>
                  <a:pt x="116" y="122"/>
                  <a:pt x="103" y="134"/>
                  <a:pt x="103" y="159"/>
                </a:cubicBezTo>
                <a:lnTo>
                  <a:pt x="103" y="159"/>
                </a:lnTo>
                <a:cubicBezTo>
                  <a:pt x="103" y="184"/>
                  <a:pt x="121" y="209"/>
                  <a:pt x="124" y="213"/>
                </a:cubicBezTo>
                <a:lnTo>
                  <a:pt x="124" y="213"/>
                </a:lnTo>
                <a:cubicBezTo>
                  <a:pt x="126" y="216"/>
                  <a:pt x="160" y="268"/>
                  <a:pt x="212" y="290"/>
                </a:cubicBezTo>
                <a:lnTo>
                  <a:pt x="212" y="290"/>
                </a:lnTo>
                <a:cubicBezTo>
                  <a:pt x="224" y="295"/>
                  <a:pt x="233" y="299"/>
                  <a:pt x="241" y="301"/>
                </a:cubicBezTo>
                <a:lnTo>
                  <a:pt x="241" y="301"/>
                </a:lnTo>
                <a:cubicBezTo>
                  <a:pt x="253" y="305"/>
                  <a:pt x="264" y="304"/>
                  <a:pt x="273" y="303"/>
                </a:cubicBezTo>
                <a:lnTo>
                  <a:pt x="273" y="303"/>
                </a:lnTo>
                <a:cubicBezTo>
                  <a:pt x="283" y="301"/>
                  <a:pt x="304" y="291"/>
                  <a:pt x="308" y="279"/>
                </a:cubicBezTo>
                <a:lnTo>
                  <a:pt x="308" y="279"/>
                </a:lnTo>
                <a:cubicBezTo>
                  <a:pt x="312" y="267"/>
                  <a:pt x="312" y="257"/>
                  <a:pt x="311" y="254"/>
                </a:cubicBezTo>
                <a:lnTo>
                  <a:pt x="311" y="254"/>
                </a:lnTo>
                <a:cubicBezTo>
                  <a:pt x="310" y="252"/>
                  <a:pt x="306" y="251"/>
                  <a:pt x="301" y="248"/>
                </a:cubicBezTo>
                <a:close/>
                <a:moveTo>
                  <a:pt x="207" y="376"/>
                </a:moveTo>
                <a:lnTo>
                  <a:pt x="207" y="376"/>
                </a:lnTo>
                <a:lnTo>
                  <a:pt x="207" y="376"/>
                </a:lnTo>
                <a:cubicBezTo>
                  <a:pt x="176" y="376"/>
                  <a:pt x="147" y="368"/>
                  <a:pt x="120" y="352"/>
                </a:cubicBezTo>
                <a:lnTo>
                  <a:pt x="114" y="348"/>
                </a:lnTo>
                <a:lnTo>
                  <a:pt x="49" y="365"/>
                </a:lnTo>
                <a:lnTo>
                  <a:pt x="66" y="302"/>
                </a:lnTo>
                <a:lnTo>
                  <a:pt x="63" y="296"/>
                </a:lnTo>
                <a:lnTo>
                  <a:pt x="63" y="296"/>
                </a:lnTo>
                <a:cubicBezTo>
                  <a:pt x="46" y="269"/>
                  <a:pt x="36" y="238"/>
                  <a:pt x="36" y="205"/>
                </a:cubicBezTo>
                <a:lnTo>
                  <a:pt x="36" y="205"/>
                </a:lnTo>
                <a:cubicBezTo>
                  <a:pt x="36" y="111"/>
                  <a:pt x="113" y="35"/>
                  <a:pt x="207" y="35"/>
                </a:cubicBezTo>
                <a:lnTo>
                  <a:pt x="207" y="35"/>
                </a:lnTo>
                <a:cubicBezTo>
                  <a:pt x="253" y="35"/>
                  <a:pt x="296" y="52"/>
                  <a:pt x="328" y="84"/>
                </a:cubicBezTo>
                <a:lnTo>
                  <a:pt x="328" y="84"/>
                </a:lnTo>
                <a:cubicBezTo>
                  <a:pt x="361" y="117"/>
                  <a:pt x="378" y="159"/>
                  <a:pt x="378" y="205"/>
                </a:cubicBezTo>
                <a:lnTo>
                  <a:pt x="378" y="205"/>
                </a:lnTo>
                <a:cubicBezTo>
                  <a:pt x="378" y="299"/>
                  <a:pt x="301" y="376"/>
                  <a:pt x="207" y="376"/>
                </a:cubicBezTo>
                <a:close/>
                <a:moveTo>
                  <a:pt x="353" y="60"/>
                </a:moveTo>
                <a:lnTo>
                  <a:pt x="353" y="60"/>
                </a:lnTo>
                <a:cubicBezTo>
                  <a:pt x="314" y="21"/>
                  <a:pt x="262" y="0"/>
                  <a:pt x="207" y="0"/>
                </a:cubicBezTo>
                <a:lnTo>
                  <a:pt x="207" y="0"/>
                </a:lnTo>
                <a:cubicBezTo>
                  <a:pt x="94" y="0"/>
                  <a:pt x="1" y="92"/>
                  <a:pt x="1" y="205"/>
                </a:cubicBezTo>
                <a:lnTo>
                  <a:pt x="1" y="205"/>
                </a:lnTo>
                <a:cubicBezTo>
                  <a:pt x="1" y="241"/>
                  <a:pt x="11" y="277"/>
                  <a:pt x="29" y="308"/>
                </a:cubicBezTo>
                <a:lnTo>
                  <a:pt x="0" y="414"/>
                </a:lnTo>
                <a:lnTo>
                  <a:pt x="109" y="386"/>
                </a:lnTo>
                <a:lnTo>
                  <a:pt x="109" y="386"/>
                </a:lnTo>
                <a:cubicBezTo>
                  <a:pt x="139" y="402"/>
                  <a:pt x="173" y="411"/>
                  <a:pt x="207" y="411"/>
                </a:cubicBezTo>
                <a:lnTo>
                  <a:pt x="207" y="411"/>
                </a:lnTo>
                <a:lnTo>
                  <a:pt x="207" y="411"/>
                </a:lnTo>
                <a:cubicBezTo>
                  <a:pt x="321" y="411"/>
                  <a:pt x="413" y="318"/>
                  <a:pt x="413" y="205"/>
                </a:cubicBezTo>
                <a:lnTo>
                  <a:pt x="413" y="205"/>
                </a:lnTo>
                <a:cubicBezTo>
                  <a:pt x="413" y="150"/>
                  <a:pt x="392" y="99"/>
                  <a:pt x="353" y="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4" name="Freeform 98">
            <a:extLst>
              <a:ext uri="{FF2B5EF4-FFF2-40B4-BE49-F238E27FC236}">
                <a16:creationId xmlns:a16="http://schemas.microsoft.com/office/drawing/2014/main" id="{AE47CC21-8AD5-9043-9FA3-6EF693816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3358" y="9082689"/>
            <a:ext cx="2076372" cy="2076371"/>
          </a:xfrm>
          <a:custGeom>
            <a:avLst/>
            <a:gdLst>
              <a:gd name="T0" fmla="*/ 1561 w 1667"/>
              <a:gd name="T1" fmla="*/ 643 h 1667"/>
              <a:gd name="T2" fmla="*/ 1561 w 1667"/>
              <a:gd name="T3" fmla="*/ 643 h 1667"/>
              <a:gd name="T4" fmla="*/ 1023 w 1667"/>
              <a:gd name="T5" fmla="*/ 1561 h 1667"/>
              <a:gd name="T6" fmla="*/ 1023 w 1667"/>
              <a:gd name="T7" fmla="*/ 1561 h 1667"/>
              <a:gd name="T8" fmla="*/ 105 w 1667"/>
              <a:gd name="T9" fmla="*/ 1023 h 1667"/>
              <a:gd name="T10" fmla="*/ 105 w 1667"/>
              <a:gd name="T11" fmla="*/ 1023 h 1667"/>
              <a:gd name="T12" fmla="*/ 643 w 1667"/>
              <a:gd name="T13" fmla="*/ 104 h 1667"/>
              <a:gd name="T14" fmla="*/ 643 w 1667"/>
              <a:gd name="T15" fmla="*/ 104 h 1667"/>
              <a:gd name="T16" fmla="*/ 1561 w 1667"/>
              <a:gd name="T17" fmla="*/ 643 h 1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7" h="1667">
                <a:moveTo>
                  <a:pt x="1561" y="643"/>
                </a:moveTo>
                <a:lnTo>
                  <a:pt x="1561" y="643"/>
                </a:lnTo>
                <a:cubicBezTo>
                  <a:pt x="1666" y="1045"/>
                  <a:pt x="1425" y="1456"/>
                  <a:pt x="1023" y="1561"/>
                </a:cubicBezTo>
                <a:lnTo>
                  <a:pt x="1023" y="1561"/>
                </a:lnTo>
                <a:cubicBezTo>
                  <a:pt x="620" y="1666"/>
                  <a:pt x="209" y="1425"/>
                  <a:pt x="105" y="1023"/>
                </a:cubicBezTo>
                <a:lnTo>
                  <a:pt x="105" y="1023"/>
                </a:lnTo>
                <a:cubicBezTo>
                  <a:pt x="0" y="620"/>
                  <a:pt x="241" y="209"/>
                  <a:pt x="643" y="104"/>
                </a:cubicBezTo>
                <a:lnTo>
                  <a:pt x="643" y="104"/>
                </a:lnTo>
                <a:cubicBezTo>
                  <a:pt x="1046" y="0"/>
                  <a:pt x="1456" y="241"/>
                  <a:pt x="1561" y="643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5" name="Freeform 99">
            <a:extLst>
              <a:ext uri="{FF2B5EF4-FFF2-40B4-BE49-F238E27FC236}">
                <a16:creationId xmlns:a16="http://schemas.microsoft.com/office/drawing/2014/main" id="{5AB0765C-DB1A-4745-B4C8-5FEEF0AFA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8150" y="9714388"/>
            <a:ext cx="966776" cy="807480"/>
          </a:xfrm>
          <a:custGeom>
            <a:avLst/>
            <a:gdLst>
              <a:gd name="T0" fmla="*/ 344 w 775"/>
              <a:gd name="T1" fmla="*/ 269 h 649"/>
              <a:gd name="T2" fmla="*/ 468 w 775"/>
              <a:gd name="T3" fmla="*/ 302 h 649"/>
              <a:gd name="T4" fmla="*/ 376 w 775"/>
              <a:gd name="T5" fmla="*/ 393 h 649"/>
              <a:gd name="T6" fmla="*/ 344 w 775"/>
              <a:gd name="T7" fmla="*/ 269 h 649"/>
              <a:gd name="T8" fmla="*/ 264 w 775"/>
              <a:gd name="T9" fmla="*/ 189 h 649"/>
              <a:gd name="T10" fmla="*/ 346 w 775"/>
              <a:gd name="T11" fmla="*/ 501 h 649"/>
              <a:gd name="T12" fmla="*/ 381 w 775"/>
              <a:gd name="T13" fmla="*/ 468 h 649"/>
              <a:gd name="T14" fmla="*/ 543 w 775"/>
              <a:gd name="T15" fmla="*/ 309 h 649"/>
              <a:gd name="T16" fmla="*/ 578 w 775"/>
              <a:gd name="T17" fmla="*/ 274 h 649"/>
              <a:gd name="T18" fmla="*/ 531 w 775"/>
              <a:gd name="T19" fmla="*/ 261 h 649"/>
              <a:gd name="T20" fmla="*/ 312 w 775"/>
              <a:gd name="T21" fmla="*/ 202 h 649"/>
              <a:gd name="T22" fmla="*/ 264 w 775"/>
              <a:gd name="T23" fmla="*/ 189 h 649"/>
              <a:gd name="T24" fmla="*/ 330 w 775"/>
              <a:gd name="T25" fmla="*/ 106 h 649"/>
              <a:gd name="T26" fmla="*/ 330 w 775"/>
              <a:gd name="T27" fmla="*/ 106 h 649"/>
              <a:gd name="T28" fmla="*/ 576 w 775"/>
              <a:gd name="T29" fmla="*/ 61 h 649"/>
              <a:gd name="T30" fmla="*/ 576 w 775"/>
              <a:gd name="T31" fmla="*/ 61 h 649"/>
              <a:gd name="T32" fmla="*/ 633 w 775"/>
              <a:gd name="T33" fmla="*/ 93 h 649"/>
              <a:gd name="T34" fmla="*/ 633 w 775"/>
              <a:gd name="T35" fmla="*/ 93 h 649"/>
              <a:gd name="T36" fmla="*/ 687 w 775"/>
              <a:gd name="T37" fmla="*/ 245 h 649"/>
              <a:gd name="T38" fmla="*/ 687 w 775"/>
              <a:gd name="T39" fmla="*/ 245 h 649"/>
              <a:gd name="T40" fmla="*/ 714 w 775"/>
              <a:gd name="T41" fmla="*/ 406 h 649"/>
              <a:gd name="T42" fmla="*/ 714 w 775"/>
              <a:gd name="T43" fmla="*/ 406 h 649"/>
              <a:gd name="T44" fmla="*/ 680 w 775"/>
              <a:gd name="T45" fmla="*/ 461 h 649"/>
              <a:gd name="T46" fmla="*/ 680 w 775"/>
              <a:gd name="T47" fmla="*/ 461 h 649"/>
              <a:gd name="T48" fmla="*/ 444 w 775"/>
              <a:gd name="T49" fmla="*/ 542 h 649"/>
              <a:gd name="T50" fmla="*/ 444 w 775"/>
              <a:gd name="T51" fmla="*/ 542 h 649"/>
              <a:gd name="T52" fmla="*/ 198 w 775"/>
              <a:gd name="T53" fmla="*/ 587 h 649"/>
              <a:gd name="T54" fmla="*/ 198 w 775"/>
              <a:gd name="T55" fmla="*/ 587 h 649"/>
              <a:gd name="T56" fmla="*/ 141 w 775"/>
              <a:gd name="T57" fmla="*/ 555 h 649"/>
              <a:gd name="T58" fmla="*/ 141 w 775"/>
              <a:gd name="T59" fmla="*/ 555 h 649"/>
              <a:gd name="T60" fmla="*/ 87 w 775"/>
              <a:gd name="T61" fmla="*/ 402 h 649"/>
              <a:gd name="T62" fmla="*/ 87 w 775"/>
              <a:gd name="T63" fmla="*/ 402 h 649"/>
              <a:gd name="T64" fmla="*/ 60 w 775"/>
              <a:gd name="T65" fmla="*/ 242 h 649"/>
              <a:gd name="T66" fmla="*/ 60 w 775"/>
              <a:gd name="T67" fmla="*/ 242 h 649"/>
              <a:gd name="T68" fmla="*/ 94 w 775"/>
              <a:gd name="T69" fmla="*/ 186 h 649"/>
              <a:gd name="T70" fmla="*/ 94 w 775"/>
              <a:gd name="T71" fmla="*/ 186 h 649"/>
              <a:gd name="T72" fmla="*/ 330 w 775"/>
              <a:gd name="T73" fmla="*/ 106 h 649"/>
              <a:gd name="T74" fmla="*/ 316 w 775"/>
              <a:gd name="T75" fmla="*/ 51 h 649"/>
              <a:gd name="T76" fmla="*/ 316 w 775"/>
              <a:gd name="T77" fmla="*/ 51 h 649"/>
              <a:gd name="T78" fmla="*/ 72 w 775"/>
              <a:gd name="T79" fmla="*/ 135 h 649"/>
              <a:gd name="T80" fmla="*/ 72 w 775"/>
              <a:gd name="T81" fmla="*/ 135 h 649"/>
              <a:gd name="T82" fmla="*/ 4 w 775"/>
              <a:gd name="T83" fmla="*/ 245 h 649"/>
              <a:gd name="T84" fmla="*/ 4 w 775"/>
              <a:gd name="T85" fmla="*/ 245 h 649"/>
              <a:gd name="T86" fmla="*/ 32 w 775"/>
              <a:gd name="T87" fmla="*/ 416 h 649"/>
              <a:gd name="T88" fmla="*/ 32 w 775"/>
              <a:gd name="T89" fmla="*/ 416 h 649"/>
              <a:gd name="T90" fmla="*/ 91 w 775"/>
              <a:gd name="T91" fmla="*/ 579 h 649"/>
              <a:gd name="T92" fmla="*/ 91 w 775"/>
              <a:gd name="T93" fmla="*/ 579 h 649"/>
              <a:gd name="T94" fmla="*/ 204 w 775"/>
              <a:gd name="T95" fmla="*/ 642 h 649"/>
              <a:gd name="T96" fmla="*/ 204 w 775"/>
              <a:gd name="T97" fmla="*/ 642 h 649"/>
              <a:gd name="T98" fmla="*/ 458 w 775"/>
              <a:gd name="T99" fmla="*/ 597 h 649"/>
              <a:gd name="T100" fmla="*/ 458 w 775"/>
              <a:gd name="T101" fmla="*/ 597 h 649"/>
              <a:gd name="T102" fmla="*/ 702 w 775"/>
              <a:gd name="T103" fmla="*/ 513 h 649"/>
              <a:gd name="T104" fmla="*/ 702 w 775"/>
              <a:gd name="T105" fmla="*/ 513 h 649"/>
              <a:gd name="T106" fmla="*/ 771 w 775"/>
              <a:gd name="T107" fmla="*/ 402 h 649"/>
              <a:gd name="T108" fmla="*/ 771 w 775"/>
              <a:gd name="T109" fmla="*/ 402 h 649"/>
              <a:gd name="T110" fmla="*/ 741 w 775"/>
              <a:gd name="T111" fmla="*/ 232 h 649"/>
              <a:gd name="T112" fmla="*/ 741 w 775"/>
              <a:gd name="T113" fmla="*/ 232 h 649"/>
              <a:gd name="T114" fmla="*/ 683 w 775"/>
              <a:gd name="T115" fmla="*/ 68 h 649"/>
              <a:gd name="T116" fmla="*/ 683 w 775"/>
              <a:gd name="T117" fmla="*/ 68 h 649"/>
              <a:gd name="T118" fmla="*/ 570 w 775"/>
              <a:gd name="T119" fmla="*/ 5 h 649"/>
              <a:gd name="T120" fmla="*/ 570 w 775"/>
              <a:gd name="T121" fmla="*/ 5 h 649"/>
              <a:gd name="T122" fmla="*/ 316 w 775"/>
              <a:gd name="T123" fmla="*/ 51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775" h="649">
                <a:moveTo>
                  <a:pt x="344" y="269"/>
                </a:moveTo>
                <a:lnTo>
                  <a:pt x="468" y="302"/>
                </a:lnTo>
                <a:lnTo>
                  <a:pt x="376" y="393"/>
                </a:lnTo>
                <a:lnTo>
                  <a:pt x="344" y="269"/>
                </a:lnTo>
                <a:close/>
                <a:moveTo>
                  <a:pt x="264" y="189"/>
                </a:moveTo>
                <a:lnTo>
                  <a:pt x="346" y="501"/>
                </a:lnTo>
                <a:lnTo>
                  <a:pt x="381" y="468"/>
                </a:lnTo>
                <a:lnTo>
                  <a:pt x="543" y="309"/>
                </a:lnTo>
                <a:lnTo>
                  <a:pt x="578" y="274"/>
                </a:lnTo>
                <a:lnTo>
                  <a:pt x="531" y="261"/>
                </a:lnTo>
                <a:lnTo>
                  <a:pt x="312" y="202"/>
                </a:lnTo>
                <a:lnTo>
                  <a:pt x="264" y="189"/>
                </a:lnTo>
                <a:close/>
                <a:moveTo>
                  <a:pt x="330" y="106"/>
                </a:moveTo>
                <a:lnTo>
                  <a:pt x="330" y="106"/>
                </a:lnTo>
                <a:cubicBezTo>
                  <a:pt x="429" y="80"/>
                  <a:pt x="520" y="67"/>
                  <a:pt x="576" y="61"/>
                </a:cubicBezTo>
                <a:lnTo>
                  <a:pt x="576" y="61"/>
                </a:lnTo>
                <a:cubicBezTo>
                  <a:pt x="600" y="59"/>
                  <a:pt x="622" y="71"/>
                  <a:pt x="633" y="93"/>
                </a:cubicBezTo>
                <a:lnTo>
                  <a:pt x="633" y="93"/>
                </a:lnTo>
                <a:cubicBezTo>
                  <a:pt x="648" y="127"/>
                  <a:pt x="669" y="178"/>
                  <a:pt x="687" y="245"/>
                </a:cubicBezTo>
                <a:lnTo>
                  <a:pt x="687" y="245"/>
                </a:lnTo>
                <a:cubicBezTo>
                  <a:pt x="705" y="313"/>
                  <a:pt x="711" y="369"/>
                  <a:pt x="714" y="406"/>
                </a:cubicBezTo>
                <a:lnTo>
                  <a:pt x="714" y="406"/>
                </a:lnTo>
                <a:cubicBezTo>
                  <a:pt x="716" y="430"/>
                  <a:pt x="702" y="452"/>
                  <a:pt x="680" y="461"/>
                </a:cubicBezTo>
                <a:lnTo>
                  <a:pt x="680" y="461"/>
                </a:lnTo>
                <a:cubicBezTo>
                  <a:pt x="628" y="483"/>
                  <a:pt x="542" y="516"/>
                  <a:pt x="444" y="542"/>
                </a:cubicBezTo>
                <a:lnTo>
                  <a:pt x="444" y="542"/>
                </a:lnTo>
                <a:cubicBezTo>
                  <a:pt x="346" y="567"/>
                  <a:pt x="254" y="581"/>
                  <a:pt x="198" y="587"/>
                </a:cubicBezTo>
                <a:lnTo>
                  <a:pt x="198" y="587"/>
                </a:lnTo>
                <a:cubicBezTo>
                  <a:pt x="174" y="589"/>
                  <a:pt x="152" y="577"/>
                  <a:pt x="141" y="555"/>
                </a:cubicBezTo>
                <a:lnTo>
                  <a:pt x="141" y="555"/>
                </a:lnTo>
                <a:cubicBezTo>
                  <a:pt x="125" y="521"/>
                  <a:pt x="105" y="469"/>
                  <a:pt x="87" y="402"/>
                </a:cubicBezTo>
                <a:lnTo>
                  <a:pt x="87" y="402"/>
                </a:lnTo>
                <a:cubicBezTo>
                  <a:pt x="69" y="334"/>
                  <a:pt x="62" y="279"/>
                  <a:pt x="60" y="242"/>
                </a:cubicBezTo>
                <a:lnTo>
                  <a:pt x="60" y="242"/>
                </a:lnTo>
                <a:cubicBezTo>
                  <a:pt x="58" y="218"/>
                  <a:pt x="72" y="196"/>
                  <a:pt x="94" y="186"/>
                </a:cubicBezTo>
                <a:lnTo>
                  <a:pt x="94" y="186"/>
                </a:lnTo>
                <a:cubicBezTo>
                  <a:pt x="145" y="165"/>
                  <a:pt x="231" y="131"/>
                  <a:pt x="330" y="106"/>
                </a:cubicBezTo>
                <a:close/>
                <a:moveTo>
                  <a:pt x="316" y="51"/>
                </a:moveTo>
                <a:lnTo>
                  <a:pt x="316" y="51"/>
                </a:lnTo>
                <a:cubicBezTo>
                  <a:pt x="214" y="78"/>
                  <a:pt x="125" y="112"/>
                  <a:pt x="72" y="135"/>
                </a:cubicBezTo>
                <a:lnTo>
                  <a:pt x="72" y="135"/>
                </a:lnTo>
                <a:cubicBezTo>
                  <a:pt x="28" y="153"/>
                  <a:pt x="0" y="197"/>
                  <a:pt x="4" y="245"/>
                </a:cubicBezTo>
                <a:lnTo>
                  <a:pt x="4" y="245"/>
                </a:lnTo>
                <a:cubicBezTo>
                  <a:pt x="7" y="286"/>
                  <a:pt x="14" y="345"/>
                  <a:pt x="32" y="416"/>
                </a:cubicBezTo>
                <a:lnTo>
                  <a:pt x="32" y="416"/>
                </a:lnTo>
                <a:cubicBezTo>
                  <a:pt x="51" y="487"/>
                  <a:pt x="73" y="542"/>
                  <a:pt x="91" y="579"/>
                </a:cubicBezTo>
                <a:lnTo>
                  <a:pt x="91" y="579"/>
                </a:lnTo>
                <a:cubicBezTo>
                  <a:pt x="111" y="623"/>
                  <a:pt x="157" y="648"/>
                  <a:pt x="204" y="642"/>
                </a:cubicBezTo>
                <a:lnTo>
                  <a:pt x="204" y="642"/>
                </a:lnTo>
                <a:cubicBezTo>
                  <a:pt x="262" y="636"/>
                  <a:pt x="356" y="623"/>
                  <a:pt x="458" y="597"/>
                </a:cubicBezTo>
                <a:lnTo>
                  <a:pt x="458" y="597"/>
                </a:lnTo>
                <a:cubicBezTo>
                  <a:pt x="560" y="570"/>
                  <a:pt x="648" y="536"/>
                  <a:pt x="702" y="513"/>
                </a:cubicBezTo>
                <a:lnTo>
                  <a:pt x="702" y="513"/>
                </a:lnTo>
                <a:cubicBezTo>
                  <a:pt x="746" y="495"/>
                  <a:pt x="774" y="450"/>
                  <a:pt x="771" y="402"/>
                </a:cubicBezTo>
                <a:lnTo>
                  <a:pt x="771" y="402"/>
                </a:lnTo>
                <a:cubicBezTo>
                  <a:pt x="768" y="361"/>
                  <a:pt x="760" y="302"/>
                  <a:pt x="741" y="232"/>
                </a:cubicBezTo>
                <a:lnTo>
                  <a:pt x="741" y="232"/>
                </a:lnTo>
                <a:cubicBezTo>
                  <a:pt x="723" y="161"/>
                  <a:pt x="701" y="106"/>
                  <a:pt x="683" y="68"/>
                </a:cubicBezTo>
                <a:lnTo>
                  <a:pt x="683" y="68"/>
                </a:lnTo>
                <a:cubicBezTo>
                  <a:pt x="663" y="25"/>
                  <a:pt x="617" y="0"/>
                  <a:pt x="570" y="5"/>
                </a:cubicBezTo>
                <a:lnTo>
                  <a:pt x="570" y="5"/>
                </a:lnTo>
                <a:cubicBezTo>
                  <a:pt x="512" y="11"/>
                  <a:pt x="418" y="24"/>
                  <a:pt x="316" y="5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6" name="Freeform 100">
            <a:extLst>
              <a:ext uri="{FF2B5EF4-FFF2-40B4-BE49-F238E27FC236}">
                <a16:creationId xmlns:a16="http://schemas.microsoft.com/office/drawing/2014/main" id="{95FB5CCF-910B-8B4A-812C-642FE435C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629" y="3726968"/>
            <a:ext cx="1796228" cy="1642423"/>
          </a:xfrm>
          <a:custGeom>
            <a:avLst/>
            <a:gdLst>
              <a:gd name="T0" fmla="*/ 923 w 1442"/>
              <a:gd name="T1" fmla="*/ 35 h 1320"/>
              <a:gd name="T2" fmla="*/ 86 w 1442"/>
              <a:gd name="T3" fmla="*/ 507 h 1320"/>
              <a:gd name="T4" fmla="*/ 86 w 1442"/>
              <a:gd name="T5" fmla="*/ 507 h 1320"/>
              <a:gd name="T6" fmla="*/ 36 w 1442"/>
              <a:gd name="T7" fmla="*/ 685 h 1320"/>
              <a:gd name="T8" fmla="*/ 340 w 1442"/>
              <a:gd name="T9" fmla="*/ 1225 h 1320"/>
              <a:gd name="T10" fmla="*/ 340 w 1442"/>
              <a:gd name="T11" fmla="*/ 1225 h 1320"/>
              <a:gd name="T12" fmla="*/ 518 w 1442"/>
              <a:gd name="T13" fmla="*/ 1275 h 1320"/>
              <a:gd name="T14" fmla="*/ 759 w 1442"/>
              <a:gd name="T15" fmla="*/ 1140 h 1320"/>
              <a:gd name="T16" fmla="*/ 1030 w 1442"/>
              <a:gd name="T17" fmla="*/ 1298 h 1320"/>
              <a:gd name="T18" fmla="*/ 1030 w 1442"/>
              <a:gd name="T19" fmla="*/ 1298 h 1320"/>
              <a:gd name="T20" fmla="*/ 1111 w 1442"/>
              <a:gd name="T21" fmla="*/ 1252 h 1320"/>
              <a:gd name="T22" fmla="*/ 1115 w 1442"/>
              <a:gd name="T23" fmla="*/ 939 h 1320"/>
              <a:gd name="T24" fmla="*/ 1356 w 1442"/>
              <a:gd name="T25" fmla="*/ 804 h 1320"/>
              <a:gd name="T26" fmla="*/ 1356 w 1442"/>
              <a:gd name="T27" fmla="*/ 804 h 1320"/>
              <a:gd name="T28" fmla="*/ 1406 w 1442"/>
              <a:gd name="T29" fmla="*/ 625 h 1320"/>
              <a:gd name="T30" fmla="*/ 1102 w 1442"/>
              <a:gd name="T31" fmla="*/ 86 h 1320"/>
              <a:gd name="T32" fmla="*/ 1102 w 1442"/>
              <a:gd name="T33" fmla="*/ 86 h 1320"/>
              <a:gd name="T34" fmla="*/ 923 w 1442"/>
              <a:gd name="T35" fmla="*/ 35 h 1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442" h="1320">
                <a:moveTo>
                  <a:pt x="923" y="35"/>
                </a:moveTo>
                <a:lnTo>
                  <a:pt x="86" y="507"/>
                </a:lnTo>
                <a:lnTo>
                  <a:pt x="86" y="507"/>
                </a:lnTo>
                <a:cubicBezTo>
                  <a:pt x="23" y="542"/>
                  <a:pt x="0" y="622"/>
                  <a:pt x="36" y="685"/>
                </a:cubicBezTo>
                <a:lnTo>
                  <a:pt x="340" y="1225"/>
                </a:lnTo>
                <a:lnTo>
                  <a:pt x="340" y="1225"/>
                </a:lnTo>
                <a:cubicBezTo>
                  <a:pt x="375" y="1288"/>
                  <a:pt x="456" y="1311"/>
                  <a:pt x="518" y="1275"/>
                </a:cubicBezTo>
                <a:lnTo>
                  <a:pt x="759" y="1140"/>
                </a:lnTo>
                <a:lnTo>
                  <a:pt x="1030" y="1298"/>
                </a:lnTo>
                <a:lnTo>
                  <a:pt x="1030" y="1298"/>
                </a:lnTo>
                <a:cubicBezTo>
                  <a:pt x="1065" y="1319"/>
                  <a:pt x="1110" y="1293"/>
                  <a:pt x="1111" y="1252"/>
                </a:cubicBezTo>
                <a:lnTo>
                  <a:pt x="1115" y="939"/>
                </a:lnTo>
                <a:lnTo>
                  <a:pt x="1356" y="804"/>
                </a:lnTo>
                <a:lnTo>
                  <a:pt x="1356" y="804"/>
                </a:lnTo>
                <a:cubicBezTo>
                  <a:pt x="1419" y="768"/>
                  <a:pt x="1441" y="688"/>
                  <a:pt x="1406" y="625"/>
                </a:cubicBezTo>
                <a:lnTo>
                  <a:pt x="1102" y="86"/>
                </a:lnTo>
                <a:lnTo>
                  <a:pt x="1102" y="86"/>
                </a:lnTo>
                <a:cubicBezTo>
                  <a:pt x="1066" y="22"/>
                  <a:pt x="986" y="0"/>
                  <a:pt x="923" y="35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7" name="Freeform 101">
            <a:extLst>
              <a:ext uri="{FF2B5EF4-FFF2-40B4-BE49-F238E27FC236}">
                <a16:creationId xmlns:a16="http://schemas.microsoft.com/office/drawing/2014/main" id="{D1964283-7DF4-6E46-9649-0989AD697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986" y="4177397"/>
            <a:ext cx="686633" cy="648179"/>
          </a:xfrm>
          <a:custGeom>
            <a:avLst/>
            <a:gdLst>
              <a:gd name="T0" fmla="*/ 322 w 552"/>
              <a:gd name="T1" fmla="*/ 40 h 522"/>
              <a:gd name="T2" fmla="*/ 322 w 552"/>
              <a:gd name="T3" fmla="*/ 40 h 522"/>
              <a:gd name="T4" fmla="*/ 237 w 552"/>
              <a:gd name="T5" fmla="*/ 153 h 522"/>
              <a:gd name="T6" fmla="*/ 237 w 552"/>
              <a:gd name="T7" fmla="*/ 153 h 522"/>
              <a:gd name="T8" fmla="*/ 97 w 552"/>
              <a:gd name="T9" fmla="*/ 167 h 522"/>
              <a:gd name="T10" fmla="*/ 97 w 552"/>
              <a:gd name="T11" fmla="*/ 167 h 522"/>
              <a:gd name="T12" fmla="*/ 40 w 552"/>
              <a:gd name="T13" fmla="*/ 369 h 522"/>
              <a:gd name="T14" fmla="*/ 40 w 552"/>
              <a:gd name="T15" fmla="*/ 369 h 522"/>
              <a:gd name="T16" fmla="*/ 132 w 552"/>
              <a:gd name="T17" fmla="*/ 433 h 522"/>
              <a:gd name="T18" fmla="*/ 444 w 552"/>
              <a:gd name="T19" fmla="*/ 521 h 522"/>
              <a:gd name="T20" fmla="*/ 532 w 552"/>
              <a:gd name="T21" fmla="*/ 208 h 522"/>
              <a:gd name="T22" fmla="*/ 532 w 552"/>
              <a:gd name="T23" fmla="*/ 208 h 522"/>
              <a:gd name="T24" fmla="*/ 525 w 552"/>
              <a:gd name="T25" fmla="*/ 96 h 522"/>
              <a:gd name="T26" fmla="*/ 525 w 552"/>
              <a:gd name="T27" fmla="*/ 96 h 522"/>
              <a:gd name="T28" fmla="*/ 322 w 552"/>
              <a:gd name="T29" fmla="*/ 40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52" h="522">
                <a:moveTo>
                  <a:pt x="322" y="40"/>
                </a:moveTo>
                <a:lnTo>
                  <a:pt x="322" y="40"/>
                </a:lnTo>
                <a:cubicBezTo>
                  <a:pt x="272" y="68"/>
                  <a:pt x="247" y="123"/>
                  <a:pt x="237" y="153"/>
                </a:cubicBezTo>
                <a:lnTo>
                  <a:pt x="237" y="153"/>
                </a:lnTo>
                <a:cubicBezTo>
                  <a:pt x="207" y="146"/>
                  <a:pt x="147" y="138"/>
                  <a:pt x="97" y="167"/>
                </a:cubicBezTo>
                <a:lnTo>
                  <a:pt x="97" y="167"/>
                </a:lnTo>
                <a:cubicBezTo>
                  <a:pt x="25" y="207"/>
                  <a:pt x="0" y="298"/>
                  <a:pt x="40" y="369"/>
                </a:cubicBezTo>
                <a:lnTo>
                  <a:pt x="40" y="369"/>
                </a:lnTo>
                <a:cubicBezTo>
                  <a:pt x="65" y="414"/>
                  <a:pt x="129" y="432"/>
                  <a:pt x="132" y="433"/>
                </a:cubicBezTo>
                <a:lnTo>
                  <a:pt x="444" y="521"/>
                </a:lnTo>
                <a:lnTo>
                  <a:pt x="532" y="208"/>
                </a:lnTo>
                <a:lnTo>
                  <a:pt x="532" y="208"/>
                </a:lnTo>
                <a:cubicBezTo>
                  <a:pt x="532" y="205"/>
                  <a:pt x="551" y="142"/>
                  <a:pt x="525" y="96"/>
                </a:cubicBezTo>
                <a:lnTo>
                  <a:pt x="525" y="96"/>
                </a:lnTo>
                <a:cubicBezTo>
                  <a:pt x="485" y="25"/>
                  <a:pt x="393" y="0"/>
                  <a:pt x="322" y="4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8" name="Freeform 102">
            <a:extLst>
              <a:ext uri="{FF2B5EF4-FFF2-40B4-BE49-F238E27FC236}">
                <a16:creationId xmlns:a16="http://schemas.microsoft.com/office/drawing/2014/main" id="{5D17D1B6-25A2-A14A-92F3-FB7DE479E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3865" y="9626499"/>
            <a:ext cx="2026936" cy="1702844"/>
          </a:xfrm>
          <a:custGeom>
            <a:avLst/>
            <a:gdLst>
              <a:gd name="T0" fmla="*/ 64 w 1625"/>
              <a:gd name="T1" fmla="*/ 374 h 1368"/>
              <a:gd name="T2" fmla="*/ 1338 w 1625"/>
              <a:gd name="T3" fmla="*/ 11 h 1368"/>
              <a:gd name="T4" fmla="*/ 1338 w 1625"/>
              <a:gd name="T5" fmla="*/ 11 h 1368"/>
              <a:gd name="T6" fmla="*/ 1433 w 1625"/>
              <a:gd name="T7" fmla="*/ 64 h 1368"/>
              <a:gd name="T8" fmla="*/ 1613 w 1625"/>
              <a:gd name="T9" fmla="*/ 696 h 1368"/>
              <a:gd name="T10" fmla="*/ 1613 w 1625"/>
              <a:gd name="T11" fmla="*/ 696 h 1368"/>
              <a:gd name="T12" fmla="*/ 1560 w 1625"/>
              <a:gd name="T13" fmla="*/ 790 h 1368"/>
              <a:gd name="T14" fmla="*/ 681 w 1625"/>
              <a:gd name="T15" fmla="*/ 1041 h 1368"/>
              <a:gd name="T16" fmla="*/ 545 w 1625"/>
              <a:gd name="T17" fmla="*/ 1335 h 1368"/>
              <a:gd name="T18" fmla="*/ 545 w 1625"/>
              <a:gd name="T19" fmla="*/ 1335 h 1368"/>
              <a:gd name="T20" fmla="*/ 471 w 1625"/>
              <a:gd name="T21" fmla="*/ 1327 h 1368"/>
              <a:gd name="T22" fmla="*/ 411 w 1625"/>
              <a:gd name="T23" fmla="*/ 1118 h 1368"/>
              <a:gd name="T24" fmla="*/ 287 w 1625"/>
              <a:gd name="T25" fmla="*/ 1154 h 1368"/>
              <a:gd name="T26" fmla="*/ 287 w 1625"/>
              <a:gd name="T27" fmla="*/ 1154 h 1368"/>
              <a:gd name="T28" fmla="*/ 192 w 1625"/>
              <a:gd name="T29" fmla="*/ 1101 h 1368"/>
              <a:gd name="T30" fmla="*/ 12 w 1625"/>
              <a:gd name="T31" fmla="*/ 469 h 1368"/>
              <a:gd name="T32" fmla="*/ 12 w 1625"/>
              <a:gd name="T33" fmla="*/ 469 h 1368"/>
              <a:gd name="T34" fmla="*/ 64 w 1625"/>
              <a:gd name="T35" fmla="*/ 374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25" h="1368">
                <a:moveTo>
                  <a:pt x="64" y="374"/>
                </a:moveTo>
                <a:lnTo>
                  <a:pt x="1338" y="11"/>
                </a:lnTo>
                <a:lnTo>
                  <a:pt x="1338" y="11"/>
                </a:lnTo>
                <a:cubicBezTo>
                  <a:pt x="1379" y="0"/>
                  <a:pt x="1421" y="23"/>
                  <a:pt x="1433" y="64"/>
                </a:cubicBezTo>
                <a:lnTo>
                  <a:pt x="1613" y="696"/>
                </a:lnTo>
                <a:lnTo>
                  <a:pt x="1613" y="696"/>
                </a:lnTo>
                <a:cubicBezTo>
                  <a:pt x="1624" y="736"/>
                  <a:pt x="1601" y="779"/>
                  <a:pt x="1560" y="790"/>
                </a:cubicBezTo>
                <a:lnTo>
                  <a:pt x="681" y="1041"/>
                </a:lnTo>
                <a:lnTo>
                  <a:pt x="545" y="1335"/>
                </a:lnTo>
                <a:lnTo>
                  <a:pt x="545" y="1335"/>
                </a:lnTo>
                <a:cubicBezTo>
                  <a:pt x="527" y="1367"/>
                  <a:pt x="481" y="1362"/>
                  <a:pt x="471" y="1327"/>
                </a:cubicBezTo>
                <a:lnTo>
                  <a:pt x="411" y="1118"/>
                </a:lnTo>
                <a:lnTo>
                  <a:pt x="287" y="1154"/>
                </a:lnTo>
                <a:lnTo>
                  <a:pt x="287" y="1154"/>
                </a:lnTo>
                <a:cubicBezTo>
                  <a:pt x="246" y="1165"/>
                  <a:pt x="204" y="1142"/>
                  <a:pt x="192" y="1101"/>
                </a:cubicBezTo>
                <a:lnTo>
                  <a:pt x="12" y="469"/>
                </a:lnTo>
                <a:lnTo>
                  <a:pt x="12" y="469"/>
                </a:lnTo>
                <a:cubicBezTo>
                  <a:pt x="0" y="429"/>
                  <a:pt x="24" y="386"/>
                  <a:pt x="64" y="374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12C042E0-55BA-054D-8B7A-4E745E422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4029" y="9972563"/>
            <a:ext cx="159300" cy="164791"/>
          </a:xfrm>
          <a:custGeom>
            <a:avLst/>
            <a:gdLst>
              <a:gd name="T0" fmla="*/ 9 w 130"/>
              <a:gd name="T1" fmla="*/ 81 h 131"/>
              <a:gd name="T2" fmla="*/ 9 w 130"/>
              <a:gd name="T3" fmla="*/ 81 h 131"/>
              <a:gd name="T4" fmla="*/ 81 w 130"/>
              <a:gd name="T5" fmla="*/ 121 h 131"/>
              <a:gd name="T6" fmla="*/ 81 w 130"/>
              <a:gd name="T7" fmla="*/ 121 h 131"/>
              <a:gd name="T8" fmla="*/ 121 w 130"/>
              <a:gd name="T9" fmla="*/ 49 h 131"/>
              <a:gd name="T10" fmla="*/ 121 w 130"/>
              <a:gd name="T11" fmla="*/ 49 h 131"/>
              <a:gd name="T12" fmla="*/ 49 w 130"/>
              <a:gd name="T13" fmla="*/ 9 h 131"/>
              <a:gd name="T14" fmla="*/ 49 w 130"/>
              <a:gd name="T15" fmla="*/ 9 h 131"/>
              <a:gd name="T16" fmla="*/ 9 w 130"/>
              <a:gd name="T17" fmla="*/ 81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131">
                <a:moveTo>
                  <a:pt x="9" y="81"/>
                </a:moveTo>
                <a:lnTo>
                  <a:pt x="9" y="81"/>
                </a:lnTo>
                <a:cubicBezTo>
                  <a:pt x="18" y="112"/>
                  <a:pt x="50" y="130"/>
                  <a:pt x="81" y="121"/>
                </a:cubicBezTo>
                <a:lnTo>
                  <a:pt x="81" y="121"/>
                </a:lnTo>
                <a:cubicBezTo>
                  <a:pt x="112" y="112"/>
                  <a:pt x="129" y="79"/>
                  <a:pt x="121" y="49"/>
                </a:cubicBezTo>
                <a:lnTo>
                  <a:pt x="121" y="49"/>
                </a:lnTo>
                <a:cubicBezTo>
                  <a:pt x="112" y="18"/>
                  <a:pt x="80" y="0"/>
                  <a:pt x="49" y="9"/>
                </a:cubicBezTo>
                <a:lnTo>
                  <a:pt x="49" y="9"/>
                </a:lnTo>
                <a:cubicBezTo>
                  <a:pt x="18" y="18"/>
                  <a:pt x="0" y="50"/>
                  <a:pt x="9" y="81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B4E8FC32-82D1-1546-B74B-9CE0CB457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550" y="10070435"/>
            <a:ext cx="983888" cy="358521"/>
          </a:xfrm>
          <a:custGeom>
            <a:avLst/>
            <a:gdLst>
              <a:gd name="connsiteX0" fmla="*/ 928739 w 983888"/>
              <a:gd name="connsiteY0" fmla="*/ 1705 h 358521"/>
              <a:gd name="connsiteX1" fmla="*/ 974723 w 983888"/>
              <a:gd name="connsiteY1" fmla="*/ 27728 h 358521"/>
              <a:gd name="connsiteX2" fmla="*/ 982179 w 983888"/>
              <a:gd name="connsiteY2" fmla="*/ 53750 h 358521"/>
              <a:gd name="connsiteX3" fmla="*/ 956081 w 983888"/>
              <a:gd name="connsiteY3" fmla="*/ 100839 h 358521"/>
              <a:gd name="connsiteX4" fmla="*/ 56293 w 983888"/>
              <a:gd name="connsiteY4" fmla="*/ 357349 h 358521"/>
              <a:gd name="connsiteX5" fmla="*/ 9067 w 983888"/>
              <a:gd name="connsiteY5" fmla="*/ 331326 h 358521"/>
              <a:gd name="connsiteX6" fmla="*/ 1610 w 983888"/>
              <a:gd name="connsiteY6" fmla="*/ 304064 h 358521"/>
              <a:gd name="connsiteX7" fmla="*/ 27709 w 983888"/>
              <a:gd name="connsiteY7" fmla="*/ 258215 h 358521"/>
              <a:gd name="connsiteX8" fmla="*/ 928739 w 983888"/>
              <a:gd name="connsiteY8" fmla="*/ 1705 h 358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3888" h="358521">
                <a:moveTo>
                  <a:pt x="928739" y="1705"/>
                </a:moveTo>
                <a:cubicBezTo>
                  <a:pt x="948624" y="-4491"/>
                  <a:pt x="969751" y="6662"/>
                  <a:pt x="974723" y="27728"/>
                </a:cubicBezTo>
                <a:lnTo>
                  <a:pt x="982179" y="53750"/>
                </a:lnTo>
                <a:cubicBezTo>
                  <a:pt x="988393" y="73577"/>
                  <a:pt x="977208" y="94643"/>
                  <a:pt x="956081" y="100839"/>
                </a:cubicBezTo>
                <a:lnTo>
                  <a:pt x="56293" y="357349"/>
                </a:lnTo>
                <a:cubicBezTo>
                  <a:pt x="36409" y="362306"/>
                  <a:pt x="15281" y="351153"/>
                  <a:pt x="9067" y="331326"/>
                </a:cubicBezTo>
                <a:lnTo>
                  <a:pt x="1610" y="304064"/>
                </a:lnTo>
                <a:cubicBezTo>
                  <a:pt x="-4604" y="284238"/>
                  <a:pt x="7824" y="263172"/>
                  <a:pt x="27709" y="258215"/>
                </a:cubicBezTo>
                <a:lnTo>
                  <a:pt x="928739" y="1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09030923-CEA6-E14F-B8C4-09D3102B0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951" y="10267514"/>
            <a:ext cx="1264722" cy="441536"/>
          </a:xfrm>
          <a:custGeom>
            <a:avLst/>
            <a:gdLst>
              <a:gd name="connsiteX0" fmla="*/ 1208731 w 1264722"/>
              <a:gd name="connsiteY0" fmla="*/ 1184 h 441536"/>
              <a:gd name="connsiteX1" fmla="*/ 1254823 w 1264722"/>
              <a:gd name="connsiteY1" fmla="*/ 27459 h 441536"/>
              <a:gd name="connsiteX2" fmla="*/ 1263544 w 1264722"/>
              <a:gd name="connsiteY2" fmla="*/ 54985 h 441536"/>
              <a:gd name="connsiteX3" fmla="*/ 1237383 w 1264722"/>
              <a:gd name="connsiteY3" fmla="*/ 101279 h 441536"/>
              <a:gd name="connsiteX4" fmla="*/ 56426 w 1264722"/>
              <a:gd name="connsiteY4" fmla="*/ 440353 h 441536"/>
              <a:gd name="connsiteX5" fmla="*/ 9088 w 1264722"/>
              <a:gd name="connsiteY5" fmla="*/ 414078 h 441536"/>
              <a:gd name="connsiteX6" fmla="*/ 1614 w 1264722"/>
              <a:gd name="connsiteY6" fmla="*/ 386552 h 441536"/>
              <a:gd name="connsiteX7" fmla="*/ 27774 w 1264722"/>
              <a:gd name="connsiteY7" fmla="*/ 340257 h 441536"/>
              <a:gd name="connsiteX8" fmla="*/ 1208731 w 1264722"/>
              <a:gd name="connsiteY8" fmla="*/ 1184 h 44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64722" h="441536">
                <a:moveTo>
                  <a:pt x="1208731" y="1184"/>
                </a:moveTo>
                <a:cubicBezTo>
                  <a:pt x="1228663" y="-3821"/>
                  <a:pt x="1249840" y="7440"/>
                  <a:pt x="1254823" y="27459"/>
                </a:cubicBezTo>
                <a:lnTo>
                  <a:pt x="1263544" y="54985"/>
                </a:lnTo>
                <a:cubicBezTo>
                  <a:pt x="1268526" y="75004"/>
                  <a:pt x="1257315" y="96275"/>
                  <a:pt x="1237383" y="101279"/>
                </a:cubicBezTo>
                <a:lnTo>
                  <a:pt x="56426" y="440353"/>
                </a:lnTo>
                <a:cubicBezTo>
                  <a:pt x="35249" y="445358"/>
                  <a:pt x="15317" y="434097"/>
                  <a:pt x="9088" y="414078"/>
                </a:cubicBezTo>
                <a:lnTo>
                  <a:pt x="1614" y="386552"/>
                </a:lnTo>
                <a:cubicBezTo>
                  <a:pt x="-4615" y="366533"/>
                  <a:pt x="7842" y="345262"/>
                  <a:pt x="27774" y="340257"/>
                </a:cubicBezTo>
                <a:lnTo>
                  <a:pt x="1208731" y="11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1" name="Freeform 106">
            <a:extLst>
              <a:ext uri="{FF2B5EF4-FFF2-40B4-BE49-F238E27FC236}">
                <a16:creationId xmlns:a16="http://schemas.microsoft.com/office/drawing/2014/main" id="{011FAD16-9FBC-3646-B38F-30F691A30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317" y="11340330"/>
            <a:ext cx="4806414" cy="521841"/>
          </a:xfrm>
          <a:custGeom>
            <a:avLst/>
            <a:gdLst>
              <a:gd name="T0" fmla="*/ 3567 w 3859"/>
              <a:gd name="T1" fmla="*/ 0 h 421"/>
              <a:gd name="T2" fmla="*/ 3740 w 3859"/>
              <a:gd name="T3" fmla="*/ 137 h 421"/>
              <a:gd name="T4" fmla="*/ 3740 w 3859"/>
              <a:gd name="T5" fmla="*/ 137 h 421"/>
              <a:gd name="T6" fmla="*/ 3641 w 3859"/>
              <a:gd name="T7" fmla="*/ 420 h 421"/>
              <a:gd name="T8" fmla="*/ 0 w 3859"/>
              <a:gd name="T9" fmla="*/ 401 h 4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59" h="421">
                <a:moveTo>
                  <a:pt x="3567" y="0"/>
                </a:moveTo>
                <a:lnTo>
                  <a:pt x="3740" y="137"/>
                </a:lnTo>
                <a:lnTo>
                  <a:pt x="3740" y="137"/>
                </a:lnTo>
                <a:cubicBezTo>
                  <a:pt x="3858" y="231"/>
                  <a:pt x="3792" y="420"/>
                  <a:pt x="3641" y="420"/>
                </a:cubicBezTo>
                <a:lnTo>
                  <a:pt x="0" y="401"/>
                </a:lnTo>
              </a:path>
            </a:pathLst>
          </a:custGeom>
          <a:noFill/>
          <a:ln w="63500" cap="flat">
            <a:solidFill>
              <a:srgbClr val="FBAE17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2" name="Freeform 107">
            <a:extLst>
              <a:ext uri="{FF2B5EF4-FFF2-40B4-BE49-F238E27FC236}">
                <a16:creationId xmlns:a16="http://schemas.microsoft.com/office/drawing/2014/main" id="{07358892-1E38-6141-89F2-26D7DE416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042" y="8198307"/>
            <a:ext cx="4504298" cy="1071146"/>
          </a:xfrm>
          <a:custGeom>
            <a:avLst/>
            <a:gdLst>
              <a:gd name="T0" fmla="*/ 3325 w 3617"/>
              <a:gd name="T1" fmla="*/ 0 h 860"/>
              <a:gd name="T2" fmla="*/ 3498 w 3617"/>
              <a:gd name="T3" fmla="*/ 136 h 860"/>
              <a:gd name="T4" fmla="*/ 3498 w 3617"/>
              <a:gd name="T5" fmla="*/ 136 h 860"/>
              <a:gd name="T6" fmla="*/ 3399 w 3617"/>
              <a:gd name="T7" fmla="*/ 418 h 860"/>
              <a:gd name="T8" fmla="*/ 217 w 3617"/>
              <a:gd name="T9" fmla="*/ 402 h 860"/>
              <a:gd name="T10" fmla="*/ 217 w 3617"/>
              <a:gd name="T11" fmla="*/ 402 h 860"/>
              <a:gd name="T12" fmla="*/ 118 w 3617"/>
              <a:gd name="T13" fmla="*/ 684 h 860"/>
              <a:gd name="T14" fmla="*/ 340 w 3617"/>
              <a:gd name="T15" fmla="*/ 859 h 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17" h="860">
                <a:moveTo>
                  <a:pt x="3325" y="0"/>
                </a:moveTo>
                <a:lnTo>
                  <a:pt x="3498" y="136"/>
                </a:lnTo>
                <a:lnTo>
                  <a:pt x="3498" y="136"/>
                </a:lnTo>
                <a:cubicBezTo>
                  <a:pt x="3616" y="230"/>
                  <a:pt x="3549" y="420"/>
                  <a:pt x="3399" y="418"/>
                </a:cubicBezTo>
                <a:lnTo>
                  <a:pt x="217" y="402"/>
                </a:lnTo>
                <a:lnTo>
                  <a:pt x="217" y="402"/>
                </a:lnTo>
                <a:cubicBezTo>
                  <a:pt x="66" y="401"/>
                  <a:pt x="0" y="591"/>
                  <a:pt x="118" y="684"/>
                </a:cubicBezTo>
                <a:lnTo>
                  <a:pt x="340" y="859"/>
                </a:lnTo>
              </a:path>
            </a:pathLst>
          </a:custGeom>
          <a:noFill/>
          <a:ln w="63500" cap="flat">
            <a:solidFill>
              <a:srgbClr val="FBAE17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3" name="Freeform 108">
            <a:extLst>
              <a:ext uri="{FF2B5EF4-FFF2-40B4-BE49-F238E27FC236}">
                <a16:creationId xmlns:a16="http://schemas.microsoft.com/office/drawing/2014/main" id="{322C84E7-6483-6548-A6ED-571DF48ED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655" y="5561645"/>
            <a:ext cx="4806418" cy="538319"/>
          </a:xfrm>
          <a:custGeom>
            <a:avLst/>
            <a:gdLst>
              <a:gd name="T0" fmla="*/ 3858 w 3859"/>
              <a:gd name="T1" fmla="*/ 20 h 434"/>
              <a:gd name="T2" fmla="*/ 216 w 3859"/>
              <a:gd name="T3" fmla="*/ 1 h 434"/>
              <a:gd name="T4" fmla="*/ 216 w 3859"/>
              <a:gd name="T5" fmla="*/ 1 h 434"/>
              <a:gd name="T6" fmla="*/ 117 w 3859"/>
              <a:gd name="T7" fmla="*/ 283 h 434"/>
              <a:gd name="T8" fmla="*/ 308 w 3859"/>
              <a:gd name="T9" fmla="*/ 433 h 4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59" h="434">
                <a:moveTo>
                  <a:pt x="3858" y="20"/>
                </a:moveTo>
                <a:lnTo>
                  <a:pt x="216" y="1"/>
                </a:lnTo>
                <a:lnTo>
                  <a:pt x="216" y="1"/>
                </a:lnTo>
                <a:cubicBezTo>
                  <a:pt x="66" y="0"/>
                  <a:pt x="0" y="190"/>
                  <a:pt x="117" y="283"/>
                </a:cubicBezTo>
                <a:lnTo>
                  <a:pt x="308" y="433"/>
                </a:lnTo>
              </a:path>
            </a:pathLst>
          </a:custGeom>
          <a:noFill/>
          <a:ln w="63500" cap="flat">
            <a:solidFill>
              <a:srgbClr val="FBAE17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F7504894-2988-3B4E-BEF7-88659D3AD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1732" y="7912669"/>
            <a:ext cx="1159035" cy="1159034"/>
          </a:xfrm>
          <a:custGeom>
            <a:avLst/>
            <a:gdLst>
              <a:gd name="T0" fmla="*/ 859 w 930"/>
              <a:gd name="T1" fmla="*/ 592 h 931"/>
              <a:gd name="T2" fmla="*/ 859 w 930"/>
              <a:gd name="T3" fmla="*/ 592 h 931"/>
              <a:gd name="T4" fmla="*/ 337 w 930"/>
              <a:gd name="T5" fmla="*/ 859 h 931"/>
              <a:gd name="T6" fmla="*/ 337 w 930"/>
              <a:gd name="T7" fmla="*/ 859 h 931"/>
              <a:gd name="T8" fmla="*/ 70 w 930"/>
              <a:gd name="T9" fmla="*/ 336 h 931"/>
              <a:gd name="T10" fmla="*/ 70 w 930"/>
              <a:gd name="T11" fmla="*/ 336 h 931"/>
              <a:gd name="T12" fmla="*/ 593 w 930"/>
              <a:gd name="T13" fmla="*/ 70 h 931"/>
              <a:gd name="T14" fmla="*/ 593 w 930"/>
              <a:gd name="T15" fmla="*/ 70 h 931"/>
              <a:gd name="T16" fmla="*/ 859 w 930"/>
              <a:gd name="T17" fmla="*/ 592 h 9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30" h="931">
                <a:moveTo>
                  <a:pt x="859" y="592"/>
                </a:moveTo>
                <a:lnTo>
                  <a:pt x="859" y="592"/>
                </a:lnTo>
                <a:cubicBezTo>
                  <a:pt x="788" y="810"/>
                  <a:pt x="555" y="930"/>
                  <a:pt x="337" y="859"/>
                </a:cubicBezTo>
                <a:lnTo>
                  <a:pt x="337" y="859"/>
                </a:lnTo>
                <a:cubicBezTo>
                  <a:pt x="119" y="788"/>
                  <a:pt x="0" y="554"/>
                  <a:pt x="70" y="336"/>
                </a:cubicBezTo>
                <a:lnTo>
                  <a:pt x="70" y="336"/>
                </a:lnTo>
                <a:cubicBezTo>
                  <a:pt x="141" y="119"/>
                  <a:pt x="375" y="0"/>
                  <a:pt x="593" y="70"/>
                </a:cubicBezTo>
                <a:lnTo>
                  <a:pt x="593" y="70"/>
                </a:lnTo>
                <a:cubicBezTo>
                  <a:pt x="810" y="141"/>
                  <a:pt x="929" y="374"/>
                  <a:pt x="859" y="592"/>
                </a:cubicBezTo>
              </a:path>
            </a:pathLst>
          </a:custGeom>
          <a:solidFill>
            <a:srgbClr val="F9FBFF"/>
          </a:solidFill>
          <a:ln w="12700" cap="flat">
            <a:solidFill>
              <a:srgbClr val="E2EE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5" name="Freeform 111">
            <a:extLst>
              <a:ext uri="{FF2B5EF4-FFF2-40B4-BE49-F238E27FC236}">
                <a16:creationId xmlns:a16="http://schemas.microsoft.com/office/drawing/2014/main" id="{2B851BB9-4C61-D944-9D6A-6A465140B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9342" y="8231262"/>
            <a:ext cx="582263" cy="532827"/>
          </a:xfrm>
          <a:custGeom>
            <a:avLst/>
            <a:gdLst>
              <a:gd name="T0" fmla="*/ 366 w 466"/>
              <a:gd name="T1" fmla="*/ 86 h 426"/>
              <a:gd name="T2" fmla="*/ 366 w 466"/>
              <a:gd name="T3" fmla="*/ 86 h 426"/>
              <a:gd name="T4" fmla="*/ 252 w 466"/>
              <a:gd name="T5" fmla="*/ 97 h 426"/>
              <a:gd name="T6" fmla="*/ 252 w 466"/>
              <a:gd name="T7" fmla="*/ 97 h 426"/>
              <a:gd name="T8" fmla="*/ 165 w 466"/>
              <a:gd name="T9" fmla="*/ 21 h 426"/>
              <a:gd name="T10" fmla="*/ 165 w 466"/>
              <a:gd name="T11" fmla="*/ 21 h 426"/>
              <a:gd name="T12" fmla="*/ 12 w 466"/>
              <a:gd name="T13" fmla="*/ 99 h 426"/>
              <a:gd name="T14" fmla="*/ 12 w 466"/>
              <a:gd name="T15" fmla="*/ 99 h 426"/>
              <a:gd name="T16" fmla="*/ 25 w 466"/>
              <a:gd name="T17" fmla="*/ 189 h 426"/>
              <a:gd name="T18" fmla="*/ 145 w 466"/>
              <a:gd name="T19" fmla="*/ 425 h 426"/>
              <a:gd name="T20" fmla="*/ 381 w 466"/>
              <a:gd name="T21" fmla="*/ 305 h 426"/>
              <a:gd name="T22" fmla="*/ 381 w 466"/>
              <a:gd name="T23" fmla="*/ 305 h 426"/>
              <a:gd name="T24" fmla="*/ 444 w 466"/>
              <a:gd name="T25" fmla="*/ 239 h 426"/>
              <a:gd name="T26" fmla="*/ 444 w 466"/>
              <a:gd name="T27" fmla="*/ 239 h 426"/>
              <a:gd name="T28" fmla="*/ 366 w 466"/>
              <a:gd name="T29" fmla="*/ 86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6" h="426">
                <a:moveTo>
                  <a:pt x="366" y="86"/>
                </a:moveTo>
                <a:lnTo>
                  <a:pt x="366" y="86"/>
                </a:lnTo>
                <a:cubicBezTo>
                  <a:pt x="321" y="72"/>
                  <a:pt x="275" y="87"/>
                  <a:pt x="252" y="97"/>
                </a:cubicBezTo>
                <a:lnTo>
                  <a:pt x="252" y="97"/>
                </a:lnTo>
                <a:cubicBezTo>
                  <a:pt x="239" y="75"/>
                  <a:pt x="210" y="35"/>
                  <a:pt x="165" y="21"/>
                </a:cubicBezTo>
                <a:lnTo>
                  <a:pt x="165" y="21"/>
                </a:lnTo>
                <a:cubicBezTo>
                  <a:pt x="102" y="0"/>
                  <a:pt x="33" y="35"/>
                  <a:pt x="12" y="99"/>
                </a:cubicBezTo>
                <a:lnTo>
                  <a:pt x="12" y="99"/>
                </a:lnTo>
                <a:cubicBezTo>
                  <a:pt x="0" y="139"/>
                  <a:pt x="24" y="187"/>
                  <a:pt x="25" y="189"/>
                </a:cubicBezTo>
                <a:lnTo>
                  <a:pt x="145" y="425"/>
                </a:lnTo>
                <a:lnTo>
                  <a:pt x="381" y="305"/>
                </a:lnTo>
                <a:lnTo>
                  <a:pt x="381" y="305"/>
                </a:lnTo>
                <a:cubicBezTo>
                  <a:pt x="383" y="303"/>
                  <a:pt x="431" y="279"/>
                  <a:pt x="444" y="239"/>
                </a:cubicBezTo>
                <a:lnTo>
                  <a:pt x="444" y="239"/>
                </a:lnTo>
                <a:cubicBezTo>
                  <a:pt x="465" y="176"/>
                  <a:pt x="430" y="107"/>
                  <a:pt x="366" y="86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D3DC30-331B-3342-A330-E9E31B6771BE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CB174-6335-BE41-8271-5BB94721AEE2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9DC5D-084C-F540-A084-5A5389BC403A}"/>
              </a:ext>
            </a:extLst>
          </p:cNvPr>
          <p:cNvSpPr txBox="1"/>
          <p:nvPr/>
        </p:nvSpPr>
        <p:spPr>
          <a:xfrm>
            <a:off x="13229086" y="4380306"/>
            <a:ext cx="117724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3"/>
                </a:solidFill>
                <a:latin typeface="DM Sans" pitchFamily="2" charset="77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0B005-5DF1-E14F-A407-557699B81FEF}"/>
              </a:ext>
            </a:extLst>
          </p:cNvPr>
          <p:cNvSpPr txBox="1"/>
          <p:nvPr/>
        </p:nvSpPr>
        <p:spPr>
          <a:xfrm>
            <a:off x="13229086" y="5549940"/>
            <a:ext cx="202844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Success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D37DA-9E12-7243-9A4F-506D67CD6761}"/>
              </a:ext>
            </a:extLst>
          </p:cNvPr>
          <p:cNvSpPr txBox="1"/>
          <p:nvPr/>
        </p:nvSpPr>
        <p:spPr>
          <a:xfrm>
            <a:off x="13229086" y="6227188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26322D-C5D1-4341-B03D-23F0B008CDD8}"/>
              </a:ext>
            </a:extLst>
          </p:cNvPr>
          <p:cNvSpPr txBox="1"/>
          <p:nvPr/>
        </p:nvSpPr>
        <p:spPr>
          <a:xfrm>
            <a:off x="18481024" y="4380306"/>
            <a:ext cx="1392048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2"/>
                </a:solidFill>
                <a:latin typeface="DM Sans" pitchFamily="2" charset="77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CA85A3-F039-1A43-9EA2-9802E67DA158}"/>
              </a:ext>
            </a:extLst>
          </p:cNvPr>
          <p:cNvSpPr txBox="1"/>
          <p:nvPr/>
        </p:nvSpPr>
        <p:spPr>
          <a:xfrm>
            <a:off x="18481024" y="5549940"/>
            <a:ext cx="3087705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F26A7-AF4B-DD45-9FEB-4B248877E05C}"/>
              </a:ext>
            </a:extLst>
          </p:cNvPr>
          <p:cNvSpPr txBox="1"/>
          <p:nvPr/>
        </p:nvSpPr>
        <p:spPr>
          <a:xfrm>
            <a:off x="18481024" y="6227188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C1BA00-A677-364F-90C8-7D746F5402FD}"/>
              </a:ext>
            </a:extLst>
          </p:cNvPr>
          <p:cNvSpPr txBox="1"/>
          <p:nvPr/>
        </p:nvSpPr>
        <p:spPr>
          <a:xfrm>
            <a:off x="13229086" y="8260644"/>
            <a:ext cx="1416093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1"/>
                </a:solidFill>
                <a:latin typeface="DM Sans" pitchFamily="2" charset="77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7197C-3A96-8142-A86E-8C97BB202ADC}"/>
              </a:ext>
            </a:extLst>
          </p:cNvPr>
          <p:cNvSpPr txBox="1"/>
          <p:nvPr/>
        </p:nvSpPr>
        <p:spPr>
          <a:xfrm>
            <a:off x="13229086" y="9430278"/>
            <a:ext cx="183608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Control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A80A9A-26DA-C846-A8A5-02698293EADB}"/>
              </a:ext>
            </a:extLst>
          </p:cNvPr>
          <p:cNvSpPr txBox="1"/>
          <p:nvPr/>
        </p:nvSpPr>
        <p:spPr>
          <a:xfrm>
            <a:off x="13229086" y="10107526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264635-C965-584E-A948-D980202755EF}"/>
              </a:ext>
            </a:extLst>
          </p:cNvPr>
          <p:cNvSpPr txBox="1"/>
          <p:nvPr/>
        </p:nvSpPr>
        <p:spPr>
          <a:xfrm>
            <a:off x="18481024" y="8260644"/>
            <a:ext cx="1457771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4"/>
                </a:solidFill>
                <a:latin typeface="DM Sans" pitchFamily="2" charset="77"/>
              </a:rPr>
              <a:t>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F82D34-D2F5-9347-9309-A7C62EF62179}"/>
              </a:ext>
            </a:extLst>
          </p:cNvPr>
          <p:cNvSpPr txBox="1"/>
          <p:nvPr/>
        </p:nvSpPr>
        <p:spPr>
          <a:xfrm>
            <a:off x="18481024" y="9430278"/>
            <a:ext cx="1615507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Target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73FDE4-EB80-4844-8969-168F32F73C64}"/>
              </a:ext>
            </a:extLst>
          </p:cNvPr>
          <p:cNvSpPr txBox="1"/>
          <p:nvPr/>
        </p:nvSpPr>
        <p:spPr>
          <a:xfrm>
            <a:off x="18481024" y="10107526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1132029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2">
            <a:extLst>
              <a:ext uri="{FF2B5EF4-FFF2-40B4-BE49-F238E27FC236}">
                <a16:creationId xmlns:a16="http://schemas.microsoft.com/office/drawing/2014/main" id="{2F8D49D1-F883-E546-BB05-F6207AF39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2010" y="4309231"/>
            <a:ext cx="4691062" cy="428458"/>
          </a:xfrm>
          <a:custGeom>
            <a:avLst/>
            <a:gdLst>
              <a:gd name="T0" fmla="*/ 0 w 3765"/>
              <a:gd name="T1" fmla="*/ 0 h 343"/>
              <a:gd name="T2" fmla="*/ 2653 w 3765"/>
              <a:gd name="T3" fmla="*/ 0 h 343"/>
              <a:gd name="T4" fmla="*/ 3764 w 3765"/>
              <a:gd name="T5" fmla="*/ 342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65" h="343">
                <a:moveTo>
                  <a:pt x="0" y="0"/>
                </a:moveTo>
                <a:lnTo>
                  <a:pt x="2653" y="0"/>
                </a:lnTo>
                <a:lnTo>
                  <a:pt x="3764" y="342"/>
                </a:lnTo>
              </a:path>
            </a:pathLst>
          </a:custGeom>
          <a:noFill/>
          <a:ln w="38100" cap="flat">
            <a:solidFill>
              <a:schemeClr val="accent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1DB605A8-65B4-B546-A267-36DAA00F2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2010" y="11516107"/>
            <a:ext cx="4691062" cy="428458"/>
          </a:xfrm>
          <a:custGeom>
            <a:avLst/>
            <a:gdLst>
              <a:gd name="T0" fmla="*/ 0 w 3765"/>
              <a:gd name="T1" fmla="*/ 342 h 343"/>
              <a:gd name="T2" fmla="*/ 2653 w 3765"/>
              <a:gd name="T3" fmla="*/ 342 h 343"/>
              <a:gd name="T4" fmla="*/ 3764 w 3765"/>
              <a:gd name="T5" fmla="*/ 0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65" h="343">
                <a:moveTo>
                  <a:pt x="0" y="342"/>
                </a:moveTo>
                <a:lnTo>
                  <a:pt x="2653" y="342"/>
                </a:lnTo>
                <a:lnTo>
                  <a:pt x="3764" y="0"/>
                </a:lnTo>
              </a:path>
            </a:pathLst>
          </a:custGeom>
          <a:noFill/>
          <a:ln w="38100" cap="flat">
            <a:solidFill>
              <a:schemeClr val="accent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7" name="Line 4">
            <a:extLst>
              <a:ext uri="{FF2B5EF4-FFF2-40B4-BE49-F238E27FC236}">
                <a16:creationId xmlns:a16="http://schemas.microsoft.com/office/drawing/2014/main" id="{9C10772D-8AA4-B14C-A773-F65CE041E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54012" y="6995332"/>
            <a:ext cx="2719056" cy="0"/>
          </a:xfrm>
          <a:prstGeom prst="line">
            <a:avLst/>
          </a:prstGeom>
          <a:noFill/>
          <a:ln w="38100" cap="flat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8" name="Line 5">
            <a:extLst>
              <a:ext uri="{FF2B5EF4-FFF2-40B4-BE49-F238E27FC236}">
                <a16:creationId xmlns:a16="http://schemas.microsoft.com/office/drawing/2014/main" id="{D7EE43F6-D47C-FD40-B876-D8663E2893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54012" y="9252969"/>
            <a:ext cx="2719056" cy="0"/>
          </a:xfrm>
          <a:prstGeom prst="line">
            <a:avLst/>
          </a:prstGeom>
          <a:noFill/>
          <a:ln w="38100" cap="flat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74">
            <a:extLst>
              <a:ext uri="{FF2B5EF4-FFF2-40B4-BE49-F238E27FC236}">
                <a16:creationId xmlns:a16="http://schemas.microsoft.com/office/drawing/2014/main" id="{99FC45EA-C2EF-9447-929B-9F92DA4EA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1112" y="5539673"/>
            <a:ext cx="2493843" cy="5174449"/>
          </a:xfrm>
          <a:custGeom>
            <a:avLst/>
            <a:gdLst>
              <a:gd name="T0" fmla="*/ 1833 w 2001"/>
              <a:gd name="T1" fmla="*/ 4151 h 4152"/>
              <a:gd name="T2" fmla="*/ 167 w 2001"/>
              <a:gd name="T3" fmla="*/ 4151 h 4152"/>
              <a:gd name="T4" fmla="*/ 167 w 2001"/>
              <a:gd name="T5" fmla="*/ 4151 h 4152"/>
              <a:gd name="T6" fmla="*/ 0 w 2001"/>
              <a:gd name="T7" fmla="*/ 3983 h 4152"/>
              <a:gd name="T8" fmla="*/ 0 w 2001"/>
              <a:gd name="T9" fmla="*/ 168 h 4152"/>
              <a:gd name="T10" fmla="*/ 0 w 2001"/>
              <a:gd name="T11" fmla="*/ 168 h 4152"/>
              <a:gd name="T12" fmla="*/ 167 w 2001"/>
              <a:gd name="T13" fmla="*/ 0 h 4152"/>
              <a:gd name="T14" fmla="*/ 1833 w 2001"/>
              <a:gd name="T15" fmla="*/ 0 h 4152"/>
              <a:gd name="T16" fmla="*/ 1833 w 2001"/>
              <a:gd name="T17" fmla="*/ 0 h 4152"/>
              <a:gd name="T18" fmla="*/ 2000 w 2001"/>
              <a:gd name="T19" fmla="*/ 168 h 4152"/>
              <a:gd name="T20" fmla="*/ 2000 w 2001"/>
              <a:gd name="T21" fmla="*/ 3983 h 4152"/>
              <a:gd name="T22" fmla="*/ 2000 w 2001"/>
              <a:gd name="T23" fmla="*/ 3983 h 4152"/>
              <a:gd name="T24" fmla="*/ 1833 w 2001"/>
              <a:gd name="T25" fmla="*/ 4151 h 4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001" h="4152">
                <a:moveTo>
                  <a:pt x="1833" y="4151"/>
                </a:moveTo>
                <a:lnTo>
                  <a:pt x="167" y="4151"/>
                </a:lnTo>
                <a:lnTo>
                  <a:pt x="167" y="4151"/>
                </a:lnTo>
                <a:cubicBezTo>
                  <a:pt x="74" y="4151"/>
                  <a:pt x="0" y="4076"/>
                  <a:pt x="0" y="3983"/>
                </a:cubicBezTo>
                <a:lnTo>
                  <a:pt x="0" y="168"/>
                </a:lnTo>
                <a:lnTo>
                  <a:pt x="0" y="168"/>
                </a:lnTo>
                <a:cubicBezTo>
                  <a:pt x="0" y="75"/>
                  <a:pt x="74" y="0"/>
                  <a:pt x="167" y="0"/>
                </a:cubicBezTo>
                <a:lnTo>
                  <a:pt x="1833" y="0"/>
                </a:lnTo>
                <a:lnTo>
                  <a:pt x="1833" y="0"/>
                </a:lnTo>
                <a:cubicBezTo>
                  <a:pt x="1925" y="0"/>
                  <a:pt x="2000" y="75"/>
                  <a:pt x="2000" y="168"/>
                </a:cubicBezTo>
                <a:lnTo>
                  <a:pt x="2000" y="3983"/>
                </a:lnTo>
                <a:lnTo>
                  <a:pt x="2000" y="3983"/>
                </a:lnTo>
                <a:cubicBezTo>
                  <a:pt x="2000" y="4076"/>
                  <a:pt x="1925" y="4151"/>
                  <a:pt x="1833" y="4151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7F7CF5E4-CA59-064F-B5E8-D1A40AA77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7888" y="5836297"/>
            <a:ext cx="575531" cy="75622"/>
          </a:xfrm>
          <a:custGeom>
            <a:avLst/>
            <a:gdLst>
              <a:gd name="connsiteX0" fmla="*/ 158604 w 575531"/>
              <a:gd name="connsiteY0" fmla="*/ 16481 h 75622"/>
              <a:gd name="connsiteX1" fmla="*/ 543269 w 575531"/>
              <a:gd name="connsiteY1" fmla="*/ 16481 h 75622"/>
              <a:gd name="connsiteX2" fmla="*/ 575531 w 575531"/>
              <a:gd name="connsiteY2" fmla="*/ 40565 h 75622"/>
              <a:gd name="connsiteX3" fmla="*/ 543269 w 575531"/>
              <a:gd name="connsiteY3" fmla="*/ 64650 h 75622"/>
              <a:gd name="connsiteX4" fmla="*/ 158604 w 575531"/>
              <a:gd name="connsiteY4" fmla="*/ 64650 h 75622"/>
              <a:gd name="connsiteX5" fmla="*/ 126342 w 575531"/>
              <a:gd name="connsiteY5" fmla="*/ 40565 h 75622"/>
              <a:gd name="connsiteX6" fmla="*/ 158604 w 575531"/>
              <a:gd name="connsiteY6" fmla="*/ 16481 h 75622"/>
              <a:gd name="connsiteX7" fmla="*/ 39082 w 575531"/>
              <a:gd name="connsiteY7" fmla="*/ 0 h 75622"/>
              <a:gd name="connsiteX8" fmla="*/ 75643 w 575531"/>
              <a:gd name="connsiteY8" fmla="*/ 38452 h 75622"/>
              <a:gd name="connsiteX9" fmla="*/ 39082 w 575531"/>
              <a:gd name="connsiteY9" fmla="*/ 75622 h 75622"/>
              <a:gd name="connsiteX10" fmla="*/ 0 w 575531"/>
              <a:gd name="connsiteY10" fmla="*/ 38452 h 75622"/>
              <a:gd name="connsiteX11" fmla="*/ 39082 w 575531"/>
              <a:gd name="connsiteY11" fmla="*/ 0 h 75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5531" h="75622">
                <a:moveTo>
                  <a:pt x="158604" y="16481"/>
                </a:moveTo>
                <a:lnTo>
                  <a:pt x="543269" y="16481"/>
                </a:lnTo>
                <a:cubicBezTo>
                  <a:pt x="561882" y="16481"/>
                  <a:pt x="575531" y="26622"/>
                  <a:pt x="575531" y="40565"/>
                </a:cubicBezTo>
                <a:cubicBezTo>
                  <a:pt x="575531" y="53241"/>
                  <a:pt x="561882" y="64650"/>
                  <a:pt x="543269" y="64650"/>
                </a:cubicBezTo>
                <a:lnTo>
                  <a:pt x="158604" y="64650"/>
                </a:lnTo>
                <a:cubicBezTo>
                  <a:pt x="141232" y="64650"/>
                  <a:pt x="126342" y="53241"/>
                  <a:pt x="126342" y="40565"/>
                </a:cubicBezTo>
                <a:cubicBezTo>
                  <a:pt x="126342" y="26622"/>
                  <a:pt x="141232" y="16481"/>
                  <a:pt x="158604" y="16481"/>
                </a:cubicBezTo>
                <a:close/>
                <a:moveTo>
                  <a:pt x="39082" y="0"/>
                </a:moveTo>
                <a:cubicBezTo>
                  <a:pt x="59253" y="0"/>
                  <a:pt x="75643" y="16663"/>
                  <a:pt x="75643" y="38452"/>
                </a:cubicBezTo>
                <a:cubicBezTo>
                  <a:pt x="75643" y="60241"/>
                  <a:pt x="59253" y="75622"/>
                  <a:pt x="39082" y="75622"/>
                </a:cubicBezTo>
                <a:cubicBezTo>
                  <a:pt x="17650" y="75622"/>
                  <a:pt x="0" y="60241"/>
                  <a:pt x="0" y="38452"/>
                </a:cubicBezTo>
                <a:cubicBezTo>
                  <a:pt x="0" y="16663"/>
                  <a:pt x="17650" y="0"/>
                  <a:pt x="390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E69A2F29-08B4-CD41-92AB-8AF28B2C4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976" y="5693478"/>
            <a:ext cx="65917" cy="60425"/>
          </a:xfrm>
          <a:custGeom>
            <a:avLst/>
            <a:gdLst>
              <a:gd name="T0" fmla="*/ 0 w 51"/>
              <a:gd name="T1" fmla="*/ 24 h 50"/>
              <a:gd name="T2" fmla="*/ 0 w 51"/>
              <a:gd name="T3" fmla="*/ 24 h 50"/>
              <a:gd name="T4" fmla="*/ 25 w 51"/>
              <a:gd name="T5" fmla="*/ 0 h 50"/>
              <a:gd name="T6" fmla="*/ 25 w 51"/>
              <a:gd name="T7" fmla="*/ 0 h 50"/>
              <a:gd name="T8" fmla="*/ 50 w 51"/>
              <a:gd name="T9" fmla="*/ 24 h 50"/>
              <a:gd name="T10" fmla="*/ 50 w 51"/>
              <a:gd name="T11" fmla="*/ 24 h 50"/>
              <a:gd name="T12" fmla="*/ 25 w 51"/>
              <a:gd name="T13" fmla="*/ 49 h 50"/>
              <a:gd name="T14" fmla="*/ 25 w 51"/>
              <a:gd name="T15" fmla="*/ 49 h 50"/>
              <a:gd name="T16" fmla="*/ 0 w 51"/>
              <a:gd name="T17" fmla="*/ 24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1" h="50">
                <a:moveTo>
                  <a:pt x="0" y="24"/>
                </a:moveTo>
                <a:lnTo>
                  <a:pt x="0" y="24"/>
                </a:lnTo>
                <a:cubicBezTo>
                  <a:pt x="0" y="11"/>
                  <a:pt x="11" y="0"/>
                  <a:pt x="25" y="0"/>
                </a:cubicBezTo>
                <a:lnTo>
                  <a:pt x="25" y="0"/>
                </a:lnTo>
                <a:cubicBezTo>
                  <a:pt x="39" y="0"/>
                  <a:pt x="50" y="11"/>
                  <a:pt x="50" y="24"/>
                </a:cubicBezTo>
                <a:lnTo>
                  <a:pt x="50" y="24"/>
                </a:lnTo>
                <a:cubicBezTo>
                  <a:pt x="50" y="38"/>
                  <a:pt x="39" y="49"/>
                  <a:pt x="25" y="49"/>
                </a:cubicBezTo>
                <a:lnTo>
                  <a:pt x="25" y="49"/>
                </a:lnTo>
                <a:cubicBezTo>
                  <a:pt x="11" y="49"/>
                  <a:pt x="0" y="38"/>
                  <a:pt x="0" y="2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78">
            <a:extLst>
              <a:ext uri="{FF2B5EF4-FFF2-40B4-BE49-F238E27FC236}">
                <a16:creationId xmlns:a16="http://schemas.microsoft.com/office/drawing/2014/main" id="{18CF5683-BE45-5044-9D5C-036A5476C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241" y="10203267"/>
            <a:ext cx="390005" cy="390005"/>
          </a:xfrm>
          <a:custGeom>
            <a:avLst/>
            <a:gdLst>
              <a:gd name="T0" fmla="*/ 157 w 315"/>
              <a:gd name="T1" fmla="*/ 314 h 315"/>
              <a:gd name="T2" fmla="*/ 157 w 315"/>
              <a:gd name="T3" fmla="*/ 314 h 315"/>
              <a:gd name="T4" fmla="*/ 0 w 315"/>
              <a:gd name="T5" fmla="*/ 157 h 315"/>
              <a:gd name="T6" fmla="*/ 0 w 315"/>
              <a:gd name="T7" fmla="*/ 157 h 315"/>
              <a:gd name="T8" fmla="*/ 157 w 315"/>
              <a:gd name="T9" fmla="*/ 0 h 315"/>
              <a:gd name="T10" fmla="*/ 157 w 315"/>
              <a:gd name="T11" fmla="*/ 0 h 315"/>
              <a:gd name="T12" fmla="*/ 314 w 315"/>
              <a:gd name="T13" fmla="*/ 157 h 315"/>
              <a:gd name="T14" fmla="*/ 314 w 315"/>
              <a:gd name="T15" fmla="*/ 157 h 315"/>
              <a:gd name="T16" fmla="*/ 157 w 315"/>
              <a:gd name="T17" fmla="*/ 314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15" h="315">
                <a:moveTo>
                  <a:pt x="157" y="314"/>
                </a:moveTo>
                <a:lnTo>
                  <a:pt x="157" y="314"/>
                </a:lnTo>
                <a:cubicBezTo>
                  <a:pt x="71" y="314"/>
                  <a:pt x="0" y="244"/>
                  <a:pt x="0" y="157"/>
                </a:cubicBezTo>
                <a:lnTo>
                  <a:pt x="0" y="157"/>
                </a:lnTo>
                <a:cubicBezTo>
                  <a:pt x="0" y="70"/>
                  <a:pt x="71" y="0"/>
                  <a:pt x="157" y="0"/>
                </a:cubicBezTo>
                <a:lnTo>
                  <a:pt x="157" y="0"/>
                </a:lnTo>
                <a:cubicBezTo>
                  <a:pt x="244" y="0"/>
                  <a:pt x="314" y="70"/>
                  <a:pt x="314" y="157"/>
                </a:cubicBezTo>
                <a:lnTo>
                  <a:pt x="314" y="157"/>
                </a:lnTo>
                <a:cubicBezTo>
                  <a:pt x="314" y="244"/>
                  <a:pt x="244" y="314"/>
                  <a:pt x="157" y="314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79">
            <a:extLst>
              <a:ext uri="{FF2B5EF4-FFF2-40B4-BE49-F238E27FC236}">
                <a16:creationId xmlns:a16="http://schemas.microsoft.com/office/drawing/2014/main" id="{AEEAC7A4-5E30-5B47-965D-F618621C0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7749" y="10197776"/>
            <a:ext cx="406485" cy="411980"/>
          </a:xfrm>
          <a:custGeom>
            <a:avLst/>
            <a:gdLst>
              <a:gd name="T0" fmla="*/ 163 w 327"/>
              <a:gd name="T1" fmla="*/ 0 h 329"/>
              <a:gd name="T2" fmla="*/ 163 w 327"/>
              <a:gd name="T3" fmla="*/ 0 h 329"/>
              <a:gd name="T4" fmla="*/ 0 w 327"/>
              <a:gd name="T5" fmla="*/ 164 h 329"/>
              <a:gd name="T6" fmla="*/ 0 w 327"/>
              <a:gd name="T7" fmla="*/ 164 h 329"/>
              <a:gd name="T8" fmla="*/ 163 w 327"/>
              <a:gd name="T9" fmla="*/ 328 h 329"/>
              <a:gd name="T10" fmla="*/ 163 w 327"/>
              <a:gd name="T11" fmla="*/ 328 h 329"/>
              <a:gd name="T12" fmla="*/ 326 w 327"/>
              <a:gd name="T13" fmla="*/ 164 h 329"/>
              <a:gd name="T14" fmla="*/ 326 w 327"/>
              <a:gd name="T15" fmla="*/ 164 h 329"/>
              <a:gd name="T16" fmla="*/ 163 w 327"/>
              <a:gd name="T17" fmla="*/ 0 h 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7" h="329">
                <a:moveTo>
                  <a:pt x="163" y="0"/>
                </a:moveTo>
                <a:lnTo>
                  <a:pt x="163" y="0"/>
                </a:lnTo>
                <a:cubicBezTo>
                  <a:pt x="73" y="0"/>
                  <a:pt x="0" y="74"/>
                  <a:pt x="0" y="164"/>
                </a:cubicBezTo>
                <a:lnTo>
                  <a:pt x="0" y="164"/>
                </a:lnTo>
                <a:cubicBezTo>
                  <a:pt x="0" y="254"/>
                  <a:pt x="73" y="328"/>
                  <a:pt x="163" y="328"/>
                </a:cubicBezTo>
                <a:lnTo>
                  <a:pt x="163" y="328"/>
                </a:lnTo>
                <a:cubicBezTo>
                  <a:pt x="253" y="328"/>
                  <a:pt x="326" y="254"/>
                  <a:pt x="326" y="164"/>
                </a:cubicBezTo>
                <a:lnTo>
                  <a:pt x="326" y="164"/>
                </a:lnTo>
                <a:cubicBezTo>
                  <a:pt x="326" y="74"/>
                  <a:pt x="253" y="0"/>
                  <a:pt x="163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BD7A7632-9E41-2343-9A3C-5204FEBFD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3510" y="6160389"/>
            <a:ext cx="2312571" cy="3944007"/>
          </a:xfrm>
          <a:custGeom>
            <a:avLst/>
            <a:gdLst>
              <a:gd name="T0" fmla="*/ 1854 w 1855"/>
              <a:gd name="T1" fmla="*/ 3163 h 3164"/>
              <a:gd name="T2" fmla="*/ 0 w 1855"/>
              <a:gd name="T3" fmla="*/ 3163 h 3164"/>
              <a:gd name="T4" fmla="*/ 0 w 1855"/>
              <a:gd name="T5" fmla="*/ 0 h 3164"/>
              <a:gd name="T6" fmla="*/ 1854 w 1855"/>
              <a:gd name="T7" fmla="*/ 0 h 3164"/>
              <a:gd name="T8" fmla="*/ 1854 w 1855"/>
              <a:gd name="T9" fmla="*/ 3163 h 3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5" h="3164">
                <a:moveTo>
                  <a:pt x="1854" y="3163"/>
                </a:moveTo>
                <a:lnTo>
                  <a:pt x="0" y="3163"/>
                </a:lnTo>
                <a:lnTo>
                  <a:pt x="0" y="0"/>
                </a:lnTo>
                <a:lnTo>
                  <a:pt x="1854" y="0"/>
                </a:lnTo>
                <a:lnTo>
                  <a:pt x="1854" y="3163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81">
            <a:extLst>
              <a:ext uri="{FF2B5EF4-FFF2-40B4-BE49-F238E27FC236}">
                <a16:creationId xmlns:a16="http://schemas.microsoft.com/office/drawing/2014/main" id="{E47F8B9E-2D22-8247-9FE3-007A69F04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4357" y="8319154"/>
            <a:ext cx="186764" cy="186764"/>
          </a:xfrm>
          <a:custGeom>
            <a:avLst/>
            <a:gdLst>
              <a:gd name="T0" fmla="*/ 151 w 152"/>
              <a:gd name="T1" fmla="*/ 76 h 152"/>
              <a:gd name="T2" fmla="*/ 151 w 152"/>
              <a:gd name="T3" fmla="*/ 76 h 152"/>
              <a:gd name="T4" fmla="*/ 75 w 152"/>
              <a:gd name="T5" fmla="*/ 151 h 152"/>
              <a:gd name="T6" fmla="*/ 75 w 152"/>
              <a:gd name="T7" fmla="*/ 151 h 152"/>
              <a:gd name="T8" fmla="*/ 0 w 152"/>
              <a:gd name="T9" fmla="*/ 76 h 152"/>
              <a:gd name="T10" fmla="*/ 0 w 152"/>
              <a:gd name="T11" fmla="*/ 76 h 152"/>
              <a:gd name="T12" fmla="*/ 75 w 152"/>
              <a:gd name="T13" fmla="*/ 0 h 152"/>
              <a:gd name="T14" fmla="*/ 75 w 152"/>
              <a:gd name="T15" fmla="*/ 0 h 152"/>
              <a:gd name="T16" fmla="*/ 151 w 152"/>
              <a:gd name="T17" fmla="*/ 76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2" h="152">
                <a:moveTo>
                  <a:pt x="151" y="76"/>
                </a:moveTo>
                <a:lnTo>
                  <a:pt x="151" y="76"/>
                </a:lnTo>
                <a:cubicBezTo>
                  <a:pt x="151" y="117"/>
                  <a:pt x="118" y="151"/>
                  <a:pt x="75" y="151"/>
                </a:cubicBezTo>
                <a:lnTo>
                  <a:pt x="75" y="151"/>
                </a:lnTo>
                <a:cubicBezTo>
                  <a:pt x="34" y="151"/>
                  <a:pt x="0" y="117"/>
                  <a:pt x="0" y="76"/>
                </a:cubicBezTo>
                <a:lnTo>
                  <a:pt x="0" y="76"/>
                </a:lnTo>
                <a:cubicBezTo>
                  <a:pt x="0" y="34"/>
                  <a:pt x="34" y="0"/>
                  <a:pt x="75" y="0"/>
                </a:cubicBezTo>
                <a:lnTo>
                  <a:pt x="75" y="0"/>
                </a:lnTo>
                <a:cubicBezTo>
                  <a:pt x="118" y="0"/>
                  <a:pt x="151" y="34"/>
                  <a:pt x="151" y="76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82">
            <a:extLst>
              <a:ext uri="{FF2B5EF4-FFF2-40B4-BE49-F238E27FC236}">
                <a16:creationId xmlns:a16="http://schemas.microsoft.com/office/drawing/2014/main" id="{2901417B-9229-874C-8493-107DA3869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4357" y="6380111"/>
            <a:ext cx="186764" cy="186764"/>
          </a:xfrm>
          <a:custGeom>
            <a:avLst/>
            <a:gdLst>
              <a:gd name="T0" fmla="*/ 151 w 152"/>
              <a:gd name="T1" fmla="*/ 75 h 152"/>
              <a:gd name="T2" fmla="*/ 151 w 152"/>
              <a:gd name="T3" fmla="*/ 75 h 152"/>
              <a:gd name="T4" fmla="*/ 75 w 152"/>
              <a:gd name="T5" fmla="*/ 151 h 152"/>
              <a:gd name="T6" fmla="*/ 75 w 152"/>
              <a:gd name="T7" fmla="*/ 151 h 152"/>
              <a:gd name="T8" fmla="*/ 0 w 152"/>
              <a:gd name="T9" fmla="*/ 75 h 152"/>
              <a:gd name="T10" fmla="*/ 0 w 152"/>
              <a:gd name="T11" fmla="*/ 75 h 152"/>
              <a:gd name="T12" fmla="*/ 75 w 152"/>
              <a:gd name="T13" fmla="*/ 0 h 152"/>
              <a:gd name="T14" fmla="*/ 75 w 152"/>
              <a:gd name="T15" fmla="*/ 0 h 152"/>
              <a:gd name="T16" fmla="*/ 151 w 152"/>
              <a:gd name="T17" fmla="*/ 75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2" h="152">
                <a:moveTo>
                  <a:pt x="151" y="75"/>
                </a:moveTo>
                <a:lnTo>
                  <a:pt x="151" y="75"/>
                </a:lnTo>
                <a:cubicBezTo>
                  <a:pt x="151" y="117"/>
                  <a:pt x="118" y="151"/>
                  <a:pt x="75" y="151"/>
                </a:cubicBezTo>
                <a:lnTo>
                  <a:pt x="75" y="151"/>
                </a:lnTo>
                <a:cubicBezTo>
                  <a:pt x="34" y="151"/>
                  <a:pt x="0" y="117"/>
                  <a:pt x="0" y="75"/>
                </a:cubicBezTo>
                <a:lnTo>
                  <a:pt x="0" y="75"/>
                </a:lnTo>
                <a:cubicBezTo>
                  <a:pt x="0" y="33"/>
                  <a:pt x="34" y="0"/>
                  <a:pt x="75" y="0"/>
                </a:cubicBezTo>
                <a:lnTo>
                  <a:pt x="75" y="0"/>
                </a:lnTo>
                <a:cubicBezTo>
                  <a:pt x="118" y="0"/>
                  <a:pt x="151" y="33"/>
                  <a:pt x="151" y="75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99D9EF3A-2A4B-F242-BFD7-25506A17B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4353" y="6825046"/>
            <a:ext cx="2043413" cy="1307345"/>
          </a:xfrm>
          <a:custGeom>
            <a:avLst/>
            <a:gdLst>
              <a:gd name="T0" fmla="*/ 1641 w 1642"/>
              <a:gd name="T1" fmla="*/ 1049 h 1050"/>
              <a:gd name="T2" fmla="*/ 0 w 1642"/>
              <a:gd name="T3" fmla="*/ 1049 h 1050"/>
              <a:gd name="T4" fmla="*/ 0 w 1642"/>
              <a:gd name="T5" fmla="*/ 0 h 1050"/>
              <a:gd name="T6" fmla="*/ 1641 w 1642"/>
              <a:gd name="T7" fmla="*/ 0 h 1050"/>
              <a:gd name="T8" fmla="*/ 1641 w 1642"/>
              <a:gd name="T9" fmla="*/ 1049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42" h="1050">
                <a:moveTo>
                  <a:pt x="1641" y="1049"/>
                </a:moveTo>
                <a:lnTo>
                  <a:pt x="0" y="1049"/>
                </a:lnTo>
                <a:lnTo>
                  <a:pt x="0" y="0"/>
                </a:lnTo>
                <a:lnTo>
                  <a:pt x="1641" y="0"/>
                </a:lnTo>
                <a:lnTo>
                  <a:pt x="1641" y="1049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84">
            <a:extLst>
              <a:ext uri="{FF2B5EF4-FFF2-40B4-BE49-F238E27FC236}">
                <a16:creationId xmlns:a16="http://schemas.microsoft.com/office/drawing/2014/main" id="{41C789C1-DF45-0A4B-8939-318866370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528" y="8346621"/>
            <a:ext cx="1812705" cy="137324"/>
          </a:xfrm>
          <a:custGeom>
            <a:avLst/>
            <a:gdLst>
              <a:gd name="T0" fmla="*/ 1398 w 1454"/>
              <a:gd name="T1" fmla="*/ 108 h 109"/>
              <a:gd name="T2" fmla="*/ 55 w 1454"/>
              <a:gd name="T3" fmla="*/ 108 h 109"/>
              <a:gd name="T4" fmla="*/ 55 w 1454"/>
              <a:gd name="T5" fmla="*/ 108 h 109"/>
              <a:gd name="T6" fmla="*/ 0 w 1454"/>
              <a:gd name="T7" fmla="*/ 55 h 109"/>
              <a:gd name="T8" fmla="*/ 0 w 1454"/>
              <a:gd name="T9" fmla="*/ 55 h 109"/>
              <a:gd name="T10" fmla="*/ 55 w 1454"/>
              <a:gd name="T11" fmla="*/ 0 h 109"/>
              <a:gd name="T12" fmla="*/ 1398 w 1454"/>
              <a:gd name="T13" fmla="*/ 0 h 109"/>
              <a:gd name="T14" fmla="*/ 1398 w 1454"/>
              <a:gd name="T15" fmla="*/ 0 h 109"/>
              <a:gd name="T16" fmla="*/ 1453 w 1454"/>
              <a:gd name="T17" fmla="*/ 55 h 109"/>
              <a:gd name="T18" fmla="*/ 1453 w 1454"/>
              <a:gd name="T19" fmla="*/ 55 h 109"/>
              <a:gd name="T20" fmla="*/ 1398 w 1454"/>
              <a:gd name="T21" fmla="*/ 108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54" h="109">
                <a:moveTo>
                  <a:pt x="1398" y="108"/>
                </a:moveTo>
                <a:lnTo>
                  <a:pt x="55" y="108"/>
                </a:lnTo>
                <a:lnTo>
                  <a:pt x="55" y="108"/>
                </a:lnTo>
                <a:cubicBezTo>
                  <a:pt x="25" y="108"/>
                  <a:pt x="0" y="85"/>
                  <a:pt x="0" y="55"/>
                </a:cubicBezTo>
                <a:lnTo>
                  <a:pt x="0" y="55"/>
                </a:lnTo>
                <a:cubicBezTo>
                  <a:pt x="0" y="25"/>
                  <a:pt x="25" y="0"/>
                  <a:pt x="55" y="0"/>
                </a:cubicBezTo>
                <a:lnTo>
                  <a:pt x="1398" y="0"/>
                </a:lnTo>
                <a:lnTo>
                  <a:pt x="1398" y="0"/>
                </a:lnTo>
                <a:cubicBezTo>
                  <a:pt x="1428" y="0"/>
                  <a:pt x="1453" y="25"/>
                  <a:pt x="1453" y="55"/>
                </a:cubicBezTo>
                <a:lnTo>
                  <a:pt x="1453" y="55"/>
                </a:lnTo>
                <a:cubicBezTo>
                  <a:pt x="1453" y="85"/>
                  <a:pt x="1428" y="108"/>
                  <a:pt x="1398" y="10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85">
            <a:extLst>
              <a:ext uri="{FF2B5EF4-FFF2-40B4-BE49-F238E27FC236}">
                <a16:creationId xmlns:a16="http://schemas.microsoft.com/office/drawing/2014/main" id="{96721E52-8187-5343-B119-1C9E203A2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528" y="6407571"/>
            <a:ext cx="1812705" cy="137328"/>
          </a:xfrm>
          <a:custGeom>
            <a:avLst/>
            <a:gdLst>
              <a:gd name="T0" fmla="*/ 1398 w 1454"/>
              <a:gd name="T1" fmla="*/ 108 h 109"/>
              <a:gd name="T2" fmla="*/ 55 w 1454"/>
              <a:gd name="T3" fmla="*/ 108 h 109"/>
              <a:gd name="T4" fmla="*/ 55 w 1454"/>
              <a:gd name="T5" fmla="*/ 108 h 109"/>
              <a:gd name="T6" fmla="*/ 0 w 1454"/>
              <a:gd name="T7" fmla="*/ 54 h 109"/>
              <a:gd name="T8" fmla="*/ 0 w 1454"/>
              <a:gd name="T9" fmla="*/ 54 h 109"/>
              <a:gd name="T10" fmla="*/ 55 w 1454"/>
              <a:gd name="T11" fmla="*/ 0 h 109"/>
              <a:gd name="T12" fmla="*/ 1398 w 1454"/>
              <a:gd name="T13" fmla="*/ 0 h 109"/>
              <a:gd name="T14" fmla="*/ 1398 w 1454"/>
              <a:gd name="T15" fmla="*/ 0 h 109"/>
              <a:gd name="T16" fmla="*/ 1453 w 1454"/>
              <a:gd name="T17" fmla="*/ 54 h 109"/>
              <a:gd name="T18" fmla="*/ 1453 w 1454"/>
              <a:gd name="T19" fmla="*/ 54 h 109"/>
              <a:gd name="T20" fmla="*/ 1398 w 1454"/>
              <a:gd name="T21" fmla="*/ 108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54" h="109">
                <a:moveTo>
                  <a:pt x="1398" y="108"/>
                </a:moveTo>
                <a:lnTo>
                  <a:pt x="55" y="108"/>
                </a:lnTo>
                <a:lnTo>
                  <a:pt x="55" y="108"/>
                </a:lnTo>
                <a:cubicBezTo>
                  <a:pt x="25" y="108"/>
                  <a:pt x="0" y="84"/>
                  <a:pt x="0" y="54"/>
                </a:cubicBezTo>
                <a:lnTo>
                  <a:pt x="0" y="54"/>
                </a:lnTo>
                <a:cubicBezTo>
                  <a:pt x="0" y="25"/>
                  <a:pt x="25" y="0"/>
                  <a:pt x="55" y="0"/>
                </a:cubicBezTo>
                <a:lnTo>
                  <a:pt x="1398" y="0"/>
                </a:lnTo>
                <a:lnTo>
                  <a:pt x="1398" y="0"/>
                </a:lnTo>
                <a:cubicBezTo>
                  <a:pt x="1428" y="0"/>
                  <a:pt x="1453" y="25"/>
                  <a:pt x="1453" y="54"/>
                </a:cubicBezTo>
                <a:lnTo>
                  <a:pt x="1453" y="54"/>
                </a:lnTo>
                <a:cubicBezTo>
                  <a:pt x="1453" y="84"/>
                  <a:pt x="1428" y="108"/>
                  <a:pt x="1398" y="10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C66D10C0-9BAA-D142-8308-77A000152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4357" y="9472694"/>
            <a:ext cx="186764" cy="186764"/>
          </a:xfrm>
          <a:custGeom>
            <a:avLst/>
            <a:gdLst>
              <a:gd name="T0" fmla="*/ 151 w 152"/>
              <a:gd name="T1" fmla="*/ 75 h 152"/>
              <a:gd name="T2" fmla="*/ 151 w 152"/>
              <a:gd name="T3" fmla="*/ 75 h 152"/>
              <a:gd name="T4" fmla="*/ 75 w 152"/>
              <a:gd name="T5" fmla="*/ 151 h 152"/>
              <a:gd name="T6" fmla="*/ 75 w 152"/>
              <a:gd name="T7" fmla="*/ 151 h 152"/>
              <a:gd name="T8" fmla="*/ 0 w 152"/>
              <a:gd name="T9" fmla="*/ 75 h 152"/>
              <a:gd name="T10" fmla="*/ 0 w 152"/>
              <a:gd name="T11" fmla="*/ 75 h 152"/>
              <a:gd name="T12" fmla="*/ 75 w 152"/>
              <a:gd name="T13" fmla="*/ 0 h 152"/>
              <a:gd name="T14" fmla="*/ 75 w 152"/>
              <a:gd name="T15" fmla="*/ 0 h 152"/>
              <a:gd name="T16" fmla="*/ 151 w 152"/>
              <a:gd name="T17" fmla="*/ 75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2" h="152">
                <a:moveTo>
                  <a:pt x="151" y="75"/>
                </a:moveTo>
                <a:lnTo>
                  <a:pt x="151" y="75"/>
                </a:lnTo>
                <a:cubicBezTo>
                  <a:pt x="151" y="117"/>
                  <a:pt x="118" y="151"/>
                  <a:pt x="75" y="151"/>
                </a:cubicBezTo>
                <a:lnTo>
                  <a:pt x="75" y="151"/>
                </a:lnTo>
                <a:cubicBezTo>
                  <a:pt x="34" y="151"/>
                  <a:pt x="0" y="117"/>
                  <a:pt x="0" y="75"/>
                </a:cubicBezTo>
                <a:lnTo>
                  <a:pt x="0" y="75"/>
                </a:lnTo>
                <a:cubicBezTo>
                  <a:pt x="0" y="33"/>
                  <a:pt x="34" y="0"/>
                  <a:pt x="75" y="0"/>
                </a:cubicBezTo>
                <a:lnTo>
                  <a:pt x="75" y="0"/>
                </a:lnTo>
                <a:cubicBezTo>
                  <a:pt x="118" y="0"/>
                  <a:pt x="151" y="33"/>
                  <a:pt x="151" y="75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87">
            <a:extLst>
              <a:ext uri="{FF2B5EF4-FFF2-40B4-BE49-F238E27FC236}">
                <a16:creationId xmlns:a16="http://schemas.microsoft.com/office/drawing/2014/main" id="{BD65F018-8ABA-A142-B4D1-6D178AE80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528" y="9500161"/>
            <a:ext cx="1812705" cy="137324"/>
          </a:xfrm>
          <a:custGeom>
            <a:avLst/>
            <a:gdLst>
              <a:gd name="T0" fmla="*/ 1398 w 1454"/>
              <a:gd name="T1" fmla="*/ 108 h 109"/>
              <a:gd name="T2" fmla="*/ 55 w 1454"/>
              <a:gd name="T3" fmla="*/ 108 h 109"/>
              <a:gd name="T4" fmla="*/ 55 w 1454"/>
              <a:gd name="T5" fmla="*/ 108 h 109"/>
              <a:gd name="T6" fmla="*/ 0 w 1454"/>
              <a:gd name="T7" fmla="*/ 54 h 109"/>
              <a:gd name="T8" fmla="*/ 0 w 1454"/>
              <a:gd name="T9" fmla="*/ 54 h 109"/>
              <a:gd name="T10" fmla="*/ 55 w 1454"/>
              <a:gd name="T11" fmla="*/ 0 h 109"/>
              <a:gd name="T12" fmla="*/ 1398 w 1454"/>
              <a:gd name="T13" fmla="*/ 0 h 109"/>
              <a:gd name="T14" fmla="*/ 1398 w 1454"/>
              <a:gd name="T15" fmla="*/ 0 h 109"/>
              <a:gd name="T16" fmla="*/ 1453 w 1454"/>
              <a:gd name="T17" fmla="*/ 54 h 109"/>
              <a:gd name="T18" fmla="*/ 1453 w 1454"/>
              <a:gd name="T19" fmla="*/ 54 h 109"/>
              <a:gd name="T20" fmla="*/ 1398 w 1454"/>
              <a:gd name="T21" fmla="*/ 108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54" h="109">
                <a:moveTo>
                  <a:pt x="1398" y="108"/>
                </a:moveTo>
                <a:lnTo>
                  <a:pt x="55" y="108"/>
                </a:lnTo>
                <a:lnTo>
                  <a:pt x="55" y="108"/>
                </a:lnTo>
                <a:cubicBezTo>
                  <a:pt x="25" y="108"/>
                  <a:pt x="0" y="85"/>
                  <a:pt x="0" y="54"/>
                </a:cubicBezTo>
                <a:lnTo>
                  <a:pt x="0" y="54"/>
                </a:lnTo>
                <a:cubicBezTo>
                  <a:pt x="0" y="25"/>
                  <a:pt x="25" y="0"/>
                  <a:pt x="55" y="0"/>
                </a:cubicBezTo>
                <a:lnTo>
                  <a:pt x="1398" y="0"/>
                </a:lnTo>
                <a:lnTo>
                  <a:pt x="1398" y="0"/>
                </a:lnTo>
                <a:cubicBezTo>
                  <a:pt x="1428" y="0"/>
                  <a:pt x="1453" y="25"/>
                  <a:pt x="1453" y="54"/>
                </a:cubicBezTo>
                <a:lnTo>
                  <a:pt x="1453" y="54"/>
                </a:lnTo>
                <a:cubicBezTo>
                  <a:pt x="1453" y="85"/>
                  <a:pt x="1428" y="108"/>
                  <a:pt x="1398" y="10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88">
            <a:extLst>
              <a:ext uri="{FF2B5EF4-FFF2-40B4-BE49-F238E27FC236}">
                <a16:creationId xmlns:a16="http://schemas.microsoft.com/office/drawing/2014/main" id="{494870C6-FDDE-844F-AB27-B59B6C68D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4357" y="8604789"/>
            <a:ext cx="2070877" cy="137328"/>
          </a:xfrm>
          <a:custGeom>
            <a:avLst/>
            <a:gdLst>
              <a:gd name="T0" fmla="*/ 1607 w 1663"/>
              <a:gd name="T1" fmla="*/ 108 h 109"/>
              <a:gd name="T2" fmla="*/ 54 w 1663"/>
              <a:gd name="T3" fmla="*/ 108 h 109"/>
              <a:gd name="T4" fmla="*/ 54 w 1663"/>
              <a:gd name="T5" fmla="*/ 108 h 109"/>
              <a:gd name="T6" fmla="*/ 0 w 1663"/>
              <a:gd name="T7" fmla="*/ 54 h 109"/>
              <a:gd name="T8" fmla="*/ 0 w 1663"/>
              <a:gd name="T9" fmla="*/ 54 h 109"/>
              <a:gd name="T10" fmla="*/ 54 w 1663"/>
              <a:gd name="T11" fmla="*/ 0 h 109"/>
              <a:gd name="T12" fmla="*/ 1607 w 1663"/>
              <a:gd name="T13" fmla="*/ 0 h 109"/>
              <a:gd name="T14" fmla="*/ 1607 w 1663"/>
              <a:gd name="T15" fmla="*/ 0 h 109"/>
              <a:gd name="T16" fmla="*/ 1662 w 1663"/>
              <a:gd name="T17" fmla="*/ 54 h 109"/>
              <a:gd name="T18" fmla="*/ 1662 w 1663"/>
              <a:gd name="T19" fmla="*/ 54 h 109"/>
              <a:gd name="T20" fmla="*/ 1607 w 1663"/>
              <a:gd name="T21" fmla="*/ 108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63" h="109">
                <a:moveTo>
                  <a:pt x="1607" y="108"/>
                </a:moveTo>
                <a:lnTo>
                  <a:pt x="54" y="108"/>
                </a:lnTo>
                <a:lnTo>
                  <a:pt x="54" y="108"/>
                </a:lnTo>
                <a:cubicBezTo>
                  <a:pt x="24" y="108"/>
                  <a:pt x="0" y="84"/>
                  <a:pt x="0" y="54"/>
                </a:cubicBezTo>
                <a:lnTo>
                  <a:pt x="0" y="54"/>
                </a:lnTo>
                <a:cubicBezTo>
                  <a:pt x="0" y="24"/>
                  <a:pt x="24" y="0"/>
                  <a:pt x="54" y="0"/>
                </a:cubicBezTo>
                <a:lnTo>
                  <a:pt x="1607" y="0"/>
                </a:lnTo>
                <a:lnTo>
                  <a:pt x="1607" y="0"/>
                </a:lnTo>
                <a:cubicBezTo>
                  <a:pt x="1637" y="0"/>
                  <a:pt x="1662" y="24"/>
                  <a:pt x="1662" y="54"/>
                </a:cubicBezTo>
                <a:lnTo>
                  <a:pt x="1662" y="54"/>
                </a:lnTo>
                <a:cubicBezTo>
                  <a:pt x="1662" y="84"/>
                  <a:pt x="1637" y="108"/>
                  <a:pt x="1607" y="10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E6EB48-8301-CC45-B390-0C3AE911F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4357" y="8906908"/>
            <a:ext cx="186764" cy="192255"/>
          </a:xfrm>
          <a:custGeom>
            <a:avLst/>
            <a:gdLst>
              <a:gd name="T0" fmla="*/ 151 w 152"/>
              <a:gd name="T1" fmla="*/ 76 h 153"/>
              <a:gd name="T2" fmla="*/ 151 w 152"/>
              <a:gd name="T3" fmla="*/ 76 h 153"/>
              <a:gd name="T4" fmla="*/ 75 w 152"/>
              <a:gd name="T5" fmla="*/ 152 h 153"/>
              <a:gd name="T6" fmla="*/ 75 w 152"/>
              <a:gd name="T7" fmla="*/ 152 h 153"/>
              <a:gd name="T8" fmla="*/ 0 w 152"/>
              <a:gd name="T9" fmla="*/ 76 h 153"/>
              <a:gd name="T10" fmla="*/ 0 w 152"/>
              <a:gd name="T11" fmla="*/ 76 h 153"/>
              <a:gd name="T12" fmla="*/ 75 w 152"/>
              <a:gd name="T13" fmla="*/ 0 h 153"/>
              <a:gd name="T14" fmla="*/ 75 w 152"/>
              <a:gd name="T15" fmla="*/ 0 h 153"/>
              <a:gd name="T16" fmla="*/ 151 w 152"/>
              <a:gd name="T17" fmla="*/ 76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2" h="153">
                <a:moveTo>
                  <a:pt x="151" y="76"/>
                </a:moveTo>
                <a:lnTo>
                  <a:pt x="151" y="76"/>
                </a:lnTo>
                <a:cubicBezTo>
                  <a:pt x="151" y="118"/>
                  <a:pt x="118" y="152"/>
                  <a:pt x="75" y="152"/>
                </a:cubicBezTo>
                <a:lnTo>
                  <a:pt x="75" y="152"/>
                </a:lnTo>
                <a:cubicBezTo>
                  <a:pt x="34" y="152"/>
                  <a:pt x="0" y="118"/>
                  <a:pt x="0" y="76"/>
                </a:cubicBezTo>
                <a:lnTo>
                  <a:pt x="0" y="76"/>
                </a:lnTo>
                <a:cubicBezTo>
                  <a:pt x="0" y="34"/>
                  <a:pt x="34" y="0"/>
                  <a:pt x="75" y="0"/>
                </a:cubicBezTo>
                <a:lnTo>
                  <a:pt x="75" y="0"/>
                </a:lnTo>
                <a:cubicBezTo>
                  <a:pt x="118" y="0"/>
                  <a:pt x="151" y="34"/>
                  <a:pt x="151" y="76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90">
            <a:extLst>
              <a:ext uri="{FF2B5EF4-FFF2-40B4-BE49-F238E27FC236}">
                <a16:creationId xmlns:a16="http://schemas.microsoft.com/office/drawing/2014/main" id="{B95BF2F4-ED85-0B49-ABAE-3F5C8F81B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528" y="8934372"/>
            <a:ext cx="1812705" cy="137328"/>
          </a:xfrm>
          <a:custGeom>
            <a:avLst/>
            <a:gdLst>
              <a:gd name="T0" fmla="*/ 1398 w 1454"/>
              <a:gd name="T1" fmla="*/ 108 h 109"/>
              <a:gd name="T2" fmla="*/ 55 w 1454"/>
              <a:gd name="T3" fmla="*/ 108 h 109"/>
              <a:gd name="T4" fmla="*/ 55 w 1454"/>
              <a:gd name="T5" fmla="*/ 108 h 109"/>
              <a:gd name="T6" fmla="*/ 0 w 1454"/>
              <a:gd name="T7" fmla="*/ 54 h 109"/>
              <a:gd name="T8" fmla="*/ 0 w 1454"/>
              <a:gd name="T9" fmla="*/ 54 h 109"/>
              <a:gd name="T10" fmla="*/ 55 w 1454"/>
              <a:gd name="T11" fmla="*/ 0 h 109"/>
              <a:gd name="T12" fmla="*/ 1398 w 1454"/>
              <a:gd name="T13" fmla="*/ 0 h 109"/>
              <a:gd name="T14" fmla="*/ 1398 w 1454"/>
              <a:gd name="T15" fmla="*/ 0 h 109"/>
              <a:gd name="T16" fmla="*/ 1453 w 1454"/>
              <a:gd name="T17" fmla="*/ 54 h 109"/>
              <a:gd name="T18" fmla="*/ 1453 w 1454"/>
              <a:gd name="T19" fmla="*/ 54 h 109"/>
              <a:gd name="T20" fmla="*/ 1398 w 1454"/>
              <a:gd name="T21" fmla="*/ 108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54" h="109">
                <a:moveTo>
                  <a:pt x="1398" y="108"/>
                </a:moveTo>
                <a:lnTo>
                  <a:pt x="55" y="108"/>
                </a:lnTo>
                <a:lnTo>
                  <a:pt x="55" y="108"/>
                </a:lnTo>
                <a:cubicBezTo>
                  <a:pt x="25" y="108"/>
                  <a:pt x="0" y="84"/>
                  <a:pt x="0" y="54"/>
                </a:cubicBezTo>
                <a:lnTo>
                  <a:pt x="0" y="54"/>
                </a:lnTo>
                <a:cubicBezTo>
                  <a:pt x="0" y="24"/>
                  <a:pt x="25" y="0"/>
                  <a:pt x="55" y="0"/>
                </a:cubicBezTo>
                <a:lnTo>
                  <a:pt x="1398" y="0"/>
                </a:lnTo>
                <a:lnTo>
                  <a:pt x="1398" y="0"/>
                </a:lnTo>
                <a:cubicBezTo>
                  <a:pt x="1428" y="0"/>
                  <a:pt x="1453" y="24"/>
                  <a:pt x="1453" y="54"/>
                </a:cubicBezTo>
                <a:lnTo>
                  <a:pt x="1453" y="54"/>
                </a:lnTo>
                <a:cubicBezTo>
                  <a:pt x="1453" y="84"/>
                  <a:pt x="1428" y="108"/>
                  <a:pt x="1398" y="10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91">
            <a:extLst>
              <a:ext uri="{FF2B5EF4-FFF2-40B4-BE49-F238E27FC236}">
                <a16:creationId xmlns:a16="http://schemas.microsoft.com/office/drawing/2014/main" id="{BD1D2E9F-CFB4-D940-9BE2-1E409D7C4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5339" y="9917632"/>
            <a:ext cx="2043413" cy="181269"/>
          </a:xfrm>
          <a:custGeom>
            <a:avLst/>
            <a:gdLst>
              <a:gd name="T0" fmla="*/ 1641 w 1642"/>
              <a:gd name="T1" fmla="*/ 0 h 147"/>
              <a:gd name="T2" fmla="*/ 0 w 1642"/>
              <a:gd name="T3" fmla="*/ 0 h 147"/>
              <a:gd name="T4" fmla="*/ 0 w 1642"/>
              <a:gd name="T5" fmla="*/ 146 h 147"/>
              <a:gd name="T6" fmla="*/ 1641 w 1642"/>
              <a:gd name="T7" fmla="*/ 146 h 147"/>
              <a:gd name="T8" fmla="*/ 1641 w 1642"/>
              <a:gd name="T9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42" h="147">
                <a:moveTo>
                  <a:pt x="1641" y="0"/>
                </a:moveTo>
                <a:lnTo>
                  <a:pt x="0" y="0"/>
                </a:lnTo>
                <a:lnTo>
                  <a:pt x="0" y="146"/>
                </a:lnTo>
                <a:lnTo>
                  <a:pt x="1641" y="146"/>
                </a:lnTo>
                <a:lnTo>
                  <a:pt x="1641" y="0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EC1E02EA-8E3A-D24B-9A0F-89B65ED79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5584" y="6830540"/>
            <a:ext cx="1323826" cy="3878091"/>
          </a:xfrm>
          <a:custGeom>
            <a:avLst/>
            <a:gdLst>
              <a:gd name="T0" fmla="*/ 1060 w 1061"/>
              <a:gd name="T1" fmla="*/ 0 h 3114"/>
              <a:gd name="T2" fmla="*/ 0 w 1061"/>
              <a:gd name="T3" fmla="*/ 0 h 3114"/>
              <a:gd name="T4" fmla="*/ 0 w 1061"/>
              <a:gd name="T5" fmla="*/ 3113 h 3114"/>
              <a:gd name="T6" fmla="*/ 1060 w 1061"/>
              <a:gd name="T7" fmla="*/ 3113 h 3114"/>
              <a:gd name="T8" fmla="*/ 1060 w 1061"/>
              <a:gd name="T9" fmla="*/ 0 h 3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1" h="3114">
                <a:moveTo>
                  <a:pt x="1060" y="0"/>
                </a:moveTo>
                <a:lnTo>
                  <a:pt x="0" y="0"/>
                </a:lnTo>
                <a:lnTo>
                  <a:pt x="0" y="3113"/>
                </a:lnTo>
                <a:lnTo>
                  <a:pt x="1060" y="3113"/>
                </a:lnTo>
                <a:lnTo>
                  <a:pt x="1060" y="0"/>
                </a:ln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Freeform 93">
            <a:extLst>
              <a:ext uri="{FF2B5EF4-FFF2-40B4-BE49-F238E27FC236}">
                <a16:creationId xmlns:a16="http://schemas.microsoft.com/office/drawing/2014/main" id="{8290D5E7-0C78-1D48-AE46-E938B25C8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5584" y="5539669"/>
            <a:ext cx="1323826" cy="1296359"/>
          </a:xfrm>
          <a:custGeom>
            <a:avLst/>
            <a:gdLst>
              <a:gd name="T0" fmla="*/ 1060 w 1061"/>
              <a:gd name="T1" fmla="*/ 0 h 1039"/>
              <a:gd name="T2" fmla="*/ 0 w 1061"/>
              <a:gd name="T3" fmla="*/ 0 h 1039"/>
              <a:gd name="T4" fmla="*/ 0 w 1061"/>
              <a:gd name="T5" fmla="*/ 1038 h 1039"/>
              <a:gd name="T6" fmla="*/ 1060 w 1061"/>
              <a:gd name="T7" fmla="*/ 1038 h 1039"/>
              <a:gd name="T8" fmla="*/ 1060 w 1061"/>
              <a:gd name="T9" fmla="*/ 0 h 1039"/>
              <a:gd name="T10" fmla="*/ 1049 w 1061"/>
              <a:gd name="T11" fmla="*/ 1028 h 1039"/>
              <a:gd name="T12" fmla="*/ 9 w 1061"/>
              <a:gd name="T13" fmla="*/ 1028 h 1039"/>
              <a:gd name="T14" fmla="*/ 9 w 1061"/>
              <a:gd name="T15" fmla="*/ 11 h 1039"/>
              <a:gd name="T16" fmla="*/ 1049 w 1061"/>
              <a:gd name="T17" fmla="*/ 11 h 1039"/>
              <a:gd name="T18" fmla="*/ 1049 w 1061"/>
              <a:gd name="T19" fmla="*/ 1028 h 10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61" h="1039">
                <a:moveTo>
                  <a:pt x="1060" y="0"/>
                </a:moveTo>
                <a:lnTo>
                  <a:pt x="0" y="0"/>
                </a:lnTo>
                <a:lnTo>
                  <a:pt x="0" y="1038"/>
                </a:lnTo>
                <a:lnTo>
                  <a:pt x="1060" y="1038"/>
                </a:lnTo>
                <a:lnTo>
                  <a:pt x="1060" y="0"/>
                </a:lnTo>
                <a:close/>
                <a:moveTo>
                  <a:pt x="1049" y="1028"/>
                </a:moveTo>
                <a:lnTo>
                  <a:pt x="9" y="1028"/>
                </a:lnTo>
                <a:lnTo>
                  <a:pt x="9" y="11"/>
                </a:lnTo>
                <a:lnTo>
                  <a:pt x="1049" y="11"/>
                </a:lnTo>
                <a:lnTo>
                  <a:pt x="1049" y="1028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Freeform 380">
            <a:extLst>
              <a:ext uri="{FF2B5EF4-FFF2-40B4-BE49-F238E27FC236}">
                <a16:creationId xmlns:a16="http://schemas.microsoft.com/office/drawing/2014/main" id="{F82B2951-E03B-704B-97B4-AC3237023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87564" y="3946690"/>
            <a:ext cx="1576503" cy="1576506"/>
          </a:xfrm>
          <a:custGeom>
            <a:avLst/>
            <a:gdLst>
              <a:gd name="T0" fmla="*/ 1264 w 1265"/>
              <a:gd name="T1" fmla="*/ 631 h 1265"/>
              <a:gd name="T2" fmla="*/ 1264 w 1265"/>
              <a:gd name="T3" fmla="*/ 631 h 1265"/>
              <a:gd name="T4" fmla="*/ 632 w 1265"/>
              <a:gd name="T5" fmla="*/ 1264 h 1265"/>
              <a:gd name="T6" fmla="*/ 632 w 1265"/>
              <a:gd name="T7" fmla="*/ 1264 h 1265"/>
              <a:gd name="T8" fmla="*/ 0 w 1265"/>
              <a:gd name="T9" fmla="*/ 631 h 1265"/>
              <a:gd name="T10" fmla="*/ 0 w 1265"/>
              <a:gd name="T11" fmla="*/ 631 h 1265"/>
              <a:gd name="T12" fmla="*/ 632 w 1265"/>
              <a:gd name="T13" fmla="*/ 0 h 1265"/>
              <a:gd name="T14" fmla="*/ 632 w 1265"/>
              <a:gd name="T15" fmla="*/ 0 h 1265"/>
              <a:gd name="T16" fmla="*/ 1264 w 1265"/>
              <a:gd name="T17" fmla="*/ 631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5" h="1265">
                <a:moveTo>
                  <a:pt x="1264" y="631"/>
                </a:moveTo>
                <a:lnTo>
                  <a:pt x="1264" y="631"/>
                </a:lnTo>
                <a:cubicBezTo>
                  <a:pt x="1264" y="981"/>
                  <a:pt x="980" y="1264"/>
                  <a:pt x="632" y="1264"/>
                </a:cubicBezTo>
                <a:lnTo>
                  <a:pt x="632" y="1264"/>
                </a:lnTo>
                <a:cubicBezTo>
                  <a:pt x="283" y="1264"/>
                  <a:pt x="0" y="981"/>
                  <a:pt x="0" y="631"/>
                </a:cubicBezTo>
                <a:lnTo>
                  <a:pt x="0" y="631"/>
                </a:lnTo>
                <a:cubicBezTo>
                  <a:pt x="0" y="283"/>
                  <a:pt x="283" y="0"/>
                  <a:pt x="632" y="0"/>
                </a:cubicBezTo>
                <a:lnTo>
                  <a:pt x="632" y="0"/>
                </a:lnTo>
                <a:cubicBezTo>
                  <a:pt x="980" y="0"/>
                  <a:pt x="1264" y="283"/>
                  <a:pt x="1264" y="631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Freeform 381">
            <a:extLst>
              <a:ext uri="{FF2B5EF4-FFF2-40B4-BE49-F238E27FC236}">
                <a16:creationId xmlns:a16="http://schemas.microsoft.com/office/drawing/2014/main" id="{67C7A9E0-3740-4C48-B343-1EC98AE85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3346" y="4325711"/>
            <a:ext cx="444939" cy="823957"/>
          </a:xfrm>
          <a:custGeom>
            <a:avLst/>
            <a:gdLst>
              <a:gd name="T0" fmla="*/ 267 w 356"/>
              <a:gd name="T1" fmla="*/ 0 h 663"/>
              <a:gd name="T2" fmla="*/ 267 w 356"/>
              <a:gd name="T3" fmla="*/ 0 h 663"/>
              <a:gd name="T4" fmla="*/ 118 w 356"/>
              <a:gd name="T5" fmla="*/ 161 h 663"/>
              <a:gd name="T6" fmla="*/ 118 w 356"/>
              <a:gd name="T7" fmla="*/ 259 h 663"/>
              <a:gd name="T8" fmla="*/ 0 w 356"/>
              <a:gd name="T9" fmla="*/ 259 h 663"/>
              <a:gd name="T10" fmla="*/ 0 w 356"/>
              <a:gd name="T11" fmla="*/ 378 h 663"/>
              <a:gd name="T12" fmla="*/ 118 w 356"/>
              <a:gd name="T13" fmla="*/ 378 h 663"/>
              <a:gd name="T14" fmla="*/ 118 w 356"/>
              <a:gd name="T15" fmla="*/ 662 h 663"/>
              <a:gd name="T16" fmla="*/ 237 w 356"/>
              <a:gd name="T17" fmla="*/ 662 h 663"/>
              <a:gd name="T18" fmla="*/ 237 w 356"/>
              <a:gd name="T19" fmla="*/ 378 h 663"/>
              <a:gd name="T20" fmla="*/ 331 w 356"/>
              <a:gd name="T21" fmla="*/ 378 h 663"/>
              <a:gd name="T22" fmla="*/ 355 w 356"/>
              <a:gd name="T23" fmla="*/ 259 h 663"/>
              <a:gd name="T24" fmla="*/ 237 w 356"/>
              <a:gd name="T25" fmla="*/ 259 h 663"/>
              <a:gd name="T26" fmla="*/ 237 w 356"/>
              <a:gd name="T27" fmla="*/ 181 h 663"/>
              <a:gd name="T28" fmla="*/ 237 w 356"/>
              <a:gd name="T29" fmla="*/ 181 h 663"/>
              <a:gd name="T30" fmla="*/ 290 w 356"/>
              <a:gd name="T31" fmla="*/ 118 h 663"/>
              <a:gd name="T32" fmla="*/ 355 w 356"/>
              <a:gd name="T33" fmla="*/ 118 h 663"/>
              <a:gd name="T34" fmla="*/ 355 w 356"/>
              <a:gd name="T35" fmla="*/ 5 h 663"/>
              <a:gd name="T36" fmla="*/ 355 w 356"/>
              <a:gd name="T37" fmla="*/ 5 h 663"/>
              <a:gd name="T38" fmla="*/ 267 w 356"/>
              <a:gd name="T39" fmla="*/ 0 h 6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6" h="663">
                <a:moveTo>
                  <a:pt x="267" y="0"/>
                </a:moveTo>
                <a:lnTo>
                  <a:pt x="267" y="0"/>
                </a:lnTo>
                <a:cubicBezTo>
                  <a:pt x="173" y="0"/>
                  <a:pt x="118" y="48"/>
                  <a:pt x="118" y="161"/>
                </a:cubicBezTo>
                <a:lnTo>
                  <a:pt x="118" y="259"/>
                </a:lnTo>
                <a:lnTo>
                  <a:pt x="0" y="259"/>
                </a:lnTo>
                <a:lnTo>
                  <a:pt x="0" y="378"/>
                </a:lnTo>
                <a:lnTo>
                  <a:pt x="118" y="378"/>
                </a:lnTo>
                <a:lnTo>
                  <a:pt x="118" y="662"/>
                </a:lnTo>
                <a:lnTo>
                  <a:pt x="237" y="662"/>
                </a:lnTo>
                <a:lnTo>
                  <a:pt x="237" y="378"/>
                </a:lnTo>
                <a:lnTo>
                  <a:pt x="331" y="378"/>
                </a:lnTo>
                <a:lnTo>
                  <a:pt x="355" y="259"/>
                </a:lnTo>
                <a:lnTo>
                  <a:pt x="237" y="259"/>
                </a:lnTo>
                <a:lnTo>
                  <a:pt x="237" y="181"/>
                </a:lnTo>
                <a:lnTo>
                  <a:pt x="237" y="181"/>
                </a:lnTo>
                <a:cubicBezTo>
                  <a:pt x="237" y="138"/>
                  <a:pt x="251" y="118"/>
                  <a:pt x="290" y="118"/>
                </a:cubicBezTo>
                <a:lnTo>
                  <a:pt x="355" y="118"/>
                </a:lnTo>
                <a:lnTo>
                  <a:pt x="355" y="5"/>
                </a:lnTo>
                <a:lnTo>
                  <a:pt x="355" y="5"/>
                </a:lnTo>
                <a:cubicBezTo>
                  <a:pt x="344" y="3"/>
                  <a:pt x="311" y="0"/>
                  <a:pt x="267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Freeform 382">
            <a:extLst>
              <a:ext uri="{FF2B5EF4-FFF2-40B4-BE49-F238E27FC236}">
                <a16:creationId xmlns:a16="http://schemas.microsoft.com/office/drawing/2014/main" id="{A2D5D4B3-A317-964A-94CB-57B24FC29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87564" y="6209825"/>
            <a:ext cx="1576503" cy="1576506"/>
          </a:xfrm>
          <a:custGeom>
            <a:avLst/>
            <a:gdLst>
              <a:gd name="T0" fmla="*/ 1264 w 1265"/>
              <a:gd name="T1" fmla="*/ 631 h 1264"/>
              <a:gd name="T2" fmla="*/ 1264 w 1265"/>
              <a:gd name="T3" fmla="*/ 631 h 1264"/>
              <a:gd name="T4" fmla="*/ 632 w 1265"/>
              <a:gd name="T5" fmla="*/ 1263 h 1264"/>
              <a:gd name="T6" fmla="*/ 632 w 1265"/>
              <a:gd name="T7" fmla="*/ 1263 h 1264"/>
              <a:gd name="T8" fmla="*/ 0 w 1265"/>
              <a:gd name="T9" fmla="*/ 631 h 1264"/>
              <a:gd name="T10" fmla="*/ 0 w 1265"/>
              <a:gd name="T11" fmla="*/ 631 h 1264"/>
              <a:gd name="T12" fmla="*/ 632 w 1265"/>
              <a:gd name="T13" fmla="*/ 0 h 1264"/>
              <a:gd name="T14" fmla="*/ 632 w 1265"/>
              <a:gd name="T15" fmla="*/ 0 h 1264"/>
              <a:gd name="T16" fmla="*/ 1264 w 1265"/>
              <a:gd name="T17" fmla="*/ 631 h 1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5" h="1264">
                <a:moveTo>
                  <a:pt x="1264" y="631"/>
                </a:moveTo>
                <a:lnTo>
                  <a:pt x="1264" y="631"/>
                </a:lnTo>
                <a:cubicBezTo>
                  <a:pt x="1264" y="980"/>
                  <a:pt x="980" y="1263"/>
                  <a:pt x="632" y="1263"/>
                </a:cubicBezTo>
                <a:lnTo>
                  <a:pt x="632" y="1263"/>
                </a:lnTo>
                <a:cubicBezTo>
                  <a:pt x="283" y="1263"/>
                  <a:pt x="0" y="980"/>
                  <a:pt x="0" y="631"/>
                </a:cubicBezTo>
                <a:lnTo>
                  <a:pt x="0" y="631"/>
                </a:lnTo>
                <a:cubicBezTo>
                  <a:pt x="0" y="283"/>
                  <a:pt x="283" y="0"/>
                  <a:pt x="632" y="0"/>
                </a:cubicBezTo>
                <a:lnTo>
                  <a:pt x="632" y="0"/>
                </a:lnTo>
                <a:cubicBezTo>
                  <a:pt x="980" y="0"/>
                  <a:pt x="1264" y="283"/>
                  <a:pt x="1264" y="631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1" name="Freeform 383">
            <a:extLst>
              <a:ext uri="{FF2B5EF4-FFF2-40B4-BE49-F238E27FC236}">
                <a16:creationId xmlns:a16="http://schemas.microsoft.com/office/drawing/2014/main" id="{571D5E6C-A2A3-5E4F-9AE5-72A5DBFA1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16025" y="6709693"/>
            <a:ext cx="708601" cy="576768"/>
          </a:xfrm>
          <a:custGeom>
            <a:avLst/>
            <a:gdLst>
              <a:gd name="T0" fmla="*/ 568 w 569"/>
              <a:gd name="T1" fmla="*/ 55 h 462"/>
              <a:gd name="T2" fmla="*/ 568 w 569"/>
              <a:gd name="T3" fmla="*/ 55 h 462"/>
              <a:gd name="T4" fmla="*/ 500 w 569"/>
              <a:gd name="T5" fmla="*/ 73 h 462"/>
              <a:gd name="T6" fmla="*/ 500 w 569"/>
              <a:gd name="T7" fmla="*/ 73 h 462"/>
              <a:gd name="T8" fmla="*/ 552 w 569"/>
              <a:gd name="T9" fmla="*/ 9 h 462"/>
              <a:gd name="T10" fmla="*/ 552 w 569"/>
              <a:gd name="T11" fmla="*/ 9 h 462"/>
              <a:gd name="T12" fmla="*/ 478 w 569"/>
              <a:gd name="T13" fmla="*/ 37 h 462"/>
              <a:gd name="T14" fmla="*/ 478 w 569"/>
              <a:gd name="T15" fmla="*/ 37 h 462"/>
              <a:gd name="T16" fmla="*/ 393 w 569"/>
              <a:gd name="T17" fmla="*/ 0 h 462"/>
              <a:gd name="T18" fmla="*/ 393 w 569"/>
              <a:gd name="T19" fmla="*/ 0 h 462"/>
              <a:gd name="T20" fmla="*/ 276 w 569"/>
              <a:gd name="T21" fmla="*/ 117 h 462"/>
              <a:gd name="T22" fmla="*/ 276 w 569"/>
              <a:gd name="T23" fmla="*/ 117 h 462"/>
              <a:gd name="T24" fmla="*/ 280 w 569"/>
              <a:gd name="T25" fmla="*/ 142 h 462"/>
              <a:gd name="T26" fmla="*/ 280 w 569"/>
              <a:gd name="T27" fmla="*/ 142 h 462"/>
              <a:gd name="T28" fmla="*/ 39 w 569"/>
              <a:gd name="T29" fmla="*/ 22 h 462"/>
              <a:gd name="T30" fmla="*/ 39 w 569"/>
              <a:gd name="T31" fmla="*/ 22 h 462"/>
              <a:gd name="T32" fmla="*/ 23 w 569"/>
              <a:gd name="T33" fmla="*/ 80 h 462"/>
              <a:gd name="T34" fmla="*/ 23 w 569"/>
              <a:gd name="T35" fmla="*/ 80 h 462"/>
              <a:gd name="T36" fmla="*/ 75 w 569"/>
              <a:gd name="T37" fmla="*/ 176 h 462"/>
              <a:gd name="T38" fmla="*/ 75 w 569"/>
              <a:gd name="T39" fmla="*/ 176 h 462"/>
              <a:gd name="T40" fmla="*/ 23 w 569"/>
              <a:gd name="T41" fmla="*/ 161 h 462"/>
              <a:gd name="T42" fmla="*/ 23 w 569"/>
              <a:gd name="T43" fmla="*/ 163 h 462"/>
              <a:gd name="T44" fmla="*/ 23 w 569"/>
              <a:gd name="T45" fmla="*/ 163 h 462"/>
              <a:gd name="T46" fmla="*/ 116 w 569"/>
              <a:gd name="T47" fmla="*/ 278 h 462"/>
              <a:gd name="T48" fmla="*/ 116 w 569"/>
              <a:gd name="T49" fmla="*/ 278 h 462"/>
              <a:gd name="T50" fmla="*/ 85 w 569"/>
              <a:gd name="T51" fmla="*/ 281 h 462"/>
              <a:gd name="T52" fmla="*/ 85 w 569"/>
              <a:gd name="T53" fmla="*/ 281 h 462"/>
              <a:gd name="T54" fmla="*/ 63 w 569"/>
              <a:gd name="T55" fmla="*/ 279 h 462"/>
              <a:gd name="T56" fmla="*/ 63 w 569"/>
              <a:gd name="T57" fmla="*/ 279 h 462"/>
              <a:gd name="T58" fmla="*/ 172 w 569"/>
              <a:gd name="T59" fmla="*/ 360 h 462"/>
              <a:gd name="T60" fmla="*/ 172 w 569"/>
              <a:gd name="T61" fmla="*/ 360 h 462"/>
              <a:gd name="T62" fmla="*/ 28 w 569"/>
              <a:gd name="T63" fmla="*/ 410 h 462"/>
              <a:gd name="T64" fmla="*/ 28 w 569"/>
              <a:gd name="T65" fmla="*/ 410 h 462"/>
              <a:gd name="T66" fmla="*/ 0 w 569"/>
              <a:gd name="T67" fmla="*/ 408 h 462"/>
              <a:gd name="T68" fmla="*/ 0 w 569"/>
              <a:gd name="T69" fmla="*/ 408 h 462"/>
              <a:gd name="T70" fmla="*/ 178 w 569"/>
              <a:gd name="T71" fmla="*/ 461 h 462"/>
              <a:gd name="T72" fmla="*/ 178 w 569"/>
              <a:gd name="T73" fmla="*/ 461 h 462"/>
              <a:gd name="T74" fmla="*/ 510 w 569"/>
              <a:gd name="T75" fmla="*/ 130 h 462"/>
              <a:gd name="T76" fmla="*/ 510 w 569"/>
              <a:gd name="T77" fmla="*/ 130 h 462"/>
              <a:gd name="T78" fmla="*/ 510 w 569"/>
              <a:gd name="T79" fmla="*/ 115 h 462"/>
              <a:gd name="T80" fmla="*/ 510 w 569"/>
              <a:gd name="T81" fmla="*/ 115 h 462"/>
              <a:gd name="T82" fmla="*/ 568 w 569"/>
              <a:gd name="T83" fmla="*/ 55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69" h="462">
                <a:moveTo>
                  <a:pt x="568" y="55"/>
                </a:moveTo>
                <a:lnTo>
                  <a:pt x="568" y="55"/>
                </a:lnTo>
                <a:cubicBezTo>
                  <a:pt x="547" y="65"/>
                  <a:pt x="524" y="71"/>
                  <a:pt x="500" y="73"/>
                </a:cubicBezTo>
                <a:lnTo>
                  <a:pt x="500" y="73"/>
                </a:lnTo>
                <a:cubicBezTo>
                  <a:pt x="525" y="59"/>
                  <a:pt x="543" y="36"/>
                  <a:pt x="552" y="9"/>
                </a:cubicBezTo>
                <a:lnTo>
                  <a:pt x="552" y="9"/>
                </a:lnTo>
                <a:cubicBezTo>
                  <a:pt x="529" y="22"/>
                  <a:pt x="505" y="32"/>
                  <a:pt x="478" y="37"/>
                </a:cubicBezTo>
                <a:lnTo>
                  <a:pt x="478" y="37"/>
                </a:lnTo>
                <a:cubicBezTo>
                  <a:pt x="457" y="15"/>
                  <a:pt x="426" y="0"/>
                  <a:pt x="393" y="0"/>
                </a:cubicBezTo>
                <a:lnTo>
                  <a:pt x="393" y="0"/>
                </a:lnTo>
                <a:cubicBezTo>
                  <a:pt x="329" y="0"/>
                  <a:pt x="276" y="52"/>
                  <a:pt x="276" y="117"/>
                </a:cubicBezTo>
                <a:lnTo>
                  <a:pt x="276" y="117"/>
                </a:lnTo>
                <a:cubicBezTo>
                  <a:pt x="276" y="125"/>
                  <a:pt x="277" y="134"/>
                  <a:pt x="280" y="142"/>
                </a:cubicBezTo>
                <a:lnTo>
                  <a:pt x="280" y="142"/>
                </a:lnTo>
                <a:cubicBezTo>
                  <a:pt x="182" y="137"/>
                  <a:pt x="97" y="92"/>
                  <a:pt x="39" y="22"/>
                </a:cubicBezTo>
                <a:lnTo>
                  <a:pt x="39" y="22"/>
                </a:lnTo>
                <a:cubicBezTo>
                  <a:pt x="29" y="39"/>
                  <a:pt x="23" y="59"/>
                  <a:pt x="23" y="80"/>
                </a:cubicBezTo>
                <a:lnTo>
                  <a:pt x="23" y="80"/>
                </a:lnTo>
                <a:cubicBezTo>
                  <a:pt x="23" y="121"/>
                  <a:pt x="44" y="155"/>
                  <a:pt x="75" y="176"/>
                </a:cubicBezTo>
                <a:lnTo>
                  <a:pt x="75" y="176"/>
                </a:lnTo>
                <a:cubicBezTo>
                  <a:pt x="56" y="176"/>
                  <a:pt x="38" y="171"/>
                  <a:pt x="23" y="161"/>
                </a:cubicBezTo>
                <a:lnTo>
                  <a:pt x="23" y="163"/>
                </a:lnTo>
                <a:lnTo>
                  <a:pt x="23" y="163"/>
                </a:lnTo>
                <a:cubicBezTo>
                  <a:pt x="23" y="220"/>
                  <a:pt x="63" y="267"/>
                  <a:pt x="116" y="278"/>
                </a:cubicBezTo>
                <a:lnTo>
                  <a:pt x="116" y="278"/>
                </a:lnTo>
                <a:cubicBezTo>
                  <a:pt x="106" y="280"/>
                  <a:pt x="96" y="281"/>
                  <a:pt x="85" y="281"/>
                </a:cubicBezTo>
                <a:lnTo>
                  <a:pt x="85" y="281"/>
                </a:lnTo>
                <a:cubicBezTo>
                  <a:pt x="78" y="281"/>
                  <a:pt x="70" y="281"/>
                  <a:pt x="63" y="279"/>
                </a:cubicBezTo>
                <a:lnTo>
                  <a:pt x="63" y="279"/>
                </a:lnTo>
                <a:cubicBezTo>
                  <a:pt x="79" y="326"/>
                  <a:pt x="121" y="360"/>
                  <a:pt x="172" y="360"/>
                </a:cubicBezTo>
                <a:lnTo>
                  <a:pt x="172" y="360"/>
                </a:lnTo>
                <a:cubicBezTo>
                  <a:pt x="132" y="391"/>
                  <a:pt x="82" y="410"/>
                  <a:pt x="28" y="410"/>
                </a:cubicBezTo>
                <a:lnTo>
                  <a:pt x="28" y="410"/>
                </a:lnTo>
                <a:cubicBezTo>
                  <a:pt x="18" y="410"/>
                  <a:pt x="9" y="410"/>
                  <a:pt x="0" y="408"/>
                </a:cubicBezTo>
                <a:lnTo>
                  <a:pt x="0" y="408"/>
                </a:lnTo>
                <a:cubicBezTo>
                  <a:pt x="51" y="441"/>
                  <a:pt x="113" y="461"/>
                  <a:pt x="178" y="461"/>
                </a:cubicBezTo>
                <a:lnTo>
                  <a:pt x="178" y="461"/>
                </a:lnTo>
                <a:cubicBezTo>
                  <a:pt x="393" y="461"/>
                  <a:pt x="510" y="283"/>
                  <a:pt x="510" y="130"/>
                </a:cubicBezTo>
                <a:lnTo>
                  <a:pt x="510" y="130"/>
                </a:lnTo>
                <a:cubicBezTo>
                  <a:pt x="510" y="124"/>
                  <a:pt x="510" y="120"/>
                  <a:pt x="510" y="115"/>
                </a:cubicBezTo>
                <a:lnTo>
                  <a:pt x="510" y="115"/>
                </a:lnTo>
                <a:cubicBezTo>
                  <a:pt x="532" y="99"/>
                  <a:pt x="552" y="79"/>
                  <a:pt x="568" y="5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2" name="Freeform 384">
            <a:extLst>
              <a:ext uri="{FF2B5EF4-FFF2-40B4-BE49-F238E27FC236}">
                <a16:creationId xmlns:a16="http://schemas.microsoft.com/office/drawing/2014/main" id="{50731F9B-3AA5-A14D-8864-B9A92A44E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87564" y="8467465"/>
            <a:ext cx="1576503" cy="1576502"/>
          </a:xfrm>
          <a:custGeom>
            <a:avLst/>
            <a:gdLst>
              <a:gd name="T0" fmla="*/ 1264 w 1265"/>
              <a:gd name="T1" fmla="*/ 633 h 1266"/>
              <a:gd name="T2" fmla="*/ 1264 w 1265"/>
              <a:gd name="T3" fmla="*/ 633 h 1266"/>
              <a:gd name="T4" fmla="*/ 632 w 1265"/>
              <a:gd name="T5" fmla="*/ 1265 h 1266"/>
              <a:gd name="T6" fmla="*/ 632 w 1265"/>
              <a:gd name="T7" fmla="*/ 1265 h 1266"/>
              <a:gd name="T8" fmla="*/ 0 w 1265"/>
              <a:gd name="T9" fmla="*/ 633 h 1266"/>
              <a:gd name="T10" fmla="*/ 0 w 1265"/>
              <a:gd name="T11" fmla="*/ 633 h 1266"/>
              <a:gd name="T12" fmla="*/ 632 w 1265"/>
              <a:gd name="T13" fmla="*/ 0 h 1266"/>
              <a:gd name="T14" fmla="*/ 632 w 1265"/>
              <a:gd name="T15" fmla="*/ 0 h 1266"/>
              <a:gd name="T16" fmla="*/ 1264 w 1265"/>
              <a:gd name="T17" fmla="*/ 633 h 1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5" h="1266">
                <a:moveTo>
                  <a:pt x="1264" y="633"/>
                </a:moveTo>
                <a:lnTo>
                  <a:pt x="1264" y="633"/>
                </a:lnTo>
                <a:cubicBezTo>
                  <a:pt x="1264" y="982"/>
                  <a:pt x="980" y="1265"/>
                  <a:pt x="632" y="1265"/>
                </a:cubicBezTo>
                <a:lnTo>
                  <a:pt x="632" y="1265"/>
                </a:lnTo>
                <a:cubicBezTo>
                  <a:pt x="283" y="1265"/>
                  <a:pt x="0" y="982"/>
                  <a:pt x="0" y="633"/>
                </a:cubicBezTo>
                <a:lnTo>
                  <a:pt x="0" y="633"/>
                </a:lnTo>
                <a:cubicBezTo>
                  <a:pt x="0" y="283"/>
                  <a:pt x="283" y="0"/>
                  <a:pt x="632" y="0"/>
                </a:cubicBezTo>
                <a:lnTo>
                  <a:pt x="632" y="0"/>
                </a:lnTo>
                <a:cubicBezTo>
                  <a:pt x="980" y="0"/>
                  <a:pt x="1264" y="283"/>
                  <a:pt x="1264" y="63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3" name="Freeform 385">
            <a:extLst>
              <a:ext uri="{FF2B5EF4-FFF2-40B4-BE49-F238E27FC236}">
                <a16:creationId xmlns:a16="http://schemas.microsoft.com/office/drawing/2014/main" id="{4D46334D-8E4A-5240-AEB9-CD02EE5A1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16025" y="8895926"/>
            <a:ext cx="708601" cy="708601"/>
          </a:xfrm>
          <a:custGeom>
            <a:avLst/>
            <a:gdLst>
              <a:gd name="T0" fmla="*/ 413 w 569"/>
              <a:gd name="T1" fmla="*/ 342 h 571"/>
              <a:gd name="T2" fmla="*/ 365 w 569"/>
              <a:gd name="T3" fmla="*/ 318 h 571"/>
              <a:gd name="T4" fmla="*/ 349 w 569"/>
              <a:gd name="T5" fmla="*/ 322 h 571"/>
              <a:gd name="T6" fmla="*/ 327 w 569"/>
              <a:gd name="T7" fmla="*/ 350 h 571"/>
              <a:gd name="T8" fmla="*/ 312 w 569"/>
              <a:gd name="T9" fmla="*/ 352 h 571"/>
              <a:gd name="T10" fmla="*/ 255 w 569"/>
              <a:gd name="T11" fmla="*/ 317 h 571"/>
              <a:gd name="T12" fmla="*/ 216 w 569"/>
              <a:gd name="T13" fmla="*/ 268 h 571"/>
              <a:gd name="T14" fmla="*/ 219 w 569"/>
              <a:gd name="T15" fmla="*/ 253 h 571"/>
              <a:gd name="T16" fmla="*/ 229 w 569"/>
              <a:gd name="T17" fmla="*/ 241 h 571"/>
              <a:gd name="T18" fmla="*/ 237 w 569"/>
              <a:gd name="T19" fmla="*/ 229 h 571"/>
              <a:gd name="T20" fmla="*/ 236 w 569"/>
              <a:gd name="T21" fmla="*/ 216 h 571"/>
              <a:gd name="T22" fmla="*/ 214 w 569"/>
              <a:gd name="T23" fmla="*/ 164 h 571"/>
              <a:gd name="T24" fmla="*/ 198 w 569"/>
              <a:gd name="T25" fmla="*/ 152 h 571"/>
              <a:gd name="T26" fmla="*/ 185 w 569"/>
              <a:gd name="T27" fmla="*/ 152 h 571"/>
              <a:gd name="T28" fmla="*/ 166 w 569"/>
              <a:gd name="T29" fmla="*/ 161 h 571"/>
              <a:gd name="T30" fmla="*/ 142 w 569"/>
              <a:gd name="T31" fmla="*/ 219 h 571"/>
              <a:gd name="T32" fmla="*/ 170 w 569"/>
              <a:gd name="T33" fmla="*/ 293 h 571"/>
              <a:gd name="T34" fmla="*/ 291 w 569"/>
              <a:gd name="T35" fmla="*/ 399 h 571"/>
              <a:gd name="T36" fmla="*/ 331 w 569"/>
              <a:gd name="T37" fmla="*/ 414 h 571"/>
              <a:gd name="T38" fmla="*/ 376 w 569"/>
              <a:gd name="T39" fmla="*/ 417 h 571"/>
              <a:gd name="T40" fmla="*/ 423 w 569"/>
              <a:gd name="T41" fmla="*/ 383 h 571"/>
              <a:gd name="T42" fmla="*/ 427 w 569"/>
              <a:gd name="T43" fmla="*/ 350 h 571"/>
              <a:gd name="T44" fmla="*/ 285 w 569"/>
              <a:gd name="T45" fmla="*/ 517 h 571"/>
              <a:gd name="T46" fmla="*/ 285 w 569"/>
              <a:gd name="T47" fmla="*/ 517 h 571"/>
              <a:gd name="T48" fmla="*/ 157 w 569"/>
              <a:gd name="T49" fmla="*/ 479 h 571"/>
              <a:gd name="T50" fmla="*/ 91 w 569"/>
              <a:gd name="T51" fmla="*/ 416 h 571"/>
              <a:gd name="T52" fmla="*/ 86 w 569"/>
              <a:gd name="T53" fmla="*/ 407 h 571"/>
              <a:gd name="T54" fmla="*/ 50 w 569"/>
              <a:gd name="T55" fmla="*/ 282 h 571"/>
              <a:gd name="T56" fmla="*/ 285 w 569"/>
              <a:gd name="T57" fmla="*/ 48 h 571"/>
              <a:gd name="T58" fmla="*/ 451 w 569"/>
              <a:gd name="T59" fmla="*/ 116 h 571"/>
              <a:gd name="T60" fmla="*/ 520 w 569"/>
              <a:gd name="T61" fmla="*/ 282 h 571"/>
              <a:gd name="T62" fmla="*/ 485 w 569"/>
              <a:gd name="T63" fmla="*/ 82 h 571"/>
              <a:gd name="T64" fmla="*/ 285 w 569"/>
              <a:gd name="T65" fmla="*/ 0 h 571"/>
              <a:gd name="T66" fmla="*/ 2 w 569"/>
              <a:gd name="T67" fmla="*/ 282 h 571"/>
              <a:gd name="T68" fmla="*/ 40 w 569"/>
              <a:gd name="T69" fmla="*/ 423 h 571"/>
              <a:gd name="T70" fmla="*/ 149 w 569"/>
              <a:gd name="T71" fmla="*/ 531 h 571"/>
              <a:gd name="T72" fmla="*/ 285 w 569"/>
              <a:gd name="T73" fmla="*/ 565 h 571"/>
              <a:gd name="T74" fmla="*/ 285 w 569"/>
              <a:gd name="T75" fmla="*/ 565 h 571"/>
              <a:gd name="T76" fmla="*/ 568 w 569"/>
              <a:gd name="T77" fmla="*/ 282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69" h="571">
                <a:moveTo>
                  <a:pt x="413" y="342"/>
                </a:moveTo>
                <a:lnTo>
                  <a:pt x="413" y="342"/>
                </a:lnTo>
                <a:cubicBezTo>
                  <a:pt x="407" y="338"/>
                  <a:pt x="372" y="321"/>
                  <a:pt x="365" y="318"/>
                </a:cubicBezTo>
                <a:lnTo>
                  <a:pt x="365" y="318"/>
                </a:lnTo>
                <a:cubicBezTo>
                  <a:pt x="359" y="316"/>
                  <a:pt x="354" y="315"/>
                  <a:pt x="349" y="322"/>
                </a:cubicBezTo>
                <a:lnTo>
                  <a:pt x="349" y="322"/>
                </a:lnTo>
                <a:cubicBezTo>
                  <a:pt x="345" y="329"/>
                  <a:pt x="332" y="345"/>
                  <a:pt x="327" y="350"/>
                </a:cubicBezTo>
                <a:lnTo>
                  <a:pt x="327" y="350"/>
                </a:lnTo>
                <a:cubicBezTo>
                  <a:pt x="323" y="354"/>
                  <a:pt x="319" y="355"/>
                  <a:pt x="312" y="352"/>
                </a:cubicBezTo>
                <a:lnTo>
                  <a:pt x="312" y="352"/>
                </a:lnTo>
                <a:cubicBezTo>
                  <a:pt x="305" y="348"/>
                  <a:pt x="282" y="341"/>
                  <a:pt x="255" y="317"/>
                </a:cubicBezTo>
                <a:lnTo>
                  <a:pt x="255" y="317"/>
                </a:lnTo>
                <a:cubicBezTo>
                  <a:pt x="234" y="298"/>
                  <a:pt x="220" y="274"/>
                  <a:pt x="216" y="268"/>
                </a:cubicBezTo>
                <a:lnTo>
                  <a:pt x="216" y="268"/>
                </a:lnTo>
                <a:cubicBezTo>
                  <a:pt x="212" y="260"/>
                  <a:pt x="216" y="257"/>
                  <a:pt x="219" y="253"/>
                </a:cubicBezTo>
                <a:lnTo>
                  <a:pt x="219" y="253"/>
                </a:lnTo>
                <a:cubicBezTo>
                  <a:pt x="222" y="250"/>
                  <a:pt x="226" y="245"/>
                  <a:pt x="229" y="241"/>
                </a:cubicBezTo>
                <a:lnTo>
                  <a:pt x="229" y="241"/>
                </a:lnTo>
                <a:cubicBezTo>
                  <a:pt x="233" y="237"/>
                  <a:pt x="234" y="233"/>
                  <a:pt x="237" y="229"/>
                </a:cubicBezTo>
                <a:lnTo>
                  <a:pt x="237" y="229"/>
                </a:lnTo>
                <a:cubicBezTo>
                  <a:pt x="239" y="224"/>
                  <a:pt x="237" y="220"/>
                  <a:pt x="236" y="216"/>
                </a:cubicBezTo>
                <a:lnTo>
                  <a:pt x="236" y="216"/>
                </a:lnTo>
                <a:cubicBezTo>
                  <a:pt x="234" y="213"/>
                  <a:pt x="220" y="178"/>
                  <a:pt x="214" y="164"/>
                </a:cubicBezTo>
                <a:lnTo>
                  <a:pt x="214" y="164"/>
                </a:lnTo>
                <a:cubicBezTo>
                  <a:pt x="209" y="150"/>
                  <a:pt x="203" y="152"/>
                  <a:pt x="198" y="152"/>
                </a:cubicBezTo>
                <a:lnTo>
                  <a:pt x="198" y="152"/>
                </a:lnTo>
                <a:cubicBezTo>
                  <a:pt x="194" y="152"/>
                  <a:pt x="190" y="152"/>
                  <a:pt x="185" y="152"/>
                </a:cubicBezTo>
                <a:lnTo>
                  <a:pt x="185" y="152"/>
                </a:lnTo>
                <a:cubicBezTo>
                  <a:pt x="180" y="152"/>
                  <a:pt x="173" y="153"/>
                  <a:pt x="166" y="161"/>
                </a:cubicBezTo>
                <a:lnTo>
                  <a:pt x="166" y="161"/>
                </a:lnTo>
                <a:cubicBezTo>
                  <a:pt x="160" y="167"/>
                  <a:pt x="142" y="185"/>
                  <a:pt x="142" y="219"/>
                </a:cubicBezTo>
                <a:lnTo>
                  <a:pt x="142" y="219"/>
                </a:lnTo>
                <a:cubicBezTo>
                  <a:pt x="142" y="254"/>
                  <a:pt x="166" y="288"/>
                  <a:pt x="170" y="293"/>
                </a:cubicBezTo>
                <a:lnTo>
                  <a:pt x="170" y="293"/>
                </a:lnTo>
                <a:cubicBezTo>
                  <a:pt x="174" y="297"/>
                  <a:pt x="220" y="369"/>
                  <a:pt x="291" y="399"/>
                </a:cubicBezTo>
                <a:lnTo>
                  <a:pt x="291" y="399"/>
                </a:lnTo>
                <a:cubicBezTo>
                  <a:pt x="308" y="406"/>
                  <a:pt x="321" y="411"/>
                  <a:pt x="331" y="414"/>
                </a:cubicBezTo>
                <a:lnTo>
                  <a:pt x="331" y="414"/>
                </a:lnTo>
                <a:cubicBezTo>
                  <a:pt x="348" y="419"/>
                  <a:pt x="363" y="419"/>
                  <a:pt x="376" y="417"/>
                </a:cubicBezTo>
                <a:lnTo>
                  <a:pt x="376" y="417"/>
                </a:lnTo>
                <a:cubicBezTo>
                  <a:pt x="389" y="415"/>
                  <a:pt x="417" y="400"/>
                  <a:pt x="423" y="383"/>
                </a:cubicBezTo>
                <a:lnTo>
                  <a:pt x="423" y="383"/>
                </a:lnTo>
                <a:cubicBezTo>
                  <a:pt x="429" y="367"/>
                  <a:pt x="429" y="353"/>
                  <a:pt x="427" y="350"/>
                </a:cubicBezTo>
                <a:lnTo>
                  <a:pt x="427" y="350"/>
                </a:lnTo>
                <a:cubicBezTo>
                  <a:pt x="426" y="347"/>
                  <a:pt x="421" y="345"/>
                  <a:pt x="413" y="342"/>
                </a:cubicBezTo>
                <a:close/>
                <a:moveTo>
                  <a:pt x="285" y="517"/>
                </a:moveTo>
                <a:lnTo>
                  <a:pt x="285" y="517"/>
                </a:lnTo>
                <a:lnTo>
                  <a:pt x="285" y="517"/>
                </a:lnTo>
                <a:cubicBezTo>
                  <a:pt x="243" y="517"/>
                  <a:pt x="201" y="506"/>
                  <a:pt x="165" y="485"/>
                </a:cubicBezTo>
                <a:lnTo>
                  <a:pt x="157" y="479"/>
                </a:lnTo>
                <a:lnTo>
                  <a:pt x="67" y="503"/>
                </a:lnTo>
                <a:lnTo>
                  <a:pt x="91" y="416"/>
                </a:lnTo>
                <a:lnTo>
                  <a:pt x="86" y="407"/>
                </a:lnTo>
                <a:lnTo>
                  <a:pt x="86" y="407"/>
                </a:lnTo>
                <a:cubicBezTo>
                  <a:pt x="63" y="370"/>
                  <a:pt x="50" y="326"/>
                  <a:pt x="50" y="282"/>
                </a:cubicBezTo>
                <a:lnTo>
                  <a:pt x="50" y="282"/>
                </a:lnTo>
                <a:cubicBezTo>
                  <a:pt x="50" y="153"/>
                  <a:pt x="155" y="48"/>
                  <a:pt x="285" y="48"/>
                </a:cubicBezTo>
                <a:lnTo>
                  <a:pt x="285" y="48"/>
                </a:lnTo>
                <a:cubicBezTo>
                  <a:pt x="348" y="48"/>
                  <a:pt x="407" y="72"/>
                  <a:pt x="451" y="116"/>
                </a:cubicBezTo>
                <a:lnTo>
                  <a:pt x="451" y="116"/>
                </a:lnTo>
                <a:cubicBezTo>
                  <a:pt x="496" y="161"/>
                  <a:pt x="520" y="220"/>
                  <a:pt x="520" y="282"/>
                </a:cubicBezTo>
                <a:lnTo>
                  <a:pt x="520" y="282"/>
                </a:lnTo>
                <a:cubicBezTo>
                  <a:pt x="520" y="412"/>
                  <a:pt x="414" y="517"/>
                  <a:pt x="285" y="517"/>
                </a:cubicBezTo>
                <a:close/>
                <a:moveTo>
                  <a:pt x="485" y="82"/>
                </a:moveTo>
                <a:lnTo>
                  <a:pt x="485" y="82"/>
                </a:lnTo>
                <a:cubicBezTo>
                  <a:pt x="431" y="29"/>
                  <a:pt x="360" y="0"/>
                  <a:pt x="285" y="0"/>
                </a:cubicBezTo>
                <a:lnTo>
                  <a:pt x="285" y="0"/>
                </a:lnTo>
                <a:cubicBezTo>
                  <a:pt x="129" y="0"/>
                  <a:pt x="2" y="126"/>
                  <a:pt x="2" y="282"/>
                </a:cubicBezTo>
                <a:lnTo>
                  <a:pt x="2" y="282"/>
                </a:lnTo>
                <a:cubicBezTo>
                  <a:pt x="2" y="332"/>
                  <a:pt x="15" y="381"/>
                  <a:pt x="40" y="423"/>
                </a:cubicBezTo>
                <a:lnTo>
                  <a:pt x="0" y="570"/>
                </a:lnTo>
                <a:lnTo>
                  <a:pt x="149" y="531"/>
                </a:lnTo>
                <a:lnTo>
                  <a:pt x="149" y="531"/>
                </a:lnTo>
                <a:cubicBezTo>
                  <a:pt x="191" y="553"/>
                  <a:pt x="237" y="565"/>
                  <a:pt x="285" y="565"/>
                </a:cubicBezTo>
                <a:lnTo>
                  <a:pt x="285" y="565"/>
                </a:lnTo>
                <a:lnTo>
                  <a:pt x="285" y="565"/>
                </a:lnTo>
                <a:cubicBezTo>
                  <a:pt x="441" y="565"/>
                  <a:pt x="568" y="438"/>
                  <a:pt x="568" y="282"/>
                </a:cubicBezTo>
                <a:lnTo>
                  <a:pt x="568" y="282"/>
                </a:lnTo>
                <a:cubicBezTo>
                  <a:pt x="568" y="207"/>
                  <a:pt x="538" y="136"/>
                  <a:pt x="485" y="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4" name="Freeform 386">
            <a:extLst>
              <a:ext uri="{FF2B5EF4-FFF2-40B4-BE49-F238E27FC236}">
                <a16:creationId xmlns:a16="http://schemas.microsoft.com/office/drawing/2014/main" id="{7C445573-D0FA-644C-AA24-3AF31694A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87564" y="10725108"/>
            <a:ext cx="1576503" cy="1576506"/>
          </a:xfrm>
          <a:custGeom>
            <a:avLst/>
            <a:gdLst>
              <a:gd name="T0" fmla="*/ 1264 w 1265"/>
              <a:gd name="T1" fmla="*/ 632 h 1265"/>
              <a:gd name="T2" fmla="*/ 1264 w 1265"/>
              <a:gd name="T3" fmla="*/ 632 h 1265"/>
              <a:gd name="T4" fmla="*/ 632 w 1265"/>
              <a:gd name="T5" fmla="*/ 1264 h 1265"/>
              <a:gd name="T6" fmla="*/ 632 w 1265"/>
              <a:gd name="T7" fmla="*/ 1264 h 1265"/>
              <a:gd name="T8" fmla="*/ 0 w 1265"/>
              <a:gd name="T9" fmla="*/ 632 h 1265"/>
              <a:gd name="T10" fmla="*/ 0 w 1265"/>
              <a:gd name="T11" fmla="*/ 632 h 1265"/>
              <a:gd name="T12" fmla="*/ 632 w 1265"/>
              <a:gd name="T13" fmla="*/ 0 h 1265"/>
              <a:gd name="T14" fmla="*/ 632 w 1265"/>
              <a:gd name="T15" fmla="*/ 0 h 1265"/>
              <a:gd name="T16" fmla="*/ 1264 w 1265"/>
              <a:gd name="T17" fmla="*/ 632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5" h="1265">
                <a:moveTo>
                  <a:pt x="1264" y="632"/>
                </a:moveTo>
                <a:lnTo>
                  <a:pt x="1264" y="632"/>
                </a:lnTo>
                <a:cubicBezTo>
                  <a:pt x="1264" y="981"/>
                  <a:pt x="980" y="1264"/>
                  <a:pt x="632" y="1264"/>
                </a:cubicBezTo>
                <a:lnTo>
                  <a:pt x="632" y="1264"/>
                </a:lnTo>
                <a:cubicBezTo>
                  <a:pt x="283" y="1264"/>
                  <a:pt x="0" y="981"/>
                  <a:pt x="0" y="632"/>
                </a:cubicBezTo>
                <a:lnTo>
                  <a:pt x="0" y="632"/>
                </a:lnTo>
                <a:cubicBezTo>
                  <a:pt x="0" y="283"/>
                  <a:pt x="283" y="0"/>
                  <a:pt x="632" y="0"/>
                </a:cubicBezTo>
                <a:lnTo>
                  <a:pt x="632" y="0"/>
                </a:lnTo>
                <a:cubicBezTo>
                  <a:pt x="980" y="0"/>
                  <a:pt x="1264" y="283"/>
                  <a:pt x="1264" y="632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5" name="Freeform 387">
            <a:extLst>
              <a:ext uri="{FF2B5EF4-FFF2-40B4-BE49-F238E27FC236}">
                <a16:creationId xmlns:a16="http://schemas.microsoft.com/office/drawing/2014/main" id="{628E0B23-DA76-8443-B980-A8F2A7A0A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8555" y="11219483"/>
            <a:ext cx="769027" cy="587758"/>
          </a:xfrm>
          <a:custGeom>
            <a:avLst/>
            <a:gdLst>
              <a:gd name="T0" fmla="*/ 284 w 616"/>
              <a:gd name="T1" fmla="*/ 182 h 474"/>
              <a:gd name="T2" fmla="*/ 378 w 616"/>
              <a:gd name="T3" fmla="*/ 237 h 474"/>
              <a:gd name="T4" fmla="*/ 284 w 616"/>
              <a:gd name="T5" fmla="*/ 291 h 474"/>
              <a:gd name="T6" fmla="*/ 284 w 616"/>
              <a:gd name="T7" fmla="*/ 182 h 474"/>
              <a:gd name="T8" fmla="*/ 237 w 616"/>
              <a:gd name="T9" fmla="*/ 101 h 474"/>
              <a:gd name="T10" fmla="*/ 237 w 616"/>
              <a:gd name="T11" fmla="*/ 372 h 474"/>
              <a:gd name="T12" fmla="*/ 272 w 616"/>
              <a:gd name="T13" fmla="*/ 352 h 474"/>
              <a:gd name="T14" fmla="*/ 437 w 616"/>
              <a:gd name="T15" fmla="*/ 258 h 474"/>
              <a:gd name="T16" fmla="*/ 473 w 616"/>
              <a:gd name="T17" fmla="*/ 237 h 474"/>
              <a:gd name="T18" fmla="*/ 437 w 616"/>
              <a:gd name="T19" fmla="*/ 216 h 474"/>
              <a:gd name="T20" fmla="*/ 272 w 616"/>
              <a:gd name="T21" fmla="*/ 121 h 474"/>
              <a:gd name="T22" fmla="*/ 237 w 616"/>
              <a:gd name="T23" fmla="*/ 101 h 474"/>
              <a:gd name="T24" fmla="*/ 308 w 616"/>
              <a:gd name="T25" fmla="*/ 47 h 474"/>
              <a:gd name="T26" fmla="*/ 308 w 616"/>
              <a:gd name="T27" fmla="*/ 47 h 474"/>
              <a:gd name="T28" fmla="*/ 517 w 616"/>
              <a:gd name="T29" fmla="*/ 63 h 474"/>
              <a:gd name="T30" fmla="*/ 517 w 616"/>
              <a:gd name="T31" fmla="*/ 63 h 474"/>
              <a:gd name="T32" fmla="*/ 556 w 616"/>
              <a:gd name="T33" fmla="*/ 100 h 474"/>
              <a:gd name="T34" fmla="*/ 556 w 616"/>
              <a:gd name="T35" fmla="*/ 100 h 474"/>
              <a:gd name="T36" fmla="*/ 568 w 616"/>
              <a:gd name="T37" fmla="*/ 237 h 474"/>
              <a:gd name="T38" fmla="*/ 568 w 616"/>
              <a:gd name="T39" fmla="*/ 237 h 474"/>
              <a:gd name="T40" fmla="*/ 556 w 616"/>
              <a:gd name="T41" fmla="*/ 373 h 474"/>
              <a:gd name="T42" fmla="*/ 556 w 616"/>
              <a:gd name="T43" fmla="*/ 373 h 474"/>
              <a:gd name="T44" fmla="*/ 517 w 616"/>
              <a:gd name="T45" fmla="*/ 410 h 474"/>
              <a:gd name="T46" fmla="*/ 517 w 616"/>
              <a:gd name="T47" fmla="*/ 410 h 474"/>
              <a:gd name="T48" fmla="*/ 308 w 616"/>
              <a:gd name="T49" fmla="*/ 426 h 474"/>
              <a:gd name="T50" fmla="*/ 308 w 616"/>
              <a:gd name="T51" fmla="*/ 426 h 474"/>
              <a:gd name="T52" fmla="*/ 98 w 616"/>
              <a:gd name="T53" fmla="*/ 410 h 474"/>
              <a:gd name="T54" fmla="*/ 98 w 616"/>
              <a:gd name="T55" fmla="*/ 410 h 474"/>
              <a:gd name="T56" fmla="*/ 59 w 616"/>
              <a:gd name="T57" fmla="*/ 373 h 474"/>
              <a:gd name="T58" fmla="*/ 59 w 616"/>
              <a:gd name="T59" fmla="*/ 373 h 474"/>
              <a:gd name="T60" fmla="*/ 47 w 616"/>
              <a:gd name="T61" fmla="*/ 237 h 474"/>
              <a:gd name="T62" fmla="*/ 47 w 616"/>
              <a:gd name="T63" fmla="*/ 237 h 474"/>
              <a:gd name="T64" fmla="*/ 59 w 616"/>
              <a:gd name="T65" fmla="*/ 100 h 474"/>
              <a:gd name="T66" fmla="*/ 59 w 616"/>
              <a:gd name="T67" fmla="*/ 100 h 474"/>
              <a:gd name="T68" fmla="*/ 98 w 616"/>
              <a:gd name="T69" fmla="*/ 63 h 474"/>
              <a:gd name="T70" fmla="*/ 98 w 616"/>
              <a:gd name="T71" fmla="*/ 63 h 474"/>
              <a:gd name="T72" fmla="*/ 308 w 616"/>
              <a:gd name="T73" fmla="*/ 47 h 474"/>
              <a:gd name="T74" fmla="*/ 308 w 616"/>
              <a:gd name="T75" fmla="*/ 0 h 474"/>
              <a:gd name="T76" fmla="*/ 308 w 616"/>
              <a:gd name="T77" fmla="*/ 0 h 474"/>
              <a:gd name="T78" fmla="*/ 92 w 616"/>
              <a:gd name="T79" fmla="*/ 16 h 474"/>
              <a:gd name="T80" fmla="*/ 92 w 616"/>
              <a:gd name="T81" fmla="*/ 16 h 474"/>
              <a:gd name="T82" fmla="*/ 12 w 616"/>
              <a:gd name="T83" fmla="*/ 92 h 474"/>
              <a:gd name="T84" fmla="*/ 12 w 616"/>
              <a:gd name="T85" fmla="*/ 92 h 474"/>
              <a:gd name="T86" fmla="*/ 0 w 616"/>
              <a:gd name="T87" fmla="*/ 237 h 474"/>
              <a:gd name="T88" fmla="*/ 0 w 616"/>
              <a:gd name="T89" fmla="*/ 237 h 474"/>
              <a:gd name="T90" fmla="*/ 12 w 616"/>
              <a:gd name="T91" fmla="*/ 382 h 474"/>
              <a:gd name="T92" fmla="*/ 12 w 616"/>
              <a:gd name="T93" fmla="*/ 382 h 474"/>
              <a:gd name="T94" fmla="*/ 92 w 616"/>
              <a:gd name="T95" fmla="*/ 457 h 474"/>
              <a:gd name="T96" fmla="*/ 92 w 616"/>
              <a:gd name="T97" fmla="*/ 457 h 474"/>
              <a:gd name="T98" fmla="*/ 308 w 616"/>
              <a:gd name="T99" fmla="*/ 473 h 474"/>
              <a:gd name="T100" fmla="*/ 308 w 616"/>
              <a:gd name="T101" fmla="*/ 473 h 474"/>
              <a:gd name="T102" fmla="*/ 524 w 616"/>
              <a:gd name="T103" fmla="*/ 457 h 474"/>
              <a:gd name="T104" fmla="*/ 524 w 616"/>
              <a:gd name="T105" fmla="*/ 457 h 474"/>
              <a:gd name="T106" fmla="*/ 603 w 616"/>
              <a:gd name="T107" fmla="*/ 382 h 474"/>
              <a:gd name="T108" fmla="*/ 603 w 616"/>
              <a:gd name="T109" fmla="*/ 382 h 474"/>
              <a:gd name="T110" fmla="*/ 615 w 616"/>
              <a:gd name="T111" fmla="*/ 237 h 474"/>
              <a:gd name="T112" fmla="*/ 615 w 616"/>
              <a:gd name="T113" fmla="*/ 237 h 474"/>
              <a:gd name="T114" fmla="*/ 603 w 616"/>
              <a:gd name="T115" fmla="*/ 92 h 474"/>
              <a:gd name="T116" fmla="*/ 603 w 616"/>
              <a:gd name="T117" fmla="*/ 92 h 474"/>
              <a:gd name="T118" fmla="*/ 524 w 616"/>
              <a:gd name="T119" fmla="*/ 16 h 474"/>
              <a:gd name="T120" fmla="*/ 524 w 616"/>
              <a:gd name="T121" fmla="*/ 16 h 474"/>
              <a:gd name="T122" fmla="*/ 308 w 616"/>
              <a:gd name="T123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16" h="474">
                <a:moveTo>
                  <a:pt x="284" y="182"/>
                </a:moveTo>
                <a:lnTo>
                  <a:pt x="378" y="237"/>
                </a:lnTo>
                <a:lnTo>
                  <a:pt x="284" y="291"/>
                </a:lnTo>
                <a:lnTo>
                  <a:pt x="284" y="182"/>
                </a:lnTo>
                <a:close/>
                <a:moveTo>
                  <a:pt x="237" y="101"/>
                </a:moveTo>
                <a:lnTo>
                  <a:pt x="237" y="372"/>
                </a:lnTo>
                <a:lnTo>
                  <a:pt x="272" y="352"/>
                </a:lnTo>
                <a:lnTo>
                  <a:pt x="437" y="258"/>
                </a:lnTo>
                <a:lnTo>
                  <a:pt x="473" y="237"/>
                </a:lnTo>
                <a:lnTo>
                  <a:pt x="437" y="216"/>
                </a:lnTo>
                <a:lnTo>
                  <a:pt x="272" y="121"/>
                </a:lnTo>
                <a:lnTo>
                  <a:pt x="237" y="101"/>
                </a:lnTo>
                <a:close/>
                <a:moveTo>
                  <a:pt x="308" y="47"/>
                </a:moveTo>
                <a:lnTo>
                  <a:pt x="308" y="47"/>
                </a:lnTo>
                <a:cubicBezTo>
                  <a:pt x="394" y="47"/>
                  <a:pt x="471" y="57"/>
                  <a:pt x="517" y="63"/>
                </a:cubicBezTo>
                <a:lnTo>
                  <a:pt x="517" y="63"/>
                </a:lnTo>
                <a:cubicBezTo>
                  <a:pt x="537" y="66"/>
                  <a:pt x="552" y="81"/>
                  <a:pt x="556" y="100"/>
                </a:cubicBezTo>
                <a:lnTo>
                  <a:pt x="556" y="100"/>
                </a:lnTo>
                <a:cubicBezTo>
                  <a:pt x="562" y="132"/>
                  <a:pt x="568" y="178"/>
                  <a:pt x="568" y="237"/>
                </a:cubicBezTo>
                <a:lnTo>
                  <a:pt x="568" y="237"/>
                </a:lnTo>
                <a:cubicBezTo>
                  <a:pt x="568" y="295"/>
                  <a:pt x="562" y="341"/>
                  <a:pt x="556" y="373"/>
                </a:cubicBezTo>
                <a:lnTo>
                  <a:pt x="556" y="373"/>
                </a:lnTo>
                <a:cubicBezTo>
                  <a:pt x="552" y="392"/>
                  <a:pt x="537" y="408"/>
                  <a:pt x="517" y="410"/>
                </a:cubicBezTo>
                <a:lnTo>
                  <a:pt x="517" y="410"/>
                </a:lnTo>
                <a:cubicBezTo>
                  <a:pt x="470" y="417"/>
                  <a:pt x="393" y="426"/>
                  <a:pt x="308" y="426"/>
                </a:cubicBezTo>
                <a:lnTo>
                  <a:pt x="308" y="426"/>
                </a:lnTo>
                <a:cubicBezTo>
                  <a:pt x="222" y="426"/>
                  <a:pt x="145" y="417"/>
                  <a:pt x="98" y="410"/>
                </a:cubicBezTo>
                <a:lnTo>
                  <a:pt x="98" y="410"/>
                </a:lnTo>
                <a:cubicBezTo>
                  <a:pt x="79" y="408"/>
                  <a:pt x="63" y="392"/>
                  <a:pt x="59" y="373"/>
                </a:cubicBezTo>
                <a:lnTo>
                  <a:pt x="59" y="373"/>
                </a:lnTo>
                <a:cubicBezTo>
                  <a:pt x="53" y="341"/>
                  <a:pt x="47" y="296"/>
                  <a:pt x="47" y="237"/>
                </a:cubicBezTo>
                <a:lnTo>
                  <a:pt x="47" y="237"/>
                </a:lnTo>
                <a:cubicBezTo>
                  <a:pt x="47" y="178"/>
                  <a:pt x="53" y="132"/>
                  <a:pt x="59" y="100"/>
                </a:cubicBezTo>
                <a:lnTo>
                  <a:pt x="59" y="100"/>
                </a:lnTo>
                <a:cubicBezTo>
                  <a:pt x="63" y="81"/>
                  <a:pt x="79" y="66"/>
                  <a:pt x="98" y="63"/>
                </a:cubicBezTo>
                <a:lnTo>
                  <a:pt x="98" y="63"/>
                </a:lnTo>
                <a:cubicBezTo>
                  <a:pt x="145" y="57"/>
                  <a:pt x="222" y="47"/>
                  <a:pt x="308" y="47"/>
                </a:cubicBezTo>
                <a:close/>
                <a:moveTo>
                  <a:pt x="308" y="0"/>
                </a:moveTo>
                <a:lnTo>
                  <a:pt x="308" y="0"/>
                </a:lnTo>
                <a:cubicBezTo>
                  <a:pt x="219" y="0"/>
                  <a:pt x="140" y="9"/>
                  <a:pt x="92" y="16"/>
                </a:cubicBezTo>
                <a:lnTo>
                  <a:pt x="92" y="16"/>
                </a:lnTo>
                <a:cubicBezTo>
                  <a:pt x="52" y="22"/>
                  <a:pt x="20" y="52"/>
                  <a:pt x="12" y="92"/>
                </a:cubicBezTo>
                <a:lnTo>
                  <a:pt x="12" y="92"/>
                </a:lnTo>
                <a:cubicBezTo>
                  <a:pt x="6" y="126"/>
                  <a:pt x="0" y="175"/>
                  <a:pt x="0" y="237"/>
                </a:cubicBezTo>
                <a:lnTo>
                  <a:pt x="0" y="237"/>
                </a:lnTo>
                <a:cubicBezTo>
                  <a:pt x="0" y="299"/>
                  <a:pt x="6" y="348"/>
                  <a:pt x="12" y="382"/>
                </a:cubicBezTo>
                <a:lnTo>
                  <a:pt x="12" y="382"/>
                </a:lnTo>
                <a:cubicBezTo>
                  <a:pt x="20" y="422"/>
                  <a:pt x="52" y="451"/>
                  <a:pt x="92" y="457"/>
                </a:cubicBezTo>
                <a:lnTo>
                  <a:pt x="92" y="457"/>
                </a:lnTo>
                <a:cubicBezTo>
                  <a:pt x="140" y="464"/>
                  <a:pt x="219" y="473"/>
                  <a:pt x="308" y="473"/>
                </a:cubicBezTo>
                <a:lnTo>
                  <a:pt x="308" y="473"/>
                </a:lnTo>
                <a:cubicBezTo>
                  <a:pt x="397" y="473"/>
                  <a:pt x="476" y="464"/>
                  <a:pt x="524" y="457"/>
                </a:cubicBezTo>
                <a:lnTo>
                  <a:pt x="524" y="457"/>
                </a:lnTo>
                <a:cubicBezTo>
                  <a:pt x="563" y="451"/>
                  <a:pt x="596" y="422"/>
                  <a:pt x="603" y="382"/>
                </a:cubicBezTo>
                <a:lnTo>
                  <a:pt x="603" y="382"/>
                </a:lnTo>
                <a:cubicBezTo>
                  <a:pt x="609" y="347"/>
                  <a:pt x="615" y="299"/>
                  <a:pt x="615" y="237"/>
                </a:cubicBezTo>
                <a:lnTo>
                  <a:pt x="615" y="237"/>
                </a:lnTo>
                <a:cubicBezTo>
                  <a:pt x="615" y="175"/>
                  <a:pt x="609" y="126"/>
                  <a:pt x="603" y="92"/>
                </a:cubicBezTo>
                <a:lnTo>
                  <a:pt x="603" y="92"/>
                </a:lnTo>
                <a:cubicBezTo>
                  <a:pt x="596" y="52"/>
                  <a:pt x="563" y="22"/>
                  <a:pt x="524" y="16"/>
                </a:cubicBezTo>
                <a:lnTo>
                  <a:pt x="524" y="16"/>
                </a:lnTo>
                <a:cubicBezTo>
                  <a:pt x="476" y="9"/>
                  <a:pt x="397" y="0"/>
                  <a:pt x="3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6" name="Freeform 388">
            <a:extLst>
              <a:ext uri="{FF2B5EF4-FFF2-40B4-BE49-F238E27FC236}">
                <a16:creationId xmlns:a16="http://schemas.microsoft.com/office/drawing/2014/main" id="{8F24A8B8-3F46-7A46-9DE2-E95753420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348" y="4419088"/>
            <a:ext cx="950299" cy="922832"/>
          </a:xfrm>
          <a:custGeom>
            <a:avLst/>
            <a:gdLst>
              <a:gd name="T0" fmla="*/ 679 w 762"/>
              <a:gd name="T1" fmla="*/ 0 h 741"/>
              <a:gd name="T2" fmla="*/ 82 w 762"/>
              <a:gd name="T3" fmla="*/ 0 h 741"/>
              <a:gd name="T4" fmla="*/ 82 w 762"/>
              <a:gd name="T5" fmla="*/ 0 h 741"/>
              <a:gd name="T6" fmla="*/ 0 w 762"/>
              <a:gd name="T7" fmla="*/ 82 h 741"/>
              <a:gd name="T8" fmla="*/ 0 w 762"/>
              <a:gd name="T9" fmla="*/ 468 h 741"/>
              <a:gd name="T10" fmla="*/ 0 w 762"/>
              <a:gd name="T11" fmla="*/ 468 h 741"/>
              <a:gd name="T12" fmla="*/ 82 w 762"/>
              <a:gd name="T13" fmla="*/ 549 h 741"/>
              <a:gd name="T14" fmla="*/ 253 w 762"/>
              <a:gd name="T15" fmla="*/ 549 h 741"/>
              <a:gd name="T16" fmla="*/ 351 w 762"/>
              <a:gd name="T17" fmla="*/ 718 h 741"/>
              <a:gd name="T18" fmla="*/ 351 w 762"/>
              <a:gd name="T19" fmla="*/ 718 h 741"/>
              <a:gd name="T20" fmla="*/ 410 w 762"/>
              <a:gd name="T21" fmla="*/ 718 h 741"/>
              <a:gd name="T22" fmla="*/ 508 w 762"/>
              <a:gd name="T23" fmla="*/ 549 h 741"/>
              <a:gd name="T24" fmla="*/ 679 w 762"/>
              <a:gd name="T25" fmla="*/ 549 h 741"/>
              <a:gd name="T26" fmla="*/ 679 w 762"/>
              <a:gd name="T27" fmla="*/ 549 h 741"/>
              <a:gd name="T28" fmla="*/ 761 w 762"/>
              <a:gd name="T29" fmla="*/ 468 h 741"/>
              <a:gd name="T30" fmla="*/ 761 w 762"/>
              <a:gd name="T31" fmla="*/ 82 h 741"/>
              <a:gd name="T32" fmla="*/ 761 w 762"/>
              <a:gd name="T33" fmla="*/ 82 h 741"/>
              <a:gd name="T34" fmla="*/ 679 w 762"/>
              <a:gd name="T35" fmla="*/ 0 h 7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62" h="741">
                <a:moveTo>
                  <a:pt x="679" y="0"/>
                </a:moveTo>
                <a:lnTo>
                  <a:pt x="82" y="0"/>
                </a:lnTo>
                <a:lnTo>
                  <a:pt x="82" y="0"/>
                </a:lnTo>
                <a:cubicBezTo>
                  <a:pt x="37" y="0"/>
                  <a:pt x="0" y="37"/>
                  <a:pt x="0" y="82"/>
                </a:cubicBezTo>
                <a:lnTo>
                  <a:pt x="0" y="468"/>
                </a:lnTo>
                <a:lnTo>
                  <a:pt x="0" y="468"/>
                </a:lnTo>
                <a:cubicBezTo>
                  <a:pt x="0" y="513"/>
                  <a:pt x="37" y="549"/>
                  <a:pt x="82" y="549"/>
                </a:cubicBezTo>
                <a:lnTo>
                  <a:pt x="253" y="549"/>
                </a:lnTo>
                <a:lnTo>
                  <a:pt x="351" y="718"/>
                </a:lnTo>
                <a:lnTo>
                  <a:pt x="351" y="718"/>
                </a:lnTo>
                <a:cubicBezTo>
                  <a:pt x="364" y="740"/>
                  <a:pt x="397" y="740"/>
                  <a:pt x="410" y="718"/>
                </a:cubicBezTo>
                <a:lnTo>
                  <a:pt x="508" y="549"/>
                </a:lnTo>
                <a:lnTo>
                  <a:pt x="679" y="549"/>
                </a:lnTo>
                <a:lnTo>
                  <a:pt x="679" y="549"/>
                </a:lnTo>
                <a:cubicBezTo>
                  <a:pt x="724" y="549"/>
                  <a:pt x="761" y="513"/>
                  <a:pt x="761" y="468"/>
                </a:cubicBezTo>
                <a:lnTo>
                  <a:pt x="761" y="82"/>
                </a:lnTo>
                <a:lnTo>
                  <a:pt x="761" y="82"/>
                </a:lnTo>
                <a:cubicBezTo>
                  <a:pt x="761" y="37"/>
                  <a:pt x="724" y="0"/>
                  <a:pt x="679" y="0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7" name="Freeform 389">
            <a:extLst>
              <a:ext uri="{FF2B5EF4-FFF2-40B4-BE49-F238E27FC236}">
                <a16:creationId xmlns:a16="http://schemas.microsoft.com/office/drawing/2014/main" id="{0DC9654A-3C00-6C43-B270-D18240080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0523" y="4589374"/>
            <a:ext cx="433949" cy="373527"/>
          </a:xfrm>
          <a:custGeom>
            <a:avLst/>
            <a:gdLst>
              <a:gd name="T0" fmla="*/ 254 w 348"/>
              <a:gd name="T1" fmla="*/ 0 h 299"/>
              <a:gd name="T2" fmla="*/ 254 w 348"/>
              <a:gd name="T3" fmla="*/ 0 h 299"/>
              <a:gd name="T4" fmla="*/ 173 w 348"/>
              <a:gd name="T5" fmla="*/ 35 h 299"/>
              <a:gd name="T6" fmla="*/ 173 w 348"/>
              <a:gd name="T7" fmla="*/ 35 h 299"/>
              <a:gd name="T8" fmla="*/ 93 w 348"/>
              <a:gd name="T9" fmla="*/ 0 h 299"/>
              <a:gd name="T10" fmla="*/ 93 w 348"/>
              <a:gd name="T11" fmla="*/ 0 h 299"/>
              <a:gd name="T12" fmla="*/ 0 w 348"/>
              <a:gd name="T13" fmla="*/ 93 h 299"/>
              <a:gd name="T14" fmla="*/ 0 w 348"/>
              <a:gd name="T15" fmla="*/ 93 h 299"/>
              <a:gd name="T16" fmla="*/ 31 w 348"/>
              <a:gd name="T17" fmla="*/ 155 h 299"/>
              <a:gd name="T18" fmla="*/ 173 w 348"/>
              <a:gd name="T19" fmla="*/ 298 h 299"/>
              <a:gd name="T20" fmla="*/ 316 w 348"/>
              <a:gd name="T21" fmla="*/ 155 h 299"/>
              <a:gd name="T22" fmla="*/ 316 w 348"/>
              <a:gd name="T23" fmla="*/ 155 h 299"/>
              <a:gd name="T24" fmla="*/ 347 w 348"/>
              <a:gd name="T25" fmla="*/ 93 h 299"/>
              <a:gd name="T26" fmla="*/ 347 w 348"/>
              <a:gd name="T27" fmla="*/ 93 h 299"/>
              <a:gd name="T28" fmla="*/ 254 w 348"/>
              <a:gd name="T29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48" h="299">
                <a:moveTo>
                  <a:pt x="254" y="0"/>
                </a:moveTo>
                <a:lnTo>
                  <a:pt x="254" y="0"/>
                </a:lnTo>
                <a:cubicBezTo>
                  <a:pt x="218" y="0"/>
                  <a:pt x="188" y="22"/>
                  <a:pt x="173" y="35"/>
                </a:cubicBezTo>
                <a:lnTo>
                  <a:pt x="173" y="35"/>
                </a:lnTo>
                <a:cubicBezTo>
                  <a:pt x="159" y="22"/>
                  <a:pt x="129" y="0"/>
                  <a:pt x="93" y="0"/>
                </a:cubicBezTo>
                <a:lnTo>
                  <a:pt x="93" y="0"/>
                </a:lnTo>
                <a:cubicBezTo>
                  <a:pt x="42" y="0"/>
                  <a:pt x="0" y="42"/>
                  <a:pt x="0" y="93"/>
                </a:cubicBezTo>
                <a:lnTo>
                  <a:pt x="0" y="93"/>
                </a:lnTo>
                <a:cubicBezTo>
                  <a:pt x="0" y="124"/>
                  <a:pt x="29" y="154"/>
                  <a:pt x="31" y="155"/>
                </a:cubicBezTo>
                <a:lnTo>
                  <a:pt x="173" y="298"/>
                </a:lnTo>
                <a:lnTo>
                  <a:pt x="316" y="155"/>
                </a:lnTo>
                <a:lnTo>
                  <a:pt x="316" y="155"/>
                </a:lnTo>
                <a:cubicBezTo>
                  <a:pt x="318" y="154"/>
                  <a:pt x="347" y="124"/>
                  <a:pt x="347" y="93"/>
                </a:cubicBezTo>
                <a:lnTo>
                  <a:pt x="347" y="93"/>
                </a:lnTo>
                <a:cubicBezTo>
                  <a:pt x="347" y="42"/>
                  <a:pt x="305" y="0"/>
                  <a:pt x="254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8" name="Freeform 390">
            <a:extLst>
              <a:ext uri="{FF2B5EF4-FFF2-40B4-BE49-F238E27FC236}">
                <a16:creationId xmlns:a16="http://schemas.microsoft.com/office/drawing/2014/main" id="{A2B4A018-B89A-B842-B539-40D778846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602" y="11197510"/>
            <a:ext cx="3251884" cy="1527067"/>
          </a:xfrm>
          <a:custGeom>
            <a:avLst/>
            <a:gdLst>
              <a:gd name="T0" fmla="*/ 0 w 2610"/>
              <a:gd name="T1" fmla="*/ 1022 h 1226"/>
              <a:gd name="T2" fmla="*/ 0 w 2610"/>
              <a:gd name="T3" fmla="*/ 1225 h 1226"/>
              <a:gd name="T4" fmla="*/ 0 w 2610"/>
              <a:gd name="T5" fmla="*/ 1225 h 1226"/>
              <a:gd name="T6" fmla="*/ 2609 w 2610"/>
              <a:gd name="T7" fmla="*/ 144 h 1226"/>
              <a:gd name="T8" fmla="*/ 2466 w 2610"/>
              <a:gd name="T9" fmla="*/ 0 h 1226"/>
              <a:gd name="T10" fmla="*/ 2466 w 2610"/>
              <a:gd name="T11" fmla="*/ 0 h 1226"/>
              <a:gd name="T12" fmla="*/ 0 w 2610"/>
              <a:gd name="T13" fmla="*/ 1022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10" h="1226">
                <a:moveTo>
                  <a:pt x="0" y="1022"/>
                </a:moveTo>
                <a:lnTo>
                  <a:pt x="0" y="1225"/>
                </a:lnTo>
                <a:lnTo>
                  <a:pt x="0" y="1225"/>
                </a:lnTo>
                <a:cubicBezTo>
                  <a:pt x="1018" y="1225"/>
                  <a:pt x="1941" y="812"/>
                  <a:pt x="2609" y="144"/>
                </a:cubicBezTo>
                <a:lnTo>
                  <a:pt x="2466" y="0"/>
                </a:lnTo>
                <a:lnTo>
                  <a:pt x="2466" y="0"/>
                </a:lnTo>
                <a:cubicBezTo>
                  <a:pt x="1835" y="632"/>
                  <a:pt x="963" y="1022"/>
                  <a:pt x="0" y="1022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9" name="Freeform 391">
            <a:extLst>
              <a:ext uri="{FF2B5EF4-FFF2-40B4-BE49-F238E27FC236}">
                <a16:creationId xmlns:a16="http://schemas.microsoft.com/office/drawing/2014/main" id="{5A96CB36-CDAF-C54C-8CB0-5C639143E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3712" y="8121401"/>
            <a:ext cx="1527067" cy="3251883"/>
          </a:xfrm>
          <a:custGeom>
            <a:avLst/>
            <a:gdLst>
              <a:gd name="T0" fmla="*/ 1021 w 1225"/>
              <a:gd name="T1" fmla="*/ 0 h 2611"/>
              <a:gd name="T2" fmla="*/ 1021 w 1225"/>
              <a:gd name="T3" fmla="*/ 0 h 2611"/>
              <a:gd name="T4" fmla="*/ 0 w 1225"/>
              <a:gd name="T5" fmla="*/ 2466 h 2611"/>
              <a:gd name="T6" fmla="*/ 143 w 1225"/>
              <a:gd name="T7" fmla="*/ 2610 h 2611"/>
              <a:gd name="T8" fmla="*/ 143 w 1225"/>
              <a:gd name="T9" fmla="*/ 2610 h 2611"/>
              <a:gd name="T10" fmla="*/ 1224 w 1225"/>
              <a:gd name="T11" fmla="*/ 0 h 2611"/>
              <a:gd name="T12" fmla="*/ 1021 w 1225"/>
              <a:gd name="T13" fmla="*/ 0 h 2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25" h="2611">
                <a:moveTo>
                  <a:pt x="1021" y="0"/>
                </a:moveTo>
                <a:lnTo>
                  <a:pt x="1021" y="0"/>
                </a:lnTo>
                <a:cubicBezTo>
                  <a:pt x="1021" y="963"/>
                  <a:pt x="631" y="1835"/>
                  <a:pt x="0" y="2466"/>
                </a:cubicBezTo>
                <a:lnTo>
                  <a:pt x="143" y="2610"/>
                </a:lnTo>
                <a:lnTo>
                  <a:pt x="143" y="2610"/>
                </a:lnTo>
                <a:cubicBezTo>
                  <a:pt x="811" y="1942"/>
                  <a:pt x="1224" y="1019"/>
                  <a:pt x="1224" y="0"/>
                </a:cubicBezTo>
                <a:lnTo>
                  <a:pt x="1021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0" name="Freeform 392">
            <a:extLst>
              <a:ext uri="{FF2B5EF4-FFF2-40B4-BE49-F238E27FC236}">
                <a16:creationId xmlns:a16="http://schemas.microsoft.com/office/drawing/2014/main" id="{22B0FD4D-EAA0-A24E-8CF3-978E3AF28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3712" y="4875013"/>
            <a:ext cx="1527067" cy="3251883"/>
          </a:xfrm>
          <a:custGeom>
            <a:avLst/>
            <a:gdLst>
              <a:gd name="T0" fmla="*/ 143 w 1225"/>
              <a:gd name="T1" fmla="*/ 0 h 2610"/>
              <a:gd name="T2" fmla="*/ 0 w 1225"/>
              <a:gd name="T3" fmla="*/ 144 h 2610"/>
              <a:gd name="T4" fmla="*/ 0 w 1225"/>
              <a:gd name="T5" fmla="*/ 144 h 2610"/>
              <a:gd name="T6" fmla="*/ 1021 w 1225"/>
              <a:gd name="T7" fmla="*/ 2609 h 2610"/>
              <a:gd name="T8" fmla="*/ 1224 w 1225"/>
              <a:gd name="T9" fmla="*/ 2609 h 2610"/>
              <a:gd name="T10" fmla="*/ 1224 w 1225"/>
              <a:gd name="T11" fmla="*/ 2609 h 2610"/>
              <a:gd name="T12" fmla="*/ 143 w 1225"/>
              <a:gd name="T13" fmla="*/ 0 h 2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25" h="2610">
                <a:moveTo>
                  <a:pt x="143" y="0"/>
                </a:moveTo>
                <a:lnTo>
                  <a:pt x="0" y="144"/>
                </a:lnTo>
                <a:lnTo>
                  <a:pt x="0" y="144"/>
                </a:lnTo>
                <a:cubicBezTo>
                  <a:pt x="631" y="775"/>
                  <a:pt x="1021" y="1646"/>
                  <a:pt x="1021" y="2609"/>
                </a:cubicBezTo>
                <a:lnTo>
                  <a:pt x="1224" y="2609"/>
                </a:lnTo>
                <a:lnTo>
                  <a:pt x="1224" y="2609"/>
                </a:lnTo>
                <a:cubicBezTo>
                  <a:pt x="1224" y="1591"/>
                  <a:pt x="811" y="668"/>
                  <a:pt x="143" y="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1" name="Freeform 393">
            <a:extLst>
              <a:ext uri="{FF2B5EF4-FFF2-40B4-BE49-F238E27FC236}">
                <a16:creationId xmlns:a16="http://schemas.microsoft.com/office/drawing/2014/main" id="{3590D9E1-127D-524B-8C7C-B798AA117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602" y="3529218"/>
            <a:ext cx="3251884" cy="1527067"/>
          </a:xfrm>
          <a:custGeom>
            <a:avLst/>
            <a:gdLst>
              <a:gd name="T0" fmla="*/ 2609 w 2610"/>
              <a:gd name="T1" fmla="*/ 1080 h 1225"/>
              <a:gd name="T2" fmla="*/ 2609 w 2610"/>
              <a:gd name="T3" fmla="*/ 1080 h 1225"/>
              <a:gd name="T4" fmla="*/ 0 w 2610"/>
              <a:gd name="T5" fmla="*/ 0 h 1225"/>
              <a:gd name="T6" fmla="*/ 0 w 2610"/>
              <a:gd name="T7" fmla="*/ 202 h 1225"/>
              <a:gd name="T8" fmla="*/ 0 w 2610"/>
              <a:gd name="T9" fmla="*/ 202 h 1225"/>
              <a:gd name="T10" fmla="*/ 2466 w 2610"/>
              <a:gd name="T11" fmla="*/ 1224 h 1225"/>
              <a:gd name="T12" fmla="*/ 2609 w 2610"/>
              <a:gd name="T13" fmla="*/ 1080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10" h="1225">
                <a:moveTo>
                  <a:pt x="2609" y="1080"/>
                </a:moveTo>
                <a:lnTo>
                  <a:pt x="2609" y="1080"/>
                </a:lnTo>
                <a:cubicBezTo>
                  <a:pt x="1941" y="413"/>
                  <a:pt x="1018" y="0"/>
                  <a:pt x="0" y="0"/>
                </a:cubicBezTo>
                <a:lnTo>
                  <a:pt x="0" y="202"/>
                </a:lnTo>
                <a:lnTo>
                  <a:pt x="0" y="202"/>
                </a:lnTo>
                <a:cubicBezTo>
                  <a:pt x="963" y="202"/>
                  <a:pt x="1835" y="592"/>
                  <a:pt x="2466" y="1224"/>
                </a:cubicBezTo>
                <a:lnTo>
                  <a:pt x="2609" y="1080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D5B88-D8AD-2246-A173-3E5B3585C575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66ABB-9103-F440-BA0D-326C749E8002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812BF-23A0-8E4D-A819-1EC7038BCAE5}"/>
              </a:ext>
            </a:extLst>
          </p:cNvPr>
          <p:cNvSpPr txBox="1"/>
          <p:nvPr/>
        </p:nvSpPr>
        <p:spPr>
          <a:xfrm>
            <a:off x="15553702" y="3869223"/>
            <a:ext cx="202844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Success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5B65AD-6859-4848-B092-EB36B94A5844}"/>
              </a:ext>
            </a:extLst>
          </p:cNvPr>
          <p:cNvSpPr txBox="1"/>
          <p:nvPr/>
        </p:nvSpPr>
        <p:spPr>
          <a:xfrm>
            <a:off x="15547440" y="4546471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BF883-F4E3-FC42-91F1-BC5A216AD5D8}"/>
              </a:ext>
            </a:extLst>
          </p:cNvPr>
          <p:cNvSpPr txBox="1"/>
          <p:nvPr/>
        </p:nvSpPr>
        <p:spPr>
          <a:xfrm>
            <a:off x="15553702" y="6126990"/>
            <a:ext cx="3087705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D34232-9E97-4144-985B-8E6846D742AC}"/>
              </a:ext>
            </a:extLst>
          </p:cNvPr>
          <p:cNvSpPr txBox="1"/>
          <p:nvPr/>
        </p:nvSpPr>
        <p:spPr>
          <a:xfrm>
            <a:off x="15547440" y="6804238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D634CA-926E-FB49-ABDF-ADC48D9AAA86}"/>
              </a:ext>
            </a:extLst>
          </p:cNvPr>
          <p:cNvSpPr txBox="1"/>
          <p:nvPr/>
        </p:nvSpPr>
        <p:spPr>
          <a:xfrm>
            <a:off x="15553702" y="8378937"/>
            <a:ext cx="183608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Control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6F05F9-6A3E-F246-8965-218245A16F4A}"/>
              </a:ext>
            </a:extLst>
          </p:cNvPr>
          <p:cNvSpPr txBox="1"/>
          <p:nvPr/>
        </p:nvSpPr>
        <p:spPr>
          <a:xfrm>
            <a:off x="15547440" y="9056185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5432AD-ACD0-F943-A73F-CA149BEC4A29}"/>
              </a:ext>
            </a:extLst>
          </p:cNvPr>
          <p:cNvSpPr txBox="1"/>
          <p:nvPr/>
        </p:nvSpPr>
        <p:spPr>
          <a:xfrm>
            <a:off x="15553702" y="10640644"/>
            <a:ext cx="1615507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Target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671273-E694-2948-AE2B-FEFB63F7BD4B}"/>
              </a:ext>
            </a:extLst>
          </p:cNvPr>
          <p:cNvSpPr txBox="1"/>
          <p:nvPr/>
        </p:nvSpPr>
        <p:spPr>
          <a:xfrm>
            <a:off x="15547440" y="11317892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655B54-8976-0742-893E-871084EF1F01}"/>
              </a:ext>
            </a:extLst>
          </p:cNvPr>
          <p:cNvSpPr txBox="1"/>
          <p:nvPr/>
        </p:nvSpPr>
        <p:spPr>
          <a:xfrm>
            <a:off x="1440902" y="7505156"/>
            <a:ext cx="2095125" cy="123110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7400" b="1" spc="-30" dirty="0">
                <a:solidFill>
                  <a:schemeClr val="accent5"/>
                </a:solidFill>
                <a:latin typeface="DM Sans" pitchFamily="2" charset="77"/>
              </a:rPr>
              <a:t>75%</a:t>
            </a:r>
          </a:p>
        </p:txBody>
      </p:sp>
    </p:spTree>
    <p:extLst>
      <p:ext uri="{BB962C8B-B14F-4D97-AF65-F5344CB8AC3E}">
        <p14:creationId xmlns:p14="http://schemas.microsoft.com/office/powerpoint/2010/main" val="3524616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7">
            <a:extLst>
              <a:ext uri="{FF2B5EF4-FFF2-40B4-BE49-F238E27FC236}">
                <a16:creationId xmlns:a16="http://schemas.microsoft.com/office/drawing/2014/main" id="{AFBFC892-C0D0-E94F-B1BA-2354931E7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388" y="4490547"/>
            <a:ext cx="7426450" cy="1884075"/>
          </a:xfrm>
          <a:custGeom>
            <a:avLst/>
            <a:gdLst>
              <a:gd name="T0" fmla="*/ 5961 w 5962"/>
              <a:gd name="T1" fmla="*/ 1512 h 1513"/>
              <a:gd name="T2" fmla="*/ 756 w 5962"/>
              <a:gd name="T3" fmla="*/ 1512 h 1513"/>
              <a:gd name="T4" fmla="*/ 756 w 5962"/>
              <a:gd name="T5" fmla="*/ 1512 h 1513"/>
              <a:gd name="T6" fmla="*/ 0 w 5962"/>
              <a:gd name="T7" fmla="*/ 756 h 1513"/>
              <a:gd name="T8" fmla="*/ 0 w 5962"/>
              <a:gd name="T9" fmla="*/ 756 h 1513"/>
              <a:gd name="T10" fmla="*/ 756 w 5962"/>
              <a:gd name="T11" fmla="*/ 0 h 1513"/>
              <a:gd name="T12" fmla="*/ 5961 w 5962"/>
              <a:gd name="T13" fmla="*/ 0 h 1513"/>
              <a:gd name="T14" fmla="*/ 5961 w 5962"/>
              <a:gd name="T15" fmla="*/ 1512 h 1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962" h="1513">
                <a:moveTo>
                  <a:pt x="5961" y="1512"/>
                </a:moveTo>
                <a:lnTo>
                  <a:pt x="756" y="1512"/>
                </a:lnTo>
                <a:lnTo>
                  <a:pt x="756" y="1512"/>
                </a:lnTo>
                <a:cubicBezTo>
                  <a:pt x="338" y="1512"/>
                  <a:pt x="0" y="1173"/>
                  <a:pt x="0" y="756"/>
                </a:cubicBezTo>
                <a:lnTo>
                  <a:pt x="0" y="756"/>
                </a:lnTo>
                <a:cubicBezTo>
                  <a:pt x="0" y="338"/>
                  <a:pt x="338" y="0"/>
                  <a:pt x="756" y="0"/>
                </a:cubicBezTo>
                <a:lnTo>
                  <a:pt x="5961" y="0"/>
                </a:lnTo>
                <a:lnTo>
                  <a:pt x="5961" y="1512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68">
            <a:extLst>
              <a:ext uri="{FF2B5EF4-FFF2-40B4-BE49-F238E27FC236}">
                <a16:creationId xmlns:a16="http://schemas.microsoft.com/office/drawing/2014/main" id="{B2DF4E70-77B6-D74D-82B1-3D1810449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7703" y="6374626"/>
            <a:ext cx="8063630" cy="1884079"/>
          </a:xfrm>
          <a:custGeom>
            <a:avLst/>
            <a:gdLst>
              <a:gd name="T0" fmla="*/ 6471 w 6472"/>
              <a:gd name="T1" fmla="*/ 1511 h 1512"/>
              <a:gd name="T2" fmla="*/ 756 w 6472"/>
              <a:gd name="T3" fmla="*/ 1511 h 1512"/>
              <a:gd name="T4" fmla="*/ 756 w 6472"/>
              <a:gd name="T5" fmla="*/ 1511 h 1512"/>
              <a:gd name="T6" fmla="*/ 0 w 6472"/>
              <a:gd name="T7" fmla="*/ 755 h 1512"/>
              <a:gd name="T8" fmla="*/ 0 w 6472"/>
              <a:gd name="T9" fmla="*/ 755 h 1512"/>
              <a:gd name="T10" fmla="*/ 756 w 6472"/>
              <a:gd name="T11" fmla="*/ 0 h 1512"/>
              <a:gd name="T12" fmla="*/ 6471 w 6472"/>
              <a:gd name="T13" fmla="*/ 0 h 1512"/>
              <a:gd name="T14" fmla="*/ 6471 w 6472"/>
              <a:gd name="T15" fmla="*/ 1511 h 1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472" h="1512">
                <a:moveTo>
                  <a:pt x="6471" y="1511"/>
                </a:moveTo>
                <a:lnTo>
                  <a:pt x="756" y="1511"/>
                </a:lnTo>
                <a:lnTo>
                  <a:pt x="756" y="1511"/>
                </a:lnTo>
                <a:cubicBezTo>
                  <a:pt x="339" y="1511"/>
                  <a:pt x="0" y="1173"/>
                  <a:pt x="0" y="755"/>
                </a:cubicBezTo>
                <a:lnTo>
                  <a:pt x="0" y="755"/>
                </a:lnTo>
                <a:cubicBezTo>
                  <a:pt x="0" y="338"/>
                  <a:pt x="339" y="0"/>
                  <a:pt x="756" y="0"/>
                </a:cubicBezTo>
                <a:lnTo>
                  <a:pt x="6471" y="0"/>
                </a:lnTo>
                <a:lnTo>
                  <a:pt x="6471" y="1511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69">
            <a:extLst>
              <a:ext uri="{FF2B5EF4-FFF2-40B4-BE49-F238E27FC236}">
                <a16:creationId xmlns:a16="http://schemas.microsoft.com/office/drawing/2014/main" id="{25D49BAF-BD0E-8E42-AA05-8F68AB65B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0522" y="8258701"/>
            <a:ext cx="8695316" cy="1884075"/>
          </a:xfrm>
          <a:custGeom>
            <a:avLst/>
            <a:gdLst>
              <a:gd name="T0" fmla="*/ 6981 w 6982"/>
              <a:gd name="T1" fmla="*/ 1512 h 1513"/>
              <a:gd name="T2" fmla="*/ 756 w 6982"/>
              <a:gd name="T3" fmla="*/ 1512 h 1513"/>
              <a:gd name="T4" fmla="*/ 756 w 6982"/>
              <a:gd name="T5" fmla="*/ 1512 h 1513"/>
              <a:gd name="T6" fmla="*/ 0 w 6982"/>
              <a:gd name="T7" fmla="*/ 756 h 1513"/>
              <a:gd name="T8" fmla="*/ 0 w 6982"/>
              <a:gd name="T9" fmla="*/ 756 h 1513"/>
              <a:gd name="T10" fmla="*/ 756 w 6982"/>
              <a:gd name="T11" fmla="*/ 0 h 1513"/>
              <a:gd name="T12" fmla="*/ 6981 w 6982"/>
              <a:gd name="T13" fmla="*/ 0 h 1513"/>
              <a:gd name="T14" fmla="*/ 6981 w 6982"/>
              <a:gd name="T15" fmla="*/ 1512 h 1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982" h="1513">
                <a:moveTo>
                  <a:pt x="6981" y="1512"/>
                </a:moveTo>
                <a:lnTo>
                  <a:pt x="756" y="1512"/>
                </a:lnTo>
                <a:lnTo>
                  <a:pt x="756" y="1512"/>
                </a:lnTo>
                <a:cubicBezTo>
                  <a:pt x="339" y="1512"/>
                  <a:pt x="0" y="1173"/>
                  <a:pt x="0" y="756"/>
                </a:cubicBezTo>
                <a:lnTo>
                  <a:pt x="0" y="756"/>
                </a:lnTo>
                <a:cubicBezTo>
                  <a:pt x="0" y="339"/>
                  <a:pt x="339" y="0"/>
                  <a:pt x="756" y="0"/>
                </a:cubicBezTo>
                <a:lnTo>
                  <a:pt x="6981" y="0"/>
                </a:lnTo>
                <a:lnTo>
                  <a:pt x="6981" y="151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70">
            <a:extLst>
              <a:ext uri="{FF2B5EF4-FFF2-40B4-BE49-F238E27FC236}">
                <a16:creationId xmlns:a16="http://schemas.microsoft.com/office/drawing/2014/main" id="{87AB1CBF-FBBF-4C42-9FCF-B95DA36BA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8836" y="10142779"/>
            <a:ext cx="9332500" cy="1884079"/>
          </a:xfrm>
          <a:custGeom>
            <a:avLst/>
            <a:gdLst>
              <a:gd name="T0" fmla="*/ 7490 w 7491"/>
              <a:gd name="T1" fmla="*/ 1512 h 1513"/>
              <a:gd name="T2" fmla="*/ 756 w 7491"/>
              <a:gd name="T3" fmla="*/ 1512 h 1513"/>
              <a:gd name="T4" fmla="*/ 756 w 7491"/>
              <a:gd name="T5" fmla="*/ 1512 h 1513"/>
              <a:gd name="T6" fmla="*/ 0 w 7491"/>
              <a:gd name="T7" fmla="*/ 756 h 1513"/>
              <a:gd name="T8" fmla="*/ 0 w 7491"/>
              <a:gd name="T9" fmla="*/ 756 h 1513"/>
              <a:gd name="T10" fmla="*/ 756 w 7491"/>
              <a:gd name="T11" fmla="*/ 0 h 1513"/>
              <a:gd name="T12" fmla="*/ 7490 w 7491"/>
              <a:gd name="T13" fmla="*/ 0 h 1513"/>
              <a:gd name="T14" fmla="*/ 7490 w 7491"/>
              <a:gd name="T15" fmla="*/ 1512 h 1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491" h="1513">
                <a:moveTo>
                  <a:pt x="7490" y="1512"/>
                </a:moveTo>
                <a:lnTo>
                  <a:pt x="756" y="1512"/>
                </a:lnTo>
                <a:lnTo>
                  <a:pt x="756" y="1512"/>
                </a:lnTo>
                <a:cubicBezTo>
                  <a:pt x="338" y="1512"/>
                  <a:pt x="0" y="1173"/>
                  <a:pt x="0" y="756"/>
                </a:cubicBezTo>
                <a:lnTo>
                  <a:pt x="0" y="756"/>
                </a:lnTo>
                <a:cubicBezTo>
                  <a:pt x="0" y="338"/>
                  <a:pt x="338" y="0"/>
                  <a:pt x="756" y="0"/>
                </a:cubicBezTo>
                <a:lnTo>
                  <a:pt x="7490" y="0"/>
                </a:lnTo>
                <a:lnTo>
                  <a:pt x="7490" y="1512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71">
            <a:extLst>
              <a:ext uri="{FF2B5EF4-FFF2-40B4-BE49-F238E27FC236}">
                <a16:creationId xmlns:a16="http://schemas.microsoft.com/office/drawing/2014/main" id="{D755F7DE-CD52-A443-8E38-19B36D2D3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15274" y="3474352"/>
            <a:ext cx="4762377" cy="2394920"/>
          </a:xfrm>
          <a:custGeom>
            <a:avLst/>
            <a:gdLst>
              <a:gd name="T0" fmla="*/ 3821 w 3822"/>
              <a:gd name="T1" fmla="*/ 1921 h 1922"/>
              <a:gd name="T2" fmla="*/ 0 w 3822"/>
              <a:gd name="T3" fmla="*/ 1921 h 1922"/>
              <a:gd name="T4" fmla="*/ 0 w 3822"/>
              <a:gd name="T5" fmla="*/ 0 h 1922"/>
              <a:gd name="T6" fmla="*/ 3821 w 3822"/>
              <a:gd name="T7" fmla="*/ 0 h 1922"/>
              <a:gd name="T8" fmla="*/ 3821 w 3822"/>
              <a:gd name="T9" fmla="*/ 1921 h 19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22" h="1922">
                <a:moveTo>
                  <a:pt x="3821" y="1921"/>
                </a:moveTo>
                <a:lnTo>
                  <a:pt x="0" y="1921"/>
                </a:lnTo>
                <a:lnTo>
                  <a:pt x="0" y="0"/>
                </a:lnTo>
                <a:lnTo>
                  <a:pt x="3821" y="0"/>
                </a:lnTo>
                <a:lnTo>
                  <a:pt x="3821" y="1921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72">
            <a:extLst>
              <a:ext uri="{FF2B5EF4-FFF2-40B4-BE49-F238E27FC236}">
                <a16:creationId xmlns:a16="http://schemas.microsoft.com/office/drawing/2014/main" id="{8A61BF22-8847-D442-8904-AD80F81E5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15274" y="5863781"/>
            <a:ext cx="4762377" cy="2394920"/>
          </a:xfrm>
          <a:custGeom>
            <a:avLst/>
            <a:gdLst>
              <a:gd name="T0" fmla="*/ 3821 w 3822"/>
              <a:gd name="T1" fmla="*/ 1920 h 1921"/>
              <a:gd name="T2" fmla="*/ 0 w 3822"/>
              <a:gd name="T3" fmla="*/ 1920 h 1921"/>
              <a:gd name="T4" fmla="*/ 0 w 3822"/>
              <a:gd name="T5" fmla="*/ 0 h 1921"/>
              <a:gd name="T6" fmla="*/ 3821 w 3822"/>
              <a:gd name="T7" fmla="*/ 0 h 1921"/>
              <a:gd name="T8" fmla="*/ 3821 w 3822"/>
              <a:gd name="T9" fmla="*/ 1920 h 1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22" h="1921">
                <a:moveTo>
                  <a:pt x="3821" y="1920"/>
                </a:moveTo>
                <a:lnTo>
                  <a:pt x="0" y="1920"/>
                </a:lnTo>
                <a:lnTo>
                  <a:pt x="0" y="0"/>
                </a:lnTo>
                <a:lnTo>
                  <a:pt x="3821" y="0"/>
                </a:lnTo>
                <a:lnTo>
                  <a:pt x="3821" y="192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73">
            <a:extLst>
              <a:ext uri="{FF2B5EF4-FFF2-40B4-BE49-F238E27FC236}">
                <a16:creationId xmlns:a16="http://schemas.microsoft.com/office/drawing/2014/main" id="{8DE95E97-D11D-2840-820B-6655FDF1C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15274" y="8258701"/>
            <a:ext cx="4762377" cy="2394920"/>
          </a:xfrm>
          <a:custGeom>
            <a:avLst/>
            <a:gdLst>
              <a:gd name="T0" fmla="*/ 3821 w 3822"/>
              <a:gd name="T1" fmla="*/ 1921 h 1922"/>
              <a:gd name="T2" fmla="*/ 0 w 3822"/>
              <a:gd name="T3" fmla="*/ 1921 h 1922"/>
              <a:gd name="T4" fmla="*/ 0 w 3822"/>
              <a:gd name="T5" fmla="*/ 0 h 1922"/>
              <a:gd name="T6" fmla="*/ 3821 w 3822"/>
              <a:gd name="T7" fmla="*/ 0 h 1922"/>
              <a:gd name="T8" fmla="*/ 3821 w 3822"/>
              <a:gd name="T9" fmla="*/ 1921 h 19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22" h="1922">
                <a:moveTo>
                  <a:pt x="3821" y="1921"/>
                </a:moveTo>
                <a:lnTo>
                  <a:pt x="0" y="1921"/>
                </a:lnTo>
                <a:lnTo>
                  <a:pt x="0" y="0"/>
                </a:lnTo>
                <a:lnTo>
                  <a:pt x="3821" y="0"/>
                </a:lnTo>
                <a:lnTo>
                  <a:pt x="3821" y="1921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74">
            <a:extLst>
              <a:ext uri="{FF2B5EF4-FFF2-40B4-BE49-F238E27FC236}">
                <a16:creationId xmlns:a16="http://schemas.microsoft.com/office/drawing/2014/main" id="{7180C565-0B87-3947-917C-446D89845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15274" y="10648126"/>
            <a:ext cx="4762377" cy="2394920"/>
          </a:xfrm>
          <a:custGeom>
            <a:avLst/>
            <a:gdLst>
              <a:gd name="T0" fmla="*/ 3821 w 3822"/>
              <a:gd name="T1" fmla="*/ 1921 h 1922"/>
              <a:gd name="T2" fmla="*/ 0 w 3822"/>
              <a:gd name="T3" fmla="*/ 1921 h 1922"/>
              <a:gd name="T4" fmla="*/ 0 w 3822"/>
              <a:gd name="T5" fmla="*/ 0 h 1922"/>
              <a:gd name="T6" fmla="*/ 3821 w 3822"/>
              <a:gd name="T7" fmla="*/ 0 h 1922"/>
              <a:gd name="T8" fmla="*/ 3821 w 3822"/>
              <a:gd name="T9" fmla="*/ 1921 h 19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22" h="1922">
                <a:moveTo>
                  <a:pt x="3821" y="1921"/>
                </a:moveTo>
                <a:lnTo>
                  <a:pt x="0" y="1921"/>
                </a:lnTo>
                <a:lnTo>
                  <a:pt x="0" y="0"/>
                </a:lnTo>
                <a:lnTo>
                  <a:pt x="3821" y="0"/>
                </a:lnTo>
                <a:lnTo>
                  <a:pt x="3821" y="1921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75">
            <a:extLst>
              <a:ext uri="{FF2B5EF4-FFF2-40B4-BE49-F238E27FC236}">
                <a16:creationId xmlns:a16="http://schemas.microsoft.com/office/drawing/2014/main" id="{2333114E-CC9F-8643-B75A-A7D6342A2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5842" y="3474352"/>
            <a:ext cx="1219432" cy="2905765"/>
          </a:xfrm>
          <a:custGeom>
            <a:avLst/>
            <a:gdLst>
              <a:gd name="T0" fmla="*/ 979 w 980"/>
              <a:gd name="T1" fmla="*/ 1921 h 2331"/>
              <a:gd name="T2" fmla="*/ 0 w 980"/>
              <a:gd name="T3" fmla="*/ 2330 h 2331"/>
              <a:gd name="T4" fmla="*/ 0 w 980"/>
              <a:gd name="T5" fmla="*/ 818 h 2331"/>
              <a:gd name="T6" fmla="*/ 979 w 980"/>
              <a:gd name="T7" fmla="*/ 0 h 2331"/>
              <a:gd name="T8" fmla="*/ 979 w 980"/>
              <a:gd name="T9" fmla="*/ 1921 h 2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80" h="2331">
                <a:moveTo>
                  <a:pt x="979" y="1921"/>
                </a:moveTo>
                <a:lnTo>
                  <a:pt x="0" y="2330"/>
                </a:lnTo>
                <a:lnTo>
                  <a:pt x="0" y="818"/>
                </a:lnTo>
                <a:lnTo>
                  <a:pt x="979" y="0"/>
                </a:lnTo>
                <a:lnTo>
                  <a:pt x="979" y="1921"/>
                </a:lnTo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76">
            <a:extLst>
              <a:ext uri="{FF2B5EF4-FFF2-40B4-BE49-F238E27FC236}">
                <a16:creationId xmlns:a16="http://schemas.microsoft.com/office/drawing/2014/main" id="{E10AD0C1-592F-D241-BBBE-3487A0C3F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5842" y="5863781"/>
            <a:ext cx="1219432" cy="2394920"/>
          </a:xfrm>
          <a:custGeom>
            <a:avLst/>
            <a:gdLst>
              <a:gd name="T0" fmla="*/ 979 w 980"/>
              <a:gd name="T1" fmla="*/ 1920 h 1921"/>
              <a:gd name="T2" fmla="*/ 0 w 980"/>
              <a:gd name="T3" fmla="*/ 1920 h 1921"/>
              <a:gd name="T4" fmla="*/ 0 w 980"/>
              <a:gd name="T5" fmla="*/ 409 h 1921"/>
              <a:gd name="T6" fmla="*/ 979 w 980"/>
              <a:gd name="T7" fmla="*/ 0 h 1921"/>
              <a:gd name="T8" fmla="*/ 979 w 980"/>
              <a:gd name="T9" fmla="*/ 1920 h 1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80" h="1921">
                <a:moveTo>
                  <a:pt x="979" y="1920"/>
                </a:moveTo>
                <a:lnTo>
                  <a:pt x="0" y="1920"/>
                </a:lnTo>
                <a:lnTo>
                  <a:pt x="0" y="409"/>
                </a:lnTo>
                <a:lnTo>
                  <a:pt x="979" y="0"/>
                </a:lnTo>
                <a:lnTo>
                  <a:pt x="979" y="1920"/>
                </a:lnTo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77">
            <a:extLst>
              <a:ext uri="{FF2B5EF4-FFF2-40B4-BE49-F238E27FC236}">
                <a16:creationId xmlns:a16="http://schemas.microsoft.com/office/drawing/2014/main" id="{D7685DB7-EC06-A648-A04C-92FF9E1BD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5842" y="8258701"/>
            <a:ext cx="1219432" cy="2394920"/>
          </a:xfrm>
          <a:custGeom>
            <a:avLst/>
            <a:gdLst>
              <a:gd name="T0" fmla="*/ 979 w 980"/>
              <a:gd name="T1" fmla="*/ 1921 h 1922"/>
              <a:gd name="T2" fmla="*/ 0 w 980"/>
              <a:gd name="T3" fmla="*/ 1512 h 1922"/>
              <a:gd name="T4" fmla="*/ 0 w 980"/>
              <a:gd name="T5" fmla="*/ 0 h 1922"/>
              <a:gd name="T6" fmla="*/ 979 w 980"/>
              <a:gd name="T7" fmla="*/ 0 h 1922"/>
              <a:gd name="T8" fmla="*/ 979 w 980"/>
              <a:gd name="T9" fmla="*/ 1921 h 19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80" h="1922">
                <a:moveTo>
                  <a:pt x="979" y="1921"/>
                </a:moveTo>
                <a:lnTo>
                  <a:pt x="0" y="1512"/>
                </a:lnTo>
                <a:lnTo>
                  <a:pt x="0" y="0"/>
                </a:lnTo>
                <a:lnTo>
                  <a:pt x="979" y="0"/>
                </a:lnTo>
                <a:lnTo>
                  <a:pt x="979" y="1921"/>
                </a:ln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78">
            <a:extLst>
              <a:ext uri="{FF2B5EF4-FFF2-40B4-BE49-F238E27FC236}">
                <a16:creationId xmlns:a16="http://schemas.microsoft.com/office/drawing/2014/main" id="{9DFBE78E-2B4F-2B46-9EA2-AA28B7778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5842" y="10142776"/>
            <a:ext cx="1219432" cy="2905765"/>
          </a:xfrm>
          <a:custGeom>
            <a:avLst/>
            <a:gdLst>
              <a:gd name="T0" fmla="*/ 979 w 980"/>
              <a:gd name="T1" fmla="*/ 2330 h 2331"/>
              <a:gd name="T2" fmla="*/ 0 w 980"/>
              <a:gd name="T3" fmla="*/ 1512 h 2331"/>
              <a:gd name="T4" fmla="*/ 0 w 980"/>
              <a:gd name="T5" fmla="*/ 0 h 2331"/>
              <a:gd name="T6" fmla="*/ 979 w 980"/>
              <a:gd name="T7" fmla="*/ 409 h 2331"/>
              <a:gd name="T8" fmla="*/ 979 w 980"/>
              <a:gd name="T9" fmla="*/ 2330 h 2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80" h="2331">
                <a:moveTo>
                  <a:pt x="979" y="2330"/>
                </a:moveTo>
                <a:lnTo>
                  <a:pt x="0" y="1512"/>
                </a:lnTo>
                <a:lnTo>
                  <a:pt x="0" y="0"/>
                </a:lnTo>
                <a:lnTo>
                  <a:pt x="979" y="409"/>
                </a:lnTo>
                <a:lnTo>
                  <a:pt x="979" y="2330"/>
                </a:lnTo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360">
            <a:extLst>
              <a:ext uri="{FF2B5EF4-FFF2-40B4-BE49-F238E27FC236}">
                <a16:creationId xmlns:a16="http://schemas.microsoft.com/office/drawing/2014/main" id="{2F7F9513-E13F-D94F-8E7A-255D3862E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4435" y="4913501"/>
            <a:ext cx="554788" cy="1038167"/>
          </a:xfrm>
          <a:custGeom>
            <a:avLst/>
            <a:gdLst>
              <a:gd name="T0" fmla="*/ 335 w 447"/>
              <a:gd name="T1" fmla="*/ 0 h 833"/>
              <a:gd name="T2" fmla="*/ 335 w 447"/>
              <a:gd name="T3" fmla="*/ 0 h 833"/>
              <a:gd name="T4" fmla="*/ 148 w 447"/>
              <a:gd name="T5" fmla="*/ 203 h 833"/>
              <a:gd name="T6" fmla="*/ 148 w 447"/>
              <a:gd name="T7" fmla="*/ 327 h 833"/>
              <a:gd name="T8" fmla="*/ 0 w 447"/>
              <a:gd name="T9" fmla="*/ 327 h 833"/>
              <a:gd name="T10" fmla="*/ 0 w 447"/>
              <a:gd name="T11" fmla="*/ 476 h 833"/>
              <a:gd name="T12" fmla="*/ 148 w 447"/>
              <a:gd name="T13" fmla="*/ 476 h 833"/>
              <a:gd name="T14" fmla="*/ 148 w 447"/>
              <a:gd name="T15" fmla="*/ 832 h 833"/>
              <a:gd name="T16" fmla="*/ 297 w 447"/>
              <a:gd name="T17" fmla="*/ 832 h 833"/>
              <a:gd name="T18" fmla="*/ 297 w 447"/>
              <a:gd name="T19" fmla="*/ 476 h 833"/>
              <a:gd name="T20" fmla="*/ 416 w 447"/>
              <a:gd name="T21" fmla="*/ 476 h 833"/>
              <a:gd name="T22" fmla="*/ 446 w 447"/>
              <a:gd name="T23" fmla="*/ 327 h 833"/>
              <a:gd name="T24" fmla="*/ 297 w 447"/>
              <a:gd name="T25" fmla="*/ 327 h 833"/>
              <a:gd name="T26" fmla="*/ 297 w 447"/>
              <a:gd name="T27" fmla="*/ 228 h 833"/>
              <a:gd name="T28" fmla="*/ 297 w 447"/>
              <a:gd name="T29" fmla="*/ 228 h 833"/>
              <a:gd name="T30" fmla="*/ 364 w 447"/>
              <a:gd name="T31" fmla="*/ 148 h 833"/>
              <a:gd name="T32" fmla="*/ 446 w 447"/>
              <a:gd name="T33" fmla="*/ 148 h 833"/>
              <a:gd name="T34" fmla="*/ 446 w 447"/>
              <a:gd name="T35" fmla="*/ 6 h 833"/>
              <a:gd name="T36" fmla="*/ 446 w 447"/>
              <a:gd name="T37" fmla="*/ 6 h 833"/>
              <a:gd name="T38" fmla="*/ 335 w 447"/>
              <a:gd name="T39" fmla="*/ 0 h 8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47" h="833">
                <a:moveTo>
                  <a:pt x="335" y="0"/>
                </a:moveTo>
                <a:lnTo>
                  <a:pt x="335" y="0"/>
                </a:lnTo>
                <a:cubicBezTo>
                  <a:pt x="217" y="0"/>
                  <a:pt x="148" y="62"/>
                  <a:pt x="148" y="203"/>
                </a:cubicBezTo>
                <a:lnTo>
                  <a:pt x="148" y="327"/>
                </a:lnTo>
                <a:lnTo>
                  <a:pt x="0" y="327"/>
                </a:lnTo>
                <a:lnTo>
                  <a:pt x="0" y="476"/>
                </a:lnTo>
                <a:lnTo>
                  <a:pt x="148" y="476"/>
                </a:lnTo>
                <a:lnTo>
                  <a:pt x="148" y="832"/>
                </a:lnTo>
                <a:lnTo>
                  <a:pt x="297" y="832"/>
                </a:lnTo>
                <a:lnTo>
                  <a:pt x="297" y="476"/>
                </a:lnTo>
                <a:lnTo>
                  <a:pt x="416" y="476"/>
                </a:lnTo>
                <a:lnTo>
                  <a:pt x="446" y="327"/>
                </a:lnTo>
                <a:lnTo>
                  <a:pt x="297" y="327"/>
                </a:lnTo>
                <a:lnTo>
                  <a:pt x="297" y="228"/>
                </a:lnTo>
                <a:lnTo>
                  <a:pt x="297" y="228"/>
                </a:lnTo>
                <a:cubicBezTo>
                  <a:pt x="297" y="175"/>
                  <a:pt x="314" y="148"/>
                  <a:pt x="364" y="148"/>
                </a:cubicBezTo>
                <a:lnTo>
                  <a:pt x="446" y="148"/>
                </a:lnTo>
                <a:lnTo>
                  <a:pt x="446" y="6"/>
                </a:lnTo>
                <a:lnTo>
                  <a:pt x="446" y="6"/>
                </a:lnTo>
                <a:cubicBezTo>
                  <a:pt x="432" y="4"/>
                  <a:pt x="391" y="0"/>
                  <a:pt x="335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361">
            <a:extLst>
              <a:ext uri="{FF2B5EF4-FFF2-40B4-BE49-F238E27FC236}">
                <a16:creationId xmlns:a16="http://schemas.microsoft.com/office/drawing/2014/main" id="{23EA766A-E7F8-DA4F-B807-E1A56D16B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4159" y="6951382"/>
            <a:ext cx="889856" cy="725067"/>
          </a:xfrm>
          <a:custGeom>
            <a:avLst/>
            <a:gdLst>
              <a:gd name="T0" fmla="*/ 713 w 714"/>
              <a:gd name="T1" fmla="*/ 69 h 581"/>
              <a:gd name="T2" fmla="*/ 713 w 714"/>
              <a:gd name="T3" fmla="*/ 69 h 581"/>
              <a:gd name="T4" fmla="*/ 629 w 714"/>
              <a:gd name="T5" fmla="*/ 92 h 581"/>
              <a:gd name="T6" fmla="*/ 629 w 714"/>
              <a:gd name="T7" fmla="*/ 92 h 581"/>
              <a:gd name="T8" fmla="*/ 694 w 714"/>
              <a:gd name="T9" fmla="*/ 11 h 581"/>
              <a:gd name="T10" fmla="*/ 694 w 714"/>
              <a:gd name="T11" fmla="*/ 11 h 581"/>
              <a:gd name="T12" fmla="*/ 601 w 714"/>
              <a:gd name="T13" fmla="*/ 47 h 581"/>
              <a:gd name="T14" fmla="*/ 601 w 714"/>
              <a:gd name="T15" fmla="*/ 47 h 581"/>
              <a:gd name="T16" fmla="*/ 494 w 714"/>
              <a:gd name="T17" fmla="*/ 0 h 581"/>
              <a:gd name="T18" fmla="*/ 494 w 714"/>
              <a:gd name="T19" fmla="*/ 0 h 581"/>
              <a:gd name="T20" fmla="*/ 347 w 714"/>
              <a:gd name="T21" fmla="*/ 146 h 581"/>
              <a:gd name="T22" fmla="*/ 347 w 714"/>
              <a:gd name="T23" fmla="*/ 146 h 581"/>
              <a:gd name="T24" fmla="*/ 352 w 714"/>
              <a:gd name="T25" fmla="*/ 180 h 581"/>
              <a:gd name="T26" fmla="*/ 352 w 714"/>
              <a:gd name="T27" fmla="*/ 180 h 581"/>
              <a:gd name="T28" fmla="*/ 50 w 714"/>
              <a:gd name="T29" fmla="*/ 27 h 581"/>
              <a:gd name="T30" fmla="*/ 50 w 714"/>
              <a:gd name="T31" fmla="*/ 27 h 581"/>
              <a:gd name="T32" fmla="*/ 30 w 714"/>
              <a:gd name="T33" fmla="*/ 100 h 581"/>
              <a:gd name="T34" fmla="*/ 30 w 714"/>
              <a:gd name="T35" fmla="*/ 100 h 581"/>
              <a:gd name="T36" fmla="*/ 95 w 714"/>
              <a:gd name="T37" fmla="*/ 222 h 581"/>
              <a:gd name="T38" fmla="*/ 95 w 714"/>
              <a:gd name="T39" fmla="*/ 222 h 581"/>
              <a:gd name="T40" fmla="*/ 29 w 714"/>
              <a:gd name="T41" fmla="*/ 204 h 581"/>
              <a:gd name="T42" fmla="*/ 29 w 714"/>
              <a:gd name="T43" fmla="*/ 206 h 581"/>
              <a:gd name="T44" fmla="*/ 29 w 714"/>
              <a:gd name="T45" fmla="*/ 206 h 581"/>
              <a:gd name="T46" fmla="*/ 146 w 714"/>
              <a:gd name="T47" fmla="*/ 349 h 581"/>
              <a:gd name="T48" fmla="*/ 146 w 714"/>
              <a:gd name="T49" fmla="*/ 349 h 581"/>
              <a:gd name="T50" fmla="*/ 108 w 714"/>
              <a:gd name="T51" fmla="*/ 354 h 581"/>
              <a:gd name="T52" fmla="*/ 108 w 714"/>
              <a:gd name="T53" fmla="*/ 354 h 581"/>
              <a:gd name="T54" fmla="*/ 80 w 714"/>
              <a:gd name="T55" fmla="*/ 352 h 581"/>
              <a:gd name="T56" fmla="*/ 80 w 714"/>
              <a:gd name="T57" fmla="*/ 352 h 581"/>
              <a:gd name="T58" fmla="*/ 217 w 714"/>
              <a:gd name="T59" fmla="*/ 453 h 581"/>
              <a:gd name="T60" fmla="*/ 217 w 714"/>
              <a:gd name="T61" fmla="*/ 453 h 581"/>
              <a:gd name="T62" fmla="*/ 35 w 714"/>
              <a:gd name="T63" fmla="*/ 516 h 581"/>
              <a:gd name="T64" fmla="*/ 35 w 714"/>
              <a:gd name="T65" fmla="*/ 516 h 581"/>
              <a:gd name="T66" fmla="*/ 0 w 714"/>
              <a:gd name="T67" fmla="*/ 514 h 581"/>
              <a:gd name="T68" fmla="*/ 0 w 714"/>
              <a:gd name="T69" fmla="*/ 514 h 581"/>
              <a:gd name="T70" fmla="*/ 224 w 714"/>
              <a:gd name="T71" fmla="*/ 580 h 581"/>
              <a:gd name="T72" fmla="*/ 224 w 714"/>
              <a:gd name="T73" fmla="*/ 580 h 581"/>
              <a:gd name="T74" fmla="*/ 641 w 714"/>
              <a:gd name="T75" fmla="*/ 163 h 581"/>
              <a:gd name="T76" fmla="*/ 641 w 714"/>
              <a:gd name="T77" fmla="*/ 163 h 581"/>
              <a:gd name="T78" fmla="*/ 640 w 714"/>
              <a:gd name="T79" fmla="*/ 144 h 581"/>
              <a:gd name="T80" fmla="*/ 640 w 714"/>
              <a:gd name="T81" fmla="*/ 144 h 581"/>
              <a:gd name="T82" fmla="*/ 713 w 714"/>
              <a:gd name="T83" fmla="*/ 69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14" h="581">
                <a:moveTo>
                  <a:pt x="713" y="69"/>
                </a:moveTo>
                <a:lnTo>
                  <a:pt x="713" y="69"/>
                </a:lnTo>
                <a:cubicBezTo>
                  <a:pt x="687" y="80"/>
                  <a:pt x="659" y="88"/>
                  <a:pt x="629" y="92"/>
                </a:cubicBezTo>
                <a:lnTo>
                  <a:pt x="629" y="92"/>
                </a:lnTo>
                <a:cubicBezTo>
                  <a:pt x="659" y="74"/>
                  <a:pt x="683" y="45"/>
                  <a:pt x="694" y="11"/>
                </a:cubicBezTo>
                <a:lnTo>
                  <a:pt x="694" y="11"/>
                </a:lnTo>
                <a:cubicBezTo>
                  <a:pt x="665" y="28"/>
                  <a:pt x="634" y="40"/>
                  <a:pt x="601" y="47"/>
                </a:cubicBezTo>
                <a:lnTo>
                  <a:pt x="601" y="47"/>
                </a:lnTo>
                <a:cubicBezTo>
                  <a:pt x="574" y="18"/>
                  <a:pt x="536" y="0"/>
                  <a:pt x="494" y="0"/>
                </a:cubicBezTo>
                <a:lnTo>
                  <a:pt x="494" y="0"/>
                </a:lnTo>
                <a:cubicBezTo>
                  <a:pt x="413" y="0"/>
                  <a:pt x="347" y="65"/>
                  <a:pt x="347" y="146"/>
                </a:cubicBezTo>
                <a:lnTo>
                  <a:pt x="347" y="146"/>
                </a:lnTo>
                <a:cubicBezTo>
                  <a:pt x="347" y="158"/>
                  <a:pt x="349" y="169"/>
                  <a:pt x="352" y="180"/>
                </a:cubicBezTo>
                <a:lnTo>
                  <a:pt x="352" y="180"/>
                </a:lnTo>
                <a:cubicBezTo>
                  <a:pt x="230" y="174"/>
                  <a:pt x="122" y="116"/>
                  <a:pt x="50" y="27"/>
                </a:cubicBezTo>
                <a:lnTo>
                  <a:pt x="50" y="27"/>
                </a:lnTo>
                <a:cubicBezTo>
                  <a:pt x="37" y="48"/>
                  <a:pt x="30" y="74"/>
                  <a:pt x="30" y="100"/>
                </a:cubicBezTo>
                <a:lnTo>
                  <a:pt x="30" y="100"/>
                </a:lnTo>
                <a:cubicBezTo>
                  <a:pt x="30" y="151"/>
                  <a:pt x="56" y="196"/>
                  <a:pt x="95" y="222"/>
                </a:cubicBezTo>
                <a:lnTo>
                  <a:pt x="95" y="222"/>
                </a:lnTo>
                <a:cubicBezTo>
                  <a:pt x="71" y="221"/>
                  <a:pt x="48" y="215"/>
                  <a:pt x="29" y="204"/>
                </a:cubicBezTo>
                <a:lnTo>
                  <a:pt x="29" y="206"/>
                </a:lnTo>
                <a:lnTo>
                  <a:pt x="29" y="206"/>
                </a:lnTo>
                <a:cubicBezTo>
                  <a:pt x="29" y="277"/>
                  <a:pt x="79" y="336"/>
                  <a:pt x="146" y="349"/>
                </a:cubicBezTo>
                <a:lnTo>
                  <a:pt x="146" y="349"/>
                </a:lnTo>
                <a:cubicBezTo>
                  <a:pt x="134" y="352"/>
                  <a:pt x="121" y="354"/>
                  <a:pt x="108" y="354"/>
                </a:cubicBezTo>
                <a:lnTo>
                  <a:pt x="108" y="354"/>
                </a:lnTo>
                <a:cubicBezTo>
                  <a:pt x="98" y="354"/>
                  <a:pt x="89" y="353"/>
                  <a:pt x="80" y="352"/>
                </a:cubicBezTo>
                <a:lnTo>
                  <a:pt x="80" y="352"/>
                </a:lnTo>
                <a:cubicBezTo>
                  <a:pt x="98" y="410"/>
                  <a:pt x="153" y="452"/>
                  <a:pt x="217" y="453"/>
                </a:cubicBezTo>
                <a:lnTo>
                  <a:pt x="217" y="453"/>
                </a:lnTo>
                <a:cubicBezTo>
                  <a:pt x="167" y="493"/>
                  <a:pt x="103" y="516"/>
                  <a:pt x="35" y="516"/>
                </a:cubicBezTo>
                <a:lnTo>
                  <a:pt x="35" y="516"/>
                </a:lnTo>
                <a:cubicBezTo>
                  <a:pt x="23" y="516"/>
                  <a:pt x="12" y="516"/>
                  <a:pt x="0" y="514"/>
                </a:cubicBezTo>
                <a:lnTo>
                  <a:pt x="0" y="514"/>
                </a:lnTo>
                <a:cubicBezTo>
                  <a:pt x="65" y="555"/>
                  <a:pt x="142" y="580"/>
                  <a:pt x="224" y="580"/>
                </a:cubicBezTo>
                <a:lnTo>
                  <a:pt x="224" y="580"/>
                </a:lnTo>
                <a:cubicBezTo>
                  <a:pt x="493" y="580"/>
                  <a:pt x="641" y="357"/>
                  <a:pt x="641" y="163"/>
                </a:cubicBezTo>
                <a:lnTo>
                  <a:pt x="641" y="163"/>
                </a:lnTo>
                <a:cubicBezTo>
                  <a:pt x="641" y="157"/>
                  <a:pt x="640" y="151"/>
                  <a:pt x="640" y="144"/>
                </a:cubicBezTo>
                <a:lnTo>
                  <a:pt x="640" y="144"/>
                </a:lnTo>
                <a:cubicBezTo>
                  <a:pt x="669" y="124"/>
                  <a:pt x="694" y="98"/>
                  <a:pt x="713" y="69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362">
            <a:extLst>
              <a:ext uri="{FF2B5EF4-FFF2-40B4-BE49-F238E27FC236}">
                <a16:creationId xmlns:a16="http://schemas.microsoft.com/office/drawing/2014/main" id="{555DB499-448F-0849-BD1A-43899F6C2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4159" y="8753065"/>
            <a:ext cx="889856" cy="895347"/>
          </a:xfrm>
          <a:custGeom>
            <a:avLst/>
            <a:gdLst>
              <a:gd name="T0" fmla="*/ 520 w 714"/>
              <a:gd name="T1" fmla="*/ 430 h 718"/>
              <a:gd name="T2" fmla="*/ 459 w 714"/>
              <a:gd name="T3" fmla="*/ 401 h 718"/>
              <a:gd name="T4" fmla="*/ 440 w 714"/>
              <a:gd name="T5" fmla="*/ 406 h 718"/>
              <a:gd name="T6" fmla="*/ 412 w 714"/>
              <a:gd name="T7" fmla="*/ 441 h 718"/>
              <a:gd name="T8" fmla="*/ 392 w 714"/>
              <a:gd name="T9" fmla="*/ 443 h 718"/>
              <a:gd name="T10" fmla="*/ 321 w 714"/>
              <a:gd name="T11" fmla="*/ 398 h 718"/>
              <a:gd name="T12" fmla="*/ 271 w 714"/>
              <a:gd name="T13" fmla="*/ 337 h 718"/>
              <a:gd name="T14" fmla="*/ 275 w 714"/>
              <a:gd name="T15" fmla="*/ 319 h 718"/>
              <a:gd name="T16" fmla="*/ 289 w 714"/>
              <a:gd name="T17" fmla="*/ 304 h 718"/>
              <a:gd name="T18" fmla="*/ 298 w 714"/>
              <a:gd name="T19" fmla="*/ 288 h 718"/>
              <a:gd name="T20" fmla="*/ 297 w 714"/>
              <a:gd name="T21" fmla="*/ 273 h 718"/>
              <a:gd name="T22" fmla="*/ 270 w 714"/>
              <a:gd name="T23" fmla="*/ 207 h 718"/>
              <a:gd name="T24" fmla="*/ 250 w 714"/>
              <a:gd name="T25" fmla="*/ 192 h 718"/>
              <a:gd name="T26" fmla="*/ 232 w 714"/>
              <a:gd name="T27" fmla="*/ 192 h 718"/>
              <a:gd name="T28" fmla="*/ 208 w 714"/>
              <a:gd name="T29" fmla="*/ 203 h 718"/>
              <a:gd name="T30" fmla="*/ 178 w 714"/>
              <a:gd name="T31" fmla="*/ 277 h 718"/>
              <a:gd name="T32" fmla="*/ 214 w 714"/>
              <a:gd name="T33" fmla="*/ 368 h 718"/>
              <a:gd name="T34" fmla="*/ 366 w 714"/>
              <a:gd name="T35" fmla="*/ 502 h 718"/>
              <a:gd name="T36" fmla="*/ 416 w 714"/>
              <a:gd name="T37" fmla="*/ 522 h 718"/>
              <a:gd name="T38" fmla="*/ 472 w 714"/>
              <a:gd name="T39" fmla="*/ 525 h 718"/>
              <a:gd name="T40" fmla="*/ 532 w 714"/>
              <a:gd name="T41" fmla="*/ 482 h 718"/>
              <a:gd name="T42" fmla="*/ 537 w 714"/>
              <a:gd name="T43" fmla="*/ 441 h 718"/>
              <a:gd name="T44" fmla="*/ 358 w 714"/>
              <a:gd name="T45" fmla="*/ 651 h 718"/>
              <a:gd name="T46" fmla="*/ 358 w 714"/>
              <a:gd name="T47" fmla="*/ 651 h 718"/>
              <a:gd name="T48" fmla="*/ 197 w 714"/>
              <a:gd name="T49" fmla="*/ 603 h 718"/>
              <a:gd name="T50" fmla="*/ 115 w 714"/>
              <a:gd name="T51" fmla="*/ 524 h 718"/>
              <a:gd name="T52" fmla="*/ 108 w 714"/>
              <a:gd name="T53" fmla="*/ 513 h 718"/>
              <a:gd name="T54" fmla="*/ 63 w 714"/>
              <a:gd name="T55" fmla="*/ 356 h 718"/>
              <a:gd name="T56" fmla="*/ 358 w 714"/>
              <a:gd name="T57" fmla="*/ 61 h 718"/>
              <a:gd name="T58" fmla="*/ 567 w 714"/>
              <a:gd name="T59" fmla="*/ 147 h 718"/>
              <a:gd name="T60" fmla="*/ 653 w 714"/>
              <a:gd name="T61" fmla="*/ 356 h 718"/>
              <a:gd name="T62" fmla="*/ 610 w 714"/>
              <a:gd name="T63" fmla="*/ 105 h 718"/>
              <a:gd name="T64" fmla="*/ 358 w 714"/>
              <a:gd name="T65" fmla="*/ 0 h 718"/>
              <a:gd name="T66" fmla="*/ 3 w 714"/>
              <a:gd name="T67" fmla="*/ 356 h 718"/>
              <a:gd name="T68" fmla="*/ 51 w 714"/>
              <a:gd name="T69" fmla="*/ 533 h 718"/>
              <a:gd name="T70" fmla="*/ 188 w 714"/>
              <a:gd name="T71" fmla="*/ 668 h 718"/>
              <a:gd name="T72" fmla="*/ 358 w 714"/>
              <a:gd name="T73" fmla="*/ 711 h 718"/>
              <a:gd name="T74" fmla="*/ 358 w 714"/>
              <a:gd name="T75" fmla="*/ 711 h 718"/>
              <a:gd name="T76" fmla="*/ 713 w 714"/>
              <a:gd name="T77" fmla="*/ 356 h 718"/>
              <a:gd name="T78" fmla="*/ 358 w 714"/>
              <a:gd name="T79" fmla="*/ 651 h 7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14" h="718">
                <a:moveTo>
                  <a:pt x="520" y="430"/>
                </a:moveTo>
                <a:lnTo>
                  <a:pt x="520" y="430"/>
                </a:lnTo>
                <a:cubicBezTo>
                  <a:pt x="511" y="425"/>
                  <a:pt x="468" y="404"/>
                  <a:pt x="459" y="401"/>
                </a:cubicBezTo>
                <a:lnTo>
                  <a:pt x="459" y="401"/>
                </a:lnTo>
                <a:cubicBezTo>
                  <a:pt x="451" y="398"/>
                  <a:pt x="445" y="397"/>
                  <a:pt x="440" y="406"/>
                </a:cubicBezTo>
                <a:lnTo>
                  <a:pt x="440" y="406"/>
                </a:lnTo>
                <a:cubicBezTo>
                  <a:pt x="434" y="414"/>
                  <a:pt x="417" y="435"/>
                  <a:pt x="412" y="441"/>
                </a:cubicBezTo>
                <a:lnTo>
                  <a:pt x="412" y="441"/>
                </a:lnTo>
                <a:cubicBezTo>
                  <a:pt x="406" y="446"/>
                  <a:pt x="401" y="447"/>
                  <a:pt x="392" y="443"/>
                </a:cubicBezTo>
                <a:lnTo>
                  <a:pt x="392" y="443"/>
                </a:lnTo>
                <a:cubicBezTo>
                  <a:pt x="384" y="438"/>
                  <a:pt x="355" y="429"/>
                  <a:pt x="321" y="398"/>
                </a:cubicBezTo>
                <a:lnTo>
                  <a:pt x="321" y="398"/>
                </a:lnTo>
                <a:cubicBezTo>
                  <a:pt x="295" y="375"/>
                  <a:pt x="276" y="346"/>
                  <a:pt x="271" y="337"/>
                </a:cubicBezTo>
                <a:lnTo>
                  <a:pt x="271" y="337"/>
                </a:lnTo>
                <a:cubicBezTo>
                  <a:pt x="266" y="328"/>
                  <a:pt x="271" y="323"/>
                  <a:pt x="275" y="319"/>
                </a:cubicBezTo>
                <a:lnTo>
                  <a:pt x="275" y="319"/>
                </a:lnTo>
                <a:cubicBezTo>
                  <a:pt x="280" y="315"/>
                  <a:pt x="284" y="309"/>
                  <a:pt x="289" y="304"/>
                </a:cubicBezTo>
                <a:lnTo>
                  <a:pt x="289" y="304"/>
                </a:lnTo>
                <a:cubicBezTo>
                  <a:pt x="293" y="298"/>
                  <a:pt x="295" y="294"/>
                  <a:pt x="298" y="288"/>
                </a:cubicBezTo>
                <a:lnTo>
                  <a:pt x="298" y="288"/>
                </a:lnTo>
                <a:cubicBezTo>
                  <a:pt x="300" y="283"/>
                  <a:pt x="299" y="277"/>
                  <a:pt x="297" y="273"/>
                </a:cubicBezTo>
                <a:lnTo>
                  <a:pt x="297" y="273"/>
                </a:lnTo>
                <a:cubicBezTo>
                  <a:pt x="295" y="269"/>
                  <a:pt x="277" y="225"/>
                  <a:pt x="270" y="207"/>
                </a:cubicBezTo>
                <a:lnTo>
                  <a:pt x="270" y="207"/>
                </a:lnTo>
                <a:cubicBezTo>
                  <a:pt x="262" y="190"/>
                  <a:pt x="255" y="192"/>
                  <a:pt x="250" y="192"/>
                </a:cubicBezTo>
                <a:lnTo>
                  <a:pt x="250" y="192"/>
                </a:lnTo>
                <a:cubicBezTo>
                  <a:pt x="245" y="192"/>
                  <a:pt x="239" y="192"/>
                  <a:pt x="232" y="192"/>
                </a:cubicBezTo>
                <a:lnTo>
                  <a:pt x="232" y="192"/>
                </a:lnTo>
                <a:cubicBezTo>
                  <a:pt x="226" y="192"/>
                  <a:pt x="217" y="194"/>
                  <a:pt x="208" y="203"/>
                </a:cubicBezTo>
                <a:lnTo>
                  <a:pt x="208" y="203"/>
                </a:lnTo>
                <a:cubicBezTo>
                  <a:pt x="201" y="212"/>
                  <a:pt x="178" y="233"/>
                  <a:pt x="178" y="277"/>
                </a:cubicBezTo>
                <a:lnTo>
                  <a:pt x="178" y="277"/>
                </a:lnTo>
                <a:cubicBezTo>
                  <a:pt x="178" y="320"/>
                  <a:pt x="210" y="363"/>
                  <a:pt x="214" y="368"/>
                </a:cubicBezTo>
                <a:lnTo>
                  <a:pt x="214" y="368"/>
                </a:lnTo>
                <a:cubicBezTo>
                  <a:pt x="218" y="375"/>
                  <a:pt x="276" y="464"/>
                  <a:pt x="366" y="502"/>
                </a:cubicBezTo>
                <a:lnTo>
                  <a:pt x="366" y="502"/>
                </a:lnTo>
                <a:cubicBezTo>
                  <a:pt x="386" y="512"/>
                  <a:pt x="403" y="517"/>
                  <a:pt x="416" y="522"/>
                </a:cubicBezTo>
                <a:lnTo>
                  <a:pt x="416" y="522"/>
                </a:lnTo>
                <a:cubicBezTo>
                  <a:pt x="437" y="528"/>
                  <a:pt x="457" y="527"/>
                  <a:pt x="472" y="525"/>
                </a:cubicBezTo>
                <a:lnTo>
                  <a:pt x="472" y="525"/>
                </a:lnTo>
                <a:cubicBezTo>
                  <a:pt x="489" y="522"/>
                  <a:pt x="525" y="503"/>
                  <a:pt x="532" y="482"/>
                </a:cubicBezTo>
                <a:lnTo>
                  <a:pt x="532" y="482"/>
                </a:lnTo>
                <a:cubicBezTo>
                  <a:pt x="539" y="462"/>
                  <a:pt x="539" y="444"/>
                  <a:pt x="537" y="441"/>
                </a:cubicBezTo>
                <a:lnTo>
                  <a:pt x="537" y="441"/>
                </a:lnTo>
                <a:cubicBezTo>
                  <a:pt x="535" y="436"/>
                  <a:pt x="529" y="435"/>
                  <a:pt x="520" y="430"/>
                </a:cubicBezTo>
                <a:close/>
                <a:moveTo>
                  <a:pt x="358" y="651"/>
                </a:moveTo>
                <a:lnTo>
                  <a:pt x="358" y="651"/>
                </a:lnTo>
                <a:lnTo>
                  <a:pt x="358" y="651"/>
                </a:lnTo>
                <a:cubicBezTo>
                  <a:pt x="305" y="651"/>
                  <a:pt x="253" y="637"/>
                  <a:pt x="208" y="610"/>
                </a:cubicBezTo>
                <a:lnTo>
                  <a:pt x="197" y="603"/>
                </a:lnTo>
                <a:lnTo>
                  <a:pt x="85" y="633"/>
                </a:lnTo>
                <a:lnTo>
                  <a:pt x="115" y="524"/>
                </a:lnTo>
                <a:lnTo>
                  <a:pt x="108" y="513"/>
                </a:lnTo>
                <a:lnTo>
                  <a:pt x="108" y="513"/>
                </a:lnTo>
                <a:cubicBezTo>
                  <a:pt x="78" y="466"/>
                  <a:pt x="63" y="411"/>
                  <a:pt x="63" y="356"/>
                </a:cubicBezTo>
                <a:lnTo>
                  <a:pt x="63" y="356"/>
                </a:lnTo>
                <a:cubicBezTo>
                  <a:pt x="63" y="193"/>
                  <a:pt x="196" y="61"/>
                  <a:pt x="358" y="61"/>
                </a:cubicBezTo>
                <a:lnTo>
                  <a:pt x="358" y="61"/>
                </a:lnTo>
                <a:cubicBezTo>
                  <a:pt x="437" y="61"/>
                  <a:pt x="511" y="92"/>
                  <a:pt x="567" y="147"/>
                </a:cubicBezTo>
                <a:lnTo>
                  <a:pt x="567" y="147"/>
                </a:lnTo>
                <a:cubicBezTo>
                  <a:pt x="623" y="203"/>
                  <a:pt x="653" y="277"/>
                  <a:pt x="653" y="356"/>
                </a:cubicBezTo>
                <a:lnTo>
                  <a:pt x="653" y="356"/>
                </a:lnTo>
                <a:cubicBezTo>
                  <a:pt x="653" y="518"/>
                  <a:pt x="521" y="651"/>
                  <a:pt x="358" y="651"/>
                </a:cubicBezTo>
                <a:lnTo>
                  <a:pt x="610" y="105"/>
                </a:lnTo>
                <a:lnTo>
                  <a:pt x="610" y="105"/>
                </a:lnTo>
                <a:cubicBezTo>
                  <a:pt x="543" y="38"/>
                  <a:pt x="453" y="0"/>
                  <a:pt x="358" y="0"/>
                </a:cubicBezTo>
                <a:lnTo>
                  <a:pt x="358" y="0"/>
                </a:lnTo>
                <a:cubicBezTo>
                  <a:pt x="163" y="0"/>
                  <a:pt x="3" y="160"/>
                  <a:pt x="3" y="356"/>
                </a:cubicBezTo>
                <a:lnTo>
                  <a:pt x="3" y="356"/>
                </a:lnTo>
                <a:cubicBezTo>
                  <a:pt x="3" y="418"/>
                  <a:pt x="20" y="479"/>
                  <a:pt x="51" y="533"/>
                </a:cubicBezTo>
                <a:lnTo>
                  <a:pt x="0" y="717"/>
                </a:lnTo>
                <a:lnTo>
                  <a:pt x="188" y="668"/>
                </a:lnTo>
                <a:lnTo>
                  <a:pt x="188" y="668"/>
                </a:lnTo>
                <a:cubicBezTo>
                  <a:pt x="240" y="696"/>
                  <a:pt x="298" y="711"/>
                  <a:pt x="358" y="711"/>
                </a:cubicBezTo>
                <a:lnTo>
                  <a:pt x="358" y="711"/>
                </a:lnTo>
                <a:lnTo>
                  <a:pt x="358" y="711"/>
                </a:lnTo>
                <a:cubicBezTo>
                  <a:pt x="554" y="711"/>
                  <a:pt x="713" y="552"/>
                  <a:pt x="713" y="356"/>
                </a:cubicBezTo>
                <a:lnTo>
                  <a:pt x="713" y="356"/>
                </a:lnTo>
                <a:cubicBezTo>
                  <a:pt x="713" y="261"/>
                  <a:pt x="676" y="172"/>
                  <a:pt x="610" y="105"/>
                </a:cubicBezTo>
                <a:lnTo>
                  <a:pt x="358" y="6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363">
            <a:extLst>
              <a:ext uri="{FF2B5EF4-FFF2-40B4-BE49-F238E27FC236}">
                <a16:creationId xmlns:a16="http://schemas.microsoft.com/office/drawing/2014/main" id="{35402087-0505-3947-AB78-442FB746C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1198" y="10714045"/>
            <a:ext cx="961262" cy="741548"/>
          </a:xfrm>
          <a:custGeom>
            <a:avLst/>
            <a:gdLst>
              <a:gd name="T0" fmla="*/ 356 w 773"/>
              <a:gd name="T1" fmla="*/ 229 h 595"/>
              <a:gd name="T2" fmla="*/ 474 w 773"/>
              <a:gd name="T3" fmla="*/ 297 h 595"/>
              <a:gd name="T4" fmla="*/ 356 w 773"/>
              <a:gd name="T5" fmla="*/ 364 h 595"/>
              <a:gd name="T6" fmla="*/ 356 w 773"/>
              <a:gd name="T7" fmla="*/ 229 h 595"/>
              <a:gd name="T8" fmla="*/ 296 w 773"/>
              <a:gd name="T9" fmla="*/ 127 h 595"/>
              <a:gd name="T10" fmla="*/ 296 w 773"/>
              <a:gd name="T11" fmla="*/ 466 h 595"/>
              <a:gd name="T12" fmla="*/ 341 w 773"/>
              <a:gd name="T13" fmla="*/ 442 h 595"/>
              <a:gd name="T14" fmla="*/ 550 w 773"/>
              <a:gd name="T15" fmla="*/ 323 h 595"/>
              <a:gd name="T16" fmla="*/ 593 w 773"/>
              <a:gd name="T17" fmla="*/ 297 h 595"/>
              <a:gd name="T18" fmla="*/ 550 w 773"/>
              <a:gd name="T19" fmla="*/ 271 h 595"/>
              <a:gd name="T20" fmla="*/ 341 w 773"/>
              <a:gd name="T21" fmla="*/ 152 h 595"/>
              <a:gd name="T22" fmla="*/ 296 w 773"/>
              <a:gd name="T23" fmla="*/ 127 h 595"/>
              <a:gd name="T24" fmla="*/ 385 w 773"/>
              <a:gd name="T25" fmla="*/ 59 h 595"/>
              <a:gd name="T26" fmla="*/ 385 w 773"/>
              <a:gd name="T27" fmla="*/ 59 h 595"/>
              <a:gd name="T28" fmla="*/ 649 w 773"/>
              <a:gd name="T29" fmla="*/ 79 h 595"/>
              <a:gd name="T30" fmla="*/ 649 w 773"/>
              <a:gd name="T31" fmla="*/ 79 h 595"/>
              <a:gd name="T32" fmla="*/ 698 w 773"/>
              <a:gd name="T33" fmla="*/ 126 h 595"/>
              <a:gd name="T34" fmla="*/ 698 w 773"/>
              <a:gd name="T35" fmla="*/ 126 h 595"/>
              <a:gd name="T36" fmla="*/ 713 w 773"/>
              <a:gd name="T37" fmla="*/ 297 h 595"/>
              <a:gd name="T38" fmla="*/ 713 w 773"/>
              <a:gd name="T39" fmla="*/ 297 h 595"/>
              <a:gd name="T40" fmla="*/ 698 w 773"/>
              <a:gd name="T41" fmla="*/ 468 h 595"/>
              <a:gd name="T42" fmla="*/ 698 w 773"/>
              <a:gd name="T43" fmla="*/ 468 h 595"/>
              <a:gd name="T44" fmla="*/ 649 w 773"/>
              <a:gd name="T45" fmla="*/ 515 h 595"/>
              <a:gd name="T46" fmla="*/ 649 w 773"/>
              <a:gd name="T47" fmla="*/ 515 h 595"/>
              <a:gd name="T48" fmla="*/ 385 w 773"/>
              <a:gd name="T49" fmla="*/ 534 h 595"/>
              <a:gd name="T50" fmla="*/ 385 w 773"/>
              <a:gd name="T51" fmla="*/ 534 h 595"/>
              <a:gd name="T52" fmla="*/ 123 w 773"/>
              <a:gd name="T53" fmla="*/ 515 h 595"/>
              <a:gd name="T54" fmla="*/ 123 w 773"/>
              <a:gd name="T55" fmla="*/ 515 h 595"/>
              <a:gd name="T56" fmla="*/ 74 w 773"/>
              <a:gd name="T57" fmla="*/ 468 h 595"/>
              <a:gd name="T58" fmla="*/ 74 w 773"/>
              <a:gd name="T59" fmla="*/ 468 h 595"/>
              <a:gd name="T60" fmla="*/ 59 w 773"/>
              <a:gd name="T61" fmla="*/ 297 h 595"/>
              <a:gd name="T62" fmla="*/ 59 w 773"/>
              <a:gd name="T63" fmla="*/ 297 h 595"/>
              <a:gd name="T64" fmla="*/ 74 w 773"/>
              <a:gd name="T65" fmla="*/ 126 h 595"/>
              <a:gd name="T66" fmla="*/ 74 w 773"/>
              <a:gd name="T67" fmla="*/ 126 h 595"/>
              <a:gd name="T68" fmla="*/ 123 w 773"/>
              <a:gd name="T69" fmla="*/ 79 h 595"/>
              <a:gd name="T70" fmla="*/ 123 w 773"/>
              <a:gd name="T71" fmla="*/ 79 h 595"/>
              <a:gd name="T72" fmla="*/ 385 w 773"/>
              <a:gd name="T73" fmla="*/ 59 h 595"/>
              <a:gd name="T74" fmla="*/ 385 w 773"/>
              <a:gd name="T75" fmla="*/ 0 h 595"/>
              <a:gd name="T76" fmla="*/ 385 w 773"/>
              <a:gd name="T77" fmla="*/ 0 h 595"/>
              <a:gd name="T78" fmla="*/ 115 w 773"/>
              <a:gd name="T79" fmla="*/ 20 h 595"/>
              <a:gd name="T80" fmla="*/ 115 w 773"/>
              <a:gd name="T81" fmla="*/ 20 h 595"/>
              <a:gd name="T82" fmla="*/ 15 w 773"/>
              <a:gd name="T83" fmla="*/ 115 h 595"/>
              <a:gd name="T84" fmla="*/ 15 w 773"/>
              <a:gd name="T85" fmla="*/ 115 h 595"/>
              <a:gd name="T86" fmla="*/ 0 w 773"/>
              <a:gd name="T87" fmla="*/ 297 h 595"/>
              <a:gd name="T88" fmla="*/ 0 w 773"/>
              <a:gd name="T89" fmla="*/ 297 h 595"/>
              <a:gd name="T90" fmla="*/ 15 w 773"/>
              <a:gd name="T91" fmla="*/ 479 h 595"/>
              <a:gd name="T92" fmla="*/ 15 w 773"/>
              <a:gd name="T93" fmla="*/ 479 h 595"/>
              <a:gd name="T94" fmla="*/ 115 w 773"/>
              <a:gd name="T95" fmla="*/ 574 h 595"/>
              <a:gd name="T96" fmla="*/ 115 w 773"/>
              <a:gd name="T97" fmla="*/ 574 h 595"/>
              <a:gd name="T98" fmla="*/ 385 w 773"/>
              <a:gd name="T99" fmla="*/ 594 h 595"/>
              <a:gd name="T100" fmla="*/ 385 w 773"/>
              <a:gd name="T101" fmla="*/ 594 h 595"/>
              <a:gd name="T102" fmla="*/ 657 w 773"/>
              <a:gd name="T103" fmla="*/ 574 h 595"/>
              <a:gd name="T104" fmla="*/ 657 w 773"/>
              <a:gd name="T105" fmla="*/ 574 h 595"/>
              <a:gd name="T106" fmla="*/ 756 w 773"/>
              <a:gd name="T107" fmla="*/ 479 h 595"/>
              <a:gd name="T108" fmla="*/ 756 w 773"/>
              <a:gd name="T109" fmla="*/ 479 h 595"/>
              <a:gd name="T110" fmla="*/ 772 w 773"/>
              <a:gd name="T111" fmla="*/ 297 h 595"/>
              <a:gd name="T112" fmla="*/ 772 w 773"/>
              <a:gd name="T113" fmla="*/ 297 h 595"/>
              <a:gd name="T114" fmla="*/ 756 w 773"/>
              <a:gd name="T115" fmla="*/ 115 h 595"/>
              <a:gd name="T116" fmla="*/ 756 w 773"/>
              <a:gd name="T117" fmla="*/ 115 h 595"/>
              <a:gd name="T118" fmla="*/ 657 w 773"/>
              <a:gd name="T119" fmla="*/ 20 h 595"/>
              <a:gd name="T120" fmla="*/ 657 w 773"/>
              <a:gd name="T121" fmla="*/ 20 h 595"/>
              <a:gd name="T122" fmla="*/ 385 w 773"/>
              <a:gd name="T123" fmla="*/ 0 h 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773" h="595">
                <a:moveTo>
                  <a:pt x="356" y="229"/>
                </a:moveTo>
                <a:lnTo>
                  <a:pt x="474" y="297"/>
                </a:lnTo>
                <a:lnTo>
                  <a:pt x="356" y="364"/>
                </a:lnTo>
                <a:lnTo>
                  <a:pt x="356" y="229"/>
                </a:lnTo>
                <a:close/>
                <a:moveTo>
                  <a:pt x="296" y="127"/>
                </a:moveTo>
                <a:lnTo>
                  <a:pt x="296" y="466"/>
                </a:lnTo>
                <a:lnTo>
                  <a:pt x="341" y="442"/>
                </a:lnTo>
                <a:lnTo>
                  <a:pt x="550" y="323"/>
                </a:lnTo>
                <a:lnTo>
                  <a:pt x="593" y="297"/>
                </a:lnTo>
                <a:lnTo>
                  <a:pt x="550" y="271"/>
                </a:lnTo>
                <a:lnTo>
                  <a:pt x="341" y="152"/>
                </a:lnTo>
                <a:lnTo>
                  <a:pt x="296" y="127"/>
                </a:lnTo>
                <a:close/>
                <a:moveTo>
                  <a:pt x="385" y="59"/>
                </a:moveTo>
                <a:lnTo>
                  <a:pt x="385" y="59"/>
                </a:lnTo>
                <a:cubicBezTo>
                  <a:pt x="494" y="59"/>
                  <a:pt x="590" y="70"/>
                  <a:pt x="649" y="79"/>
                </a:cubicBezTo>
                <a:lnTo>
                  <a:pt x="649" y="79"/>
                </a:lnTo>
                <a:cubicBezTo>
                  <a:pt x="673" y="82"/>
                  <a:pt x="693" y="101"/>
                  <a:pt x="698" y="126"/>
                </a:cubicBezTo>
                <a:lnTo>
                  <a:pt x="698" y="126"/>
                </a:lnTo>
                <a:cubicBezTo>
                  <a:pt x="705" y="165"/>
                  <a:pt x="713" y="223"/>
                  <a:pt x="713" y="297"/>
                </a:cubicBezTo>
                <a:lnTo>
                  <a:pt x="713" y="297"/>
                </a:lnTo>
                <a:cubicBezTo>
                  <a:pt x="713" y="370"/>
                  <a:pt x="705" y="429"/>
                  <a:pt x="698" y="468"/>
                </a:cubicBezTo>
                <a:lnTo>
                  <a:pt x="698" y="468"/>
                </a:lnTo>
                <a:cubicBezTo>
                  <a:pt x="693" y="492"/>
                  <a:pt x="673" y="512"/>
                  <a:pt x="649" y="515"/>
                </a:cubicBezTo>
                <a:lnTo>
                  <a:pt x="649" y="515"/>
                </a:lnTo>
                <a:cubicBezTo>
                  <a:pt x="590" y="523"/>
                  <a:pt x="493" y="534"/>
                  <a:pt x="385" y="534"/>
                </a:cubicBezTo>
                <a:lnTo>
                  <a:pt x="385" y="534"/>
                </a:lnTo>
                <a:cubicBezTo>
                  <a:pt x="279" y="534"/>
                  <a:pt x="181" y="523"/>
                  <a:pt x="123" y="515"/>
                </a:cubicBezTo>
                <a:lnTo>
                  <a:pt x="123" y="515"/>
                </a:lnTo>
                <a:cubicBezTo>
                  <a:pt x="98" y="512"/>
                  <a:pt x="78" y="492"/>
                  <a:pt x="74" y="468"/>
                </a:cubicBezTo>
                <a:lnTo>
                  <a:pt x="74" y="468"/>
                </a:lnTo>
                <a:cubicBezTo>
                  <a:pt x="66" y="429"/>
                  <a:pt x="59" y="370"/>
                  <a:pt x="59" y="297"/>
                </a:cubicBezTo>
                <a:lnTo>
                  <a:pt x="59" y="297"/>
                </a:lnTo>
                <a:cubicBezTo>
                  <a:pt x="59" y="223"/>
                  <a:pt x="66" y="165"/>
                  <a:pt x="74" y="126"/>
                </a:cubicBezTo>
                <a:lnTo>
                  <a:pt x="74" y="126"/>
                </a:lnTo>
                <a:cubicBezTo>
                  <a:pt x="78" y="101"/>
                  <a:pt x="97" y="82"/>
                  <a:pt x="123" y="79"/>
                </a:cubicBezTo>
                <a:lnTo>
                  <a:pt x="123" y="79"/>
                </a:lnTo>
                <a:cubicBezTo>
                  <a:pt x="181" y="70"/>
                  <a:pt x="278" y="59"/>
                  <a:pt x="385" y="59"/>
                </a:cubicBezTo>
                <a:close/>
                <a:moveTo>
                  <a:pt x="385" y="0"/>
                </a:moveTo>
                <a:lnTo>
                  <a:pt x="385" y="0"/>
                </a:lnTo>
                <a:cubicBezTo>
                  <a:pt x="274" y="0"/>
                  <a:pt x="175" y="12"/>
                  <a:pt x="115" y="20"/>
                </a:cubicBezTo>
                <a:lnTo>
                  <a:pt x="115" y="20"/>
                </a:lnTo>
                <a:cubicBezTo>
                  <a:pt x="64" y="28"/>
                  <a:pt x="24" y="65"/>
                  <a:pt x="15" y="115"/>
                </a:cubicBezTo>
                <a:lnTo>
                  <a:pt x="15" y="115"/>
                </a:lnTo>
                <a:cubicBezTo>
                  <a:pt x="7" y="157"/>
                  <a:pt x="0" y="219"/>
                  <a:pt x="0" y="297"/>
                </a:cubicBezTo>
                <a:lnTo>
                  <a:pt x="0" y="297"/>
                </a:lnTo>
                <a:cubicBezTo>
                  <a:pt x="0" y="375"/>
                  <a:pt x="7" y="437"/>
                  <a:pt x="15" y="479"/>
                </a:cubicBezTo>
                <a:lnTo>
                  <a:pt x="15" y="479"/>
                </a:lnTo>
                <a:cubicBezTo>
                  <a:pt x="24" y="529"/>
                  <a:pt x="64" y="566"/>
                  <a:pt x="115" y="574"/>
                </a:cubicBezTo>
                <a:lnTo>
                  <a:pt x="115" y="574"/>
                </a:lnTo>
                <a:cubicBezTo>
                  <a:pt x="175" y="583"/>
                  <a:pt x="274" y="594"/>
                  <a:pt x="385" y="594"/>
                </a:cubicBezTo>
                <a:lnTo>
                  <a:pt x="385" y="594"/>
                </a:lnTo>
                <a:cubicBezTo>
                  <a:pt x="497" y="594"/>
                  <a:pt x="597" y="583"/>
                  <a:pt x="657" y="574"/>
                </a:cubicBezTo>
                <a:lnTo>
                  <a:pt x="657" y="574"/>
                </a:lnTo>
                <a:cubicBezTo>
                  <a:pt x="707" y="566"/>
                  <a:pt x="747" y="529"/>
                  <a:pt x="756" y="479"/>
                </a:cubicBezTo>
                <a:lnTo>
                  <a:pt x="756" y="479"/>
                </a:lnTo>
                <a:cubicBezTo>
                  <a:pt x="764" y="437"/>
                  <a:pt x="772" y="374"/>
                  <a:pt x="772" y="297"/>
                </a:cubicBezTo>
                <a:lnTo>
                  <a:pt x="772" y="297"/>
                </a:lnTo>
                <a:cubicBezTo>
                  <a:pt x="772" y="219"/>
                  <a:pt x="764" y="157"/>
                  <a:pt x="756" y="115"/>
                </a:cubicBezTo>
                <a:lnTo>
                  <a:pt x="756" y="115"/>
                </a:lnTo>
                <a:cubicBezTo>
                  <a:pt x="747" y="65"/>
                  <a:pt x="707" y="28"/>
                  <a:pt x="657" y="20"/>
                </a:cubicBezTo>
                <a:lnTo>
                  <a:pt x="657" y="20"/>
                </a:lnTo>
                <a:cubicBezTo>
                  <a:pt x="597" y="12"/>
                  <a:pt x="498" y="0"/>
                  <a:pt x="38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Line 368">
            <a:extLst>
              <a:ext uri="{FF2B5EF4-FFF2-40B4-BE49-F238E27FC236}">
                <a16:creationId xmlns:a16="http://schemas.microsoft.com/office/drawing/2014/main" id="{47FC003C-C67E-D14E-81D8-F88386C25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05872" y="5435335"/>
            <a:ext cx="763516" cy="0"/>
          </a:xfrm>
          <a:prstGeom prst="line">
            <a:avLst/>
          </a:prstGeom>
          <a:noFill/>
          <a:ln w="38100" cap="flat">
            <a:solidFill>
              <a:schemeClr val="accent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Line 369">
            <a:extLst>
              <a:ext uri="{FF2B5EF4-FFF2-40B4-BE49-F238E27FC236}">
                <a16:creationId xmlns:a16="http://schemas.microsoft.com/office/drawing/2014/main" id="{4EA7C262-1E61-644D-91C3-F158B1612D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05876" y="4880544"/>
            <a:ext cx="0" cy="1098587"/>
          </a:xfrm>
          <a:prstGeom prst="line">
            <a:avLst/>
          </a:prstGeom>
          <a:noFill/>
          <a:ln w="38100" cap="flat">
            <a:solidFill>
              <a:schemeClr val="accent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Line 370">
            <a:extLst>
              <a:ext uri="{FF2B5EF4-FFF2-40B4-BE49-F238E27FC236}">
                <a16:creationId xmlns:a16="http://schemas.microsoft.com/office/drawing/2014/main" id="{835DD517-03A7-0C42-B17C-6CAC3C591A31}"/>
              </a:ext>
            </a:extLst>
          </p:cNvPr>
          <p:cNvSpPr>
            <a:spLocks noChangeShapeType="1"/>
          </p:cNvSpPr>
          <p:nvPr/>
        </p:nvSpPr>
        <p:spPr bwMode="auto">
          <a:xfrm>
            <a:off x="8937006" y="9197991"/>
            <a:ext cx="763520" cy="0"/>
          </a:xfrm>
          <a:prstGeom prst="line">
            <a:avLst/>
          </a:prstGeom>
          <a:noFill/>
          <a:ln w="38100" cap="flat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Line 371">
            <a:extLst>
              <a:ext uri="{FF2B5EF4-FFF2-40B4-BE49-F238E27FC236}">
                <a16:creationId xmlns:a16="http://schemas.microsoft.com/office/drawing/2014/main" id="{0A1E7FCD-582D-214D-AB78-0AF3B9B0FB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37002" y="8648697"/>
            <a:ext cx="0" cy="1098587"/>
          </a:xfrm>
          <a:prstGeom prst="line">
            <a:avLst/>
          </a:prstGeom>
          <a:noFill/>
          <a:ln w="38100" cap="flat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Line 372">
            <a:extLst>
              <a:ext uri="{FF2B5EF4-FFF2-40B4-BE49-F238E27FC236}">
                <a16:creationId xmlns:a16="http://schemas.microsoft.com/office/drawing/2014/main" id="{604729AA-5C3F-114F-AEE4-DCD65B57E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9568691" y="7313919"/>
            <a:ext cx="763516" cy="0"/>
          </a:xfrm>
          <a:prstGeom prst="line">
            <a:avLst/>
          </a:prstGeom>
          <a:noFill/>
          <a:ln w="38100" cap="flat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Line 373">
            <a:extLst>
              <a:ext uri="{FF2B5EF4-FFF2-40B4-BE49-F238E27FC236}">
                <a16:creationId xmlns:a16="http://schemas.microsoft.com/office/drawing/2014/main" id="{38475C88-DF60-2C49-8DC8-9413EB8E73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68695" y="6764622"/>
            <a:ext cx="0" cy="1098587"/>
          </a:xfrm>
          <a:prstGeom prst="line">
            <a:avLst/>
          </a:prstGeom>
          <a:noFill/>
          <a:ln w="38100" cap="flat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Line 374">
            <a:extLst>
              <a:ext uri="{FF2B5EF4-FFF2-40B4-BE49-F238E27FC236}">
                <a16:creationId xmlns:a16="http://schemas.microsoft.com/office/drawing/2014/main" id="{B4489FEA-5E56-A641-875F-00DA77039F1B}"/>
              </a:ext>
            </a:extLst>
          </p:cNvPr>
          <p:cNvSpPr>
            <a:spLocks noChangeShapeType="1"/>
          </p:cNvSpPr>
          <p:nvPr/>
        </p:nvSpPr>
        <p:spPr bwMode="auto">
          <a:xfrm>
            <a:off x="8299825" y="11082073"/>
            <a:ext cx="763520" cy="0"/>
          </a:xfrm>
          <a:prstGeom prst="line">
            <a:avLst/>
          </a:prstGeom>
          <a:noFill/>
          <a:ln w="38100" cap="flat">
            <a:solidFill>
              <a:schemeClr val="accent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1" name="Line 375">
            <a:extLst>
              <a:ext uri="{FF2B5EF4-FFF2-40B4-BE49-F238E27FC236}">
                <a16:creationId xmlns:a16="http://schemas.microsoft.com/office/drawing/2014/main" id="{C0506CB2-7A6D-3E4D-AD85-8BF78349ED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99821" y="10532776"/>
            <a:ext cx="0" cy="1098587"/>
          </a:xfrm>
          <a:prstGeom prst="line">
            <a:avLst/>
          </a:prstGeom>
          <a:noFill/>
          <a:ln w="38100" cap="flat">
            <a:solidFill>
              <a:schemeClr val="accent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602633-87B6-C448-9B14-6861222AAD00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FFB11A-79D9-5045-8BB3-3DA200AB72AB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47ED6-17BE-F242-8BA2-311C0088A03E}"/>
              </a:ext>
            </a:extLst>
          </p:cNvPr>
          <p:cNvSpPr txBox="1"/>
          <p:nvPr/>
        </p:nvSpPr>
        <p:spPr>
          <a:xfrm>
            <a:off x="3784824" y="4880908"/>
            <a:ext cx="5790979" cy="9955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F2F76-6A6E-2146-A692-BF71C3E3AFD2}"/>
              </a:ext>
            </a:extLst>
          </p:cNvPr>
          <p:cNvSpPr txBox="1"/>
          <p:nvPr/>
        </p:nvSpPr>
        <p:spPr>
          <a:xfrm>
            <a:off x="11765791" y="4805454"/>
            <a:ext cx="846065" cy="123110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400" b="1" spc="-30" dirty="0">
                <a:solidFill>
                  <a:schemeClr val="bg1"/>
                </a:solidFill>
                <a:latin typeface="DM Sans" pitchFamily="2" charset="77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33474A-F1D0-2B4B-A88C-437DE7F39685}"/>
              </a:ext>
            </a:extLst>
          </p:cNvPr>
          <p:cNvSpPr txBox="1"/>
          <p:nvPr/>
        </p:nvSpPr>
        <p:spPr>
          <a:xfrm>
            <a:off x="13965685" y="5082190"/>
            <a:ext cx="2028440" cy="6437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bg1"/>
                </a:solidFill>
                <a:latin typeface="DM Sans" pitchFamily="2" charset="77"/>
              </a:rPr>
              <a:t>Success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3CC7FE-5098-0842-A13F-FDDF9B9B426F}"/>
              </a:ext>
            </a:extLst>
          </p:cNvPr>
          <p:cNvSpPr txBox="1"/>
          <p:nvPr/>
        </p:nvSpPr>
        <p:spPr>
          <a:xfrm>
            <a:off x="3148007" y="6776355"/>
            <a:ext cx="5790979" cy="9955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611D80-DB55-5244-B230-E1D185D88A17}"/>
              </a:ext>
            </a:extLst>
          </p:cNvPr>
          <p:cNvSpPr txBox="1"/>
          <p:nvPr/>
        </p:nvSpPr>
        <p:spPr>
          <a:xfrm>
            <a:off x="11798653" y="6700901"/>
            <a:ext cx="780342" cy="123110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400" b="1" spc="-30" dirty="0">
                <a:solidFill>
                  <a:schemeClr val="bg1"/>
                </a:solidFill>
                <a:latin typeface="DM Sans" pitchFamily="2" charset="77"/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2897A9-32F7-3D42-91CC-50F792486435}"/>
              </a:ext>
            </a:extLst>
          </p:cNvPr>
          <p:cNvSpPr txBox="1"/>
          <p:nvPr/>
        </p:nvSpPr>
        <p:spPr>
          <a:xfrm>
            <a:off x="13965685" y="6977637"/>
            <a:ext cx="1345240" cy="6437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bg1"/>
                </a:solidFill>
                <a:latin typeface="DM Sans" pitchFamily="2" charset="77"/>
              </a:rPr>
              <a:t>Sales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F3B5AB-12C6-1340-BC14-47D177ACBEA9}"/>
              </a:ext>
            </a:extLst>
          </p:cNvPr>
          <p:cNvSpPr txBox="1"/>
          <p:nvPr/>
        </p:nvSpPr>
        <p:spPr>
          <a:xfrm>
            <a:off x="2511192" y="8652626"/>
            <a:ext cx="5790979" cy="9955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609916-63A8-454F-A35D-E227A49D02E8}"/>
              </a:ext>
            </a:extLst>
          </p:cNvPr>
          <p:cNvSpPr txBox="1"/>
          <p:nvPr/>
        </p:nvSpPr>
        <p:spPr>
          <a:xfrm>
            <a:off x="11748959" y="8577172"/>
            <a:ext cx="879729" cy="123110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400" b="1" spc="-30" dirty="0">
                <a:solidFill>
                  <a:schemeClr val="bg1"/>
                </a:solidFill>
                <a:latin typeface="DM Sans" pitchFamily="2" charset="77"/>
              </a:rPr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A06B6-5C67-7044-AD81-505382D1879F}"/>
              </a:ext>
            </a:extLst>
          </p:cNvPr>
          <p:cNvSpPr txBox="1"/>
          <p:nvPr/>
        </p:nvSpPr>
        <p:spPr>
          <a:xfrm>
            <a:off x="13965685" y="8853908"/>
            <a:ext cx="1836080" cy="6437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bg1"/>
                </a:solidFill>
                <a:latin typeface="DM Sans" pitchFamily="2" charset="77"/>
              </a:rPr>
              <a:t>Control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F741CE-F103-5E46-BC4A-B719DF86AFA4}"/>
              </a:ext>
            </a:extLst>
          </p:cNvPr>
          <p:cNvSpPr txBox="1"/>
          <p:nvPr/>
        </p:nvSpPr>
        <p:spPr>
          <a:xfrm>
            <a:off x="1874375" y="10539734"/>
            <a:ext cx="5790979" cy="9955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A28580-6FA0-FD40-9C2F-0347454634BB}"/>
              </a:ext>
            </a:extLst>
          </p:cNvPr>
          <p:cNvSpPr txBox="1"/>
          <p:nvPr/>
        </p:nvSpPr>
        <p:spPr>
          <a:xfrm>
            <a:off x="11760982" y="10464280"/>
            <a:ext cx="855683" cy="123110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400" b="1" spc="-30" dirty="0">
                <a:solidFill>
                  <a:schemeClr val="bg1"/>
                </a:solidFill>
                <a:latin typeface="DM Sans" pitchFamily="2" charset="77"/>
              </a:rPr>
              <a:t>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EA3420-1446-3447-B3FE-324AA432B7DB}"/>
              </a:ext>
            </a:extLst>
          </p:cNvPr>
          <p:cNvSpPr txBox="1"/>
          <p:nvPr/>
        </p:nvSpPr>
        <p:spPr>
          <a:xfrm>
            <a:off x="13965685" y="10741016"/>
            <a:ext cx="1615507" cy="6437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bg1"/>
                </a:solidFill>
                <a:latin typeface="DM Sans" pitchFamily="2" charset="77"/>
              </a:rPr>
              <a:t>Target</a:t>
            </a:r>
          </a:p>
        </p:txBody>
      </p:sp>
    </p:spTree>
    <p:extLst>
      <p:ext uri="{BB962C8B-B14F-4D97-AF65-F5344CB8AC3E}">
        <p14:creationId xmlns:p14="http://schemas.microsoft.com/office/powerpoint/2010/main" val="3202713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B3D065BE-9A4B-4D4E-A9C7-3111A0FEE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3131" y="7264486"/>
            <a:ext cx="6641095" cy="1669886"/>
          </a:xfrm>
          <a:custGeom>
            <a:avLst/>
            <a:gdLst>
              <a:gd name="T0" fmla="*/ 0 w 5331"/>
              <a:gd name="T1" fmla="*/ 656 h 1340"/>
              <a:gd name="T2" fmla="*/ 0 w 5331"/>
              <a:gd name="T3" fmla="*/ 656 h 1340"/>
              <a:gd name="T4" fmla="*/ 1162 w 5331"/>
              <a:gd name="T5" fmla="*/ 272 h 1340"/>
              <a:gd name="T6" fmla="*/ 1162 w 5331"/>
              <a:gd name="T7" fmla="*/ 272 h 1340"/>
              <a:gd name="T8" fmla="*/ 2528 w 5331"/>
              <a:gd name="T9" fmla="*/ 1196 h 1340"/>
              <a:gd name="T10" fmla="*/ 2528 w 5331"/>
              <a:gd name="T11" fmla="*/ 1196 h 1340"/>
              <a:gd name="T12" fmla="*/ 5330 w 5331"/>
              <a:gd name="T13" fmla="*/ 466 h 1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331" h="1340">
                <a:moveTo>
                  <a:pt x="0" y="656"/>
                </a:moveTo>
                <a:lnTo>
                  <a:pt x="0" y="656"/>
                </a:lnTo>
                <a:cubicBezTo>
                  <a:pt x="0" y="656"/>
                  <a:pt x="836" y="92"/>
                  <a:pt x="1162" y="272"/>
                </a:cubicBezTo>
                <a:lnTo>
                  <a:pt x="1162" y="272"/>
                </a:lnTo>
                <a:cubicBezTo>
                  <a:pt x="1489" y="452"/>
                  <a:pt x="1499" y="1339"/>
                  <a:pt x="2528" y="1196"/>
                </a:cubicBezTo>
                <a:lnTo>
                  <a:pt x="2528" y="1196"/>
                </a:lnTo>
                <a:cubicBezTo>
                  <a:pt x="3557" y="1054"/>
                  <a:pt x="4566" y="0"/>
                  <a:pt x="5330" y="466"/>
                </a:cubicBezTo>
              </a:path>
            </a:pathLst>
          </a:custGeom>
          <a:noFill/>
          <a:ln w="38100" cap="flat">
            <a:solidFill>
              <a:srgbClr val="E2EE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355C8D4A-06D5-E04E-88EB-DB263ED50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092" y="5473753"/>
            <a:ext cx="2378491" cy="4026405"/>
          </a:xfrm>
          <a:custGeom>
            <a:avLst/>
            <a:gdLst>
              <a:gd name="T0" fmla="*/ 262 w 1910"/>
              <a:gd name="T1" fmla="*/ 1834 h 3232"/>
              <a:gd name="T2" fmla="*/ 262 w 1910"/>
              <a:gd name="T3" fmla="*/ 1834 h 3232"/>
              <a:gd name="T4" fmla="*/ 1428 w 1910"/>
              <a:gd name="T5" fmla="*/ 3109 h 3232"/>
              <a:gd name="T6" fmla="*/ 1428 w 1910"/>
              <a:gd name="T7" fmla="*/ 3109 h 3232"/>
              <a:gd name="T8" fmla="*/ 1648 w 1910"/>
              <a:gd name="T9" fmla="*/ 1395 h 3232"/>
              <a:gd name="T10" fmla="*/ 1648 w 1910"/>
              <a:gd name="T11" fmla="*/ 1395 h 3232"/>
              <a:gd name="T12" fmla="*/ 481 w 1910"/>
              <a:gd name="T13" fmla="*/ 121 h 3232"/>
              <a:gd name="T14" fmla="*/ 481 w 1910"/>
              <a:gd name="T15" fmla="*/ 121 h 3232"/>
              <a:gd name="T16" fmla="*/ 262 w 1910"/>
              <a:gd name="T17" fmla="*/ 1834 h 3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10" h="3232">
                <a:moveTo>
                  <a:pt x="262" y="1834"/>
                </a:moveTo>
                <a:lnTo>
                  <a:pt x="262" y="1834"/>
                </a:lnTo>
                <a:cubicBezTo>
                  <a:pt x="523" y="2660"/>
                  <a:pt x="1045" y="3231"/>
                  <a:pt x="1428" y="3109"/>
                </a:cubicBezTo>
                <a:lnTo>
                  <a:pt x="1428" y="3109"/>
                </a:lnTo>
                <a:cubicBezTo>
                  <a:pt x="1811" y="2988"/>
                  <a:pt x="1909" y="2221"/>
                  <a:pt x="1648" y="1395"/>
                </a:cubicBezTo>
                <a:lnTo>
                  <a:pt x="1648" y="1395"/>
                </a:lnTo>
                <a:cubicBezTo>
                  <a:pt x="1386" y="571"/>
                  <a:pt x="864" y="0"/>
                  <a:pt x="481" y="121"/>
                </a:cubicBezTo>
                <a:lnTo>
                  <a:pt x="481" y="121"/>
                </a:lnTo>
                <a:cubicBezTo>
                  <a:pt x="98" y="242"/>
                  <a:pt x="0" y="1010"/>
                  <a:pt x="262" y="1834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8D99DC32-A9BC-4F41-BABD-9BAAECB13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1855" y="8648737"/>
            <a:ext cx="4158238" cy="2427926"/>
          </a:xfrm>
          <a:custGeom>
            <a:avLst/>
            <a:gdLst>
              <a:gd name="T0" fmla="*/ 0 w 3337"/>
              <a:gd name="T1" fmla="*/ 0 h 1948"/>
              <a:gd name="T2" fmla="*/ 0 w 3337"/>
              <a:gd name="T3" fmla="*/ 0 h 1948"/>
              <a:gd name="T4" fmla="*/ 1068 w 3337"/>
              <a:gd name="T5" fmla="*/ 548 h 1948"/>
              <a:gd name="T6" fmla="*/ 1068 w 3337"/>
              <a:gd name="T7" fmla="*/ 548 h 1948"/>
              <a:gd name="T8" fmla="*/ 1421 w 3337"/>
              <a:gd name="T9" fmla="*/ 1567 h 1948"/>
              <a:gd name="T10" fmla="*/ 1421 w 3337"/>
              <a:gd name="T11" fmla="*/ 1567 h 1948"/>
              <a:gd name="T12" fmla="*/ 2169 w 3337"/>
              <a:gd name="T13" fmla="*/ 983 h 1948"/>
              <a:gd name="T14" fmla="*/ 2169 w 3337"/>
              <a:gd name="T15" fmla="*/ 983 h 1948"/>
              <a:gd name="T16" fmla="*/ 1400 w 3337"/>
              <a:gd name="T17" fmla="*/ 1281 h 1948"/>
              <a:gd name="T18" fmla="*/ 1400 w 3337"/>
              <a:gd name="T19" fmla="*/ 1281 h 1948"/>
              <a:gd name="T20" fmla="*/ 2610 w 3337"/>
              <a:gd name="T21" fmla="*/ 1756 h 1948"/>
              <a:gd name="T22" fmla="*/ 2610 w 3337"/>
              <a:gd name="T23" fmla="*/ 1756 h 1948"/>
              <a:gd name="T24" fmla="*/ 3336 w 3337"/>
              <a:gd name="T25" fmla="*/ 1791 h 1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37" h="1948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1007" y="337"/>
                  <a:pt x="1068" y="548"/>
                </a:cubicBezTo>
                <a:lnTo>
                  <a:pt x="1068" y="548"/>
                </a:lnTo>
                <a:cubicBezTo>
                  <a:pt x="1129" y="758"/>
                  <a:pt x="1040" y="1309"/>
                  <a:pt x="1421" y="1567"/>
                </a:cubicBezTo>
                <a:lnTo>
                  <a:pt x="1421" y="1567"/>
                </a:lnTo>
                <a:cubicBezTo>
                  <a:pt x="1802" y="1824"/>
                  <a:pt x="2331" y="1249"/>
                  <a:pt x="2169" y="983"/>
                </a:cubicBezTo>
                <a:lnTo>
                  <a:pt x="2169" y="983"/>
                </a:lnTo>
                <a:cubicBezTo>
                  <a:pt x="2005" y="717"/>
                  <a:pt x="1306" y="771"/>
                  <a:pt x="1400" y="1281"/>
                </a:cubicBezTo>
                <a:lnTo>
                  <a:pt x="1400" y="1281"/>
                </a:lnTo>
                <a:cubicBezTo>
                  <a:pt x="1496" y="1791"/>
                  <a:pt x="2278" y="1947"/>
                  <a:pt x="2610" y="1756"/>
                </a:cubicBezTo>
                <a:lnTo>
                  <a:pt x="2610" y="1756"/>
                </a:lnTo>
                <a:cubicBezTo>
                  <a:pt x="2943" y="1566"/>
                  <a:pt x="3336" y="1791"/>
                  <a:pt x="3336" y="1791"/>
                </a:cubicBezTo>
              </a:path>
            </a:pathLst>
          </a:custGeom>
          <a:noFill/>
          <a:ln w="38100" cap="flat">
            <a:solidFill>
              <a:srgbClr val="E2EE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E6C9B0E7-E12A-A740-A0E0-BDC6785D6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326" y="6467996"/>
            <a:ext cx="4125280" cy="4125276"/>
          </a:xfrm>
          <a:custGeom>
            <a:avLst/>
            <a:gdLst>
              <a:gd name="T0" fmla="*/ 3310 w 3311"/>
              <a:gd name="T1" fmla="*/ 1654 h 3310"/>
              <a:gd name="T2" fmla="*/ 3310 w 3311"/>
              <a:gd name="T3" fmla="*/ 1654 h 3310"/>
              <a:gd name="T4" fmla="*/ 1655 w 3311"/>
              <a:gd name="T5" fmla="*/ 3309 h 3310"/>
              <a:gd name="T6" fmla="*/ 1655 w 3311"/>
              <a:gd name="T7" fmla="*/ 3309 h 3310"/>
              <a:gd name="T8" fmla="*/ 0 w 3311"/>
              <a:gd name="T9" fmla="*/ 1654 h 3310"/>
              <a:gd name="T10" fmla="*/ 0 w 3311"/>
              <a:gd name="T11" fmla="*/ 1654 h 3310"/>
              <a:gd name="T12" fmla="*/ 1655 w 3311"/>
              <a:gd name="T13" fmla="*/ 0 h 3310"/>
              <a:gd name="T14" fmla="*/ 1655 w 3311"/>
              <a:gd name="T15" fmla="*/ 0 h 3310"/>
              <a:gd name="T16" fmla="*/ 3310 w 3311"/>
              <a:gd name="T17" fmla="*/ 1654 h 3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11" h="3310">
                <a:moveTo>
                  <a:pt x="3310" y="1654"/>
                </a:moveTo>
                <a:lnTo>
                  <a:pt x="3310" y="1654"/>
                </a:lnTo>
                <a:cubicBezTo>
                  <a:pt x="3310" y="2568"/>
                  <a:pt x="2568" y="3309"/>
                  <a:pt x="1655" y="3309"/>
                </a:cubicBezTo>
                <a:lnTo>
                  <a:pt x="1655" y="3309"/>
                </a:lnTo>
                <a:cubicBezTo>
                  <a:pt x="740" y="3309"/>
                  <a:pt x="0" y="2568"/>
                  <a:pt x="0" y="1654"/>
                </a:cubicBezTo>
                <a:lnTo>
                  <a:pt x="0" y="1654"/>
                </a:lnTo>
                <a:cubicBezTo>
                  <a:pt x="0" y="741"/>
                  <a:pt x="740" y="0"/>
                  <a:pt x="1655" y="0"/>
                </a:cubicBezTo>
                <a:lnTo>
                  <a:pt x="1655" y="0"/>
                </a:lnTo>
                <a:cubicBezTo>
                  <a:pt x="2568" y="0"/>
                  <a:pt x="3310" y="741"/>
                  <a:pt x="3310" y="1654"/>
                </a:cubicBezTo>
              </a:path>
            </a:pathLst>
          </a:custGeom>
          <a:noFill/>
          <a:ln w="63500" cap="flat">
            <a:solidFill>
              <a:srgbClr val="E2EEFF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6" name="Freeform 71">
            <a:extLst>
              <a:ext uri="{FF2B5EF4-FFF2-40B4-BE49-F238E27FC236}">
                <a16:creationId xmlns:a16="http://schemas.microsoft.com/office/drawing/2014/main" id="{BB547F5A-172C-444A-BA64-A1EB3E8EF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3329" y="4051056"/>
            <a:ext cx="1576503" cy="1576502"/>
          </a:xfrm>
          <a:custGeom>
            <a:avLst/>
            <a:gdLst>
              <a:gd name="T0" fmla="*/ 1263 w 1264"/>
              <a:gd name="T1" fmla="*/ 632 h 1265"/>
              <a:gd name="T2" fmla="*/ 1263 w 1264"/>
              <a:gd name="T3" fmla="*/ 632 h 1265"/>
              <a:gd name="T4" fmla="*/ 630 w 1264"/>
              <a:gd name="T5" fmla="*/ 1264 h 1265"/>
              <a:gd name="T6" fmla="*/ 630 w 1264"/>
              <a:gd name="T7" fmla="*/ 1264 h 1265"/>
              <a:gd name="T8" fmla="*/ 0 w 1264"/>
              <a:gd name="T9" fmla="*/ 632 h 1265"/>
              <a:gd name="T10" fmla="*/ 0 w 1264"/>
              <a:gd name="T11" fmla="*/ 632 h 1265"/>
              <a:gd name="T12" fmla="*/ 630 w 1264"/>
              <a:gd name="T13" fmla="*/ 0 h 1265"/>
              <a:gd name="T14" fmla="*/ 630 w 1264"/>
              <a:gd name="T15" fmla="*/ 0 h 1265"/>
              <a:gd name="T16" fmla="*/ 1263 w 1264"/>
              <a:gd name="T17" fmla="*/ 632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4" h="1265">
                <a:moveTo>
                  <a:pt x="1263" y="632"/>
                </a:moveTo>
                <a:lnTo>
                  <a:pt x="1263" y="632"/>
                </a:lnTo>
                <a:cubicBezTo>
                  <a:pt x="1263" y="981"/>
                  <a:pt x="980" y="1264"/>
                  <a:pt x="630" y="1264"/>
                </a:cubicBezTo>
                <a:lnTo>
                  <a:pt x="630" y="1264"/>
                </a:lnTo>
                <a:cubicBezTo>
                  <a:pt x="282" y="1264"/>
                  <a:pt x="0" y="981"/>
                  <a:pt x="0" y="632"/>
                </a:cubicBezTo>
                <a:lnTo>
                  <a:pt x="0" y="632"/>
                </a:lnTo>
                <a:cubicBezTo>
                  <a:pt x="0" y="283"/>
                  <a:pt x="282" y="0"/>
                  <a:pt x="630" y="0"/>
                </a:cubicBezTo>
                <a:lnTo>
                  <a:pt x="630" y="0"/>
                </a:lnTo>
                <a:cubicBezTo>
                  <a:pt x="980" y="0"/>
                  <a:pt x="1263" y="283"/>
                  <a:pt x="1263" y="632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7" name="Freeform 72">
            <a:extLst>
              <a:ext uri="{FF2B5EF4-FFF2-40B4-BE49-F238E27FC236}">
                <a16:creationId xmlns:a16="http://schemas.microsoft.com/office/drawing/2014/main" id="{CC256D45-8163-FB45-BADD-3156791FA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9111" y="4424586"/>
            <a:ext cx="444939" cy="823957"/>
          </a:xfrm>
          <a:custGeom>
            <a:avLst/>
            <a:gdLst>
              <a:gd name="T0" fmla="*/ 267 w 356"/>
              <a:gd name="T1" fmla="*/ 0 h 663"/>
              <a:gd name="T2" fmla="*/ 267 w 356"/>
              <a:gd name="T3" fmla="*/ 0 h 663"/>
              <a:gd name="T4" fmla="*/ 119 w 356"/>
              <a:gd name="T5" fmla="*/ 161 h 663"/>
              <a:gd name="T6" fmla="*/ 119 w 356"/>
              <a:gd name="T7" fmla="*/ 260 h 663"/>
              <a:gd name="T8" fmla="*/ 0 w 356"/>
              <a:gd name="T9" fmla="*/ 260 h 663"/>
              <a:gd name="T10" fmla="*/ 0 w 356"/>
              <a:gd name="T11" fmla="*/ 378 h 663"/>
              <a:gd name="T12" fmla="*/ 119 w 356"/>
              <a:gd name="T13" fmla="*/ 378 h 663"/>
              <a:gd name="T14" fmla="*/ 119 w 356"/>
              <a:gd name="T15" fmla="*/ 662 h 663"/>
              <a:gd name="T16" fmla="*/ 237 w 356"/>
              <a:gd name="T17" fmla="*/ 662 h 663"/>
              <a:gd name="T18" fmla="*/ 237 w 356"/>
              <a:gd name="T19" fmla="*/ 378 h 663"/>
              <a:gd name="T20" fmla="*/ 332 w 356"/>
              <a:gd name="T21" fmla="*/ 378 h 663"/>
              <a:gd name="T22" fmla="*/ 355 w 356"/>
              <a:gd name="T23" fmla="*/ 260 h 663"/>
              <a:gd name="T24" fmla="*/ 237 w 356"/>
              <a:gd name="T25" fmla="*/ 260 h 663"/>
              <a:gd name="T26" fmla="*/ 237 w 356"/>
              <a:gd name="T27" fmla="*/ 182 h 663"/>
              <a:gd name="T28" fmla="*/ 237 w 356"/>
              <a:gd name="T29" fmla="*/ 182 h 663"/>
              <a:gd name="T30" fmla="*/ 291 w 356"/>
              <a:gd name="T31" fmla="*/ 118 h 663"/>
              <a:gd name="T32" fmla="*/ 355 w 356"/>
              <a:gd name="T33" fmla="*/ 118 h 663"/>
              <a:gd name="T34" fmla="*/ 355 w 356"/>
              <a:gd name="T35" fmla="*/ 5 h 663"/>
              <a:gd name="T36" fmla="*/ 355 w 356"/>
              <a:gd name="T37" fmla="*/ 5 h 663"/>
              <a:gd name="T38" fmla="*/ 267 w 356"/>
              <a:gd name="T39" fmla="*/ 0 h 6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6" h="663">
                <a:moveTo>
                  <a:pt x="267" y="0"/>
                </a:moveTo>
                <a:lnTo>
                  <a:pt x="267" y="0"/>
                </a:lnTo>
                <a:cubicBezTo>
                  <a:pt x="173" y="0"/>
                  <a:pt x="119" y="50"/>
                  <a:pt x="119" y="161"/>
                </a:cubicBezTo>
                <a:lnTo>
                  <a:pt x="119" y="260"/>
                </a:lnTo>
                <a:lnTo>
                  <a:pt x="0" y="260"/>
                </a:lnTo>
                <a:lnTo>
                  <a:pt x="0" y="378"/>
                </a:lnTo>
                <a:lnTo>
                  <a:pt x="119" y="378"/>
                </a:lnTo>
                <a:lnTo>
                  <a:pt x="119" y="662"/>
                </a:lnTo>
                <a:lnTo>
                  <a:pt x="237" y="662"/>
                </a:lnTo>
                <a:lnTo>
                  <a:pt x="237" y="378"/>
                </a:lnTo>
                <a:lnTo>
                  <a:pt x="332" y="378"/>
                </a:lnTo>
                <a:lnTo>
                  <a:pt x="355" y="260"/>
                </a:lnTo>
                <a:lnTo>
                  <a:pt x="237" y="260"/>
                </a:lnTo>
                <a:lnTo>
                  <a:pt x="237" y="182"/>
                </a:lnTo>
                <a:lnTo>
                  <a:pt x="237" y="182"/>
                </a:lnTo>
                <a:cubicBezTo>
                  <a:pt x="237" y="139"/>
                  <a:pt x="251" y="118"/>
                  <a:pt x="291" y="118"/>
                </a:cubicBezTo>
                <a:lnTo>
                  <a:pt x="355" y="118"/>
                </a:lnTo>
                <a:lnTo>
                  <a:pt x="355" y="5"/>
                </a:lnTo>
                <a:lnTo>
                  <a:pt x="355" y="5"/>
                </a:lnTo>
                <a:cubicBezTo>
                  <a:pt x="344" y="3"/>
                  <a:pt x="312" y="0"/>
                  <a:pt x="267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8" name="Freeform 73">
            <a:extLst>
              <a:ext uri="{FF2B5EF4-FFF2-40B4-BE49-F238E27FC236}">
                <a16:creationId xmlns:a16="http://schemas.microsoft.com/office/drawing/2014/main" id="{3CAB10AD-E02C-2A43-ACC7-2617FBC44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9999" y="7324911"/>
            <a:ext cx="1576506" cy="1576502"/>
          </a:xfrm>
          <a:custGeom>
            <a:avLst/>
            <a:gdLst>
              <a:gd name="T0" fmla="*/ 1264 w 1265"/>
              <a:gd name="T1" fmla="*/ 632 h 1265"/>
              <a:gd name="T2" fmla="*/ 1264 w 1265"/>
              <a:gd name="T3" fmla="*/ 632 h 1265"/>
              <a:gd name="T4" fmla="*/ 632 w 1265"/>
              <a:gd name="T5" fmla="*/ 1264 h 1265"/>
              <a:gd name="T6" fmla="*/ 632 w 1265"/>
              <a:gd name="T7" fmla="*/ 1264 h 1265"/>
              <a:gd name="T8" fmla="*/ 0 w 1265"/>
              <a:gd name="T9" fmla="*/ 632 h 1265"/>
              <a:gd name="T10" fmla="*/ 0 w 1265"/>
              <a:gd name="T11" fmla="*/ 632 h 1265"/>
              <a:gd name="T12" fmla="*/ 632 w 1265"/>
              <a:gd name="T13" fmla="*/ 0 h 1265"/>
              <a:gd name="T14" fmla="*/ 632 w 1265"/>
              <a:gd name="T15" fmla="*/ 0 h 1265"/>
              <a:gd name="T16" fmla="*/ 1264 w 1265"/>
              <a:gd name="T17" fmla="*/ 632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5" h="1265">
                <a:moveTo>
                  <a:pt x="1264" y="632"/>
                </a:moveTo>
                <a:lnTo>
                  <a:pt x="1264" y="632"/>
                </a:lnTo>
                <a:cubicBezTo>
                  <a:pt x="1264" y="981"/>
                  <a:pt x="981" y="1264"/>
                  <a:pt x="632" y="1264"/>
                </a:cubicBezTo>
                <a:lnTo>
                  <a:pt x="632" y="1264"/>
                </a:lnTo>
                <a:cubicBezTo>
                  <a:pt x="282" y="1264"/>
                  <a:pt x="0" y="981"/>
                  <a:pt x="0" y="632"/>
                </a:cubicBezTo>
                <a:lnTo>
                  <a:pt x="0" y="632"/>
                </a:lnTo>
                <a:cubicBezTo>
                  <a:pt x="0" y="283"/>
                  <a:pt x="282" y="0"/>
                  <a:pt x="632" y="0"/>
                </a:cubicBezTo>
                <a:lnTo>
                  <a:pt x="632" y="0"/>
                </a:lnTo>
                <a:cubicBezTo>
                  <a:pt x="981" y="0"/>
                  <a:pt x="1264" y="283"/>
                  <a:pt x="1264" y="632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74">
            <a:extLst>
              <a:ext uri="{FF2B5EF4-FFF2-40B4-BE49-F238E27FC236}">
                <a16:creationId xmlns:a16="http://schemas.microsoft.com/office/drawing/2014/main" id="{840DED3B-CC66-A940-92EA-E50651330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3952" y="7824777"/>
            <a:ext cx="708601" cy="576772"/>
          </a:xfrm>
          <a:custGeom>
            <a:avLst/>
            <a:gdLst>
              <a:gd name="T0" fmla="*/ 567 w 568"/>
              <a:gd name="T1" fmla="*/ 55 h 463"/>
              <a:gd name="T2" fmla="*/ 567 w 568"/>
              <a:gd name="T3" fmla="*/ 55 h 463"/>
              <a:gd name="T4" fmla="*/ 501 w 568"/>
              <a:gd name="T5" fmla="*/ 73 h 463"/>
              <a:gd name="T6" fmla="*/ 501 w 568"/>
              <a:gd name="T7" fmla="*/ 73 h 463"/>
              <a:gd name="T8" fmla="*/ 552 w 568"/>
              <a:gd name="T9" fmla="*/ 9 h 463"/>
              <a:gd name="T10" fmla="*/ 552 w 568"/>
              <a:gd name="T11" fmla="*/ 9 h 463"/>
              <a:gd name="T12" fmla="*/ 478 w 568"/>
              <a:gd name="T13" fmla="*/ 37 h 463"/>
              <a:gd name="T14" fmla="*/ 478 w 568"/>
              <a:gd name="T15" fmla="*/ 37 h 463"/>
              <a:gd name="T16" fmla="*/ 393 w 568"/>
              <a:gd name="T17" fmla="*/ 0 h 463"/>
              <a:gd name="T18" fmla="*/ 393 w 568"/>
              <a:gd name="T19" fmla="*/ 0 h 463"/>
              <a:gd name="T20" fmla="*/ 276 w 568"/>
              <a:gd name="T21" fmla="*/ 117 h 463"/>
              <a:gd name="T22" fmla="*/ 276 w 568"/>
              <a:gd name="T23" fmla="*/ 117 h 463"/>
              <a:gd name="T24" fmla="*/ 279 w 568"/>
              <a:gd name="T25" fmla="*/ 143 h 463"/>
              <a:gd name="T26" fmla="*/ 279 w 568"/>
              <a:gd name="T27" fmla="*/ 143 h 463"/>
              <a:gd name="T28" fmla="*/ 39 w 568"/>
              <a:gd name="T29" fmla="*/ 21 h 463"/>
              <a:gd name="T30" fmla="*/ 39 w 568"/>
              <a:gd name="T31" fmla="*/ 21 h 463"/>
              <a:gd name="T32" fmla="*/ 24 w 568"/>
              <a:gd name="T33" fmla="*/ 80 h 463"/>
              <a:gd name="T34" fmla="*/ 24 w 568"/>
              <a:gd name="T35" fmla="*/ 80 h 463"/>
              <a:gd name="T36" fmla="*/ 76 w 568"/>
              <a:gd name="T37" fmla="*/ 177 h 463"/>
              <a:gd name="T38" fmla="*/ 76 w 568"/>
              <a:gd name="T39" fmla="*/ 177 h 463"/>
              <a:gd name="T40" fmla="*/ 22 w 568"/>
              <a:gd name="T41" fmla="*/ 163 h 463"/>
              <a:gd name="T42" fmla="*/ 22 w 568"/>
              <a:gd name="T43" fmla="*/ 164 h 463"/>
              <a:gd name="T44" fmla="*/ 22 w 568"/>
              <a:gd name="T45" fmla="*/ 164 h 463"/>
              <a:gd name="T46" fmla="*/ 116 w 568"/>
              <a:gd name="T47" fmla="*/ 278 h 463"/>
              <a:gd name="T48" fmla="*/ 116 w 568"/>
              <a:gd name="T49" fmla="*/ 278 h 463"/>
              <a:gd name="T50" fmla="*/ 85 w 568"/>
              <a:gd name="T51" fmla="*/ 282 h 463"/>
              <a:gd name="T52" fmla="*/ 85 w 568"/>
              <a:gd name="T53" fmla="*/ 282 h 463"/>
              <a:gd name="T54" fmla="*/ 63 w 568"/>
              <a:gd name="T55" fmla="*/ 280 h 463"/>
              <a:gd name="T56" fmla="*/ 63 w 568"/>
              <a:gd name="T57" fmla="*/ 280 h 463"/>
              <a:gd name="T58" fmla="*/ 172 w 568"/>
              <a:gd name="T59" fmla="*/ 361 h 463"/>
              <a:gd name="T60" fmla="*/ 172 w 568"/>
              <a:gd name="T61" fmla="*/ 361 h 463"/>
              <a:gd name="T62" fmla="*/ 27 w 568"/>
              <a:gd name="T63" fmla="*/ 411 h 463"/>
              <a:gd name="T64" fmla="*/ 27 w 568"/>
              <a:gd name="T65" fmla="*/ 411 h 463"/>
              <a:gd name="T66" fmla="*/ 0 w 568"/>
              <a:gd name="T67" fmla="*/ 409 h 463"/>
              <a:gd name="T68" fmla="*/ 0 w 568"/>
              <a:gd name="T69" fmla="*/ 409 h 463"/>
              <a:gd name="T70" fmla="*/ 178 w 568"/>
              <a:gd name="T71" fmla="*/ 462 h 463"/>
              <a:gd name="T72" fmla="*/ 178 w 568"/>
              <a:gd name="T73" fmla="*/ 462 h 463"/>
              <a:gd name="T74" fmla="*/ 510 w 568"/>
              <a:gd name="T75" fmla="*/ 130 h 463"/>
              <a:gd name="T76" fmla="*/ 510 w 568"/>
              <a:gd name="T77" fmla="*/ 130 h 463"/>
              <a:gd name="T78" fmla="*/ 509 w 568"/>
              <a:gd name="T79" fmla="*/ 115 h 463"/>
              <a:gd name="T80" fmla="*/ 509 w 568"/>
              <a:gd name="T81" fmla="*/ 115 h 463"/>
              <a:gd name="T82" fmla="*/ 567 w 568"/>
              <a:gd name="T83" fmla="*/ 55 h 4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68" h="463">
                <a:moveTo>
                  <a:pt x="567" y="55"/>
                </a:moveTo>
                <a:lnTo>
                  <a:pt x="567" y="55"/>
                </a:lnTo>
                <a:cubicBezTo>
                  <a:pt x="547" y="64"/>
                  <a:pt x="525" y="70"/>
                  <a:pt x="501" y="73"/>
                </a:cubicBezTo>
                <a:lnTo>
                  <a:pt x="501" y="73"/>
                </a:lnTo>
                <a:cubicBezTo>
                  <a:pt x="525" y="59"/>
                  <a:pt x="543" y="36"/>
                  <a:pt x="552" y="9"/>
                </a:cubicBezTo>
                <a:lnTo>
                  <a:pt x="552" y="9"/>
                </a:lnTo>
                <a:cubicBezTo>
                  <a:pt x="529" y="22"/>
                  <a:pt x="504" y="32"/>
                  <a:pt x="478" y="37"/>
                </a:cubicBezTo>
                <a:lnTo>
                  <a:pt x="478" y="37"/>
                </a:lnTo>
                <a:cubicBezTo>
                  <a:pt x="457" y="15"/>
                  <a:pt x="427" y="0"/>
                  <a:pt x="393" y="0"/>
                </a:cubicBezTo>
                <a:lnTo>
                  <a:pt x="393" y="0"/>
                </a:lnTo>
                <a:cubicBezTo>
                  <a:pt x="329" y="0"/>
                  <a:pt x="276" y="52"/>
                  <a:pt x="276" y="117"/>
                </a:cubicBezTo>
                <a:lnTo>
                  <a:pt x="276" y="117"/>
                </a:lnTo>
                <a:cubicBezTo>
                  <a:pt x="276" y="126"/>
                  <a:pt x="278" y="135"/>
                  <a:pt x="279" y="143"/>
                </a:cubicBezTo>
                <a:lnTo>
                  <a:pt x="279" y="143"/>
                </a:lnTo>
                <a:cubicBezTo>
                  <a:pt x="183" y="139"/>
                  <a:pt x="97" y="92"/>
                  <a:pt x="39" y="21"/>
                </a:cubicBezTo>
                <a:lnTo>
                  <a:pt x="39" y="21"/>
                </a:lnTo>
                <a:cubicBezTo>
                  <a:pt x="29" y="39"/>
                  <a:pt x="24" y="59"/>
                  <a:pt x="24" y="80"/>
                </a:cubicBezTo>
                <a:lnTo>
                  <a:pt x="24" y="80"/>
                </a:lnTo>
                <a:cubicBezTo>
                  <a:pt x="24" y="120"/>
                  <a:pt x="44" y="156"/>
                  <a:pt x="76" y="177"/>
                </a:cubicBezTo>
                <a:lnTo>
                  <a:pt x="76" y="177"/>
                </a:lnTo>
                <a:cubicBezTo>
                  <a:pt x="56" y="177"/>
                  <a:pt x="38" y="171"/>
                  <a:pt x="22" y="163"/>
                </a:cubicBezTo>
                <a:lnTo>
                  <a:pt x="22" y="164"/>
                </a:lnTo>
                <a:lnTo>
                  <a:pt x="22" y="164"/>
                </a:lnTo>
                <a:cubicBezTo>
                  <a:pt x="22" y="221"/>
                  <a:pt x="63" y="268"/>
                  <a:pt x="116" y="278"/>
                </a:cubicBezTo>
                <a:lnTo>
                  <a:pt x="116" y="278"/>
                </a:lnTo>
                <a:cubicBezTo>
                  <a:pt x="106" y="281"/>
                  <a:pt x="96" y="282"/>
                  <a:pt x="85" y="282"/>
                </a:cubicBezTo>
                <a:lnTo>
                  <a:pt x="85" y="282"/>
                </a:lnTo>
                <a:cubicBezTo>
                  <a:pt x="78" y="282"/>
                  <a:pt x="71" y="282"/>
                  <a:pt x="63" y="280"/>
                </a:cubicBezTo>
                <a:lnTo>
                  <a:pt x="63" y="280"/>
                </a:lnTo>
                <a:cubicBezTo>
                  <a:pt x="78" y="326"/>
                  <a:pt x="121" y="360"/>
                  <a:pt x="172" y="361"/>
                </a:cubicBezTo>
                <a:lnTo>
                  <a:pt x="172" y="361"/>
                </a:lnTo>
                <a:cubicBezTo>
                  <a:pt x="132" y="393"/>
                  <a:pt x="82" y="411"/>
                  <a:pt x="27" y="411"/>
                </a:cubicBezTo>
                <a:lnTo>
                  <a:pt x="27" y="411"/>
                </a:lnTo>
                <a:cubicBezTo>
                  <a:pt x="18" y="411"/>
                  <a:pt x="9" y="410"/>
                  <a:pt x="0" y="409"/>
                </a:cubicBezTo>
                <a:lnTo>
                  <a:pt x="0" y="409"/>
                </a:lnTo>
                <a:cubicBezTo>
                  <a:pt x="51" y="443"/>
                  <a:pt x="112" y="462"/>
                  <a:pt x="178" y="462"/>
                </a:cubicBezTo>
                <a:lnTo>
                  <a:pt x="178" y="462"/>
                </a:lnTo>
                <a:cubicBezTo>
                  <a:pt x="393" y="462"/>
                  <a:pt x="510" y="284"/>
                  <a:pt x="510" y="130"/>
                </a:cubicBezTo>
                <a:lnTo>
                  <a:pt x="510" y="130"/>
                </a:lnTo>
                <a:cubicBezTo>
                  <a:pt x="510" y="125"/>
                  <a:pt x="510" y="120"/>
                  <a:pt x="509" y="115"/>
                </a:cubicBezTo>
                <a:lnTo>
                  <a:pt x="509" y="115"/>
                </a:lnTo>
                <a:cubicBezTo>
                  <a:pt x="532" y="99"/>
                  <a:pt x="552" y="78"/>
                  <a:pt x="567" y="5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75">
            <a:extLst>
              <a:ext uri="{FF2B5EF4-FFF2-40B4-BE49-F238E27FC236}">
                <a16:creationId xmlns:a16="http://schemas.microsoft.com/office/drawing/2014/main" id="{4AB0819B-93E4-B44B-A90E-87EEACAB9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3329" y="10598767"/>
            <a:ext cx="1576503" cy="1576502"/>
          </a:xfrm>
          <a:custGeom>
            <a:avLst/>
            <a:gdLst>
              <a:gd name="T0" fmla="*/ 1263 w 1264"/>
              <a:gd name="T1" fmla="*/ 632 h 1265"/>
              <a:gd name="T2" fmla="*/ 1263 w 1264"/>
              <a:gd name="T3" fmla="*/ 632 h 1265"/>
              <a:gd name="T4" fmla="*/ 630 w 1264"/>
              <a:gd name="T5" fmla="*/ 1264 h 1265"/>
              <a:gd name="T6" fmla="*/ 630 w 1264"/>
              <a:gd name="T7" fmla="*/ 1264 h 1265"/>
              <a:gd name="T8" fmla="*/ 0 w 1264"/>
              <a:gd name="T9" fmla="*/ 632 h 1265"/>
              <a:gd name="T10" fmla="*/ 0 w 1264"/>
              <a:gd name="T11" fmla="*/ 632 h 1265"/>
              <a:gd name="T12" fmla="*/ 630 w 1264"/>
              <a:gd name="T13" fmla="*/ 0 h 1265"/>
              <a:gd name="T14" fmla="*/ 630 w 1264"/>
              <a:gd name="T15" fmla="*/ 0 h 1265"/>
              <a:gd name="T16" fmla="*/ 1263 w 1264"/>
              <a:gd name="T17" fmla="*/ 632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4" h="1265">
                <a:moveTo>
                  <a:pt x="1263" y="632"/>
                </a:moveTo>
                <a:lnTo>
                  <a:pt x="1263" y="632"/>
                </a:lnTo>
                <a:cubicBezTo>
                  <a:pt x="1263" y="981"/>
                  <a:pt x="980" y="1264"/>
                  <a:pt x="630" y="1264"/>
                </a:cubicBezTo>
                <a:lnTo>
                  <a:pt x="630" y="1264"/>
                </a:lnTo>
                <a:cubicBezTo>
                  <a:pt x="282" y="1264"/>
                  <a:pt x="0" y="981"/>
                  <a:pt x="0" y="632"/>
                </a:cubicBezTo>
                <a:lnTo>
                  <a:pt x="0" y="632"/>
                </a:lnTo>
                <a:cubicBezTo>
                  <a:pt x="0" y="283"/>
                  <a:pt x="282" y="0"/>
                  <a:pt x="630" y="0"/>
                </a:cubicBezTo>
                <a:lnTo>
                  <a:pt x="630" y="0"/>
                </a:lnTo>
                <a:cubicBezTo>
                  <a:pt x="980" y="0"/>
                  <a:pt x="1263" y="283"/>
                  <a:pt x="1263" y="63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76">
            <a:extLst>
              <a:ext uri="{FF2B5EF4-FFF2-40B4-BE49-F238E27FC236}">
                <a16:creationId xmlns:a16="http://schemas.microsoft.com/office/drawing/2014/main" id="{FE8A8230-3CEA-7C42-A5FE-F68D7A9FC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7278" y="11032716"/>
            <a:ext cx="708605" cy="708605"/>
          </a:xfrm>
          <a:custGeom>
            <a:avLst/>
            <a:gdLst>
              <a:gd name="T0" fmla="*/ 414 w 569"/>
              <a:gd name="T1" fmla="*/ 342 h 571"/>
              <a:gd name="T2" fmla="*/ 366 w 569"/>
              <a:gd name="T3" fmla="*/ 319 h 571"/>
              <a:gd name="T4" fmla="*/ 350 w 569"/>
              <a:gd name="T5" fmla="*/ 322 h 571"/>
              <a:gd name="T6" fmla="*/ 328 w 569"/>
              <a:gd name="T7" fmla="*/ 350 h 571"/>
              <a:gd name="T8" fmla="*/ 312 w 569"/>
              <a:gd name="T9" fmla="*/ 352 h 571"/>
              <a:gd name="T10" fmla="*/ 255 w 569"/>
              <a:gd name="T11" fmla="*/ 317 h 571"/>
              <a:gd name="T12" fmla="*/ 216 w 569"/>
              <a:gd name="T13" fmla="*/ 268 h 571"/>
              <a:gd name="T14" fmla="*/ 219 w 569"/>
              <a:gd name="T15" fmla="*/ 254 h 571"/>
              <a:gd name="T16" fmla="*/ 230 w 569"/>
              <a:gd name="T17" fmla="*/ 241 h 571"/>
              <a:gd name="T18" fmla="*/ 236 w 569"/>
              <a:gd name="T19" fmla="*/ 229 h 571"/>
              <a:gd name="T20" fmla="*/ 236 w 569"/>
              <a:gd name="T21" fmla="*/ 217 h 571"/>
              <a:gd name="T22" fmla="*/ 214 w 569"/>
              <a:gd name="T23" fmla="*/ 164 h 571"/>
              <a:gd name="T24" fmla="*/ 199 w 569"/>
              <a:gd name="T25" fmla="*/ 152 h 571"/>
              <a:gd name="T26" fmla="*/ 185 w 569"/>
              <a:gd name="T27" fmla="*/ 152 h 571"/>
              <a:gd name="T28" fmla="*/ 166 w 569"/>
              <a:gd name="T29" fmla="*/ 161 h 571"/>
              <a:gd name="T30" fmla="*/ 142 w 569"/>
              <a:gd name="T31" fmla="*/ 220 h 571"/>
              <a:gd name="T32" fmla="*/ 170 w 569"/>
              <a:gd name="T33" fmla="*/ 293 h 571"/>
              <a:gd name="T34" fmla="*/ 291 w 569"/>
              <a:gd name="T35" fmla="*/ 399 h 571"/>
              <a:gd name="T36" fmla="*/ 331 w 569"/>
              <a:gd name="T37" fmla="*/ 415 h 571"/>
              <a:gd name="T38" fmla="*/ 376 w 569"/>
              <a:gd name="T39" fmla="*/ 417 h 571"/>
              <a:gd name="T40" fmla="*/ 424 w 569"/>
              <a:gd name="T41" fmla="*/ 383 h 571"/>
              <a:gd name="T42" fmla="*/ 427 w 569"/>
              <a:gd name="T43" fmla="*/ 350 h 571"/>
              <a:gd name="T44" fmla="*/ 285 w 569"/>
              <a:gd name="T45" fmla="*/ 518 h 571"/>
              <a:gd name="T46" fmla="*/ 285 w 569"/>
              <a:gd name="T47" fmla="*/ 518 h 571"/>
              <a:gd name="T48" fmla="*/ 157 w 569"/>
              <a:gd name="T49" fmla="*/ 480 h 571"/>
              <a:gd name="T50" fmla="*/ 92 w 569"/>
              <a:gd name="T51" fmla="*/ 416 h 571"/>
              <a:gd name="T52" fmla="*/ 86 w 569"/>
              <a:gd name="T53" fmla="*/ 408 h 571"/>
              <a:gd name="T54" fmla="*/ 50 w 569"/>
              <a:gd name="T55" fmla="*/ 282 h 571"/>
              <a:gd name="T56" fmla="*/ 285 w 569"/>
              <a:gd name="T57" fmla="*/ 48 h 571"/>
              <a:gd name="T58" fmla="*/ 451 w 569"/>
              <a:gd name="T59" fmla="*/ 117 h 571"/>
              <a:gd name="T60" fmla="*/ 520 w 569"/>
              <a:gd name="T61" fmla="*/ 283 h 571"/>
              <a:gd name="T62" fmla="*/ 485 w 569"/>
              <a:gd name="T63" fmla="*/ 83 h 571"/>
              <a:gd name="T64" fmla="*/ 285 w 569"/>
              <a:gd name="T65" fmla="*/ 0 h 571"/>
              <a:gd name="T66" fmla="*/ 2 w 569"/>
              <a:gd name="T67" fmla="*/ 282 h 571"/>
              <a:gd name="T68" fmla="*/ 40 w 569"/>
              <a:gd name="T69" fmla="*/ 424 h 571"/>
              <a:gd name="T70" fmla="*/ 150 w 569"/>
              <a:gd name="T71" fmla="*/ 531 h 571"/>
              <a:gd name="T72" fmla="*/ 285 w 569"/>
              <a:gd name="T73" fmla="*/ 565 h 571"/>
              <a:gd name="T74" fmla="*/ 285 w 569"/>
              <a:gd name="T75" fmla="*/ 565 h 571"/>
              <a:gd name="T76" fmla="*/ 568 w 569"/>
              <a:gd name="T77" fmla="*/ 283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69" h="571">
                <a:moveTo>
                  <a:pt x="414" y="342"/>
                </a:moveTo>
                <a:lnTo>
                  <a:pt x="414" y="342"/>
                </a:lnTo>
                <a:cubicBezTo>
                  <a:pt x="407" y="338"/>
                  <a:pt x="372" y="321"/>
                  <a:pt x="366" y="319"/>
                </a:cubicBezTo>
                <a:lnTo>
                  <a:pt x="366" y="319"/>
                </a:lnTo>
                <a:cubicBezTo>
                  <a:pt x="359" y="317"/>
                  <a:pt x="355" y="315"/>
                  <a:pt x="350" y="322"/>
                </a:cubicBezTo>
                <a:lnTo>
                  <a:pt x="350" y="322"/>
                </a:lnTo>
                <a:cubicBezTo>
                  <a:pt x="345" y="329"/>
                  <a:pt x="331" y="345"/>
                  <a:pt x="328" y="350"/>
                </a:cubicBezTo>
                <a:lnTo>
                  <a:pt x="328" y="350"/>
                </a:lnTo>
                <a:cubicBezTo>
                  <a:pt x="323" y="354"/>
                  <a:pt x="319" y="355"/>
                  <a:pt x="312" y="352"/>
                </a:cubicBezTo>
                <a:lnTo>
                  <a:pt x="312" y="352"/>
                </a:lnTo>
                <a:cubicBezTo>
                  <a:pt x="305" y="348"/>
                  <a:pt x="282" y="340"/>
                  <a:pt x="255" y="317"/>
                </a:cubicBezTo>
                <a:lnTo>
                  <a:pt x="255" y="317"/>
                </a:lnTo>
                <a:cubicBezTo>
                  <a:pt x="234" y="298"/>
                  <a:pt x="220" y="275"/>
                  <a:pt x="216" y="268"/>
                </a:cubicBezTo>
                <a:lnTo>
                  <a:pt x="216" y="268"/>
                </a:lnTo>
                <a:cubicBezTo>
                  <a:pt x="212" y="260"/>
                  <a:pt x="216" y="257"/>
                  <a:pt x="219" y="254"/>
                </a:cubicBezTo>
                <a:lnTo>
                  <a:pt x="219" y="254"/>
                </a:lnTo>
                <a:cubicBezTo>
                  <a:pt x="222" y="250"/>
                  <a:pt x="226" y="245"/>
                  <a:pt x="230" y="241"/>
                </a:cubicBezTo>
                <a:lnTo>
                  <a:pt x="230" y="241"/>
                </a:lnTo>
                <a:cubicBezTo>
                  <a:pt x="233" y="237"/>
                  <a:pt x="235" y="234"/>
                  <a:pt x="236" y="229"/>
                </a:cubicBezTo>
                <a:lnTo>
                  <a:pt x="236" y="229"/>
                </a:lnTo>
                <a:cubicBezTo>
                  <a:pt x="239" y="224"/>
                  <a:pt x="238" y="221"/>
                  <a:pt x="236" y="217"/>
                </a:cubicBezTo>
                <a:lnTo>
                  <a:pt x="236" y="217"/>
                </a:lnTo>
                <a:cubicBezTo>
                  <a:pt x="235" y="213"/>
                  <a:pt x="220" y="178"/>
                  <a:pt x="214" y="164"/>
                </a:cubicBezTo>
                <a:lnTo>
                  <a:pt x="214" y="164"/>
                </a:lnTo>
                <a:cubicBezTo>
                  <a:pt x="208" y="150"/>
                  <a:pt x="203" y="153"/>
                  <a:pt x="199" y="152"/>
                </a:cubicBezTo>
                <a:lnTo>
                  <a:pt x="199" y="152"/>
                </a:lnTo>
                <a:cubicBezTo>
                  <a:pt x="194" y="152"/>
                  <a:pt x="189" y="152"/>
                  <a:pt x="185" y="152"/>
                </a:cubicBezTo>
                <a:lnTo>
                  <a:pt x="185" y="152"/>
                </a:lnTo>
                <a:cubicBezTo>
                  <a:pt x="180" y="152"/>
                  <a:pt x="172" y="154"/>
                  <a:pt x="166" y="161"/>
                </a:cubicBezTo>
                <a:lnTo>
                  <a:pt x="166" y="161"/>
                </a:lnTo>
                <a:cubicBezTo>
                  <a:pt x="160" y="168"/>
                  <a:pt x="142" y="185"/>
                  <a:pt x="142" y="220"/>
                </a:cubicBezTo>
                <a:lnTo>
                  <a:pt x="142" y="220"/>
                </a:lnTo>
                <a:cubicBezTo>
                  <a:pt x="142" y="254"/>
                  <a:pt x="167" y="288"/>
                  <a:pt x="170" y="293"/>
                </a:cubicBezTo>
                <a:lnTo>
                  <a:pt x="170" y="293"/>
                </a:lnTo>
                <a:cubicBezTo>
                  <a:pt x="173" y="298"/>
                  <a:pt x="220" y="369"/>
                  <a:pt x="291" y="399"/>
                </a:cubicBezTo>
                <a:lnTo>
                  <a:pt x="291" y="399"/>
                </a:lnTo>
                <a:cubicBezTo>
                  <a:pt x="308" y="406"/>
                  <a:pt x="321" y="411"/>
                  <a:pt x="331" y="415"/>
                </a:cubicBezTo>
                <a:lnTo>
                  <a:pt x="331" y="415"/>
                </a:lnTo>
                <a:cubicBezTo>
                  <a:pt x="348" y="420"/>
                  <a:pt x="364" y="419"/>
                  <a:pt x="376" y="417"/>
                </a:cubicBezTo>
                <a:lnTo>
                  <a:pt x="376" y="417"/>
                </a:lnTo>
                <a:cubicBezTo>
                  <a:pt x="390" y="415"/>
                  <a:pt x="418" y="400"/>
                  <a:pt x="424" y="383"/>
                </a:cubicBezTo>
                <a:lnTo>
                  <a:pt x="424" y="383"/>
                </a:lnTo>
                <a:cubicBezTo>
                  <a:pt x="429" y="367"/>
                  <a:pt x="429" y="353"/>
                  <a:pt x="427" y="350"/>
                </a:cubicBezTo>
                <a:lnTo>
                  <a:pt x="427" y="350"/>
                </a:lnTo>
                <a:cubicBezTo>
                  <a:pt x="425" y="347"/>
                  <a:pt x="421" y="345"/>
                  <a:pt x="414" y="342"/>
                </a:cubicBezTo>
                <a:close/>
                <a:moveTo>
                  <a:pt x="285" y="518"/>
                </a:moveTo>
                <a:lnTo>
                  <a:pt x="285" y="518"/>
                </a:lnTo>
                <a:lnTo>
                  <a:pt x="285" y="518"/>
                </a:lnTo>
                <a:cubicBezTo>
                  <a:pt x="243" y="518"/>
                  <a:pt x="202" y="506"/>
                  <a:pt x="166" y="485"/>
                </a:cubicBezTo>
                <a:lnTo>
                  <a:pt x="157" y="480"/>
                </a:lnTo>
                <a:lnTo>
                  <a:pt x="68" y="503"/>
                </a:lnTo>
                <a:lnTo>
                  <a:pt x="92" y="416"/>
                </a:lnTo>
                <a:lnTo>
                  <a:pt x="86" y="408"/>
                </a:lnTo>
                <a:lnTo>
                  <a:pt x="86" y="408"/>
                </a:lnTo>
                <a:cubicBezTo>
                  <a:pt x="62" y="370"/>
                  <a:pt x="50" y="327"/>
                  <a:pt x="50" y="282"/>
                </a:cubicBezTo>
                <a:lnTo>
                  <a:pt x="50" y="282"/>
                </a:lnTo>
                <a:cubicBezTo>
                  <a:pt x="50" y="153"/>
                  <a:pt x="156" y="48"/>
                  <a:pt x="285" y="48"/>
                </a:cubicBezTo>
                <a:lnTo>
                  <a:pt x="285" y="48"/>
                </a:lnTo>
                <a:cubicBezTo>
                  <a:pt x="348" y="48"/>
                  <a:pt x="407" y="72"/>
                  <a:pt x="451" y="117"/>
                </a:cubicBezTo>
                <a:lnTo>
                  <a:pt x="451" y="117"/>
                </a:lnTo>
                <a:cubicBezTo>
                  <a:pt x="496" y="161"/>
                  <a:pt x="520" y="220"/>
                  <a:pt x="520" y="283"/>
                </a:cubicBezTo>
                <a:lnTo>
                  <a:pt x="520" y="283"/>
                </a:lnTo>
                <a:cubicBezTo>
                  <a:pt x="520" y="412"/>
                  <a:pt x="414" y="518"/>
                  <a:pt x="285" y="518"/>
                </a:cubicBezTo>
                <a:close/>
                <a:moveTo>
                  <a:pt x="485" y="83"/>
                </a:moveTo>
                <a:lnTo>
                  <a:pt x="485" y="83"/>
                </a:lnTo>
                <a:cubicBezTo>
                  <a:pt x="432" y="29"/>
                  <a:pt x="361" y="0"/>
                  <a:pt x="285" y="0"/>
                </a:cubicBezTo>
                <a:lnTo>
                  <a:pt x="285" y="0"/>
                </a:lnTo>
                <a:cubicBezTo>
                  <a:pt x="129" y="0"/>
                  <a:pt x="2" y="126"/>
                  <a:pt x="2" y="282"/>
                </a:cubicBezTo>
                <a:lnTo>
                  <a:pt x="2" y="282"/>
                </a:lnTo>
                <a:cubicBezTo>
                  <a:pt x="2" y="332"/>
                  <a:pt x="15" y="381"/>
                  <a:pt x="40" y="424"/>
                </a:cubicBezTo>
                <a:lnTo>
                  <a:pt x="0" y="570"/>
                </a:lnTo>
                <a:lnTo>
                  <a:pt x="150" y="531"/>
                </a:lnTo>
                <a:lnTo>
                  <a:pt x="150" y="531"/>
                </a:lnTo>
                <a:cubicBezTo>
                  <a:pt x="191" y="553"/>
                  <a:pt x="238" y="565"/>
                  <a:pt x="285" y="565"/>
                </a:cubicBezTo>
                <a:lnTo>
                  <a:pt x="285" y="565"/>
                </a:lnTo>
                <a:lnTo>
                  <a:pt x="285" y="565"/>
                </a:lnTo>
                <a:cubicBezTo>
                  <a:pt x="441" y="565"/>
                  <a:pt x="567" y="439"/>
                  <a:pt x="568" y="283"/>
                </a:cubicBezTo>
                <a:lnTo>
                  <a:pt x="568" y="283"/>
                </a:lnTo>
                <a:cubicBezTo>
                  <a:pt x="568" y="207"/>
                  <a:pt x="539" y="136"/>
                  <a:pt x="485" y="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77">
            <a:extLst>
              <a:ext uri="{FF2B5EF4-FFF2-40B4-BE49-F238E27FC236}">
                <a16:creationId xmlns:a16="http://schemas.microsoft.com/office/drawing/2014/main" id="{8A8063C0-5A18-4145-923A-6BCF6AB4A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539" y="9505649"/>
            <a:ext cx="1807211" cy="2175246"/>
          </a:xfrm>
          <a:custGeom>
            <a:avLst/>
            <a:gdLst>
              <a:gd name="T0" fmla="*/ 600 w 1453"/>
              <a:gd name="T1" fmla="*/ 0 h 1746"/>
              <a:gd name="T2" fmla="*/ 600 w 1453"/>
              <a:gd name="T3" fmla="*/ 0 h 1746"/>
              <a:gd name="T4" fmla="*/ 1022 w 1453"/>
              <a:gd name="T5" fmla="*/ 860 h 1746"/>
              <a:gd name="T6" fmla="*/ 1022 w 1453"/>
              <a:gd name="T7" fmla="*/ 860 h 1746"/>
              <a:gd name="T8" fmla="*/ 1350 w 1453"/>
              <a:gd name="T9" fmla="*/ 1435 h 1746"/>
              <a:gd name="T10" fmla="*/ 1350 w 1453"/>
              <a:gd name="T11" fmla="*/ 1435 h 1746"/>
              <a:gd name="T12" fmla="*/ 741 w 1453"/>
              <a:gd name="T13" fmla="*/ 1745 h 1746"/>
              <a:gd name="T14" fmla="*/ 741 w 1453"/>
              <a:gd name="T15" fmla="*/ 1745 h 1746"/>
              <a:gd name="T16" fmla="*/ 0 w 1453"/>
              <a:gd name="T17" fmla="*/ 114 h 1746"/>
              <a:gd name="T18" fmla="*/ 0 w 1453"/>
              <a:gd name="T19" fmla="*/ 114 h 1746"/>
              <a:gd name="T20" fmla="*/ 600 w 1453"/>
              <a:gd name="T21" fmla="*/ 0 h 17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53" h="1746">
                <a:moveTo>
                  <a:pt x="600" y="0"/>
                </a:moveTo>
                <a:lnTo>
                  <a:pt x="600" y="0"/>
                </a:lnTo>
                <a:cubicBezTo>
                  <a:pt x="730" y="350"/>
                  <a:pt x="959" y="672"/>
                  <a:pt x="1022" y="860"/>
                </a:cubicBezTo>
                <a:lnTo>
                  <a:pt x="1022" y="860"/>
                </a:lnTo>
                <a:cubicBezTo>
                  <a:pt x="1118" y="1150"/>
                  <a:pt x="1452" y="1204"/>
                  <a:pt x="1350" y="1435"/>
                </a:cubicBezTo>
                <a:lnTo>
                  <a:pt x="1350" y="1435"/>
                </a:lnTo>
                <a:cubicBezTo>
                  <a:pt x="1249" y="1667"/>
                  <a:pt x="741" y="1745"/>
                  <a:pt x="741" y="1745"/>
                </a:cubicBezTo>
                <a:lnTo>
                  <a:pt x="741" y="1745"/>
                </a:lnTo>
                <a:cubicBezTo>
                  <a:pt x="703" y="1706"/>
                  <a:pt x="131" y="412"/>
                  <a:pt x="0" y="114"/>
                </a:cubicBezTo>
                <a:lnTo>
                  <a:pt x="0" y="114"/>
                </a:lnTo>
                <a:cubicBezTo>
                  <a:pt x="207" y="69"/>
                  <a:pt x="408" y="31"/>
                  <a:pt x="600" y="0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78">
            <a:extLst>
              <a:ext uri="{FF2B5EF4-FFF2-40B4-BE49-F238E27FC236}">
                <a16:creationId xmlns:a16="http://schemas.microsoft.com/office/drawing/2014/main" id="{1C23ABBE-42D3-1641-B6CD-1A0552273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0425" y="6819554"/>
            <a:ext cx="2048905" cy="2048904"/>
          </a:xfrm>
          <a:custGeom>
            <a:avLst/>
            <a:gdLst>
              <a:gd name="T0" fmla="*/ 0 w 1647"/>
              <a:gd name="T1" fmla="*/ 822 h 1646"/>
              <a:gd name="T2" fmla="*/ 0 w 1647"/>
              <a:gd name="T3" fmla="*/ 822 h 1646"/>
              <a:gd name="T4" fmla="*/ 823 w 1647"/>
              <a:gd name="T5" fmla="*/ 1645 h 1646"/>
              <a:gd name="T6" fmla="*/ 823 w 1647"/>
              <a:gd name="T7" fmla="*/ 1645 h 1646"/>
              <a:gd name="T8" fmla="*/ 1646 w 1647"/>
              <a:gd name="T9" fmla="*/ 822 h 1646"/>
              <a:gd name="T10" fmla="*/ 1646 w 1647"/>
              <a:gd name="T11" fmla="*/ 822 h 1646"/>
              <a:gd name="T12" fmla="*/ 823 w 1647"/>
              <a:gd name="T13" fmla="*/ 0 h 1646"/>
              <a:gd name="T14" fmla="*/ 823 w 1647"/>
              <a:gd name="T15" fmla="*/ 0 h 1646"/>
              <a:gd name="T16" fmla="*/ 0 w 1647"/>
              <a:gd name="T17" fmla="*/ 822 h 1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47" h="1646">
                <a:moveTo>
                  <a:pt x="0" y="822"/>
                </a:moveTo>
                <a:lnTo>
                  <a:pt x="0" y="822"/>
                </a:lnTo>
                <a:cubicBezTo>
                  <a:pt x="0" y="1276"/>
                  <a:pt x="369" y="1645"/>
                  <a:pt x="823" y="1645"/>
                </a:cubicBezTo>
                <a:lnTo>
                  <a:pt x="823" y="1645"/>
                </a:lnTo>
                <a:cubicBezTo>
                  <a:pt x="1278" y="1645"/>
                  <a:pt x="1646" y="1276"/>
                  <a:pt x="1646" y="822"/>
                </a:cubicBezTo>
                <a:lnTo>
                  <a:pt x="1646" y="822"/>
                </a:lnTo>
                <a:cubicBezTo>
                  <a:pt x="1646" y="368"/>
                  <a:pt x="1278" y="0"/>
                  <a:pt x="823" y="0"/>
                </a:cubicBezTo>
                <a:lnTo>
                  <a:pt x="823" y="0"/>
                </a:lnTo>
                <a:cubicBezTo>
                  <a:pt x="369" y="0"/>
                  <a:pt x="0" y="368"/>
                  <a:pt x="0" y="822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FDAD8DF4-7B6B-FB42-B402-428B1C028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2212" y="5929681"/>
            <a:ext cx="4806418" cy="3812174"/>
          </a:xfrm>
          <a:custGeom>
            <a:avLst/>
            <a:gdLst>
              <a:gd name="T0" fmla="*/ 2837 w 3859"/>
              <a:gd name="T1" fmla="*/ 0 h 3062"/>
              <a:gd name="T2" fmla="*/ 2837 w 3859"/>
              <a:gd name="T3" fmla="*/ 0 h 3062"/>
              <a:gd name="T4" fmla="*/ 2873 w 3859"/>
              <a:gd name="T5" fmla="*/ 1467 h 3062"/>
              <a:gd name="T6" fmla="*/ 2873 w 3859"/>
              <a:gd name="T7" fmla="*/ 1467 h 3062"/>
              <a:gd name="T8" fmla="*/ 3858 w 3859"/>
              <a:gd name="T9" fmla="*/ 2751 h 3062"/>
              <a:gd name="T10" fmla="*/ 3858 w 3859"/>
              <a:gd name="T11" fmla="*/ 2751 h 3062"/>
              <a:gd name="T12" fmla="*/ 3858 w 3859"/>
              <a:gd name="T13" fmla="*/ 2752 h 3062"/>
              <a:gd name="T14" fmla="*/ 3858 w 3859"/>
              <a:gd name="T15" fmla="*/ 2752 h 3062"/>
              <a:gd name="T16" fmla="*/ 407 w 3859"/>
              <a:gd name="T17" fmla="*/ 3061 h 3062"/>
              <a:gd name="T18" fmla="*/ 407 w 3859"/>
              <a:gd name="T19" fmla="*/ 3061 h 3062"/>
              <a:gd name="T20" fmla="*/ 0 w 3859"/>
              <a:gd name="T21" fmla="*/ 2007 h 3062"/>
              <a:gd name="T22" fmla="*/ 0 w 3859"/>
              <a:gd name="T23" fmla="*/ 2007 h 3062"/>
              <a:gd name="T24" fmla="*/ 2837 w 3859"/>
              <a:gd name="T25" fmla="*/ 0 h 3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59" h="3062">
                <a:moveTo>
                  <a:pt x="2837" y="0"/>
                </a:moveTo>
                <a:lnTo>
                  <a:pt x="2837" y="0"/>
                </a:lnTo>
                <a:cubicBezTo>
                  <a:pt x="2683" y="315"/>
                  <a:pt x="2685" y="875"/>
                  <a:pt x="2873" y="1467"/>
                </a:cubicBezTo>
                <a:lnTo>
                  <a:pt x="2873" y="1467"/>
                </a:lnTo>
                <a:cubicBezTo>
                  <a:pt x="3095" y="2168"/>
                  <a:pt x="3505" y="2685"/>
                  <a:pt x="3858" y="2751"/>
                </a:cubicBezTo>
                <a:lnTo>
                  <a:pt x="3858" y="2751"/>
                </a:lnTo>
                <a:cubicBezTo>
                  <a:pt x="3858" y="2752"/>
                  <a:pt x="3858" y="2752"/>
                  <a:pt x="3858" y="2752"/>
                </a:cubicBezTo>
                <a:lnTo>
                  <a:pt x="3858" y="2752"/>
                </a:lnTo>
                <a:cubicBezTo>
                  <a:pt x="3858" y="2752"/>
                  <a:pt x="2398" y="2568"/>
                  <a:pt x="407" y="3061"/>
                </a:cubicBezTo>
                <a:lnTo>
                  <a:pt x="407" y="3061"/>
                </a:lnTo>
                <a:cubicBezTo>
                  <a:pt x="407" y="3061"/>
                  <a:pt x="49" y="2742"/>
                  <a:pt x="0" y="2007"/>
                </a:cubicBezTo>
                <a:lnTo>
                  <a:pt x="0" y="2007"/>
                </a:lnTo>
                <a:cubicBezTo>
                  <a:pt x="0" y="2007"/>
                  <a:pt x="2171" y="921"/>
                  <a:pt x="2837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81">
            <a:extLst>
              <a:ext uri="{FF2B5EF4-FFF2-40B4-BE49-F238E27FC236}">
                <a16:creationId xmlns:a16="http://schemas.microsoft.com/office/drawing/2014/main" id="{EB6389D0-54E2-1B48-AD96-454B4B4B3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871" y="9533119"/>
            <a:ext cx="560291" cy="620712"/>
          </a:xfrm>
          <a:custGeom>
            <a:avLst/>
            <a:gdLst>
              <a:gd name="T0" fmla="*/ 35 w 451"/>
              <a:gd name="T1" fmla="*/ 0 h 500"/>
              <a:gd name="T2" fmla="*/ 450 w 451"/>
              <a:gd name="T3" fmla="*/ 288 h 500"/>
              <a:gd name="T4" fmla="*/ 426 w 451"/>
              <a:gd name="T5" fmla="*/ 376 h 500"/>
              <a:gd name="T6" fmla="*/ 174 w 451"/>
              <a:gd name="T7" fmla="*/ 499 h 500"/>
              <a:gd name="T8" fmla="*/ 0 w 451"/>
              <a:gd name="T9" fmla="*/ 74 h 500"/>
              <a:gd name="T10" fmla="*/ 22 w 451"/>
              <a:gd name="T11" fmla="*/ 3 h 500"/>
              <a:gd name="T12" fmla="*/ 22 w 451"/>
              <a:gd name="T13" fmla="*/ 3 h 500"/>
              <a:gd name="T14" fmla="*/ 35 w 451"/>
              <a:gd name="T15" fmla="*/ 0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51" h="500">
                <a:moveTo>
                  <a:pt x="35" y="0"/>
                </a:moveTo>
                <a:lnTo>
                  <a:pt x="450" y="288"/>
                </a:lnTo>
                <a:lnTo>
                  <a:pt x="426" y="376"/>
                </a:lnTo>
                <a:lnTo>
                  <a:pt x="174" y="499"/>
                </a:lnTo>
                <a:lnTo>
                  <a:pt x="0" y="74"/>
                </a:lnTo>
                <a:lnTo>
                  <a:pt x="22" y="3"/>
                </a:lnTo>
                <a:lnTo>
                  <a:pt x="22" y="3"/>
                </a:lnTo>
                <a:cubicBezTo>
                  <a:pt x="26" y="2"/>
                  <a:pt x="30" y="2"/>
                  <a:pt x="35" y="0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82">
            <a:extLst>
              <a:ext uri="{FF2B5EF4-FFF2-40B4-BE49-F238E27FC236}">
                <a16:creationId xmlns:a16="http://schemas.microsoft.com/office/drawing/2014/main" id="{4353FD05-010A-1144-8E65-0A21DAE78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826" y="9472694"/>
            <a:ext cx="527332" cy="565785"/>
          </a:xfrm>
          <a:custGeom>
            <a:avLst/>
            <a:gdLst>
              <a:gd name="T0" fmla="*/ 294 w 423"/>
              <a:gd name="T1" fmla="*/ 0 h 453"/>
              <a:gd name="T2" fmla="*/ 422 w 423"/>
              <a:gd name="T3" fmla="*/ 335 h 453"/>
              <a:gd name="T4" fmla="*/ 190 w 423"/>
              <a:gd name="T5" fmla="*/ 452 h 453"/>
              <a:gd name="T6" fmla="*/ 0 w 423"/>
              <a:gd name="T7" fmla="*/ 49 h 453"/>
              <a:gd name="T8" fmla="*/ 0 w 423"/>
              <a:gd name="T9" fmla="*/ 49 h 453"/>
              <a:gd name="T10" fmla="*/ 294 w 423"/>
              <a:gd name="T11" fmla="*/ 0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3" h="453">
                <a:moveTo>
                  <a:pt x="294" y="0"/>
                </a:moveTo>
                <a:lnTo>
                  <a:pt x="422" y="335"/>
                </a:lnTo>
                <a:lnTo>
                  <a:pt x="190" y="452"/>
                </a:lnTo>
                <a:lnTo>
                  <a:pt x="0" y="49"/>
                </a:lnTo>
                <a:lnTo>
                  <a:pt x="0" y="49"/>
                </a:lnTo>
                <a:cubicBezTo>
                  <a:pt x="100" y="31"/>
                  <a:pt x="198" y="15"/>
                  <a:pt x="294" y="0"/>
                </a:cubicBezTo>
              </a:path>
            </a:pathLst>
          </a:custGeom>
          <a:solidFill>
            <a:srgbClr val="EEF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C3FD7162-FEDA-E043-BCF1-E2BE059FE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148" y="8648737"/>
            <a:ext cx="681138" cy="939313"/>
          </a:xfrm>
          <a:custGeom>
            <a:avLst/>
            <a:gdLst>
              <a:gd name="T0" fmla="*/ 293 w 549"/>
              <a:gd name="T1" fmla="*/ 0 h 753"/>
              <a:gd name="T2" fmla="*/ 293 w 549"/>
              <a:gd name="T3" fmla="*/ 0 h 753"/>
              <a:gd name="T4" fmla="*/ 548 w 549"/>
              <a:gd name="T5" fmla="*/ 714 h 753"/>
              <a:gd name="T6" fmla="*/ 548 w 549"/>
              <a:gd name="T7" fmla="*/ 714 h 753"/>
              <a:gd name="T8" fmla="*/ 382 w 549"/>
              <a:gd name="T9" fmla="*/ 752 h 753"/>
              <a:gd name="T10" fmla="*/ 382 w 549"/>
              <a:gd name="T11" fmla="*/ 752 h 753"/>
              <a:gd name="T12" fmla="*/ 0 w 549"/>
              <a:gd name="T13" fmla="*/ 371 h 753"/>
              <a:gd name="T14" fmla="*/ 0 w 549"/>
              <a:gd name="T15" fmla="*/ 371 h 753"/>
              <a:gd name="T16" fmla="*/ 293 w 549"/>
              <a:gd name="T17" fmla="*/ 0 h 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49" h="753">
                <a:moveTo>
                  <a:pt x="293" y="0"/>
                </a:moveTo>
                <a:lnTo>
                  <a:pt x="293" y="0"/>
                </a:lnTo>
                <a:cubicBezTo>
                  <a:pt x="342" y="339"/>
                  <a:pt x="456" y="573"/>
                  <a:pt x="548" y="714"/>
                </a:cubicBezTo>
                <a:lnTo>
                  <a:pt x="548" y="714"/>
                </a:lnTo>
                <a:cubicBezTo>
                  <a:pt x="498" y="738"/>
                  <a:pt x="441" y="752"/>
                  <a:pt x="382" y="752"/>
                </a:cubicBezTo>
                <a:lnTo>
                  <a:pt x="382" y="752"/>
                </a:lnTo>
                <a:cubicBezTo>
                  <a:pt x="171" y="752"/>
                  <a:pt x="0" y="581"/>
                  <a:pt x="0" y="371"/>
                </a:cubicBezTo>
                <a:lnTo>
                  <a:pt x="0" y="371"/>
                </a:lnTo>
                <a:cubicBezTo>
                  <a:pt x="0" y="191"/>
                  <a:pt x="125" y="39"/>
                  <a:pt x="293" y="0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85">
            <a:extLst>
              <a:ext uri="{FF2B5EF4-FFF2-40B4-BE49-F238E27FC236}">
                <a16:creationId xmlns:a16="http://schemas.microsoft.com/office/drawing/2014/main" id="{199BC479-739D-7C4B-AFAA-18930C82E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066" y="5841792"/>
            <a:ext cx="1021707" cy="1021707"/>
          </a:xfrm>
          <a:custGeom>
            <a:avLst/>
            <a:gdLst>
              <a:gd name="T0" fmla="*/ 736 w 821"/>
              <a:gd name="T1" fmla="*/ 562 h 820"/>
              <a:gd name="T2" fmla="*/ 736 w 821"/>
              <a:gd name="T3" fmla="*/ 562 h 820"/>
              <a:gd name="T4" fmla="*/ 259 w 821"/>
              <a:gd name="T5" fmla="*/ 736 h 820"/>
              <a:gd name="T6" fmla="*/ 259 w 821"/>
              <a:gd name="T7" fmla="*/ 736 h 820"/>
              <a:gd name="T8" fmla="*/ 84 w 821"/>
              <a:gd name="T9" fmla="*/ 258 h 820"/>
              <a:gd name="T10" fmla="*/ 84 w 821"/>
              <a:gd name="T11" fmla="*/ 258 h 820"/>
              <a:gd name="T12" fmla="*/ 561 w 821"/>
              <a:gd name="T13" fmla="*/ 84 h 820"/>
              <a:gd name="T14" fmla="*/ 561 w 821"/>
              <a:gd name="T15" fmla="*/ 84 h 820"/>
              <a:gd name="T16" fmla="*/ 736 w 821"/>
              <a:gd name="T17" fmla="*/ 562 h 8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1" h="820">
                <a:moveTo>
                  <a:pt x="736" y="562"/>
                </a:moveTo>
                <a:lnTo>
                  <a:pt x="736" y="562"/>
                </a:lnTo>
                <a:cubicBezTo>
                  <a:pt x="652" y="742"/>
                  <a:pt x="439" y="819"/>
                  <a:pt x="259" y="736"/>
                </a:cubicBezTo>
                <a:lnTo>
                  <a:pt x="259" y="736"/>
                </a:lnTo>
                <a:cubicBezTo>
                  <a:pt x="78" y="652"/>
                  <a:pt x="0" y="439"/>
                  <a:pt x="84" y="258"/>
                </a:cubicBezTo>
                <a:lnTo>
                  <a:pt x="84" y="258"/>
                </a:lnTo>
                <a:cubicBezTo>
                  <a:pt x="168" y="78"/>
                  <a:pt x="382" y="0"/>
                  <a:pt x="561" y="84"/>
                </a:cubicBezTo>
                <a:lnTo>
                  <a:pt x="561" y="84"/>
                </a:lnTo>
                <a:cubicBezTo>
                  <a:pt x="742" y="167"/>
                  <a:pt x="820" y="381"/>
                  <a:pt x="736" y="562"/>
                </a:cubicBezTo>
              </a:path>
            </a:pathLst>
          </a:custGeom>
          <a:solidFill>
            <a:srgbClr val="F9FBFF"/>
          </a:solidFill>
          <a:ln w="12700" cap="flat">
            <a:solidFill>
              <a:srgbClr val="E2EE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86">
            <a:extLst>
              <a:ext uri="{FF2B5EF4-FFF2-40B4-BE49-F238E27FC236}">
                <a16:creationId xmlns:a16="http://schemas.microsoft.com/office/drawing/2014/main" id="{60B774B0-D9BB-0545-97C4-68701E410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9704" y="6110946"/>
            <a:ext cx="494374" cy="461416"/>
          </a:xfrm>
          <a:custGeom>
            <a:avLst/>
            <a:gdLst>
              <a:gd name="T0" fmla="*/ 322 w 398"/>
              <a:gd name="T1" fmla="*/ 101 h 371"/>
              <a:gd name="T2" fmla="*/ 322 w 398"/>
              <a:gd name="T3" fmla="*/ 101 h 371"/>
              <a:gd name="T4" fmla="*/ 222 w 398"/>
              <a:gd name="T5" fmla="*/ 99 h 371"/>
              <a:gd name="T6" fmla="*/ 222 w 398"/>
              <a:gd name="T7" fmla="*/ 99 h 371"/>
              <a:gd name="T8" fmla="*/ 156 w 398"/>
              <a:gd name="T9" fmla="*/ 24 h 371"/>
              <a:gd name="T10" fmla="*/ 156 w 398"/>
              <a:gd name="T11" fmla="*/ 24 h 371"/>
              <a:gd name="T12" fmla="*/ 16 w 398"/>
              <a:gd name="T13" fmla="*/ 75 h 371"/>
              <a:gd name="T14" fmla="*/ 16 w 398"/>
              <a:gd name="T15" fmla="*/ 75 h 371"/>
              <a:gd name="T16" fmla="*/ 18 w 398"/>
              <a:gd name="T17" fmla="*/ 154 h 371"/>
              <a:gd name="T18" fmla="*/ 96 w 398"/>
              <a:gd name="T19" fmla="*/ 370 h 371"/>
              <a:gd name="T20" fmla="*/ 312 w 398"/>
              <a:gd name="T21" fmla="*/ 291 h 371"/>
              <a:gd name="T22" fmla="*/ 312 w 398"/>
              <a:gd name="T23" fmla="*/ 291 h 371"/>
              <a:gd name="T24" fmla="*/ 373 w 398"/>
              <a:gd name="T25" fmla="*/ 242 h 371"/>
              <a:gd name="T26" fmla="*/ 373 w 398"/>
              <a:gd name="T27" fmla="*/ 242 h 371"/>
              <a:gd name="T28" fmla="*/ 322 w 398"/>
              <a:gd name="T29" fmla="*/ 101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98" h="371">
                <a:moveTo>
                  <a:pt x="322" y="101"/>
                </a:moveTo>
                <a:lnTo>
                  <a:pt x="322" y="101"/>
                </a:lnTo>
                <a:cubicBezTo>
                  <a:pt x="285" y="84"/>
                  <a:pt x="243" y="92"/>
                  <a:pt x="222" y="99"/>
                </a:cubicBezTo>
                <a:lnTo>
                  <a:pt x="222" y="99"/>
                </a:lnTo>
                <a:cubicBezTo>
                  <a:pt x="213" y="79"/>
                  <a:pt x="193" y="41"/>
                  <a:pt x="156" y="24"/>
                </a:cubicBezTo>
                <a:lnTo>
                  <a:pt x="156" y="24"/>
                </a:lnTo>
                <a:cubicBezTo>
                  <a:pt x="103" y="0"/>
                  <a:pt x="40" y="23"/>
                  <a:pt x="16" y="75"/>
                </a:cubicBezTo>
                <a:lnTo>
                  <a:pt x="16" y="75"/>
                </a:lnTo>
                <a:cubicBezTo>
                  <a:pt x="0" y="108"/>
                  <a:pt x="17" y="152"/>
                  <a:pt x="18" y="154"/>
                </a:cubicBezTo>
                <a:lnTo>
                  <a:pt x="96" y="370"/>
                </a:lnTo>
                <a:lnTo>
                  <a:pt x="312" y="291"/>
                </a:lnTo>
                <a:lnTo>
                  <a:pt x="312" y="291"/>
                </a:lnTo>
                <a:cubicBezTo>
                  <a:pt x="314" y="291"/>
                  <a:pt x="358" y="275"/>
                  <a:pt x="373" y="242"/>
                </a:cubicBezTo>
                <a:lnTo>
                  <a:pt x="373" y="242"/>
                </a:lnTo>
                <a:cubicBezTo>
                  <a:pt x="397" y="189"/>
                  <a:pt x="375" y="126"/>
                  <a:pt x="322" y="101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87">
            <a:extLst>
              <a:ext uri="{FF2B5EF4-FFF2-40B4-BE49-F238E27FC236}">
                <a16:creationId xmlns:a16="http://schemas.microsoft.com/office/drawing/2014/main" id="{C7C63323-BE79-064A-BEC7-2E20A1C9A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3738" y="6023057"/>
            <a:ext cx="2065386" cy="1603969"/>
          </a:xfrm>
          <a:custGeom>
            <a:avLst/>
            <a:gdLst>
              <a:gd name="T0" fmla="*/ 78 w 1656"/>
              <a:gd name="T1" fmla="*/ 159 h 1287"/>
              <a:gd name="T2" fmla="*/ 1483 w 1656"/>
              <a:gd name="T3" fmla="*/ 5 h 1287"/>
              <a:gd name="T4" fmla="*/ 1483 w 1656"/>
              <a:gd name="T5" fmla="*/ 5 h 1287"/>
              <a:gd name="T6" fmla="*/ 1574 w 1656"/>
              <a:gd name="T7" fmla="*/ 78 h 1287"/>
              <a:gd name="T8" fmla="*/ 1650 w 1656"/>
              <a:gd name="T9" fmla="*/ 774 h 1287"/>
              <a:gd name="T10" fmla="*/ 1650 w 1656"/>
              <a:gd name="T11" fmla="*/ 774 h 1287"/>
              <a:gd name="T12" fmla="*/ 1577 w 1656"/>
              <a:gd name="T13" fmla="*/ 865 h 1287"/>
              <a:gd name="T14" fmla="*/ 607 w 1656"/>
              <a:gd name="T15" fmla="*/ 971 h 1287"/>
              <a:gd name="T16" fmla="*/ 411 w 1656"/>
              <a:gd name="T17" fmla="*/ 1256 h 1287"/>
              <a:gd name="T18" fmla="*/ 411 w 1656"/>
              <a:gd name="T19" fmla="*/ 1256 h 1287"/>
              <a:gd name="T20" fmla="*/ 334 w 1656"/>
              <a:gd name="T21" fmla="*/ 1234 h 1287"/>
              <a:gd name="T22" fmla="*/ 309 w 1656"/>
              <a:gd name="T23" fmla="*/ 1003 h 1287"/>
              <a:gd name="T24" fmla="*/ 172 w 1656"/>
              <a:gd name="T25" fmla="*/ 1018 h 1287"/>
              <a:gd name="T26" fmla="*/ 172 w 1656"/>
              <a:gd name="T27" fmla="*/ 1018 h 1287"/>
              <a:gd name="T28" fmla="*/ 82 w 1656"/>
              <a:gd name="T29" fmla="*/ 946 h 1287"/>
              <a:gd name="T30" fmla="*/ 5 w 1656"/>
              <a:gd name="T31" fmla="*/ 249 h 1287"/>
              <a:gd name="T32" fmla="*/ 5 w 1656"/>
              <a:gd name="T33" fmla="*/ 249 h 1287"/>
              <a:gd name="T34" fmla="*/ 78 w 1656"/>
              <a:gd name="T35" fmla="*/ 159 h 1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56" h="1287">
                <a:moveTo>
                  <a:pt x="78" y="159"/>
                </a:moveTo>
                <a:lnTo>
                  <a:pt x="1483" y="5"/>
                </a:lnTo>
                <a:lnTo>
                  <a:pt x="1483" y="5"/>
                </a:lnTo>
                <a:cubicBezTo>
                  <a:pt x="1529" y="0"/>
                  <a:pt x="1569" y="33"/>
                  <a:pt x="1574" y="78"/>
                </a:cubicBezTo>
                <a:lnTo>
                  <a:pt x="1650" y="774"/>
                </a:lnTo>
                <a:lnTo>
                  <a:pt x="1650" y="774"/>
                </a:lnTo>
                <a:cubicBezTo>
                  <a:pt x="1655" y="819"/>
                  <a:pt x="1623" y="860"/>
                  <a:pt x="1577" y="865"/>
                </a:cubicBezTo>
                <a:lnTo>
                  <a:pt x="607" y="971"/>
                </a:lnTo>
                <a:lnTo>
                  <a:pt x="411" y="1256"/>
                </a:lnTo>
                <a:lnTo>
                  <a:pt x="411" y="1256"/>
                </a:lnTo>
                <a:cubicBezTo>
                  <a:pt x="387" y="1286"/>
                  <a:pt x="338" y="1271"/>
                  <a:pt x="334" y="1234"/>
                </a:cubicBezTo>
                <a:lnTo>
                  <a:pt x="309" y="1003"/>
                </a:lnTo>
                <a:lnTo>
                  <a:pt x="172" y="1018"/>
                </a:lnTo>
                <a:lnTo>
                  <a:pt x="172" y="1018"/>
                </a:lnTo>
                <a:cubicBezTo>
                  <a:pt x="127" y="1023"/>
                  <a:pt x="87" y="991"/>
                  <a:pt x="82" y="946"/>
                </a:cubicBezTo>
                <a:lnTo>
                  <a:pt x="5" y="249"/>
                </a:lnTo>
                <a:lnTo>
                  <a:pt x="5" y="249"/>
                </a:lnTo>
                <a:cubicBezTo>
                  <a:pt x="0" y="204"/>
                  <a:pt x="33" y="164"/>
                  <a:pt x="78" y="159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88">
            <a:extLst>
              <a:ext uri="{FF2B5EF4-FFF2-40B4-BE49-F238E27FC236}">
                <a16:creationId xmlns:a16="http://schemas.microsoft.com/office/drawing/2014/main" id="{ED96D19B-EAF1-5F4A-B94D-B816D2CFD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81" y="6358138"/>
            <a:ext cx="164791" cy="164791"/>
          </a:xfrm>
          <a:custGeom>
            <a:avLst/>
            <a:gdLst>
              <a:gd name="T0" fmla="*/ 3 w 132"/>
              <a:gd name="T1" fmla="*/ 72 h 132"/>
              <a:gd name="T2" fmla="*/ 3 w 132"/>
              <a:gd name="T3" fmla="*/ 72 h 132"/>
              <a:gd name="T4" fmla="*/ 72 w 132"/>
              <a:gd name="T5" fmla="*/ 128 h 132"/>
              <a:gd name="T6" fmla="*/ 72 w 132"/>
              <a:gd name="T7" fmla="*/ 128 h 132"/>
              <a:gd name="T8" fmla="*/ 127 w 132"/>
              <a:gd name="T9" fmla="*/ 59 h 132"/>
              <a:gd name="T10" fmla="*/ 127 w 132"/>
              <a:gd name="T11" fmla="*/ 59 h 132"/>
              <a:gd name="T12" fmla="*/ 59 w 132"/>
              <a:gd name="T13" fmla="*/ 3 h 132"/>
              <a:gd name="T14" fmla="*/ 59 w 132"/>
              <a:gd name="T15" fmla="*/ 3 h 132"/>
              <a:gd name="T16" fmla="*/ 3 w 132"/>
              <a:gd name="T17" fmla="*/ 7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" h="132">
                <a:moveTo>
                  <a:pt x="3" y="72"/>
                </a:moveTo>
                <a:lnTo>
                  <a:pt x="3" y="72"/>
                </a:lnTo>
                <a:cubicBezTo>
                  <a:pt x="7" y="107"/>
                  <a:pt x="38" y="131"/>
                  <a:pt x="72" y="128"/>
                </a:cubicBezTo>
                <a:lnTo>
                  <a:pt x="72" y="128"/>
                </a:lnTo>
                <a:cubicBezTo>
                  <a:pt x="106" y="124"/>
                  <a:pt x="131" y="93"/>
                  <a:pt x="127" y="59"/>
                </a:cubicBezTo>
                <a:lnTo>
                  <a:pt x="127" y="59"/>
                </a:lnTo>
                <a:cubicBezTo>
                  <a:pt x="124" y="25"/>
                  <a:pt x="92" y="0"/>
                  <a:pt x="59" y="3"/>
                </a:cubicBezTo>
                <a:lnTo>
                  <a:pt x="59" y="3"/>
                </a:lnTo>
                <a:cubicBezTo>
                  <a:pt x="24" y="7"/>
                  <a:pt x="0" y="38"/>
                  <a:pt x="3" y="72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89">
            <a:extLst>
              <a:ext uri="{FF2B5EF4-FFF2-40B4-BE49-F238E27FC236}">
                <a16:creationId xmlns:a16="http://schemas.microsoft.com/office/drawing/2014/main" id="{9BE5EC01-E39C-CD4E-AED4-2B37CD100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339" y="6413069"/>
            <a:ext cx="1087623" cy="225213"/>
          </a:xfrm>
          <a:custGeom>
            <a:avLst/>
            <a:gdLst>
              <a:gd name="T0" fmla="*/ 43 w 872"/>
              <a:gd name="T1" fmla="*/ 178 h 181"/>
              <a:gd name="T2" fmla="*/ 838 w 872"/>
              <a:gd name="T3" fmla="*/ 91 h 181"/>
              <a:gd name="T4" fmla="*/ 838 w 872"/>
              <a:gd name="T5" fmla="*/ 91 h 181"/>
              <a:gd name="T6" fmla="*/ 869 w 872"/>
              <a:gd name="T7" fmla="*/ 52 h 181"/>
              <a:gd name="T8" fmla="*/ 868 w 872"/>
              <a:gd name="T9" fmla="*/ 34 h 181"/>
              <a:gd name="T10" fmla="*/ 868 w 872"/>
              <a:gd name="T11" fmla="*/ 34 h 181"/>
              <a:gd name="T12" fmla="*/ 828 w 872"/>
              <a:gd name="T13" fmla="*/ 3 h 181"/>
              <a:gd name="T14" fmla="*/ 34 w 872"/>
              <a:gd name="T15" fmla="*/ 90 h 181"/>
              <a:gd name="T16" fmla="*/ 34 w 872"/>
              <a:gd name="T17" fmla="*/ 90 h 181"/>
              <a:gd name="T18" fmla="*/ 2 w 872"/>
              <a:gd name="T19" fmla="*/ 128 h 181"/>
              <a:gd name="T20" fmla="*/ 5 w 872"/>
              <a:gd name="T21" fmla="*/ 147 h 181"/>
              <a:gd name="T22" fmla="*/ 5 w 872"/>
              <a:gd name="T23" fmla="*/ 147 h 181"/>
              <a:gd name="T24" fmla="*/ 43 w 872"/>
              <a:gd name="T25" fmla="*/ 178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72" h="181">
                <a:moveTo>
                  <a:pt x="43" y="178"/>
                </a:moveTo>
                <a:lnTo>
                  <a:pt x="838" y="91"/>
                </a:lnTo>
                <a:lnTo>
                  <a:pt x="838" y="91"/>
                </a:lnTo>
                <a:cubicBezTo>
                  <a:pt x="857" y="89"/>
                  <a:pt x="871" y="71"/>
                  <a:pt x="869" y="52"/>
                </a:cubicBezTo>
                <a:lnTo>
                  <a:pt x="868" y="34"/>
                </a:lnTo>
                <a:lnTo>
                  <a:pt x="868" y="34"/>
                </a:lnTo>
                <a:cubicBezTo>
                  <a:pt x="865" y="14"/>
                  <a:pt x="848" y="0"/>
                  <a:pt x="828" y="3"/>
                </a:cubicBezTo>
                <a:lnTo>
                  <a:pt x="34" y="90"/>
                </a:lnTo>
                <a:lnTo>
                  <a:pt x="34" y="90"/>
                </a:lnTo>
                <a:cubicBezTo>
                  <a:pt x="14" y="91"/>
                  <a:pt x="0" y="109"/>
                  <a:pt x="2" y="128"/>
                </a:cubicBezTo>
                <a:lnTo>
                  <a:pt x="5" y="147"/>
                </a:lnTo>
                <a:lnTo>
                  <a:pt x="5" y="147"/>
                </a:lnTo>
                <a:cubicBezTo>
                  <a:pt x="6" y="166"/>
                  <a:pt x="24" y="180"/>
                  <a:pt x="43" y="17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90">
            <a:extLst>
              <a:ext uri="{FF2B5EF4-FFF2-40B4-BE49-F238E27FC236}">
                <a16:creationId xmlns:a16="http://schemas.microsoft.com/office/drawing/2014/main" id="{4E29BEC9-BBCC-524C-9BAC-52D26EEEE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297" y="6687718"/>
            <a:ext cx="1395234" cy="258171"/>
          </a:xfrm>
          <a:custGeom>
            <a:avLst/>
            <a:gdLst>
              <a:gd name="T0" fmla="*/ 44 w 1119"/>
              <a:gd name="T1" fmla="*/ 204 h 207"/>
              <a:gd name="T2" fmla="*/ 1085 w 1119"/>
              <a:gd name="T3" fmla="*/ 91 h 207"/>
              <a:gd name="T4" fmla="*/ 1085 w 1119"/>
              <a:gd name="T5" fmla="*/ 91 h 207"/>
              <a:gd name="T6" fmla="*/ 1116 w 1119"/>
              <a:gd name="T7" fmla="*/ 52 h 207"/>
              <a:gd name="T8" fmla="*/ 1114 w 1119"/>
              <a:gd name="T9" fmla="*/ 34 h 207"/>
              <a:gd name="T10" fmla="*/ 1114 w 1119"/>
              <a:gd name="T11" fmla="*/ 34 h 207"/>
              <a:gd name="T12" fmla="*/ 1075 w 1119"/>
              <a:gd name="T13" fmla="*/ 3 h 207"/>
              <a:gd name="T14" fmla="*/ 34 w 1119"/>
              <a:gd name="T15" fmla="*/ 117 h 207"/>
              <a:gd name="T16" fmla="*/ 34 w 1119"/>
              <a:gd name="T17" fmla="*/ 117 h 207"/>
              <a:gd name="T18" fmla="*/ 3 w 1119"/>
              <a:gd name="T19" fmla="*/ 154 h 207"/>
              <a:gd name="T20" fmla="*/ 4 w 1119"/>
              <a:gd name="T21" fmla="*/ 173 h 207"/>
              <a:gd name="T22" fmla="*/ 4 w 1119"/>
              <a:gd name="T23" fmla="*/ 173 h 207"/>
              <a:gd name="T24" fmla="*/ 44 w 1119"/>
              <a:gd name="T25" fmla="*/ 204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19" h="207">
                <a:moveTo>
                  <a:pt x="44" y="204"/>
                </a:moveTo>
                <a:lnTo>
                  <a:pt x="1085" y="91"/>
                </a:lnTo>
                <a:lnTo>
                  <a:pt x="1085" y="91"/>
                </a:lnTo>
                <a:cubicBezTo>
                  <a:pt x="1104" y="89"/>
                  <a:pt x="1118" y="71"/>
                  <a:pt x="1116" y="52"/>
                </a:cubicBezTo>
                <a:lnTo>
                  <a:pt x="1114" y="34"/>
                </a:lnTo>
                <a:lnTo>
                  <a:pt x="1114" y="34"/>
                </a:lnTo>
                <a:cubicBezTo>
                  <a:pt x="1112" y="15"/>
                  <a:pt x="1094" y="0"/>
                  <a:pt x="1075" y="3"/>
                </a:cubicBezTo>
                <a:lnTo>
                  <a:pt x="34" y="117"/>
                </a:lnTo>
                <a:lnTo>
                  <a:pt x="34" y="117"/>
                </a:lnTo>
                <a:cubicBezTo>
                  <a:pt x="14" y="118"/>
                  <a:pt x="0" y="136"/>
                  <a:pt x="3" y="154"/>
                </a:cubicBezTo>
                <a:lnTo>
                  <a:pt x="4" y="173"/>
                </a:lnTo>
                <a:lnTo>
                  <a:pt x="4" y="173"/>
                </a:lnTo>
                <a:cubicBezTo>
                  <a:pt x="6" y="192"/>
                  <a:pt x="24" y="206"/>
                  <a:pt x="44" y="20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91">
            <a:extLst>
              <a:ext uri="{FF2B5EF4-FFF2-40B4-BE49-F238E27FC236}">
                <a16:creationId xmlns:a16="http://schemas.microsoft.com/office/drawing/2014/main" id="{0960234A-CA43-F14E-B743-71D0E26D2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4116" y="4968393"/>
            <a:ext cx="1724817" cy="1625942"/>
          </a:xfrm>
          <a:custGeom>
            <a:avLst/>
            <a:gdLst>
              <a:gd name="T0" fmla="*/ 1265 w 1383"/>
              <a:gd name="T1" fmla="*/ 235 h 1307"/>
              <a:gd name="T2" fmla="*/ 316 w 1383"/>
              <a:gd name="T3" fmla="*/ 17 h 1307"/>
              <a:gd name="T4" fmla="*/ 316 w 1383"/>
              <a:gd name="T5" fmla="*/ 17 h 1307"/>
              <a:gd name="T6" fmla="*/ 157 w 1383"/>
              <a:gd name="T7" fmla="*/ 117 h 1307"/>
              <a:gd name="T8" fmla="*/ 16 w 1383"/>
              <a:gd name="T9" fmla="*/ 729 h 1307"/>
              <a:gd name="T10" fmla="*/ 16 w 1383"/>
              <a:gd name="T11" fmla="*/ 729 h 1307"/>
              <a:gd name="T12" fmla="*/ 116 w 1383"/>
              <a:gd name="T13" fmla="*/ 888 h 1307"/>
              <a:gd name="T14" fmla="*/ 388 w 1383"/>
              <a:gd name="T15" fmla="*/ 950 h 1307"/>
              <a:gd name="T16" fmla="*/ 483 w 1383"/>
              <a:gd name="T17" fmla="*/ 1254 h 1307"/>
              <a:gd name="T18" fmla="*/ 483 w 1383"/>
              <a:gd name="T19" fmla="*/ 1254 h 1307"/>
              <a:gd name="T20" fmla="*/ 575 w 1383"/>
              <a:gd name="T21" fmla="*/ 1275 h 1307"/>
              <a:gd name="T22" fmla="*/ 793 w 1383"/>
              <a:gd name="T23" fmla="*/ 1043 h 1307"/>
              <a:gd name="T24" fmla="*/ 1065 w 1383"/>
              <a:gd name="T25" fmla="*/ 1106 h 1307"/>
              <a:gd name="T26" fmla="*/ 1065 w 1383"/>
              <a:gd name="T27" fmla="*/ 1106 h 1307"/>
              <a:gd name="T28" fmla="*/ 1224 w 1383"/>
              <a:gd name="T29" fmla="*/ 1006 h 1307"/>
              <a:gd name="T30" fmla="*/ 1365 w 1383"/>
              <a:gd name="T31" fmla="*/ 394 h 1307"/>
              <a:gd name="T32" fmla="*/ 1365 w 1383"/>
              <a:gd name="T33" fmla="*/ 394 h 1307"/>
              <a:gd name="T34" fmla="*/ 1265 w 1383"/>
              <a:gd name="T35" fmla="*/ 235 h 1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383" h="1307">
                <a:moveTo>
                  <a:pt x="1265" y="235"/>
                </a:moveTo>
                <a:lnTo>
                  <a:pt x="316" y="17"/>
                </a:lnTo>
                <a:lnTo>
                  <a:pt x="316" y="17"/>
                </a:lnTo>
                <a:cubicBezTo>
                  <a:pt x="245" y="0"/>
                  <a:pt x="173" y="45"/>
                  <a:pt x="157" y="117"/>
                </a:cubicBezTo>
                <a:lnTo>
                  <a:pt x="16" y="729"/>
                </a:lnTo>
                <a:lnTo>
                  <a:pt x="16" y="729"/>
                </a:lnTo>
                <a:cubicBezTo>
                  <a:pt x="0" y="800"/>
                  <a:pt x="44" y="871"/>
                  <a:pt x="116" y="888"/>
                </a:cubicBezTo>
                <a:lnTo>
                  <a:pt x="388" y="950"/>
                </a:lnTo>
                <a:lnTo>
                  <a:pt x="483" y="1254"/>
                </a:lnTo>
                <a:lnTo>
                  <a:pt x="483" y="1254"/>
                </a:lnTo>
                <a:cubicBezTo>
                  <a:pt x="495" y="1294"/>
                  <a:pt x="546" y="1306"/>
                  <a:pt x="575" y="1275"/>
                </a:cubicBezTo>
                <a:lnTo>
                  <a:pt x="793" y="1043"/>
                </a:lnTo>
                <a:lnTo>
                  <a:pt x="1065" y="1106"/>
                </a:lnTo>
                <a:lnTo>
                  <a:pt x="1065" y="1106"/>
                </a:lnTo>
                <a:cubicBezTo>
                  <a:pt x="1136" y="1123"/>
                  <a:pt x="1208" y="1078"/>
                  <a:pt x="1224" y="1006"/>
                </a:cubicBezTo>
                <a:lnTo>
                  <a:pt x="1365" y="394"/>
                </a:lnTo>
                <a:lnTo>
                  <a:pt x="1365" y="394"/>
                </a:lnTo>
                <a:cubicBezTo>
                  <a:pt x="1382" y="323"/>
                  <a:pt x="1337" y="251"/>
                  <a:pt x="1265" y="235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C4285E9F-5400-C84D-87AB-CB77C7139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9216" y="5259526"/>
            <a:ext cx="824515" cy="811724"/>
          </a:xfrm>
          <a:custGeom>
            <a:avLst/>
            <a:gdLst>
              <a:gd name="connsiteX0" fmla="*/ 108586 w 824515"/>
              <a:gd name="connsiteY0" fmla="*/ 312578 h 811724"/>
              <a:gd name="connsiteX1" fmla="*/ 194947 w 824515"/>
              <a:gd name="connsiteY1" fmla="*/ 332451 h 811724"/>
              <a:gd name="connsiteX2" fmla="*/ 220855 w 824515"/>
              <a:gd name="connsiteY2" fmla="*/ 374681 h 811724"/>
              <a:gd name="connsiteX3" fmla="*/ 188778 w 824515"/>
              <a:gd name="connsiteY3" fmla="*/ 518759 h 811724"/>
              <a:gd name="connsiteX4" fmla="*/ 156701 w 824515"/>
              <a:gd name="connsiteY4" fmla="*/ 660354 h 811724"/>
              <a:gd name="connsiteX5" fmla="*/ 108586 w 824515"/>
              <a:gd name="connsiteY5" fmla="*/ 690163 h 811724"/>
              <a:gd name="connsiteX6" fmla="*/ 27159 w 824515"/>
              <a:gd name="connsiteY6" fmla="*/ 670290 h 811724"/>
              <a:gd name="connsiteX7" fmla="*/ 1251 w 824515"/>
              <a:gd name="connsiteY7" fmla="*/ 628060 h 811724"/>
              <a:gd name="connsiteX8" fmla="*/ 66639 w 824515"/>
              <a:gd name="connsiteY8" fmla="*/ 338662 h 811724"/>
              <a:gd name="connsiteX9" fmla="*/ 108586 w 824515"/>
              <a:gd name="connsiteY9" fmla="*/ 312578 h 811724"/>
              <a:gd name="connsiteX10" fmla="*/ 610703 w 824515"/>
              <a:gd name="connsiteY10" fmla="*/ 0 h 811724"/>
              <a:gd name="connsiteX11" fmla="*/ 651965 w 824515"/>
              <a:gd name="connsiteY11" fmla="*/ 17457 h 811724"/>
              <a:gd name="connsiteX12" fmla="*/ 686975 w 824515"/>
              <a:gd name="connsiteY12" fmla="*/ 87282 h 811724"/>
              <a:gd name="connsiteX13" fmla="*/ 643212 w 824515"/>
              <a:gd name="connsiteY13" fmla="*/ 208231 h 811724"/>
              <a:gd name="connsiteX14" fmla="*/ 595699 w 824515"/>
              <a:gd name="connsiteY14" fmla="*/ 269328 h 811724"/>
              <a:gd name="connsiteX15" fmla="*/ 578194 w 824515"/>
              <a:gd name="connsiteY15" fmla="*/ 307982 h 811724"/>
              <a:gd name="connsiteX16" fmla="*/ 588197 w 824515"/>
              <a:gd name="connsiteY16" fmla="*/ 321697 h 811724"/>
              <a:gd name="connsiteX17" fmla="*/ 703230 w 824515"/>
              <a:gd name="connsiteY17" fmla="*/ 346635 h 811724"/>
              <a:gd name="connsiteX18" fmla="*/ 772000 w 824515"/>
              <a:gd name="connsiteY18" fmla="*/ 367832 h 811724"/>
              <a:gd name="connsiteX19" fmla="*/ 807010 w 824515"/>
              <a:gd name="connsiteY19" fmla="*/ 397758 h 811724"/>
              <a:gd name="connsiteX20" fmla="*/ 824515 w 824515"/>
              <a:gd name="connsiteY20" fmla="*/ 452621 h 811724"/>
              <a:gd name="connsiteX21" fmla="*/ 814512 w 824515"/>
              <a:gd name="connsiteY21" fmla="*/ 477558 h 811724"/>
              <a:gd name="connsiteX22" fmla="*/ 797007 w 824515"/>
              <a:gd name="connsiteY22" fmla="*/ 492521 h 811724"/>
              <a:gd name="connsiteX23" fmla="*/ 787004 w 824515"/>
              <a:gd name="connsiteY23" fmla="*/ 522446 h 811724"/>
              <a:gd name="connsiteX24" fmla="*/ 797007 w 824515"/>
              <a:gd name="connsiteY24" fmla="*/ 551125 h 811724"/>
              <a:gd name="connsiteX25" fmla="*/ 785754 w 824515"/>
              <a:gd name="connsiteY25" fmla="*/ 584791 h 811724"/>
              <a:gd name="connsiteX26" fmla="*/ 765748 w 824515"/>
              <a:gd name="connsiteY26" fmla="*/ 601000 h 811724"/>
              <a:gd name="connsiteX27" fmla="*/ 753244 w 824515"/>
              <a:gd name="connsiteY27" fmla="*/ 630926 h 811724"/>
              <a:gd name="connsiteX28" fmla="*/ 756995 w 824515"/>
              <a:gd name="connsiteY28" fmla="*/ 657110 h 811724"/>
              <a:gd name="connsiteX29" fmla="*/ 738240 w 824515"/>
              <a:gd name="connsiteY29" fmla="*/ 698258 h 811724"/>
              <a:gd name="connsiteX30" fmla="*/ 710732 w 824515"/>
              <a:gd name="connsiteY30" fmla="*/ 715714 h 811724"/>
              <a:gd name="connsiteX31" fmla="*/ 694477 w 824515"/>
              <a:gd name="connsiteY31" fmla="*/ 738158 h 811724"/>
              <a:gd name="connsiteX32" fmla="*/ 693227 w 824515"/>
              <a:gd name="connsiteY32" fmla="*/ 748133 h 811724"/>
              <a:gd name="connsiteX33" fmla="*/ 664469 w 824515"/>
              <a:gd name="connsiteY33" fmla="*/ 789280 h 811724"/>
              <a:gd name="connsiteX34" fmla="*/ 609453 w 824515"/>
              <a:gd name="connsiteY34" fmla="*/ 811724 h 811724"/>
              <a:gd name="connsiteX35" fmla="*/ 556938 w 824515"/>
              <a:gd name="connsiteY35" fmla="*/ 807984 h 811724"/>
              <a:gd name="connsiteX36" fmla="*/ 355630 w 824515"/>
              <a:gd name="connsiteY36" fmla="*/ 755614 h 811724"/>
              <a:gd name="connsiteX37" fmla="*/ 253100 w 824515"/>
              <a:gd name="connsiteY37" fmla="*/ 713220 h 811724"/>
              <a:gd name="connsiteX38" fmla="*/ 189332 w 824515"/>
              <a:gd name="connsiteY38" fmla="*/ 685789 h 811724"/>
              <a:gd name="connsiteX39" fmla="*/ 184330 w 824515"/>
              <a:gd name="connsiteY39" fmla="*/ 675814 h 811724"/>
              <a:gd name="connsiteX40" fmla="*/ 220591 w 824515"/>
              <a:gd name="connsiteY40" fmla="*/ 522446 h 811724"/>
              <a:gd name="connsiteX41" fmla="*/ 255601 w 824515"/>
              <a:gd name="connsiteY41" fmla="*/ 369079 h 811724"/>
              <a:gd name="connsiteX42" fmla="*/ 263103 w 824515"/>
              <a:gd name="connsiteY42" fmla="*/ 364092 h 811724"/>
              <a:gd name="connsiteX43" fmla="*/ 313117 w 824515"/>
              <a:gd name="connsiteY43" fmla="*/ 354116 h 811724"/>
              <a:gd name="connsiteX44" fmla="*/ 375635 w 824515"/>
              <a:gd name="connsiteY44" fmla="*/ 295513 h 811724"/>
              <a:gd name="connsiteX45" fmla="*/ 426900 w 824515"/>
              <a:gd name="connsiteY45" fmla="*/ 228181 h 811724"/>
              <a:gd name="connsiteX46" fmla="*/ 480666 w 824515"/>
              <a:gd name="connsiteY46" fmla="*/ 184540 h 811724"/>
              <a:gd name="connsiteX47" fmla="*/ 539433 w 824515"/>
              <a:gd name="connsiteY47" fmla="*/ 140899 h 811724"/>
              <a:gd name="connsiteX48" fmla="*/ 573192 w 824515"/>
              <a:gd name="connsiteY48" fmla="*/ 78554 h 811724"/>
              <a:gd name="connsiteX49" fmla="*/ 598200 w 824515"/>
              <a:gd name="connsiteY49" fmla="*/ 8728 h 811724"/>
              <a:gd name="connsiteX50" fmla="*/ 610703 w 824515"/>
              <a:gd name="connsiteY50" fmla="*/ 0 h 811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824515" h="811724">
                <a:moveTo>
                  <a:pt x="108586" y="312578"/>
                </a:moveTo>
                <a:cubicBezTo>
                  <a:pt x="138195" y="318789"/>
                  <a:pt x="166571" y="326241"/>
                  <a:pt x="194947" y="332451"/>
                </a:cubicBezTo>
                <a:cubicBezTo>
                  <a:pt x="217154" y="337420"/>
                  <a:pt x="225790" y="352324"/>
                  <a:pt x="220855" y="374681"/>
                </a:cubicBezTo>
                <a:cubicBezTo>
                  <a:pt x="209752" y="423121"/>
                  <a:pt x="198648" y="470319"/>
                  <a:pt x="188778" y="518759"/>
                </a:cubicBezTo>
                <a:cubicBezTo>
                  <a:pt x="177675" y="567200"/>
                  <a:pt x="165337" y="613156"/>
                  <a:pt x="156701" y="660354"/>
                </a:cubicBezTo>
                <a:cubicBezTo>
                  <a:pt x="150533" y="686437"/>
                  <a:pt x="132027" y="696373"/>
                  <a:pt x="108586" y="690163"/>
                </a:cubicBezTo>
                <a:cubicBezTo>
                  <a:pt x="81444" y="681469"/>
                  <a:pt x="55535" y="676500"/>
                  <a:pt x="27159" y="670290"/>
                </a:cubicBezTo>
                <a:cubicBezTo>
                  <a:pt x="6186" y="665322"/>
                  <a:pt x="-3684" y="649175"/>
                  <a:pt x="1251" y="628060"/>
                </a:cubicBezTo>
                <a:cubicBezTo>
                  <a:pt x="23458" y="531180"/>
                  <a:pt x="45665" y="435542"/>
                  <a:pt x="66639" y="338662"/>
                </a:cubicBezTo>
                <a:cubicBezTo>
                  <a:pt x="71574" y="316305"/>
                  <a:pt x="86378" y="307610"/>
                  <a:pt x="108586" y="312578"/>
                </a:cubicBezTo>
                <a:close/>
                <a:moveTo>
                  <a:pt x="610703" y="0"/>
                </a:moveTo>
                <a:cubicBezTo>
                  <a:pt x="626958" y="0"/>
                  <a:pt x="640712" y="7482"/>
                  <a:pt x="651965" y="17457"/>
                </a:cubicBezTo>
                <a:cubicBezTo>
                  <a:pt x="674471" y="34913"/>
                  <a:pt x="685725" y="58604"/>
                  <a:pt x="686975" y="87282"/>
                </a:cubicBezTo>
                <a:cubicBezTo>
                  <a:pt x="686975" y="132170"/>
                  <a:pt x="673221" y="172071"/>
                  <a:pt x="643212" y="208231"/>
                </a:cubicBezTo>
                <a:cubicBezTo>
                  <a:pt x="626958" y="228181"/>
                  <a:pt x="610703" y="249378"/>
                  <a:pt x="595699" y="269328"/>
                </a:cubicBezTo>
                <a:cubicBezTo>
                  <a:pt x="586946" y="280550"/>
                  <a:pt x="580694" y="293019"/>
                  <a:pt x="578194" y="307982"/>
                </a:cubicBezTo>
                <a:cubicBezTo>
                  <a:pt x="576943" y="317957"/>
                  <a:pt x="578194" y="319204"/>
                  <a:pt x="588197" y="321697"/>
                </a:cubicBezTo>
                <a:cubicBezTo>
                  <a:pt x="626958" y="330426"/>
                  <a:pt x="664469" y="337907"/>
                  <a:pt x="703230" y="346635"/>
                </a:cubicBezTo>
                <a:cubicBezTo>
                  <a:pt x="725736" y="352870"/>
                  <a:pt x="749493" y="360351"/>
                  <a:pt x="772000" y="367832"/>
                </a:cubicBezTo>
                <a:cubicBezTo>
                  <a:pt x="788254" y="372820"/>
                  <a:pt x="798257" y="382795"/>
                  <a:pt x="807010" y="397758"/>
                </a:cubicBezTo>
                <a:cubicBezTo>
                  <a:pt x="815762" y="415214"/>
                  <a:pt x="823264" y="432670"/>
                  <a:pt x="824515" y="452621"/>
                </a:cubicBezTo>
                <a:cubicBezTo>
                  <a:pt x="824515" y="462596"/>
                  <a:pt x="822014" y="470077"/>
                  <a:pt x="814512" y="477558"/>
                </a:cubicBezTo>
                <a:cubicBezTo>
                  <a:pt x="808260" y="482546"/>
                  <a:pt x="802008" y="487533"/>
                  <a:pt x="797007" y="492521"/>
                </a:cubicBezTo>
                <a:cubicBezTo>
                  <a:pt x="785754" y="500002"/>
                  <a:pt x="783253" y="509977"/>
                  <a:pt x="787004" y="522446"/>
                </a:cubicBezTo>
                <a:cubicBezTo>
                  <a:pt x="790755" y="531175"/>
                  <a:pt x="793256" y="541150"/>
                  <a:pt x="797007" y="551125"/>
                </a:cubicBezTo>
                <a:cubicBezTo>
                  <a:pt x="802008" y="568581"/>
                  <a:pt x="799507" y="574816"/>
                  <a:pt x="785754" y="584791"/>
                </a:cubicBezTo>
                <a:cubicBezTo>
                  <a:pt x="779502" y="589778"/>
                  <a:pt x="773250" y="596013"/>
                  <a:pt x="765748" y="601000"/>
                </a:cubicBezTo>
                <a:cubicBezTo>
                  <a:pt x="754494" y="608482"/>
                  <a:pt x="750743" y="618457"/>
                  <a:pt x="753244" y="630926"/>
                </a:cubicBezTo>
                <a:cubicBezTo>
                  <a:pt x="753244" y="639654"/>
                  <a:pt x="754494" y="648382"/>
                  <a:pt x="756995" y="657110"/>
                </a:cubicBezTo>
                <a:cubicBezTo>
                  <a:pt x="760746" y="674567"/>
                  <a:pt x="753244" y="688282"/>
                  <a:pt x="738240" y="698258"/>
                </a:cubicBezTo>
                <a:cubicBezTo>
                  <a:pt x="729487" y="703245"/>
                  <a:pt x="719484" y="709480"/>
                  <a:pt x="710732" y="715714"/>
                </a:cubicBezTo>
                <a:cubicBezTo>
                  <a:pt x="701979" y="720702"/>
                  <a:pt x="695728" y="726936"/>
                  <a:pt x="694477" y="738158"/>
                </a:cubicBezTo>
                <a:cubicBezTo>
                  <a:pt x="694477" y="740652"/>
                  <a:pt x="693227" y="744392"/>
                  <a:pt x="693227" y="748133"/>
                </a:cubicBezTo>
                <a:cubicBezTo>
                  <a:pt x="691976" y="766836"/>
                  <a:pt x="680723" y="779305"/>
                  <a:pt x="664469" y="789280"/>
                </a:cubicBezTo>
                <a:cubicBezTo>
                  <a:pt x="646964" y="800502"/>
                  <a:pt x="629458" y="810477"/>
                  <a:pt x="609453" y="811724"/>
                </a:cubicBezTo>
                <a:cubicBezTo>
                  <a:pt x="591948" y="811724"/>
                  <a:pt x="574443" y="810477"/>
                  <a:pt x="556938" y="807984"/>
                </a:cubicBezTo>
                <a:cubicBezTo>
                  <a:pt x="488168" y="795515"/>
                  <a:pt x="421899" y="776811"/>
                  <a:pt x="355630" y="755614"/>
                </a:cubicBezTo>
                <a:cubicBezTo>
                  <a:pt x="320620" y="743145"/>
                  <a:pt x="288110" y="726936"/>
                  <a:pt x="253100" y="713220"/>
                </a:cubicBezTo>
                <a:cubicBezTo>
                  <a:pt x="231844" y="704492"/>
                  <a:pt x="210588" y="694517"/>
                  <a:pt x="189332" y="685789"/>
                </a:cubicBezTo>
                <a:cubicBezTo>
                  <a:pt x="184330" y="683295"/>
                  <a:pt x="183080" y="680801"/>
                  <a:pt x="184330" y="675814"/>
                </a:cubicBezTo>
                <a:cubicBezTo>
                  <a:pt x="196834" y="624691"/>
                  <a:pt x="208087" y="573569"/>
                  <a:pt x="220591" y="522446"/>
                </a:cubicBezTo>
                <a:cubicBezTo>
                  <a:pt x="231844" y="471324"/>
                  <a:pt x="243097" y="420202"/>
                  <a:pt x="255601" y="369079"/>
                </a:cubicBezTo>
                <a:cubicBezTo>
                  <a:pt x="256851" y="365338"/>
                  <a:pt x="258102" y="361598"/>
                  <a:pt x="263103" y="364092"/>
                </a:cubicBezTo>
                <a:cubicBezTo>
                  <a:pt x="281858" y="370326"/>
                  <a:pt x="296863" y="365338"/>
                  <a:pt x="313117" y="354116"/>
                </a:cubicBezTo>
                <a:cubicBezTo>
                  <a:pt x="336874" y="339154"/>
                  <a:pt x="358130" y="317957"/>
                  <a:pt x="375635" y="295513"/>
                </a:cubicBezTo>
                <a:cubicBezTo>
                  <a:pt x="393140" y="273069"/>
                  <a:pt x="410646" y="250625"/>
                  <a:pt x="426900" y="228181"/>
                </a:cubicBezTo>
                <a:cubicBezTo>
                  <a:pt x="440654" y="208231"/>
                  <a:pt x="458159" y="194515"/>
                  <a:pt x="480666" y="184540"/>
                </a:cubicBezTo>
                <a:cubicBezTo>
                  <a:pt x="503172" y="174565"/>
                  <a:pt x="524428" y="160849"/>
                  <a:pt x="539433" y="140899"/>
                </a:cubicBezTo>
                <a:cubicBezTo>
                  <a:pt x="554437" y="122195"/>
                  <a:pt x="564440" y="100998"/>
                  <a:pt x="573192" y="78554"/>
                </a:cubicBezTo>
                <a:cubicBezTo>
                  <a:pt x="581945" y="56110"/>
                  <a:pt x="589447" y="32419"/>
                  <a:pt x="598200" y="8728"/>
                </a:cubicBezTo>
                <a:cubicBezTo>
                  <a:pt x="600700" y="2494"/>
                  <a:pt x="604451" y="0"/>
                  <a:pt x="61070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94">
            <a:extLst>
              <a:ext uri="{FF2B5EF4-FFF2-40B4-BE49-F238E27FC236}">
                <a16:creationId xmlns:a16="http://schemas.microsoft.com/office/drawing/2014/main" id="{70CAF15F-ECFA-8246-89E1-31CED3339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65" y="7863230"/>
            <a:ext cx="1378753" cy="1268892"/>
          </a:xfrm>
          <a:custGeom>
            <a:avLst/>
            <a:gdLst>
              <a:gd name="T0" fmla="*/ 723 w 1108"/>
              <a:gd name="T1" fmla="*/ 26 h 1018"/>
              <a:gd name="T2" fmla="*/ 68 w 1108"/>
              <a:gd name="T3" fmla="*/ 370 h 1018"/>
              <a:gd name="T4" fmla="*/ 68 w 1108"/>
              <a:gd name="T5" fmla="*/ 370 h 1018"/>
              <a:gd name="T6" fmla="*/ 26 w 1108"/>
              <a:gd name="T7" fmla="*/ 507 h 1018"/>
              <a:gd name="T8" fmla="*/ 247 w 1108"/>
              <a:gd name="T9" fmla="*/ 929 h 1018"/>
              <a:gd name="T10" fmla="*/ 247 w 1108"/>
              <a:gd name="T11" fmla="*/ 929 h 1018"/>
              <a:gd name="T12" fmla="*/ 384 w 1108"/>
              <a:gd name="T13" fmla="*/ 971 h 1018"/>
              <a:gd name="T14" fmla="*/ 572 w 1108"/>
              <a:gd name="T15" fmla="*/ 873 h 1018"/>
              <a:gd name="T16" fmla="*/ 777 w 1108"/>
              <a:gd name="T17" fmla="*/ 1001 h 1018"/>
              <a:gd name="T18" fmla="*/ 777 w 1108"/>
              <a:gd name="T19" fmla="*/ 1001 h 1018"/>
              <a:gd name="T20" fmla="*/ 840 w 1108"/>
              <a:gd name="T21" fmla="*/ 967 h 1018"/>
              <a:gd name="T22" fmla="*/ 851 w 1108"/>
              <a:gd name="T23" fmla="*/ 726 h 1018"/>
              <a:gd name="T24" fmla="*/ 1039 w 1108"/>
              <a:gd name="T25" fmla="*/ 627 h 1018"/>
              <a:gd name="T26" fmla="*/ 1039 w 1108"/>
              <a:gd name="T27" fmla="*/ 627 h 1018"/>
              <a:gd name="T28" fmla="*/ 1082 w 1108"/>
              <a:gd name="T29" fmla="*/ 491 h 1018"/>
              <a:gd name="T30" fmla="*/ 860 w 1108"/>
              <a:gd name="T31" fmla="*/ 69 h 1018"/>
              <a:gd name="T32" fmla="*/ 860 w 1108"/>
              <a:gd name="T33" fmla="*/ 69 h 1018"/>
              <a:gd name="T34" fmla="*/ 723 w 1108"/>
              <a:gd name="T35" fmla="*/ 26 h 10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08" h="1018">
                <a:moveTo>
                  <a:pt x="723" y="26"/>
                </a:moveTo>
                <a:lnTo>
                  <a:pt x="68" y="370"/>
                </a:lnTo>
                <a:lnTo>
                  <a:pt x="68" y="370"/>
                </a:lnTo>
                <a:cubicBezTo>
                  <a:pt x="19" y="397"/>
                  <a:pt x="0" y="457"/>
                  <a:pt x="26" y="507"/>
                </a:cubicBezTo>
                <a:lnTo>
                  <a:pt x="247" y="929"/>
                </a:lnTo>
                <a:lnTo>
                  <a:pt x="247" y="929"/>
                </a:lnTo>
                <a:cubicBezTo>
                  <a:pt x="274" y="979"/>
                  <a:pt x="335" y="997"/>
                  <a:pt x="384" y="971"/>
                </a:cubicBezTo>
                <a:lnTo>
                  <a:pt x="572" y="873"/>
                </a:lnTo>
                <a:lnTo>
                  <a:pt x="777" y="1001"/>
                </a:lnTo>
                <a:lnTo>
                  <a:pt x="777" y="1001"/>
                </a:lnTo>
                <a:cubicBezTo>
                  <a:pt x="804" y="1017"/>
                  <a:pt x="839" y="999"/>
                  <a:pt x="840" y="967"/>
                </a:cubicBezTo>
                <a:lnTo>
                  <a:pt x="851" y="726"/>
                </a:lnTo>
                <a:lnTo>
                  <a:pt x="1039" y="627"/>
                </a:lnTo>
                <a:lnTo>
                  <a:pt x="1039" y="627"/>
                </a:lnTo>
                <a:cubicBezTo>
                  <a:pt x="1088" y="601"/>
                  <a:pt x="1107" y="540"/>
                  <a:pt x="1082" y="491"/>
                </a:cubicBezTo>
                <a:lnTo>
                  <a:pt x="860" y="69"/>
                </a:lnTo>
                <a:lnTo>
                  <a:pt x="860" y="69"/>
                </a:lnTo>
                <a:cubicBezTo>
                  <a:pt x="833" y="19"/>
                  <a:pt x="772" y="0"/>
                  <a:pt x="723" y="26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Freeform 95">
            <a:extLst>
              <a:ext uri="{FF2B5EF4-FFF2-40B4-BE49-F238E27FC236}">
                <a16:creationId xmlns:a16="http://schemas.microsoft.com/office/drawing/2014/main" id="{0F05ACAB-05E6-D841-8990-174F5B145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682" y="8203799"/>
            <a:ext cx="532824" cy="499865"/>
          </a:xfrm>
          <a:custGeom>
            <a:avLst/>
            <a:gdLst>
              <a:gd name="T0" fmla="*/ 254 w 428"/>
              <a:gd name="T1" fmla="*/ 30 h 403"/>
              <a:gd name="T2" fmla="*/ 254 w 428"/>
              <a:gd name="T3" fmla="*/ 30 h 403"/>
              <a:gd name="T4" fmla="*/ 187 w 428"/>
              <a:gd name="T5" fmla="*/ 115 h 403"/>
              <a:gd name="T6" fmla="*/ 187 w 428"/>
              <a:gd name="T7" fmla="*/ 115 h 403"/>
              <a:gd name="T8" fmla="*/ 78 w 428"/>
              <a:gd name="T9" fmla="*/ 122 h 403"/>
              <a:gd name="T10" fmla="*/ 78 w 428"/>
              <a:gd name="T11" fmla="*/ 122 h 403"/>
              <a:gd name="T12" fmla="*/ 29 w 428"/>
              <a:gd name="T13" fmla="*/ 277 h 403"/>
              <a:gd name="T14" fmla="*/ 29 w 428"/>
              <a:gd name="T15" fmla="*/ 277 h 403"/>
              <a:gd name="T16" fmla="*/ 99 w 428"/>
              <a:gd name="T17" fmla="*/ 328 h 403"/>
              <a:gd name="T18" fmla="*/ 337 w 428"/>
              <a:gd name="T19" fmla="*/ 402 h 403"/>
              <a:gd name="T20" fmla="*/ 411 w 428"/>
              <a:gd name="T21" fmla="*/ 164 h 403"/>
              <a:gd name="T22" fmla="*/ 411 w 428"/>
              <a:gd name="T23" fmla="*/ 164 h 403"/>
              <a:gd name="T24" fmla="*/ 409 w 428"/>
              <a:gd name="T25" fmla="*/ 78 h 403"/>
              <a:gd name="T26" fmla="*/ 409 w 428"/>
              <a:gd name="T27" fmla="*/ 78 h 403"/>
              <a:gd name="T28" fmla="*/ 254 w 428"/>
              <a:gd name="T29" fmla="*/ 30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28" h="403">
                <a:moveTo>
                  <a:pt x="254" y="30"/>
                </a:moveTo>
                <a:lnTo>
                  <a:pt x="254" y="30"/>
                </a:lnTo>
                <a:cubicBezTo>
                  <a:pt x="215" y="50"/>
                  <a:pt x="194" y="92"/>
                  <a:pt x="187" y="115"/>
                </a:cubicBezTo>
                <a:lnTo>
                  <a:pt x="187" y="115"/>
                </a:lnTo>
                <a:cubicBezTo>
                  <a:pt x="163" y="108"/>
                  <a:pt x="117" y="102"/>
                  <a:pt x="78" y="122"/>
                </a:cubicBezTo>
                <a:lnTo>
                  <a:pt x="78" y="122"/>
                </a:lnTo>
                <a:cubicBezTo>
                  <a:pt x="22" y="152"/>
                  <a:pt x="0" y="221"/>
                  <a:pt x="29" y="277"/>
                </a:cubicBezTo>
                <a:lnTo>
                  <a:pt x="29" y="277"/>
                </a:lnTo>
                <a:cubicBezTo>
                  <a:pt x="48" y="312"/>
                  <a:pt x="96" y="328"/>
                  <a:pt x="99" y="328"/>
                </a:cubicBezTo>
                <a:lnTo>
                  <a:pt x="337" y="402"/>
                </a:lnTo>
                <a:lnTo>
                  <a:pt x="411" y="164"/>
                </a:lnTo>
                <a:lnTo>
                  <a:pt x="411" y="164"/>
                </a:lnTo>
                <a:cubicBezTo>
                  <a:pt x="412" y="162"/>
                  <a:pt x="427" y="113"/>
                  <a:pt x="409" y="78"/>
                </a:cubicBezTo>
                <a:lnTo>
                  <a:pt x="409" y="78"/>
                </a:lnTo>
                <a:cubicBezTo>
                  <a:pt x="380" y="22"/>
                  <a:pt x="310" y="0"/>
                  <a:pt x="254" y="3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Freeform 96">
            <a:extLst>
              <a:ext uri="{FF2B5EF4-FFF2-40B4-BE49-F238E27FC236}">
                <a16:creationId xmlns:a16="http://schemas.microsoft.com/office/drawing/2014/main" id="{F504CFC7-09C6-2F47-B628-D4480D736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606" y="9736357"/>
            <a:ext cx="2905820" cy="834943"/>
          </a:xfrm>
          <a:custGeom>
            <a:avLst/>
            <a:gdLst>
              <a:gd name="T0" fmla="*/ 2219 w 2333"/>
              <a:gd name="T1" fmla="*/ 447 h 671"/>
              <a:gd name="T2" fmla="*/ 1172 w 2333"/>
              <a:gd name="T3" fmla="*/ 447 h 671"/>
              <a:gd name="T4" fmla="*/ 1172 w 2333"/>
              <a:gd name="T5" fmla="*/ 447 h 671"/>
              <a:gd name="T6" fmla="*/ 1062 w 2333"/>
              <a:gd name="T7" fmla="*/ 335 h 671"/>
              <a:gd name="T8" fmla="*/ 1062 w 2333"/>
              <a:gd name="T9" fmla="*/ 335 h 671"/>
              <a:gd name="T10" fmla="*/ 1174 w 2333"/>
              <a:gd name="T11" fmla="*/ 224 h 671"/>
              <a:gd name="T12" fmla="*/ 1333 w 2333"/>
              <a:gd name="T13" fmla="*/ 224 h 671"/>
              <a:gd name="T14" fmla="*/ 1333 w 2333"/>
              <a:gd name="T15" fmla="*/ 224 h 671"/>
              <a:gd name="T16" fmla="*/ 1445 w 2333"/>
              <a:gd name="T17" fmla="*/ 112 h 671"/>
              <a:gd name="T18" fmla="*/ 1445 w 2333"/>
              <a:gd name="T19" fmla="*/ 112 h 671"/>
              <a:gd name="T20" fmla="*/ 1333 w 2333"/>
              <a:gd name="T21" fmla="*/ 0 h 671"/>
              <a:gd name="T22" fmla="*/ 371 w 2333"/>
              <a:gd name="T23" fmla="*/ 0 h 671"/>
              <a:gd name="T24" fmla="*/ 371 w 2333"/>
              <a:gd name="T25" fmla="*/ 0 h 671"/>
              <a:gd name="T26" fmla="*/ 260 w 2333"/>
              <a:gd name="T27" fmla="*/ 112 h 671"/>
              <a:gd name="T28" fmla="*/ 260 w 2333"/>
              <a:gd name="T29" fmla="*/ 112 h 671"/>
              <a:gd name="T30" fmla="*/ 371 w 2333"/>
              <a:gd name="T31" fmla="*/ 224 h 671"/>
              <a:gd name="T32" fmla="*/ 565 w 2333"/>
              <a:gd name="T33" fmla="*/ 224 h 671"/>
              <a:gd name="T34" fmla="*/ 571 w 2333"/>
              <a:gd name="T35" fmla="*/ 224 h 671"/>
              <a:gd name="T36" fmla="*/ 571 w 2333"/>
              <a:gd name="T37" fmla="*/ 224 h 671"/>
              <a:gd name="T38" fmla="*/ 683 w 2333"/>
              <a:gd name="T39" fmla="*/ 335 h 671"/>
              <a:gd name="T40" fmla="*/ 683 w 2333"/>
              <a:gd name="T41" fmla="*/ 335 h 671"/>
              <a:gd name="T42" fmla="*/ 573 w 2333"/>
              <a:gd name="T43" fmla="*/ 447 h 671"/>
              <a:gd name="T44" fmla="*/ 111 w 2333"/>
              <a:gd name="T45" fmla="*/ 447 h 671"/>
              <a:gd name="T46" fmla="*/ 111 w 2333"/>
              <a:gd name="T47" fmla="*/ 447 h 671"/>
              <a:gd name="T48" fmla="*/ 0 w 2333"/>
              <a:gd name="T49" fmla="*/ 558 h 671"/>
              <a:gd name="T50" fmla="*/ 0 w 2333"/>
              <a:gd name="T51" fmla="*/ 558 h 671"/>
              <a:gd name="T52" fmla="*/ 111 w 2333"/>
              <a:gd name="T53" fmla="*/ 670 h 671"/>
              <a:gd name="T54" fmla="*/ 2219 w 2333"/>
              <a:gd name="T55" fmla="*/ 670 h 671"/>
              <a:gd name="T56" fmla="*/ 2219 w 2333"/>
              <a:gd name="T57" fmla="*/ 670 h 671"/>
              <a:gd name="T58" fmla="*/ 2332 w 2333"/>
              <a:gd name="T59" fmla="*/ 558 h 671"/>
              <a:gd name="T60" fmla="*/ 2332 w 2333"/>
              <a:gd name="T61" fmla="*/ 558 h 671"/>
              <a:gd name="T62" fmla="*/ 2219 w 2333"/>
              <a:gd name="T63" fmla="*/ 447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333" h="671">
                <a:moveTo>
                  <a:pt x="2219" y="447"/>
                </a:moveTo>
                <a:lnTo>
                  <a:pt x="1172" y="447"/>
                </a:lnTo>
                <a:lnTo>
                  <a:pt x="1172" y="447"/>
                </a:lnTo>
                <a:cubicBezTo>
                  <a:pt x="1111" y="445"/>
                  <a:pt x="1062" y="396"/>
                  <a:pt x="1062" y="335"/>
                </a:cubicBezTo>
                <a:lnTo>
                  <a:pt x="1062" y="335"/>
                </a:lnTo>
                <a:cubicBezTo>
                  <a:pt x="1062" y="274"/>
                  <a:pt x="1112" y="224"/>
                  <a:pt x="1174" y="224"/>
                </a:cubicBezTo>
                <a:lnTo>
                  <a:pt x="1333" y="224"/>
                </a:lnTo>
                <a:lnTo>
                  <a:pt x="1333" y="224"/>
                </a:lnTo>
                <a:cubicBezTo>
                  <a:pt x="1394" y="224"/>
                  <a:pt x="1445" y="173"/>
                  <a:pt x="1445" y="112"/>
                </a:cubicBezTo>
                <a:lnTo>
                  <a:pt x="1445" y="112"/>
                </a:lnTo>
                <a:cubicBezTo>
                  <a:pt x="1445" y="51"/>
                  <a:pt x="1394" y="0"/>
                  <a:pt x="1333" y="0"/>
                </a:cubicBezTo>
                <a:lnTo>
                  <a:pt x="371" y="0"/>
                </a:lnTo>
                <a:lnTo>
                  <a:pt x="371" y="0"/>
                </a:lnTo>
                <a:cubicBezTo>
                  <a:pt x="310" y="0"/>
                  <a:pt x="260" y="51"/>
                  <a:pt x="260" y="112"/>
                </a:cubicBezTo>
                <a:lnTo>
                  <a:pt x="260" y="112"/>
                </a:lnTo>
                <a:cubicBezTo>
                  <a:pt x="260" y="173"/>
                  <a:pt x="310" y="224"/>
                  <a:pt x="371" y="224"/>
                </a:cubicBezTo>
                <a:lnTo>
                  <a:pt x="565" y="224"/>
                </a:lnTo>
                <a:lnTo>
                  <a:pt x="571" y="224"/>
                </a:lnTo>
                <a:lnTo>
                  <a:pt x="571" y="224"/>
                </a:lnTo>
                <a:cubicBezTo>
                  <a:pt x="633" y="224"/>
                  <a:pt x="683" y="274"/>
                  <a:pt x="683" y="335"/>
                </a:cubicBezTo>
                <a:lnTo>
                  <a:pt x="683" y="335"/>
                </a:lnTo>
                <a:cubicBezTo>
                  <a:pt x="683" y="396"/>
                  <a:pt x="634" y="445"/>
                  <a:pt x="573" y="447"/>
                </a:cubicBezTo>
                <a:lnTo>
                  <a:pt x="111" y="447"/>
                </a:lnTo>
                <a:lnTo>
                  <a:pt x="111" y="447"/>
                </a:lnTo>
                <a:cubicBezTo>
                  <a:pt x="49" y="447"/>
                  <a:pt x="0" y="496"/>
                  <a:pt x="0" y="558"/>
                </a:cubicBezTo>
                <a:lnTo>
                  <a:pt x="0" y="558"/>
                </a:lnTo>
                <a:cubicBezTo>
                  <a:pt x="0" y="620"/>
                  <a:pt x="49" y="670"/>
                  <a:pt x="111" y="670"/>
                </a:cubicBezTo>
                <a:lnTo>
                  <a:pt x="2219" y="670"/>
                </a:lnTo>
                <a:lnTo>
                  <a:pt x="2219" y="670"/>
                </a:lnTo>
                <a:cubicBezTo>
                  <a:pt x="2281" y="670"/>
                  <a:pt x="2332" y="620"/>
                  <a:pt x="2332" y="558"/>
                </a:cubicBezTo>
                <a:lnTo>
                  <a:pt x="2332" y="558"/>
                </a:lnTo>
                <a:cubicBezTo>
                  <a:pt x="2332" y="496"/>
                  <a:pt x="2281" y="447"/>
                  <a:pt x="2219" y="447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Freeform 97">
            <a:extLst>
              <a:ext uri="{FF2B5EF4-FFF2-40B4-BE49-F238E27FC236}">
                <a16:creationId xmlns:a16="http://schemas.microsoft.com/office/drawing/2014/main" id="{AC489CD7-8E16-6547-953F-06D9B8E0B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850" y="4589374"/>
            <a:ext cx="3806680" cy="1093114"/>
          </a:xfrm>
          <a:custGeom>
            <a:avLst/>
            <a:gdLst>
              <a:gd name="T0" fmla="*/ 2908 w 3055"/>
              <a:gd name="T1" fmla="*/ 0 h 876"/>
              <a:gd name="T2" fmla="*/ 146 w 3055"/>
              <a:gd name="T3" fmla="*/ 0 h 876"/>
              <a:gd name="T4" fmla="*/ 146 w 3055"/>
              <a:gd name="T5" fmla="*/ 0 h 876"/>
              <a:gd name="T6" fmla="*/ 0 w 3055"/>
              <a:gd name="T7" fmla="*/ 146 h 876"/>
              <a:gd name="T8" fmla="*/ 0 w 3055"/>
              <a:gd name="T9" fmla="*/ 146 h 876"/>
              <a:gd name="T10" fmla="*/ 146 w 3055"/>
              <a:gd name="T11" fmla="*/ 292 h 876"/>
              <a:gd name="T12" fmla="*/ 1532 w 3055"/>
              <a:gd name="T13" fmla="*/ 292 h 876"/>
              <a:gd name="T14" fmla="*/ 1532 w 3055"/>
              <a:gd name="T15" fmla="*/ 292 h 876"/>
              <a:gd name="T16" fmla="*/ 1662 w 3055"/>
              <a:gd name="T17" fmla="*/ 437 h 876"/>
              <a:gd name="T18" fmla="*/ 1662 w 3055"/>
              <a:gd name="T19" fmla="*/ 437 h 876"/>
              <a:gd name="T20" fmla="*/ 1516 w 3055"/>
              <a:gd name="T21" fmla="*/ 583 h 876"/>
              <a:gd name="T22" fmla="*/ 1308 w 3055"/>
              <a:gd name="T23" fmla="*/ 583 h 876"/>
              <a:gd name="T24" fmla="*/ 1308 w 3055"/>
              <a:gd name="T25" fmla="*/ 583 h 876"/>
              <a:gd name="T26" fmla="*/ 1162 w 3055"/>
              <a:gd name="T27" fmla="*/ 729 h 876"/>
              <a:gd name="T28" fmla="*/ 1162 w 3055"/>
              <a:gd name="T29" fmla="*/ 729 h 876"/>
              <a:gd name="T30" fmla="*/ 1308 w 3055"/>
              <a:gd name="T31" fmla="*/ 875 h 876"/>
              <a:gd name="T32" fmla="*/ 2566 w 3055"/>
              <a:gd name="T33" fmla="*/ 875 h 876"/>
              <a:gd name="T34" fmla="*/ 2566 w 3055"/>
              <a:gd name="T35" fmla="*/ 875 h 876"/>
              <a:gd name="T36" fmla="*/ 2712 w 3055"/>
              <a:gd name="T37" fmla="*/ 729 h 876"/>
              <a:gd name="T38" fmla="*/ 2712 w 3055"/>
              <a:gd name="T39" fmla="*/ 729 h 876"/>
              <a:gd name="T40" fmla="*/ 2566 w 3055"/>
              <a:gd name="T41" fmla="*/ 583 h 876"/>
              <a:gd name="T42" fmla="*/ 2305 w 3055"/>
              <a:gd name="T43" fmla="*/ 583 h 876"/>
              <a:gd name="T44" fmla="*/ 2305 w 3055"/>
              <a:gd name="T45" fmla="*/ 583 h 876"/>
              <a:gd name="T46" fmla="*/ 2159 w 3055"/>
              <a:gd name="T47" fmla="*/ 437 h 876"/>
              <a:gd name="T48" fmla="*/ 2159 w 3055"/>
              <a:gd name="T49" fmla="*/ 437 h 876"/>
              <a:gd name="T50" fmla="*/ 2290 w 3055"/>
              <a:gd name="T51" fmla="*/ 292 h 876"/>
              <a:gd name="T52" fmla="*/ 2908 w 3055"/>
              <a:gd name="T53" fmla="*/ 292 h 876"/>
              <a:gd name="T54" fmla="*/ 2908 w 3055"/>
              <a:gd name="T55" fmla="*/ 292 h 876"/>
              <a:gd name="T56" fmla="*/ 3054 w 3055"/>
              <a:gd name="T57" fmla="*/ 146 h 876"/>
              <a:gd name="T58" fmla="*/ 3054 w 3055"/>
              <a:gd name="T59" fmla="*/ 146 h 876"/>
              <a:gd name="T60" fmla="*/ 2908 w 3055"/>
              <a:gd name="T61" fmla="*/ 0 h 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055" h="876">
                <a:moveTo>
                  <a:pt x="2908" y="0"/>
                </a:moveTo>
                <a:lnTo>
                  <a:pt x="146" y="0"/>
                </a:lnTo>
                <a:lnTo>
                  <a:pt x="146" y="0"/>
                </a:lnTo>
                <a:cubicBezTo>
                  <a:pt x="66" y="0"/>
                  <a:pt x="0" y="65"/>
                  <a:pt x="0" y="146"/>
                </a:cubicBezTo>
                <a:lnTo>
                  <a:pt x="0" y="146"/>
                </a:lnTo>
                <a:cubicBezTo>
                  <a:pt x="0" y="226"/>
                  <a:pt x="66" y="292"/>
                  <a:pt x="146" y="292"/>
                </a:cubicBezTo>
                <a:lnTo>
                  <a:pt x="1532" y="292"/>
                </a:lnTo>
                <a:lnTo>
                  <a:pt x="1532" y="292"/>
                </a:lnTo>
                <a:cubicBezTo>
                  <a:pt x="1605" y="299"/>
                  <a:pt x="1662" y="361"/>
                  <a:pt x="1662" y="437"/>
                </a:cubicBezTo>
                <a:lnTo>
                  <a:pt x="1662" y="437"/>
                </a:lnTo>
                <a:cubicBezTo>
                  <a:pt x="1662" y="518"/>
                  <a:pt x="1597" y="583"/>
                  <a:pt x="1516" y="583"/>
                </a:cubicBezTo>
                <a:lnTo>
                  <a:pt x="1308" y="583"/>
                </a:lnTo>
                <a:lnTo>
                  <a:pt x="1308" y="583"/>
                </a:lnTo>
                <a:cubicBezTo>
                  <a:pt x="1227" y="583"/>
                  <a:pt x="1162" y="649"/>
                  <a:pt x="1162" y="729"/>
                </a:cubicBezTo>
                <a:lnTo>
                  <a:pt x="1162" y="729"/>
                </a:lnTo>
                <a:cubicBezTo>
                  <a:pt x="1162" y="810"/>
                  <a:pt x="1227" y="875"/>
                  <a:pt x="1308" y="875"/>
                </a:cubicBezTo>
                <a:lnTo>
                  <a:pt x="2566" y="875"/>
                </a:lnTo>
                <a:lnTo>
                  <a:pt x="2566" y="875"/>
                </a:lnTo>
                <a:cubicBezTo>
                  <a:pt x="2647" y="875"/>
                  <a:pt x="2712" y="810"/>
                  <a:pt x="2712" y="729"/>
                </a:cubicBezTo>
                <a:lnTo>
                  <a:pt x="2712" y="729"/>
                </a:lnTo>
                <a:cubicBezTo>
                  <a:pt x="2712" y="649"/>
                  <a:pt x="2647" y="583"/>
                  <a:pt x="2566" y="583"/>
                </a:cubicBezTo>
                <a:lnTo>
                  <a:pt x="2305" y="583"/>
                </a:lnTo>
                <a:lnTo>
                  <a:pt x="2305" y="583"/>
                </a:lnTo>
                <a:cubicBezTo>
                  <a:pt x="2224" y="583"/>
                  <a:pt x="2159" y="518"/>
                  <a:pt x="2159" y="437"/>
                </a:cubicBezTo>
                <a:lnTo>
                  <a:pt x="2159" y="437"/>
                </a:lnTo>
                <a:cubicBezTo>
                  <a:pt x="2159" y="361"/>
                  <a:pt x="2217" y="299"/>
                  <a:pt x="2290" y="292"/>
                </a:cubicBezTo>
                <a:lnTo>
                  <a:pt x="2908" y="292"/>
                </a:lnTo>
                <a:lnTo>
                  <a:pt x="2908" y="292"/>
                </a:lnTo>
                <a:cubicBezTo>
                  <a:pt x="2988" y="292"/>
                  <a:pt x="3054" y="226"/>
                  <a:pt x="3054" y="146"/>
                </a:cubicBezTo>
                <a:lnTo>
                  <a:pt x="3054" y="146"/>
                </a:lnTo>
                <a:cubicBezTo>
                  <a:pt x="3054" y="65"/>
                  <a:pt x="2988" y="0"/>
                  <a:pt x="2908" y="0"/>
                </a:cubicBezTo>
              </a:path>
            </a:pathLst>
          </a:custGeom>
          <a:solidFill>
            <a:srgbClr val="EEF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Freeform 314">
            <a:extLst>
              <a:ext uri="{FF2B5EF4-FFF2-40B4-BE49-F238E27FC236}">
                <a16:creationId xmlns:a16="http://schemas.microsoft.com/office/drawing/2014/main" id="{A105E5EB-16DE-F147-BFB5-E66FF38CF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216" y="4144439"/>
            <a:ext cx="4905292" cy="2340038"/>
          </a:xfrm>
          <a:custGeom>
            <a:avLst/>
            <a:gdLst>
              <a:gd name="T0" fmla="*/ 281 w 3940"/>
              <a:gd name="T1" fmla="*/ 1773 h 1880"/>
              <a:gd name="T2" fmla="*/ 281 w 3940"/>
              <a:gd name="T3" fmla="*/ 1773 h 1880"/>
              <a:gd name="T4" fmla="*/ 563 w 3940"/>
              <a:gd name="T5" fmla="*/ 557 h 1880"/>
              <a:gd name="T6" fmla="*/ 563 w 3940"/>
              <a:gd name="T7" fmla="*/ 557 h 1880"/>
              <a:gd name="T8" fmla="*/ 1850 w 3940"/>
              <a:gd name="T9" fmla="*/ 1033 h 1880"/>
              <a:gd name="T10" fmla="*/ 1850 w 3940"/>
              <a:gd name="T11" fmla="*/ 1033 h 1880"/>
              <a:gd name="T12" fmla="*/ 2890 w 3940"/>
              <a:gd name="T13" fmla="*/ 1436 h 1880"/>
              <a:gd name="T14" fmla="*/ 2890 w 3940"/>
              <a:gd name="T15" fmla="*/ 1436 h 1880"/>
              <a:gd name="T16" fmla="*/ 2767 w 3940"/>
              <a:gd name="T17" fmla="*/ 150 h 1880"/>
              <a:gd name="T18" fmla="*/ 2767 w 3940"/>
              <a:gd name="T19" fmla="*/ 150 h 1880"/>
              <a:gd name="T20" fmla="*/ 2920 w 3940"/>
              <a:gd name="T21" fmla="*/ 1547 h 1880"/>
              <a:gd name="T22" fmla="*/ 2920 w 3940"/>
              <a:gd name="T23" fmla="*/ 1547 h 1880"/>
              <a:gd name="T24" fmla="*/ 3939 w 3940"/>
              <a:gd name="T25" fmla="*/ 1145 h 18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40" h="1880">
                <a:moveTo>
                  <a:pt x="281" y="1773"/>
                </a:moveTo>
                <a:lnTo>
                  <a:pt x="281" y="1773"/>
                </a:lnTo>
                <a:cubicBezTo>
                  <a:pt x="281" y="1773"/>
                  <a:pt x="0" y="1009"/>
                  <a:pt x="563" y="557"/>
                </a:cubicBezTo>
                <a:lnTo>
                  <a:pt x="563" y="557"/>
                </a:lnTo>
                <a:cubicBezTo>
                  <a:pt x="1127" y="105"/>
                  <a:pt x="1766" y="895"/>
                  <a:pt x="1850" y="1033"/>
                </a:cubicBezTo>
                <a:lnTo>
                  <a:pt x="1850" y="1033"/>
                </a:lnTo>
                <a:cubicBezTo>
                  <a:pt x="1958" y="1211"/>
                  <a:pt x="2299" y="1726"/>
                  <a:pt x="2890" y="1436"/>
                </a:cubicBezTo>
                <a:lnTo>
                  <a:pt x="2890" y="1436"/>
                </a:lnTo>
                <a:cubicBezTo>
                  <a:pt x="3480" y="1145"/>
                  <a:pt x="3175" y="0"/>
                  <a:pt x="2767" y="150"/>
                </a:cubicBezTo>
                <a:lnTo>
                  <a:pt x="2767" y="150"/>
                </a:lnTo>
                <a:cubicBezTo>
                  <a:pt x="2360" y="299"/>
                  <a:pt x="2064" y="1215"/>
                  <a:pt x="2920" y="1547"/>
                </a:cubicBezTo>
                <a:lnTo>
                  <a:pt x="2920" y="1547"/>
                </a:lnTo>
                <a:cubicBezTo>
                  <a:pt x="3776" y="1879"/>
                  <a:pt x="3939" y="1145"/>
                  <a:pt x="3939" y="1145"/>
                </a:cubicBezTo>
              </a:path>
            </a:pathLst>
          </a:custGeom>
          <a:noFill/>
          <a:ln w="38100" cap="flat">
            <a:solidFill>
              <a:srgbClr val="E2EE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C0678F-0042-324C-A9C3-6D4C3D4E05CF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22F0F-C577-7849-A385-ED2898007EAF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102AA-4CAD-354B-9819-D35BC7C50458}"/>
              </a:ext>
            </a:extLst>
          </p:cNvPr>
          <p:cNvSpPr txBox="1"/>
          <p:nvPr/>
        </p:nvSpPr>
        <p:spPr>
          <a:xfrm>
            <a:off x="14173831" y="3974042"/>
            <a:ext cx="202844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Success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AC5715-B0CC-8D4D-AC97-3B9CFF8CA42E}"/>
              </a:ext>
            </a:extLst>
          </p:cNvPr>
          <p:cNvSpPr txBox="1"/>
          <p:nvPr/>
        </p:nvSpPr>
        <p:spPr>
          <a:xfrm>
            <a:off x="14167569" y="4651290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5E4C3-2B82-FE43-8751-90FFEC07D8A5}"/>
              </a:ext>
            </a:extLst>
          </p:cNvPr>
          <p:cNvSpPr txBox="1"/>
          <p:nvPr/>
        </p:nvSpPr>
        <p:spPr>
          <a:xfrm>
            <a:off x="17198471" y="7255532"/>
            <a:ext cx="3087705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1922D3-46E1-374D-8D19-63AC02095EDE}"/>
              </a:ext>
            </a:extLst>
          </p:cNvPr>
          <p:cNvSpPr txBox="1"/>
          <p:nvPr/>
        </p:nvSpPr>
        <p:spPr>
          <a:xfrm>
            <a:off x="17192209" y="7932780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18B925-FEB9-1E48-8367-D6DF035B821B}"/>
              </a:ext>
            </a:extLst>
          </p:cNvPr>
          <p:cNvSpPr txBox="1"/>
          <p:nvPr/>
        </p:nvSpPr>
        <p:spPr>
          <a:xfrm>
            <a:off x="14173831" y="10523306"/>
            <a:ext cx="183608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Control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A266E-B6E4-8E4C-B736-4998A3671F50}"/>
              </a:ext>
            </a:extLst>
          </p:cNvPr>
          <p:cNvSpPr txBox="1"/>
          <p:nvPr/>
        </p:nvSpPr>
        <p:spPr>
          <a:xfrm>
            <a:off x="14167569" y="11200554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2157801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9">
            <a:extLst>
              <a:ext uri="{FF2B5EF4-FFF2-40B4-BE49-F238E27FC236}">
                <a16:creationId xmlns:a16="http://schemas.microsoft.com/office/drawing/2014/main" id="{3389DBF9-3475-EE41-B68A-66953E4C6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627" y="5924183"/>
            <a:ext cx="2548774" cy="5103042"/>
          </a:xfrm>
          <a:custGeom>
            <a:avLst/>
            <a:gdLst>
              <a:gd name="T0" fmla="*/ 1884 w 2047"/>
              <a:gd name="T1" fmla="*/ 41 h 4096"/>
              <a:gd name="T2" fmla="*/ 258 w 2047"/>
              <a:gd name="T3" fmla="*/ 2 h 4096"/>
              <a:gd name="T4" fmla="*/ 258 w 2047"/>
              <a:gd name="T5" fmla="*/ 2 h 4096"/>
              <a:gd name="T6" fmla="*/ 91 w 2047"/>
              <a:gd name="T7" fmla="*/ 162 h 4096"/>
              <a:gd name="T8" fmla="*/ 1 w 2047"/>
              <a:gd name="T9" fmla="*/ 3886 h 4096"/>
              <a:gd name="T10" fmla="*/ 1 w 2047"/>
              <a:gd name="T11" fmla="*/ 3886 h 4096"/>
              <a:gd name="T12" fmla="*/ 161 w 2047"/>
              <a:gd name="T13" fmla="*/ 4054 h 4096"/>
              <a:gd name="T14" fmla="*/ 1787 w 2047"/>
              <a:gd name="T15" fmla="*/ 4092 h 4096"/>
              <a:gd name="T16" fmla="*/ 1787 w 2047"/>
              <a:gd name="T17" fmla="*/ 4092 h 4096"/>
              <a:gd name="T18" fmla="*/ 1954 w 2047"/>
              <a:gd name="T19" fmla="*/ 3932 h 4096"/>
              <a:gd name="T20" fmla="*/ 2044 w 2047"/>
              <a:gd name="T21" fmla="*/ 208 h 4096"/>
              <a:gd name="T22" fmla="*/ 2044 w 2047"/>
              <a:gd name="T23" fmla="*/ 208 h 4096"/>
              <a:gd name="T24" fmla="*/ 1884 w 2047"/>
              <a:gd name="T25" fmla="*/ 41 h 4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047" h="4096">
                <a:moveTo>
                  <a:pt x="1884" y="41"/>
                </a:moveTo>
                <a:lnTo>
                  <a:pt x="258" y="2"/>
                </a:lnTo>
                <a:lnTo>
                  <a:pt x="258" y="2"/>
                </a:lnTo>
                <a:cubicBezTo>
                  <a:pt x="168" y="0"/>
                  <a:pt x="93" y="71"/>
                  <a:pt x="91" y="162"/>
                </a:cubicBezTo>
                <a:lnTo>
                  <a:pt x="1" y="3886"/>
                </a:lnTo>
                <a:lnTo>
                  <a:pt x="1" y="3886"/>
                </a:lnTo>
                <a:cubicBezTo>
                  <a:pt x="0" y="3977"/>
                  <a:pt x="71" y="4051"/>
                  <a:pt x="161" y="4054"/>
                </a:cubicBezTo>
                <a:lnTo>
                  <a:pt x="1787" y="4092"/>
                </a:lnTo>
                <a:lnTo>
                  <a:pt x="1787" y="4092"/>
                </a:lnTo>
                <a:cubicBezTo>
                  <a:pt x="1877" y="4095"/>
                  <a:pt x="1952" y="4023"/>
                  <a:pt x="1954" y="3932"/>
                </a:cubicBezTo>
                <a:lnTo>
                  <a:pt x="2044" y="208"/>
                </a:lnTo>
                <a:lnTo>
                  <a:pt x="2044" y="208"/>
                </a:lnTo>
                <a:cubicBezTo>
                  <a:pt x="2046" y="117"/>
                  <a:pt x="1975" y="43"/>
                  <a:pt x="1884" y="41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21A945AC-DD4C-EA4E-A9DC-9724157E4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6797" y="6237291"/>
            <a:ext cx="570036" cy="70198"/>
          </a:xfrm>
          <a:custGeom>
            <a:avLst/>
            <a:gdLst>
              <a:gd name="connsiteX0" fmla="*/ 164109 w 570036"/>
              <a:gd name="connsiteY0" fmla="*/ 16478 h 70198"/>
              <a:gd name="connsiteX1" fmla="*/ 539001 w 570036"/>
              <a:gd name="connsiteY1" fmla="*/ 25023 h 70198"/>
              <a:gd name="connsiteX2" fmla="*/ 570036 w 570036"/>
              <a:gd name="connsiteY2" fmla="*/ 48216 h 70198"/>
              <a:gd name="connsiteX3" fmla="*/ 539001 w 570036"/>
              <a:gd name="connsiteY3" fmla="*/ 70188 h 70198"/>
              <a:gd name="connsiteX4" fmla="*/ 162867 w 570036"/>
              <a:gd name="connsiteY4" fmla="*/ 60422 h 70198"/>
              <a:gd name="connsiteX5" fmla="*/ 131833 w 570036"/>
              <a:gd name="connsiteY5" fmla="*/ 37230 h 70198"/>
              <a:gd name="connsiteX6" fmla="*/ 164109 w 570036"/>
              <a:gd name="connsiteY6" fmla="*/ 16478 h 70198"/>
              <a:gd name="connsiteX7" fmla="*/ 36311 w 570036"/>
              <a:gd name="connsiteY7" fmla="*/ 0 h 70198"/>
              <a:gd name="connsiteX8" fmla="*/ 70201 w 570036"/>
              <a:gd name="connsiteY8" fmla="*/ 36309 h 70198"/>
              <a:gd name="connsiteX9" fmla="*/ 35100 w 570036"/>
              <a:gd name="connsiteY9" fmla="*/ 70198 h 70198"/>
              <a:gd name="connsiteX10" fmla="*/ 0 w 570036"/>
              <a:gd name="connsiteY10" fmla="*/ 33889 h 70198"/>
              <a:gd name="connsiteX11" fmla="*/ 36311 w 570036"/>
              <a:gd name="connsiteY11" fmla="*/ 0 h 7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0036" h="70198">
                <a:moveTo>
                  <a:pt x="164109" y="16478"/>
                </a:moveTo>
                <a:lnTo>
                  <a:pt x="539001" y="25023"/>
                </a:lnTo>
                <a:cubicBezTo>
                  <a:pt x="556381" y="26244"/>
                  <a:pt x="570036" y="34788"/>
                  <a:pt x="570036" y="48216"/>
                </a:cubicBezTo>
                <a:cubicBezTo>
                  <a:pt x="570036" y="60422"/>
                  <a:pt x="556381" y="70188"/>
                  <a:pt x="539001" y="70188"/>
                </a:cubicBezTo>
                <a:lnTo>
                  <a:pt x="162867" y="60422"/>
                </a:lnTo>
                <a:cubicBezTo>
                  <a:pt x="145488" y="60422"/>
                  <a:pt x="131833" y="50657"/>
                  <a:pt x="131833" y="37230"/>
                </a:cubicBezTo>
                <a:cubicBezTo>
                  <a:pt x="133074" y="26244"/>
                  <a:pt x="146729" y="16478"/>
                  <a:pt x="164109" y="16478"/>
                </a:cubicBezTo>
                <a:close/>
                <a:moveTo>
                  <a:pt x="36311" y="0"/>
                </a:moveTo>
                <a:cubicBezTo>
                  <a:pt x="55676" y="0"/>
                  <a:pt x="70201" y="15734"/>
                  <a:pt x="70201" y="36309"/>
                </a:cubicBezTo>
                <a:cubicBezTo>
                  <a:pt x="70201" y="55674"/>
                  <a:pt x="54466" y="70198"/>
                  <a:pt x="35100" y="70198"/>
                </a:cubicBezTo>
                <a:cubicBezTo>
                  <a:pt x="15735" y="68988"/>
                  <a:pt x="0" y="53254"/>
                  <a:pt x="0" y="33889"/>
                </a:cubicBezTo>
                <a:cubicBezTo>
                  <a:pt x="0" y="14524"/>
                  <a:pt x="16945" y="0"/>
                  <a:pt x="363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72">
            <a:extLst>
              <a:ext uri="{FF2B5EF4-FFF2-40B4-BE49-F238E27FC236}">
                <a16:creationId xmlns:a16="http://schemas.microsoft.com/office/drawing/2014/main" id="{55A51A29-1D99-CC4C-81B4-184958CF8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0889" y="6099964"/>
            <a:ext cx="60422" cy="60425"/>
          </a:xfrm>
          <a:custGeom>
            <a:avLst/>
            <a:gdLst>
              <a:gd name="T0" fmla="*/ 0 w 49"/>
              <a:gd name="T1" fmla="*/ 23 h 50"/>
              <a:gd name="T2" fmla="*/ 0 w 49"/>
              <a:gd name="T3" fmla="*/ 23 h 50"/>
              <a:gd name="T4" fmla="*/ 25 w 49"/>
              <a:gd name="T5" fmla="*/ 0 h 50"/>
              <a:gd name="T6" fmla="*/ 25 w 49"/>
              <a:gd name="T7" fmla="*/ 0 h 50"/>
              <a:gd name="T8" fmla="*/ 48 w 49"/>
              <a:gd name="T9" fmla="*/ 25 h 50"/>
              <a:gd name="T10" fmla="*/ 48 w 49"/>
              <a:gd name="T11" fmla="*/ 25 h 50"/>
              <a:gd name="T12" fmla="*/ 23 w 49"/>
              <a:gd name="T13" fmla="*/ 49 h 50"/>
              <a:gd name="T14" fmla="*/ 23 w 49"/>
              <a:gd name="T15" fmla="*/ 49 h 50"/>
              <a:gd name="T16" fmla="*/ 0 w 49"/>
              <a:gd name="T17" fmla="*/ 23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9" h="50">
                <a:moveTo>
                  <a:pt x="0" y="23"/>
                </a:moveTo>
                <a:lnTo>
                  <a:pt x="0" y="23"/>
                </a:lnTo>
                <a:cubicBezTo>
                  <a:pt x="0" y="11"/>
                  <a:pt x="11" y="0"/>
                  <a:pt x="25" y="0"/>
                </a:cubicBezTo>
                <a:lnTo>
                  <a:pt x="25" y="0"/>
                </a:lnTo>
                <a:cubicBezTo>
                  <a:pt x="38" y="0"/>
                  <a:pt x="48" y="11"/>
                  <a:pt x="48" y="25"/>
                </a:cubicBezTo>
                <a:lnTo>
                  <a:pt x="48" y="25"/>
                </a:lnTo>
                <a:cubicBezTo>
                  <a:pt x="48" y="38"/>
                  <a:pt x="37" y="49"/>
                  <a:pt x="23" y="49"/>
                </a:cubicBezTo>
                <a:lnTo>
                  <a:pt x="23" y="49"/>
                </a:lnTo>
                <a:cubicBezTo>
                  <a:pt x="11" y="48"/>
                  <a:pt x="0" y="37"/>
                  <a:pt x="0" y="23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73">
            <a:extLst>
              <a:ext uri="{FF2B5EF4-FFF2-40B4-BE49-F238E27FC236}">
                <a16:creationId xmlns:a16="http://schemas.microsoft.com/office/drawing/2014/main" id="{58BBBBA7-B40A-3642-BD1E-638FCF49D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7787" y="10499892"/>
            <a:ext cx="390008" cy="390005"/>
          </a:xfrm>
          <a:custGeom>
            <a:avLst/>
            <a:gdLst>
              <a:gd name="T0" fmla="*/ 151 w 311"/>
              <a:gd name="T1" fmla="*/ 310 h 313"/>
              <a:gd name="T2" fmla="*/ 151 w 311"/>
              <a:gd name="T3" fmla="*/ 310 h 313"/>
              <a:gd name="T4" fmla="*/ 2 w 311"/>
              <a:gd name="T5" fmla="*/ 153 h 313"/>
              <a:gd name="T6" fmla="*/ 2 w 311"/>
              <a:gd name="T7" fmla="*/ 153 h 313"/>
              <a:gd name="T8" fmla="*/ 158 w 311"/>
              <a:gd name="T9" fmla="*/ 2 h 313"/>
              <a:gd name="T10" fmla="*/ 158 w 311"/>
              <a:gd name="T11" fmla="*/ 2 h 313"/>
              <a:gd name="T12" fmla="*/ 308 w 311"/>
              <a:gd name="T13" fmla="*/ 160 h 313"/>
              <a:gd name="T14" fmla="*/ 308 w 311"/>
              <a:gd name="T15" fmla="*/ 160 h 313"/>
              <a:gd name="T16" fmla="*/ 151 w 311"/>
              <a:gd name="T17" fmla="*/ 31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11" h="313">
                <a:moveTo>
                  <a:pt x="151" y="310"/>
                </a:moveTo>
                <a:lnTo>
                  <a:pt x="151" y="310"/>
                </a:lnTo>
                <a:cubicBezTo>
                  <a:pt x="67" y="308"/>
                  <a:pt x="0" y="237"/>
                  <a:pt x="2" y="153"/>
                </a:cubicBezTo>
                <a:lnTo>
                  <a:pt x="2" y="153"/>
                </a:lnTo>
                <a:cubicBezTo>
                  <a:pt x="4" y="68"/>
                  <a:pt x="74" y="0"/>
                  <a:pt x="158" y="2"/>
                </a:cubicBezTo>
                <a:lnTo>
                  <a:pt x="158" y="2"/>
                </a:lnTo>
                <a:cubicBezTo>
                  <a:pt x="243" y="4"/>
                  <a:pt x="310" y="75"/>
                  <a:pt x="308" y="160"/>
                </a:cubicBezTo>
                <a:lnTo>
                  <a:pt x="308" y="160"/>
                </a:lnTo>
                <a:cubicBezTo>
                  <a:pt x="306" y="245"/>
                  <a:pt x="235" y="312"/>
                  <a:pt x="151" y="310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74">
            <a:extLst>
              <a:ext uri="{FF2B5EF4-FFF2-40B4-BE49-F238E27FC236}">
                <a16:creationId xmlns:a16="http://schemas.microsoft.com/office/drawing/2014/main" id="{1BA0C30A-F13B-A648-AB58-B494AD35C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6798" y="10494400"/>
            <a:ext cx="400994" cy="406485"/>
          </a:xfrm>
          <a:custGeom>
            <a:avLst/>
            <a:gdLst>
              <a:gd name="T0" fmla="*/ 165 w 323"/>
              <a:gd name="T1" fmla="*/ 2 h 326"/>
              <a:gd name="T2" fmla="*/ 165 w 323"/>
              <a:gd name="T3" fmla="*/ 2 h 326"/>
              <a:gd name="T4" fmla="*/ 2 w 323"/>
              <a:gd name="T5" fmla="*/ 158 h 326"/>
              <a:gd name="T6" fmla="*/ 2 w 323"/>
              <a:gd name="T7" fmla="*/ 158 h 326"/>
              <a:gd name="T8" fmla="*/ 157 w 323"/>
              <a:gd name="T9" fmla="*/ 322 h 326"/>
              <a:gd name="T10" fmla="*/ 157 w 323"/>
              <a:gd name="T11" fmla="*/ 322 h 326"/>
              <a:gd name="T12" fmla="*/ 320 w 323"/>
              <a:gd name="T13" fmla="*/ 166 h 326"/>
              <a:gd name="T14" fmla="*/ 320 w 323"/>
              <a:gd name="T15" fmla="*/ 166 h 326"/>
              <a:gd name="T16" fmla="*/ 165 w 323"/>
              <a:gd name="T17" fmla="*/ 2 h 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3" h="326">
                <a:moveTo>
                  <a:pt x="165" y="2"/>
                </a:moveTo>
                <a:lnTo>
                  <a:pt x="165" y="2"/>
                </a:lnTo>
                <a:cubicBezTo>
                  <a:pt x="77" y="0"/>
                  <a:pt x="4" y="70"/>
                  <a:pt x="2" y="158"/>
                </a:cubicBezTo>
                <a:lnTo>
                  <a:pt x="2" y="158"/>
                </a:lnTo>
                <a:cubicBezTo>
                  <a:pt x="0" y="247"/>
                  <a:pt x="69" y="320"/>
                  <a:pt x="157" y="322"/>
                </a:cubicBezTo>
                <a:lnTo>
                  <a:pt x="157" y="322"/>
                </a:lnTo>
                <a:cubicBezTo>
                  <a:pt x="245" y="325"/>
                  <a:pt x="318" y="254"/>
                  <a:pt x="320" y="166"/>
                </a:cubicBezTo>
                <a:lnTo>
                  <a:pt x="320" y="166"/>
                </a:lnTo>
                <a:cubicBezTo>
                  <a:pt x="322" y="78"/>
                  <a:pt x="252" y="5"/>
                  <a:pt x="165" y="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75">
            <a:extLst>
              <a:ext uri="{FF2B5EF4-FFF2-40B4-BE49-F238E27FC236}">
                <a16:creationId xmlns:a16="http://schemas.microsoft.com/office/drawing/2014/main" id="{A5D3C516-B72B-EF43-BAA3-FD58F84CC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5516" y="6528421"/>
            <a:ext cx="2345529" cy="3900063"/>
          </a:xfrm>
          <a:custGeom>
            <a:avLst/>
            <a:gdLst>
              <a:gd name="T0" fmla="*/ 1810 w 1885"/>
              <a:gd name="T1" fmla="*/ 3129 h 3130"/>
              <a:gd name="T2" fmla="*/ 0 w 1885"/>
              <a:gd name="T3" fmla="*/ 3086 h 3130"/>
              <a:gd name="T4" fmla="*/ 74 w 1885"/>
              <a:gd name="T5" fmla="*/ 0 h 3130"/>
              <a:gd name="T6" fmla="*/ 1884 w 1885"/>
              <a:gd name="T7" fmla="*/ 43 h 3130"/>
              <a:gd name="T8" fmla="*/ 1810 w 1885"/>
              <a:gd name="T9" fmla="*/ 3129 h 3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85" h="3130">
                <a:moveTo>
                  <a:pt x="1810" y="3129"/>
                </a:moveTo>
                <a:lnTo>
                  <a:pt x="0" y="3086"/>
                </a:lnTo>
                <a:lnTo>
                  <a:pt x="74" y="0"/>
                </a:lnTo>
                <a:lnTo>
                  <a:pt x="1884" y="43"/>
                </a:lnTo>
                <a:lnTo>
                  <a:pt x="1810" y="3129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76">
            <a:extLst>
              <a:ext uri="{FF2B5EF4-FFF2-40B4-BE49-F238E27FC236}">
                <a16:creationId xmlns:a16="http://schemas.microsoft.com/office/drawing/2014/main" id="{9672D794-B6F4-F840-A817-444F9BF47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4816" y="8643246"/>
            <a:ext cx="186764" cy="186764"/>
          </a:xfrm>
          <a:custGeom>
            <a:avLst/>
            <a:gdLst>
              <a:gd name="T0" fmla="*/ 149 w 151"/>
              <a:gd name="T1" fmla="*/ 77 h 151"/>
              <a:gd name="T2" fmla="*/ 149 w 151"/>
              <a:gd name="T3" fmla="*/ 77 h 151"/>
              <a:gd name="T4" fmla="*/ 74 w 151"/>
              <a:gd name="T5" fmla="*/ 150 h 151"/>
              <a:gd name="T6" fmla="*/ 74 w 151"/>
              <a:gd name="T7" fmla="*/ 150 h 151"/>
              <a:gd name="T8" fmla="*/ 1 w 151"/>
              <a:gd name="T9" fmla="*/ 74 h 151"/>
              <a:gd name="T10" fmla="*/ 1 w 151"/>
              <a:gd name="T11" fmla="*/ 74 h 151"/>
              <a:gd name="T12" fmla="*/ 77 w 151"/>
              <a:gd name="T13" fmla="*/ 2 h 151"/>
              <a:gd name="T14" fmla="*/ 77 w 151"/>
              <a:gd name="T15" fmla="*/ 2 h 151"/>
              <a:gd name="T16" fmla="*/ 149 w 151"/>
              <a:gd name="T17" fmla="*/ 77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151">
                <a:moveTo>
                  <a:pt x="149" y="77"/>
                </a:moveTo>
                <a:lnTo>
                  <a:pt x="149" y="77"/>
                </a:lnTo>
                <a:cubicBezTo>
                  <a:pt x="148" y="118"/>
                  <a:pt x="115" y="150"/>
                  <a:pt x="74" y="150"/>
                </a:cubicBezTo>
                <a:lnTo>
                  <a:pt x="74" y="150"/>
                </a:lnTo>
                <a:cubicBezTo>
                  <a:pt x="33" y="148"/>
                  <a:pt x="0" y="115"/>
                  <a:pt x="1" y="74"/>
                </a:cubicBezTo>
                <a:lnTo>
                  <a:pt x="1" y="74"/>
                </a:lnTo>
                <a:cubicBezTo>
                  <a:pt x="2" y="33"/>
                  <a:pt x="36" y="0"/>
                  <a:pt x="77" y="2"/>
                </a:cubicBezTo>
                <a:lnTo>
                  <a:pt x="77" y="2"/>
                </a:lnTo>
                <a:cubicBezTo>
                  <a:pt x="118" y="3"/>
                  <a:pt x="150" y="36"/>
                  <a:pt x="149" y="77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77">
            <a:extLst>
              <a:ext uri="{FF2B5EF4-FFF2-40B4-BE49-F238E27FC236}">
                <a16:creationId xmlns:a16="http://schemas.microsoft.com/office/drawing/2014/main" id="{EB4C9331-FBFB-9A42-A918-CBD40D3A5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8761" y="6748143"/>
            <a:ext cx="186764" cy="186764"/>
          </a:xfrm>
          <a:custGeom>
            <a:avLst/>
            <a:gdLst>
              <a:gd name="T0" fmla="*/ 148 w 151"/>
              <a:gd name="T1" fmla="*/ 76 h 149"/>
              <a:gd name="T2" fmla="*/ 148 w 151"/>
              <a:gd name="T3" fmla="*/ 76 h 149"/>
              <a:gd name="T4" fmla="*/ 73 w 151"/>
              <a:gd name="T5" fmla="*/ 148 h 149"/>
              <a:gd name="T6" fmla="*/ 73 w 151"/>
              <a:gd name="T7" fmla="*/ 148 h 149"/>
              <a:gd name="T8" fmla="*/ 1 w 151"/>
              <a:gd name="T9" fmla="*/ 73 h 149"/>
              <a:gd name="T10" fmla="*/ 1 w 151"/>
              <a:gd name="T11" fmla="*/ 73 h 149"/>
              <a:gd name="T12" fmla="*/ 76 w 151"/>
              <a:gd name="T13" fmla="*/ 1 h 149"/>
              <a:gd name="T14" fmla="*/ 76 w 151"/>
              <a:gd name="T15" fmla="*/ 1 h 149"/>
              <a:gd name="T16" fmla="*/ 148 w 151"/>
              <a:gd name="T17" fmla="*/ 76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149">
                <a:moveTo>
                  <a:pt x="148" y="76"/>
                </a:moveTo>
                <a:lnTo>
                  <a:pt x="148" y="76"/>
                </a:lnTo>
                <a:cubicBezTo>
                  <a:pt x="148" y="116"/>
                  <a:pt x="114" y="148"/>
                  <a:pt x="73" y="148"/>
                </a:cubicBezTo>
                <a:lnTo>
                  <a:pt x="73" y="148"/>
                </a:lnTo>
                <a:cubicBezTo>
                  <a:pt x="32" y="146"/>
                  <a:pt x="0" y="112"/>
                  <a:pt x="1" y="73"/>
                </a:cubicBezTo>
                <a:lnTo>
                  <a:pt x="1" y="73"/>
                </a:lnTo>
                <a:cubicBezTo>
                  <a:pt x="2" y="32"/>
                  <a:pt x="36" y="0"/>
                  <a:pt x="76" y="1"/>
                </a:cubicBezTo>
                <a:lnTo>
                  <a:pt x="76" y="1"/>
                </a:lnTo>
                <a:cubicBezTo>
                  <a:pt x="117" y="1"/>
                  <a:pt x="150" y="36"/>
                  <a:pt x="148" y="76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78">
            <a:extLst>
              <a:ext uri="{FF2B5EF4-FFF2-40B4-BE49-F238E27FC236}">
                <a16:creationId xmlns:a16="http://schemas.microsoft.com/office/drawing/2014/main" id="{93F318D5-9ACE-5449-B818-BC585DC06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1297" y="7176601"/>
            <a:ext cx="2026932" cy="1329317"/>
          </a:xfrm>
          <a:custGeom>
            <a:avLst/>
            <a:gdLst>
              <a:gd name="T0" fmla="*/ 1601 w 1627"/>
              <a:gd name="T1" fmla="*/ 1064 h 1065"/>
              <a:gd name="T2" fmla="*/ 0 w 1627"/>
              <a:gd name="T3" fmla="*/ 1026 h 1065"/>
              <a:gd name="T4" fmla="*/ 24 w 1627"/>
              <a:gd name="T5" fmla="*/ 0 h 1065"/>
              <a:gd name="T6" fmla="*/ 1626 w 1627"/>
              <a:gd name="T7" fmla="*/ 39 h 1065"/>
              <a:gd name="T8" fmla="*/ 1601 w 1627"/>
              <a:gd name="T9" fmla="*/ 1064 h 1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7" h="1065">
                <a:moveTo>
                  <a:pt x="1601" y="1064"/>
                </a:moveTo>
                <a:lnTo>
                  <a:pt x="0" y="1026"/>
                </a:lnTo>
                <a:lnTo>
                  <a:pt x="24" y="0"/>
                </a:lnTo>
                <a:lnTo>
                  <a:pt x="1626" y="39"/>
                </a:lnTo>
                <a:lnTo>
                  <a:pt x="1601" y="1064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79">
            <a:extLst>
              <a:ext uri="{FF2B5EF4-FFF2-40B4-BE49-F238E27FC236}">
                <a16:creationId xmlns:a16="http://schemas.microsoft.com/office/drawing/2014/main" id="{1952175F-97D5-5649-B058-E07350C14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8339" y="9214522"/>
            <a:ext cx="186764" cy="186764"/>
          </a:xfrm>
          <a:custGeom>
            <a:avLst/>
            <a:gdLst>
              <a:gd name="T0" fmla="*/ 149 w 151"/>
              <a:gd name="T1" fmla="*/ 77 h 152"/>
              <a:gd name="T2" fmla="*/ 149 w 151"/>
              <a:gd name="T3" fmla="*/ 77 h 152"/>
              <a:gd name="T4" fmla="*/ 74 w 151"/>
              <a:gd name="T5" fmla="*/ 150 h 152"/>
              <a:gd name="T6" fmla="*/ 74 w 151"/>
              <a:gd name="T7" fmla="*/ 150 h 152"/>
              <a:gd name="T8" fmla="*/ 1 w 151"/>
              <a:gd name="T9" fmla="*/ 74 h 152"/>
              <a:gd name="T10" fmla="*/ 1 w 151"/>
              <a:gd name="T11" fmla="*/ 74 h 152"/>
              <a:gd name="T12" fmla="*/ 77 w 151"/>
              <a:gd name="T13" fmla="*/ 2 h 152"/>
              <a:gd name="T14" fmla="*/ 77 w 151"/>
              <a:gd name="T15" fmla="*/ 2 h 152"/>
              <a:gd name="T16" fmla="*/ 149 w 151"/>
              <a:gd name="T17" fmla="*/ 77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152">
                <a:moveTo>
                  <a:pt x="149" y="77"/>
                </a:moveTo>
                <a:lnTo>
                  <a:pt x="149" y="77"/>
                </a:lnTo>
                <a:cubicBezTo>
                  <a:pt x="148" y="118"/>
                  <a:pt x="114" y="151"/>
                  <a:pt x="74" y="150"/>
                </a:cubicBezTo>
                <a:lnTo>
                  <a:pt x="74" y="150"/>
                </a:lnTo>
                <a:cubicBezTo>
                  <a:pt x="33" y="149"/>
                  <a:pt x="0" y="115"/>
                  <a:pt x="1" y="74"/>
                </a:cubicBezTo>
                <a:lnTo>
                  <a:pt x="1" y="74"/>
                </a:lnTo>
                <a:cubicBezTo>
                  <a:pt x="2" y="33"/>
                  <a:pt x="36" y="0"/>
                  <a:pt x="77" y="2"/>
                </a:cubicBezTo>
                <a:lnTo>
                  <a:pt x="77" y="2"/>
                </a:lnTo>
                <a:cubicBezTo>
                  <a:pt x="118" y="3"/>
                  <a:pt x="150" y="36"/>
                  <a:pt x="149" y="77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80">
            <a:extLst>
              <a:ext uri="{FF2B5EF4-FFF2-40B4-BE49-F238E27FC236}">
                <a16:creationId xmlns:a16="http://schemas.microsoft.com/office/drawing/2014/main" id="{18E52F51-F668-C54F-89C3-736EC0360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6510" y="9247477"/>
            <a:ext cx="1768761" cy="175777"/>
          </a:xfrm>
          <a:custGeom>
            <a:avLst/>
            <a:gdLst>
              <a:gd name="T0" fmla="*/ 1367 w 1420"/>
              <a:gd name="T1" fmla="*/ 31 h 139"/>
              <a:gd name="T2" fmla="*/ 55 w 1420"/>
              <a:gd name="T3" fmla="*/ 0 h 139"/>
              <a:gd name="T4" fmla="*/ 55 w 1420"/>
              <a:gd name="T5" fmla="*/ 0 h 139"/>
              <a:gd name="T6" fmla="*/ 1 w 1420"/>
              <a:gd name="T7" fmla="*/ 52 h 139"/>
              <a:gd name="T8" fmla="*/ 1 w 1420"/>
              <a:gd name="T9" fmla="*/ 52 h 139"/>
              <a:gd name="T10" fmla="*/ 53 w 1420"/>
              <a:gd name="T11" fmla="*/ 106 h 139"/>
              <a:gd name="T12" fmla="*/ 1364 w 1420"/>
              <a:gd name="T13" fmla="*/ 137 h 139"/>
              <a:gd name="T14" fmla="*/ 1364 w 1420"/>
              <a:gd name="T15" fmla="*/ 137 h 139"/>
              <a:gd name="T16" fmla="*/ 1418 w 1420"/>
              <a:gd name="T17" fmla="*/ 86 h 139"/>
              <a:gd name="T18" fmla="*/ 1418 w 1420"/>
              <a:gd name="T19" fmla="*/ 86 h 139"/>
              <a:gd name="T20" fmla="*/ 1367 w 1420"/>
              <a:gd name="T21" fmla="*/ 31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20" h="139">
                <a:moveTo>
                  <a:pt x="1367" y="31"/>
                </a:moveTo>
                <a:lnTo>
                  <a:pt x="55" y="0"/>
                </a:lnTo>
                <a:lnTo>
                  <a:pt x="55" y="0"/>
                </a:lnTo>
                <a:cubicBezTo>
                  <a:pt x="26" y="0"/>
                  <a:pt x="1" y="22"/>
                  <a:pt x="1" y="52"/>
                </a:cubicBezTo>
                <a:lnTo>
                  <a:pt x="1" y="52"/>
                </a:lnTo>
                <a:cubicBezTo>
                  <a:pt x="0" y="81"/>
                  <a:pt x="23" y="105"/>
                  <a:pt x="53" y="106"/>
                </a:cubicBezTo>
                <a:lnTo>
                  <a:pt x="1364" y="137"/>
                </a:lnTo>
                <a:lnTo>
                  <a:pt x="1364" y="137"/>
                </a:lnTo>
                <a:cubicBezTo>
                  <a:pt x="1393" y="138"/>
                  <a:pt x="1418" y="115"/>
                  <a:pt x="1418" y="86"/>
                </a:cubicBezTo>
                <a:lnTo>
                  <a:pt x="1418" y="86"/>
                </a:lnTo>
                <a:cubicBezTo>
                  <a:pt x="1419" y="57"/>
                  <a:pt x="1396" y="32"/>
                  <a:pt x="1367" y="31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81">
            <a:extLst>
              <a:ext uri="{FF2B5EF4-FFF2-40B4-BE49-F238E27FC236}">
                <a16:creationId xmlns:a16="http://schemas.microsoft.com/office/drawing/2014/main" id="{21EBA921-D7CF-4540-834D-ADFE0B88C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322" y="8917898"/>
            <a:ext cx="2021441" cy="181269"/>
          </a:xfrm>
          <a:custGeom>
            <a:avLst/>
            <a:gdLst>
              <a:gd name="T0" fmla="*/ 1571 w 1624"/>
              <a:gd name="T1" fmla="*/ 37 h 144"/>
              <a:gd name="T2" fmla="*/ 55 w 1624"/>
              <a:gd name="T3" fmla="*/ 0 h 144"/>
              <a:gd name="T4" fmla="*/ 55 w 1624"/>
              <a:gd name="T5" fmla="*/ 0 h 144"/>
              <a:gd name="T6" fmla="*/ 1 w 1624"/>
              <a:gd name="T7" fmla="*/ 52 h 144"/>
              <a:gd name="T8" fmla="*/ 1 w 1624"/>
              <a:gd name="T9" fmla="*/ 52 h 144"/>
              <a:gd name="T10" fmla="*/ 52 w 1624"/>
              <a:gd name="T11" fmla="*/ 106 h 144"/>
              <a:gd name="T12" fmla="*/ 1569 w 1624"/>
              <a:gd name="T13" fmla="*/ 142 h 144"/>
              <a:gd name="T14" fmla="*/ 1569 w 1624"/>
              <a:gd name="T15" fmla="*/ 142 h 144"/>
              <a:gd name="T16" fmla="*/ 1622 w 1624"/>
              <a:gd name="T17" fmla="*/ 91 h 144"/>
              <a:gd name="T18" fmla="*/ 1622 w 1624"/>
              <a:gd name="T19" fmla="*/ 91 h 144"/>
              <a:gd name="T20" fmla="*/ 1571 w 1624"/>
              <a:gd name="T21" fmla="*/ 37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24" h="144">
                <a:moveTo>
                  <a:pt x="1571" y="37"/>
                </a:moveTo>
                <a:lnTo>
                  <a:pt x="55" y="0"/>
                </a:lnTo>
                <a:lnTo>
                  <a:pt x="55" y="0"/>
                </a:lnTo>
                <a:cubicBezTo>
                  <a:pt x="26" y="0"/>
                  <a:pt x="1" y="23"/>
                  <a:pt x="1" y="52"/>
                </a:cubicBezTo>
                <a:lnTo>
                  <a:pt x="1" y="52"/>
                </a:lnTo>
                <a:cubicBezTo>
                  <a:pt x="0" y="81"/>
                  <a:pt x="23" y="106"/>
                  <a:pt x="52" y="106"/>
                </a:cubicBezTo>
                <a:lnTo>
                  <a:pt x="1569" y="142"/>
                </a:lnTo>
                <a:lnTo>
                  <a:pt x="1569" y="142"/>
                </a:lnTo>
                <a:cubicBezTo>
                  <a:pt x="1597" y="143"/>
                  <a:pt x="1622" y="120"/>
                  <a:pt x="1622" y="91"/>
                </a:cubicBezTo>
                <a:lnTo>
                  <a:pt x="1622" y="91"/>
                </a:lnTo>
                <a:cubicBezTo>
                  <a:pt x="1623" y="61"/>
                  <a:pt x="1600" y="38"/>
                  <a:pt x="1571" y="37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82">
            <a:extLst>
              <a:ext uri="{FF2B5EF4-FFF2-40B4-BE49-F238E27FC236}">
                <a16:creationId xmlns:a16="http://schemas.microsoft.com/office/drawing/2014/main" id="{D70CB2C5-2E9A-4845-92B6-686E6305A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496" y="8676200"/>
            <a:ext cx="1768761" cy="175777"/>
          </a:xfrm>
          <a:custGeom>
            <a:avLst/>
            <a:gdLst>
              <a:gd name="T0" fmla="*/ 1367 w 1420"/>
              <a:gd name="T1" fmla="*/ 33 h 140"/>
              <a:gd name="T2" fmla="*/ 55 w 1420"/>
              <a:gd name="T3" fmla="*/ 1 h 140"/>
              <a:gd name="T4" fmla="*/ 55 w 1420"/>
              <a:gd name="T5" fmla="*/ 1 h 140"/>
              <a:gd name="T6" fmla="*/ 1 w 1420"/>
              <a:gd name="T7" fmla="*/ 52 h 140"/>
              <a:gd name="T8" fmla="*/ 1 w 1420"/>
              <a:gd name="T9" fmla="*/ 52 h 140"/>
              <a:gd name="T10" fmla="*/ 53 w 1420"/>
              <a:gd name="T11" fmla="*/ 107 h 140"/>
              <a:gd name="T12" fmla="*/ 1364 w 1420"/>
              <a:gd name="T13" fmla="*/ 138 h 140"/>
              <a:gd name="T14" fmla="*/ 1364 w 1420"/>
              <a:gd name="T15" fmla="*/ 138 h 140"/>
              <a:gd name="T16" fmla="*/ 1418 w 1420"/>
              <a:gd name="T17" fmla="*/ 86 h 140"/>
              <a:gd name="T18" fmla="*/ 1418 w 1420"/>
              <a:gd name="T19" fmla="*/ 86 h 140"/>
              <a:gd name="T20" fmla="*/ 1367 w 1420"/>
              <a:gd name="T21" fmla="*/ 33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20" h="140">
                <a:moveTo>
                  <a:pt x="1367" y="33"/>
                </a:moveTo>
                <a:lnTo>
                  <a:pt x="55" y="1"/>
                </a:lnTo>
                <a:lnTo>
                  <a:pt x="55" y="1"/>
                </a:lnTo>
                <a:cubicBezTo>
                  <a:pt x="26" y="0"/>
                  <a:pt x="1" y="23"/>
                  <a:pt x="1" y="52"/>
                </a:cubicBezTo>
                <a:lnTo>
                  <a:pt x="1" y="52"/>
                </a:lnTo>
                <a:cubicBezTo>
                  <a:pt x="0" y="82"/>
                  <a:pt x="23" y="106"/>
                  <a:pt x="53" y="107"/>
                </a:cubicBezTo>
                <a:lnTo>
                  <a:pt x="1364" y="138"/>
                </a:lnTo>
                <a:lnTo>
                  <a:pt x="1364" y="138"/>
                </a:lnTo>
                <a:cubicBezTo>
                  <a:pt x="1393" y="139"/>
                  <a:pt x="1418" y="115"/>
                  <a:pt x="1418" y="86"/>
                </a:cubicBezTo>
                <a:lnTo>
                  <a:pt x="1418" y="86"/>
                </a:lnTo>
                <a:cubicBezTo>
                  <a:pt x="1419" y="57"/>
                  <a:pt x="1396" y="33"/>
                  <a:pt x="1367" y="33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83">
            <a:extLst>
              <a:ext uri="{FF2B5EF4-FFF2-40B4-BE49-F238E27FC236}">
                <a16:creationId xmlns:a16="http://schemas.microsoft.com/office/drawing/2014/main" id="{0FC4653E-44F2-7D4B-A8D7-3503E6399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441" y="6775607"/>
            <a:ext cx="1768761" cy="175777"/>
          </a:xfrm>
          <a:custGeom>
            <a:avLst/>
            <a:gdLst>
              <a:gd name="T0" fmla="*/ 1366 w 1419"/>
              <a:gd name="T1" fmla="*/ 33 h 139"/>
              <a:gd name="T2" fmla="*/ 54 w 1419"/>
              <a:gd name="T3" fmla="*/ 1 h 139"/>
              <a:gd name="T4" fmla="*/ 54 w 1419"/>
              <a:gd name="T5" fmla="*/ 1 h 139"/>
              <a:gd name="T6" fmla="*/ 0 w 1419"/>
              <a:gd name="T7" fmla="*/ 53 h 139"/>
              <a:gd name="T8" fmla="*/ 0 w 1419"/>
              <a:gd name="T9" fmla="*/ 53 h 139"/>
              <a:gd name="T10" fmla="*/ 52 w 1419"/>
              <a:gd name="T11" fmla="*/ 106 h 139"/>
              <a:gd name="T12" fmla="*/ 1364 w 1419"/>
              <a:gd name="T13" fmla="*/ 137 h 139"/>
              <a:gd name="T14" fmla="*/ 1364 w 1419"/>
              <a:gd name="T15" fmla="*/ 137 h 139"/>
              <a:gd name="T16" fmla="*/ 1418 w 1419"/>
              <a:gd name="T17" fmla="*/ 85 h 139"/>
              <a:gd name="T18" fmla="*/ 1418 w 1419"/>
              <a:gd name="T19" fmla="*/ 85 h 139"/>
              <a:gd name="T20" fmla="*/ 1366 w 1419"/>
              <a:gd name="T21" fmla="*/ 33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19" h="139">
                <a:moveTo>
                  <a:pt x="1366" y="33"/>
                </a:moveTo>
                <a:lnTo>
                  <a:pt x="54" y="1"/>
                </a:lnTo>
                <a:lnTo>
                  <a:pt x="54" y="1"/>
                </a:lnTo>
                <a:cubicBezTo>
                  <a:pt x="26" y="0"/>
                  <a:pt x="1" y="23"/>
                  <a:pt x="0" y="53"/>
                </a:cubicBezTo>
                <a:lnTo>
                  <a:pt x="0" y="53"/>
                </a:lnTo>
                <a:cubicBezTo>
                  <a:pt x="0" y="80"/>
                  <a:pt x="23" y="105"/>
                  <a:pt x="52" y="106"/>
                </a:cubicBezTo>
                <a:lnTo>
                  <a:pt x="1364" y="137"/>
                </a:lnTo>
                <a:lnTo>
                  <a:pt x="1364" y="137"/>
                </a:lnTo>
                <a:cubicBezTo>
                  <a:pt x="1393" y="138"/>
                  <a:pt x="1417" y="115"/>
                  <a:pt x="1418" y="85"/>
                </a:cubicBezTo>
                <a:lnTo>
                  <a:pt x="1418" y="85"/>
                </a:lnTo>
                <a:cubicBezTo>
                  <a:pt x="1418" y="57"/>
                  <a:pt x="1395" y="33"/>
                  <a:pt x="1366" y="33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84">
            <a:extLst>
              <a:ext uri="{FF2B5EF4-FFF2-40B4-BE49-F238E27FC236}">
                <a16:creationId xmlns:a16="http://schemas.microsoft.com/office/drawing/2014/main" id="{6D9A734F-9F9C-9E43-8747-03D85CCFA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27542" y="7703933"/>
            <a:ext cx="2620182" cy="5136000"/>
          </a:xfrm>
          <a:custGeom>
            <a:avLst/>
            <a:gdLst>
              <a:gd name="T0" fmla="*/ 1784 w 2104"/>
              <a:gd name="T1" fmla="*/ 3 h 4122"/>
              <a:gd name="T2" fmla="*/ 160 w 2104"/>
              <a:gd name="T3" fmla="*/ 67 h 4122"/>
              <a:gd name="T4" fmla="*/ 160 w 2104"/>
              <a:gd name="T5" fmla="*/ 67 h 4122"/>
              <a:gd name="T6" fmla="*/ 3 w 2104"/>
              <a:gd name="T7" fmla="*/ 236 h 4122"/>
              <a:gd name="T8" fmla="*/ 148 w 2104"/>
              <a:gd name="T9" fmla="*/ 3961 h 4122"/>
              <a:gd name="T10" fmla="*/ 148 w 2104"/>
              <a:gd name="T11" fmla="*/ 3961 h 4122"/>
              <a:gd name="T12" fmla="*/ 318 w 2104"/>
              <a:gd name="T13" fmla="*/ 4117 h 4122"/>
              <a:gd name="T14" fmla="*/ 1942 w 2104"/>
              <a:gd name="T15" fmla="*/ 4054 h 4122"/>
              <a:gd name="T16" fmla="*/ 1942 w 2104"/>
              <a:gd name="T17" fmla="*/ 4054 h 4122"/>
              <a:gd name="T18" fmla="*/ 2099 w 2104"/>
              <a:gd name="T19" fmla="*/ 3884 h 4122"/>
              <a:gd name="T20" fmla="*/ 1954 w 2104"/>
              <a:gd name="T21" fmla="*/ 161 h 4122"/>
              <a:gd name="T22" fmla="*/ 1954 w 2104"/>
              <a:gd name="T23" fmla="*/ 161 h 4122"/>
              <a:gd name="T24" fmla="*/ 1784 w 2104"/>
              <a:gd name="T25" fmla="*/ 3 h 4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04" h="4122">
                <a:moveTo>
                  <a:pt x="1784" y="3"/>
                </a:moveTo>
                <a:lnTo>
                  <a:pt x="160" y="67"/>
                </a:lnTo>
                <a:lnTo>
                  <a:pt x="160" y="67"/>
                </a:lnTo>
                <a:cubicBezTo>
                  <a:pt x="71" y="70"/>
                  <a:pt x="0" y="146"/>
                  <a:pt x="3" y="236"/>
                </a:cubicBezTo>
                <a:lnTo>
                  <a:pt x="148" y="3961"/>
                </a:lnTo>
                <a:lnTo>
                  <a:pt x="148" y="3961"/>
                </a:lnTo>
                <a:cubicBezTo>
                  <a:pt x="152" y="4051"/>
                  <a:pt x="228" y="4121"/>
                  <a:pt x="318" y="4117"/>
                </a:cubicBezTo>
                <a:lnTo>
                  <a:pt x="1942" y="4054"/>
                </a:lnTo>
                <a:lnTo>
                  <a:pt x="1942" y="4054"/>
                </a:lnTo>
                <a:cubicBezTo>
                  <a:pt x="2033" y="4051"/>
                  <a:pt x="2103" y="3975"/>
                  <a:pt x="2099" y="3884"/>
                </a:cubicBezTo>
                <a:lnTo>
                  <a:pt x="1954" y="161"/>
                </a:lnTo>
                <a:lnTo>
                  <a:pt x="1954" y="161"/>
                </a:lnTo>
                <a:cubicBezTo>
                  <a:pt x="1951" y="70"/>
                  <a:pt x="1875" y="0"/>
                  <a:pt x="1784" y="3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AC0C24FB-AA03-9E40-A751-8BAF84E1B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7834" y="8045680"/>
            <a:ext cx="564545" cy="78730"/>
          </a:xfrm>
          <a:custGeom>
            <a:avLst/>
            <a:gdLst>
              <a:gd name="connsiteX0" fmla="*/ 33243 w 564545"/>
              <a:gd name="connsiteY0" fmla="*/ 5598 h 78730"/>
              <a:gd name="connsiteX1" fmla="*/ 70180 w 564545"/>
              <a:gd name="connsiteY1" fmla="*/ 40204 h 78730"/>
              <a:gd name="connsiteX2" fmla="*/ 35706 w 564545"/>
              <a:gd name="connsiteY2" fmla="*/ 78656 h 78730"/>
              <a:gd name="connsiteX3" fmla="*/ 0 w 564545"/>
              <a:gd name="connsiteY3" fmla="*/ 44049 h 78730"/>
              <a:gd name="connsiteX4" fmla="*/ 33243 w 564545"/>
              <a:gd name="connsiteY4" fmla="*/ 5598 h 78730"/>
              <a:gd name="connsiteX5" fmla="*/ 532269 w 564545"/>
              <a:gd name="connsiteY5" fmla="*/ 109 h 78730"/>
              <a:gd name="connsiteX6" fmla="*/ 564545 w 564545"/>
              <a:gd name="connsiteY6" fmla="*/ 22082 h 78730"/>
              <a:gd name="connsiteX7" fmla="*/ 533510 w 564545"/>
              <a:gd name="connsiteY7" fmla="*/ 47932 h 78730"/>
              <a:gd name="connsiteX8" fmla="*/ 157376 w 564545"/>
              <a:gd name="connsiteY8" fmla="*/ 62149 h 78730"/>
              <a:gd name="connsiteX9" fmla="*/ 126342 w 564545"/>
              <a:gd name="connsiteY9" fmla="*/ 40177 h 78730"/>
              <a:gd name="connsiteX10" fmla="*/ 156135 w 564545"/>
              <a:gd name="connsiteY10" fmla="*/ 14327 h 7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4545" h="78730">
                <a:moveTo>
                  <a:pt x="33243" y="5598"/>
                </a:moveTo>
                <a:cubicBezTo>
                  <a:pt x="52943" y="4316"/>
                  <a:pt x="68949" y="19697"/>
                  <a:pt x="70180" y="40204"/>
                </a:cubicBezTo>
                <a:cubicBezTo>
                  <a:pt x="70180" y="60712"/>
                  <a:pt x="55405" y="78656"/>
                  <a:pt x="35706" y="78656"/>
                </a:cubicBezTo>
                <a:cubicBezTo>
                  <a:pt x="17237" y="79938"/>
                  <a:pt x="1231" y="64557"/>
                  <a:pt x="0" y="44049"/>
                </a:cubicBezTo>
                <a:cubicBezTo>
                  <a:pt x="0" y="23542"/>
                  <a:pt x="14775" y="5598"/>
                  <a:pt x="33243" y="5598"/>
                </a:cubicBezTo>
                <a:close/>
                <a:moveTo>
                  <a:pt x="532269" y="109"/>
                </a:moveTo>
                <a:cubicBezTo>
                  <a:pt x="549648" y="-1183"/>
                  <a:pt x="564545" y="9157"/>
                  <a:pt x="564545" y="22082"/>
                </a:cubicBezTo>
                <a:cubicBezTo>
                  <a:pt x="564545" y="35007"/>
                  <a:pt x="550890" y="46639"/>
                  <a:pt x="533510" y="47932"/>
                </a:cubicBezTo>
                <a:lnTo>
                  <a:pt x="157376" y="62149"/>
                </a:lnTo>
                <a:cubicBezTo>
                  <a:pt x="141238" y="63442"/>
                  <a:pt x="126342" y="53102"/>
                  <a:pt x="126342" y="40177"/>
                </a:cubicBezTo>
                <a:cubicBezTo>
                  <a:pt x="126342" y="27252"/>
                  <a:pt x="138756" y="15620"/>
                  <a:pt x="156135" y="143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87">
            <a:extLst>
              <a:ext uri="{FF2B5EF4-FFF2-40B4-BE49-F238E27FC236}">
                <a16:creationId xmlns:a16="http://schemas.microsoft.com/office/drawing/2014/main" id="{A1358412-A20B-B241-ABE2-E0AEE6374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0940" y="7896188"/>
            <a:ext cx="65917" cy="60422"/>
          </a:xfrm>
          <a:custGeom>
            <a:avLst/>
            <a:gdLst>
              <a:gd name="T0" fmla="*/ 1 w 51"/>
              <a:gd name="T1" fmla="*/ 26 h 50"/>
              <a:gd name="T2" fmla="*/ 1 w 51"/>
              <a:gd name="T3" fmla="*/ 26 h 50"/>
              <a:gd name="T4" fmla="*/ 24 w 51"/>
              <a:gd name="T5" fmla="*/ 0 h 50"/>
              <a:gd name="T6" fmla="*/ 24 w 51"/>
              <a:gd name="T7" fmla="*/ 0 h 50"/>
              <a:gd name="T8" fmla="*/ 49 w 51"/>
              <a:gd name="T9" fmla="*/ 24 h 50"/>
              <a:gd name="T10" fmla="*/ 49 w 51"/>
              <a:gd name="T11" fmla="*/ 24 h 50"/>
              <a:gd name="T12" fmla="*/ 26 w 51"/>
              <a:gd name="T13" fmla="*/ 49 h 50"/>
              <a:gd name="T14" fmla="*/ 26 w 51"/>
              <a:gd name="T15" fmla="*/ 49 h 50"/>
              <a:gd name="T16" fmla="*/ 1 w 51"/>
              <a:gd name="T17" fmla="*/ 2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1" h="50">
                <a:moveTo>
                  <a:pt x="1" y="26"/>
                </a:moveTo>
                <a:lnTo>
                  <a:pt x="1" y="26"/>
                </a:lnTo>
                <a:cubicBezTo>
                  <a:pt x="0" y="12"/>
                  <a:pt x="11" y="1"/>
                  <a:pt x="24" y="0"/>
                </a:cubicBezTo>
                <a:lnTo>
                  <a:pt x="24" y="0"/>
                </a:lnTo>
                <a:cubicBezTo>
                  <a:pt x="38" y="0"/>
                  <a:pt x="49" y="10"/>
                  <a:pt x="49" y="24"/>
                </a:cubicBezTo>
                <a:lnTo>
                  <a:pt x="49" y="24"/>
                </a:lnTo>
                <a:cubicBezTo>
                  <a:pt x="50" y="37"/>
                  <a:pt x="39" y="48"/>
                  <a:pt x="26" y="49"/>
                </a:cubicBezTo>
                <a:lnTo>
                  <a:pt x="26" y="49"/>
                </a:lnTo>
                <a:cubicBezTo>
                  <a:pt x="12" y="49"/>
                  <a:pt x="1" y="39"/>
                  <a:pt x="1" y="2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Freeform 88">
            <a:extLst>
              <a:ext uri="{FF2B5EF4-FFF2-40B4-BE49-F238E27FC236}">
                <a16:creationId xmlns:a16="http://schemas.microsoft.com/office/drawing/2014/main" id="{97A018CA-5C17-674F-AF56-2BC20DBF9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57981" y="12296120"/>
            <a:ext cx="390005" cy="390008"/>
          </a:xfrm>
          <a:custGeom>
            <a:avLst/>
            <a:gdLst>
              <a:gd name="T0" fmla="*/ 162 w 314"/>
              <a:gd name="T1" fmla="*/ 311 h 315"/>
              <a:gd name="T2" fmla="*/ 162 w 314"/>
              <a:gd name="T3" fmla="*/ 311 h 315"/>
              <a:gd name="T4" fmla="*/ 3 w 314"/>
              <a:gd name="T5" fmla="*/ 163 h 315"/>
              <a:gd name="T6" fmla="*/ 3 w 314"/>
              <a:gd name="T7" fmla="*/ 163 h 315"/>
              <a:gd name="T8" fmla="*/ 150 w 314"/>
              <a:gd name="T9" fmla="*/ 3 h 315"/>
              <a:gd name="T10" fmla="*/ 150 w 314"/>
              <a:gd name="T11" fmla="*/ 3 h 315"/>
              <a:gd name="T12" fmla="*/ 309 w 314"/>
              <a:gd name="T13" fmla="*/ 151 h 315"/>
              <a:gd name="T14" fmla="*/ 309 w 314"/>
              <a:gd name="T15" fmla="*/ 151 h 315"/>
              <a:gd name="T16" fmla="*/ 162 w 314"/>
              <a:gd name="T17" fmla="*/ 311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14" h="315">
                <a:moveTo>
                  <a:pt x="162" y="311"/>
                </a:moveTo>
                <a:lnTo>
                  <a:pt x="162" y="311"/>
                </a:lnTo>
                <a:cubicBezTo>
                  <a:pt x="78" y="314"/>
                  <a:pt x="7" y="248"/>
                  <a:pt x="3" y="163"/>
                </a:cubicBezTo>
                <a:lnTo>
                  <a:pt x="3" y="163"/>
                </a:lnTo>
                <a:cubicBezTo>
                  <a:pt x="0" y="78"/>
                  <a:pt x="66" y="6"/>
                  <a:pt x="150" y="3"/>
                </a:cubicBezTo>
                <a:lnTo>
                  <a:pt x="150" y="3"/>
                </a:lnTo>
                <a:cubicBezTo>
                  <a:pt x="234" y="0"/>
                  <a:pt x="306" y="66"/>
                  <a:pt x="309" y="151"/>
                </a:cubicBezTo>
                <a:lnTo>
                  <a:pt x="309" y="151"/>
                </a:lnTo>
                <a:cubicBezTo>
                  <a:pt x="313" y="235"/>
                  <a:pt x="246" y="307"/>
                  <a:pt x="162" y="311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Freeform 89">
            <a:extLst>
              <a:ext uri="{FF2B5EF4-FFF2-40B4-BE49-F238E27FC236}">
                <a16:creationId xmlns:a16="http://schemas.microsoft.com/office/drawing/2014/main" id="{86554D1A-09CD-A643-ACA1-593F5260E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52490" y="12285133"/>
            <a:ext cx="406485" cy="406485"/>
          </a:xfrm>
          <a:custGeom>
            <a:avLst/>
            <a:gdLst>
              <a:gd name="T0" fmla="*/ 156 w 326"/>
              <a:gd name="T1" fmla="*/ 4 h 328"/>
              <a:gd name="T2" fmla="*/ 156 w 326"/>
              <a:gd name="T3" fmla="*/ 4 h 328"/>
              <a:gd name="T4" fmla="*/ 3 w 326"/>
              <a:gd name="T5" fmla="*/ 170 h 328"/>
              <a:gd name="T6" fmla="*/ 3 w 326"/>
              <a:gd name="T7" fmla="*/ 170 h 328"/>
              <a:gd name="T8" fmla="*/ 169 w 326"/>
              <a:gd name="T9" fmla="*/ 324 h 328"/>
              <a:gd name="T10" fmla="*/ 169 w 326"/>
              <a:gd name="T11" fmla="*/ 324 h 328"/>
              <a:gd name="T12" fmla="*/ 321 w 326"/>
              <a:gd name="T13" fmla="*/ 157 h 328"/>
              <a:gd name="T14" fmla="*/ 321 w 326"/>
              <a:gd name="T15" fmla="*/ 157 h 328"/>
              <a:gd name="T16" fmla="*/ 156 w 326"/>
              <a:gd name="T17" fmla="*/ 4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6" h="328">
                <a:moveTo>
                  <a:pt x="156" y="4"/>
                </a:moveTo>
                <a:lnTo>
                  <a:pt x="156" y="4"/>
                </a:lnTo>
                <a:cubicBezTo>
                  <a:pt x="68" y="8"/>
                  <a:pt x="0" y="81"/>
                  <a:pt x="3" y="170"/>
                </a:cubicBezTo>
                <a:lnTo>
                  <a:pt x="3" y="170"/>
                </a:lnTo>
                <a:cubicBezTo>
                  <a:pt x="7" y="258"/>
                  <a:pt x="81" y="327"/>
                  <a:pt x="169" y="324"/>
                </a:cubicBezTo>
                <a:lnTo>
                  <a:pt x="169" y="324"/>
                </a:lnTo>
                <a:cubicBezTo>
                  <a:pt x="256" y="320"/>
                  <a:pt x="325" y="246"/>
                  <a:pt x="321" y="157"/>
                </a:cubicBezTo>
                <a:lnTo>
                  <a:pt x="321" y="157"/>
                </a:lnTo>
                <a:cubicBezTo>
                  <a:pt x="318" y="69"/>
                  <a:pt x="244" y="0"/>
                  <a:pt x="156" y="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Freeform 90">
            <a:extLst>
              <a:ext uri="{FF2B5EF4-FFF2-40B4-BE49-F238E27FC236}">
                <a16:creationId xmlns:a16="http://schemas.microsoft.com/office/drawing/2014/main" id="{A2752986-6431-1F49-876C-62FC57D16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6417" y="8313659"/>
            <a:ext cx="2400460" cy="3933021"/>
          </a:xfrm>
          <a:custGeom>
            <a:avLst/>
            <a:gdLst>
              <a:gd name="T0" fmla="*/ 1928 w 1929"/>
              <a:gd name="T1" fmla="*/ 3087 h 3158"/>
              <a:gd name="T2" fmla="*/ 120 w 1929"/>
              <a:gd name="T3" fmla="*/ 3157 h 3158"/>
              <a:gd name="T4" fmla="*/ 0 w 1929"/>
              <a:gd name="T5" fmla="*/ 70 h 3158"/>
              <a:gd name="T6" fmla="*/ 1808 w 1929"/>
              <a:gd name="T7" fmla="*/ 0 h 3158"/>
              <a:gd name="T8" fmla="*/ 1928 w 1929"/>
              <a:gd name="T9" fmla="*/ 3087 h 3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29" h="3158">
                <a:moveTo>
                  <a:pt x="1928" y="3087"/>
                </a:moveTo>
                <a:lnTo>
                  <a:pt x="120" y="3157"/>
                </a:lnTo>
                <a:lnTo>
                  <a:pt x="0" y="70"/>
                </a:lnTo>
                <a:lnTo>
                  <a:pt x="1808" y="0"/>
                </a:lnTo>
                <a:lnTo>
                  <a:pt x="1928" y="3087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Freeform 91">
            <a:extLst>
              <a:ext uri="{FF2B5EF4-FFF2-40B4-BE49-F238E27FC236}">
                <a16:creationId xmlns:a16="http://schemas.microsoft.com/office/drawing/2014/main" id="{86D14EF6-A4B9-EB45-9730-FBA01906A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9658" y="10499895"/>
            <a:ext cx="186764" cy="186764"/>
          </a:xfrm>
          <a:custGeom>
            <a:avLst/>
            <a:gdLst>
              <a:gd name="T0" fmla="*/ 149 w 152"/>
              <a:gd name="T1" fmla="*/ 72 h 152"/>
              <a:gd name="T2" fmla="*/ 149 w 152"/>
              <a:gd name="T3" fmla="*/ 72 h 152"/>
              <a:gd name="T4" fmla="*/ 78 w 152"/>
              <a:gd name="T5" fmla="*/ 149 h 152"/>
              <a:gd name="T6" fmla="*/ 78 w 152"/>
              <a:gd name="T7" fmla="*/ 149 h 152"/>
              <a:gd name="T8" fmla="*/ 2 w 152"/>
              <a:gd name="T9" fmla="*/ 78 h 152"/>
              <a:gd name="T10" fmla="*/ 2 w 152"/>
              <a:gd name="T11" fmla="*/ 78 h 152"/>
              <a:gd name="T12" fmla="*/ 72 w 152"/>
              <a:gd name="T13" fmla="*/ 1 h 152"/>
              <a:gd name="T14" fmla="*/ 72 w 152"/>
              <a:gd name="T15" fmla="*/ 1 h 152"/>
              <a:gd name="T16" fmla="*/ 149 w 152"/>
              <a:gd name="T17" fmla="*/ 72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2" h="152">
                <a:moveTo>
                  <a:pt x="149" y="72"/>
                </a:moveTo>
                <a:lnTo>
                  <a:pt x="149" y="72"/>
                </a:lnTo>
                <a:cubicBezTo>
                  <a:pt x="151" y="113"/>
                  <a:pt x="119" y="147"/>
                  <a:pt x="78" y="149"/>
                </a:cubicBezTo>
                <a:lnTo>
                  <a:pt x="78" y="149"/>
                </a:lnTo>
                <a:cubicBezTo>
                  <a:pt x="38" y="151"/>
                  <a:pt x="3" y="119"/>
                  <a:pt x="2" y="78"/>
                </a:cubicBezTo>
                <a:lnTo>
                  <a:pt x="2" y="78"/>
                </a:lnTo>
                <a:cubicBezTo>
                  <a:pt x="0" y="37"/>
                  <a:pt x="31" y="3"/>
                  <a:pt x="72" y="1"/>
                </a:cubicBezTo>
                <a:lnTo>
                  <a:pt x="72" y="1"/>
                </a:lnTo>
                <a:cubicBezTo>
                  <a:pt x="113" y="0"/>
                  <a:pt x="148" y="32"/>
                  <a:pt x="149" y="72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1" name="Freeform 92">
            <a:extLst>
              <a:ext uri="{FF2B5EF4-FFF2-40B4-BE49-F238E27FC236}">
                <a16:creationId xmlns:a16="http://schemas.microsoft.com/office/drawing/2014/main" id="{4115A904-0D21-294F-8927-BCAAB718E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2756" y="8604793"/>
            <a:ext cx="186764" cy="186764"/>
          </a:xfrm>
          <a:custGeom>
            <a:avLst/>
            <a:gdLst>
              <a:gd name="T0" fmla="*/ 150 w 152"/>
              <a:gd name="T1" fmla="*/ 72 h 151"/>
              <a:gd name="T2" fmla="*/ 150 w 152"/>
              <a:gd name="T3" fmla="*/ 72 h 151"/>
              <a:gd name="T4" fmla="*/ 79 w 152"/>
              <a:gd name="T5" fmla="*/ 149 h 151"/>
              <a:gd name="T6" fmla="*/ 79 w 152"/>
              <a:gd name="T7" fmla="*/ 149 h 151"/>
              <a:gd name="T8" fmla="*/ 2 w 152"/>
              <a:gd name="T9" fmla="*/ 78 h 151"/>
              <a:gd name="T10" fmla="*/ 2 w 152"/>
              <a:gd name="T11" fmla="*/ 78 h 151"/>
              <a:gd name="T12" fmla="*/ 73 w 152"/>
              <a:gd name="T13" fmla="*/ 1 h 151"/>
              <a:gd name="T14" fmla="*/ 73 w 152"/>
              <a:gd name="T15" fmla="*/ 1 h 151"/>
              <a:gd name="T16" fmla="*/ 150 w 152"/>
              <a:gd name="T17" fmla="*/ 72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2" h="151">
                <a:moveTo>
                  <a:pt x="150" y="72"/>
                </a:moveTo>
                <a:lnTo>
                  <a:pt x="150" y="72"/>
                </a:lnTo>
                <a:cubicBezTo>
                  <a:pt x="151" y="113"/>
                  <a:pt x="120" y="147"/>
                  <a:pt x="79" y="149"/>
                </a:cubicBezTo>
                <a:lnTo>
                  <a:pt x="79" y="149"/>
                </a:lnTo>
                <a:cubicBezTo>
                  <a:pt x="38" y="150"/>
                  <a:pt x="4" y="118"/>
                  <a:pt x="2" y="78"/>
                </a:cubicBezTo>
                <a:lnTo>
                  <a:pt x="2" y="78"/>
                </a:lnTo>
                <a:cubicBezTo>
                  <a:pt x="0" y="37"/>
                  <a:pt x="32" y="3"/>
                  <a:pt x="73" y="1"/>
                </a:cubicBezTo>
                <a:lnTo>
                  <a:pt x="73" y="1"/>
                </a:lnTo>
                <a:cubicBezTo>
                  <a:pt x="114" y="0"/>
                  <a:pt x="148" y="32"/>
                  <a:pt x="150" y="72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2" name="Freeform 93">
            <a:extLst>
              <a:ext uri="{FF2B5EF4-FFF2-40B4-BE49-F238E27FC236}">
                <a16:creationId xmlns:a16="http://schemas.microsoft.com/office/drawing/2014/main" id="{4A46F421-B8A1-9942-ACF3-62977DC42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0219" y="8961839"/>
            <a:ext cx="2043413" cy="1356781"/>
          </a:xfrm>
          <a:custGeom>
            <a:avLst/>
            <a:gdLst>
              <a:gd name="T0" fmla="*/ 1640 w 1641"/>
              <a:gd name="T1" fmla="*/ 1025 h 1089"/>
              <a:gd name="T2" fmla="*/ 40 w 1641"/>
              <a:gd name="T3" fmla="*/ 1088 h 1089"/>
              <a:gd name="T4" fmla="*/ 0 w 1641"/>
              <a:gd name="T5" fmla="*/ 63 h 1089"/>
              <a:gd name="T6" fmla="*/ 1600 w 1641"/>
              <a:gd name="T7" fmla="*/ 0 h 1089"/>
              <a:gd name="T8" fmla="*/ 1640 w 1641"/>
              <a:gd name="T9" fmla="*/ 1025 h 1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41" h="1089">
                <a:moveTo>
                  <a:pt x="1640" y="1025"/>
                </a:moveTo>
                <a:lnTo>
                  <a:pt x="40" y="1088"/>
                </a:lnTo>
                <a:lnTo>
                  <a:pt x="0" y="63"/>
                </a:lnTo>
                <a:lnTo>
                  <a:pt x="1600" y="0"/>
                </a:lnTo>
                <a:lnTo>
                  <a:pt x="1640" y="1025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3" name="Freeform 94">
            <a:extLst>
              <a:ext uri="{FF2B5EF4-FFF2-40B4-BE49-F238E27FC236}">
                <a16:creationId xmlns:a16="http://schemas.microsoft.com/office/drawing/2014/main" id="{BD3BC94A-7629-414A-B3CA-E02E1AB3B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1630" y="11071169"/>
            <a:ext cx="186764" cy="192255"/>
          </a:xfrm>
          <a:custGeom>
            <a:avLst/>
            <a:gdLst>
              <a:gd name="T0" fmla="*/ 149 w 152"/>
              <a:gd name="T1" fmla="*/ 73 h 153"/>
              <a:gd name="T2" fmla="*/ 149 w 152"/>
              <a:gd name="T3" fmla="*/ 73 h 153"/>
              <a:gd name="T4" fmla="*/ 78 w 152"/>
              <a:gd name="T5" fmla="*/ 150 h 153"/>
              <a:gd name="T6" fmla="*/ 78 w 152"/>
              <a:gd name="T7" fmla="*/ 150 h 153"/>
              <a:gd name="T8" fmla="*/ 1 w 152"/>
              <a:gd name="T9" fmla="*/ 79 h 153"/>
              <a:gd name="T10" fmla="*/ 1 w 152"/>
              <a:gd name="T11" fmla="*/ 79 h 153"/>
              <a:gd name="T12" fmla="*/ 72 w 152"/>
              <a:gd name="T13" fmla="*/ 2 h 153"/>
              <a:gd name="T14" fmla="*/ 72 w 152"/>
              <a:gd name="T15" fmla="*/ 2 h 153"/>
              <a:gd name="T16" fmla="*/ 149 w 152"/>
              <a:gd name="T17" fmla="*/ 73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2" h="153">
                <a:moveTo>
                  <a:pt x="149" y="73"/>
                </a:moveTo>
                <a:lnTo>
                  <a:pt x="149" y="73"/>
                </a:lnTo>
                <a:cubicBezTo>
                  <a:pt x="151" y="114"/>
                  <a:pt x="119" y="148"/>
                  <a:pt x="78" y="150"/>
                </a:cubicBezTo>
                <a:lnTo>
                  <a:pt x="78" y="150"/>
                </a:lnTo>
                <a:cubicBezTo>
                  <a:pt x="37" y="152"/>
                  <a:pt x="3" y="120"/>
                  <a:pt x="1" y="79"/>
                </a:cubicBezTo>
                <a:lnTo>
                  <a:pt x="1" y="79"/>
                </a:lnTo>
                <a:cubicBezTo>
                  <a:pt x="0" y="38"/>
                  <a:pt x="32" y="4"/>
                  <a:pt x="72" y="2"/>
                </a:cubicBezTo>
                <a:lnTo>
                  <a:pt x="72" y="2"/>
                </a:lnTo>
                <a:cubicBezTo>
                  <a:pt x="113" y="0"/>
                  <a:pt x="147" y="32"/>
                  <a:pt x="149" y="73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4" name="Freeform 95">
            <a:extLst>
              <a:ext uri="{FF2B5EF4-FFF2-40B4-BE49-F238E27FC236}">
                <a16:creationId xmlns:a16="http://schemas.microsoft.com/office/drawing/2014/main" id="{34413269-0886-9740-B3FD-3000C4312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4311" y="11027224"/>
            <a:ext cx="1768761" cy="197750"/>
          </a:xfrm>
          <a:custGeom>
            <a:avLst/>
            <a:gdLst>
              <a:gd name="T0" fmla="*/ 1362 w 1419"/>
              <a:gd name="T1" fmla="*/ 1 h 160"/>
              <a:gd name="T2" fmla="*/ 52 w 1419"/>
              <a:gd name="T3" fmla="*/ 52 h 160"/>
              <a:gd name="T4" fmla="*/ 52 w 1419"/>
              <a:gd name="T5" fmla="*/ 52 h 160"/>
              <a:gd name="T6" fmla="*/ 1 w 1419"/>
              <a:gd name="T7" fmla="*/ 107 h 160"/>
              <a:gd name="T8" fmla="*/ 1 w 1419"/>
              <a:gd name="T9" fmla="*/ 107 h 160"/>
              <a:gd name="T10" fmla="*/ 56 w 1419"/>
              <a:gd name="T11" fmla="*/ 158 h 160"/>
              <a:gd name="T12" fmla="*/ 1366 w 1419"/>
              <a:gd name="T13" fmla="*/ 107 h 160"/>
              <a:gd name="T14" fmla="*/ 1366 w 1419"/>
              <a:gd name="T15" fmla="*/ 107 h 160"/>
              <a:gd name="T16" fmla="*/ 1416 w 1419"/>
              <a:gd name="T17" fmla="*/ 52 h 160"/>
              <a:gd name="T18" fmla="*/ 1416 w 1419"/>
              <a:gd name="T19" fmla="*/ 52 h 160"/>
              <a:gd name="T20" fmla="*/ 1362 w 1419"/>
              <a:gd name="T21" fmla="*/ 1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19" h="160">
                <a:moveTo>
                  <a:pt x="1362" y="1"/>
                </a:moveTo>
                <a:lnTo>
                  <a:pt x="52" y="52"/>
                </a:lnTo>
                <a:lnTo>
                  <a:pt x="52" y="52"/>
                </a:lnTo>
                <a:cubicBezTo>
                  <a:pt x="22" y="54"/>
                  <a:pt x="0" y="78"/>
                  <a:pt x="1" y="107"/>
                </a:cubicBezTo>
                <a:lnTo>
                  <a:pt x="1" y="107"/>
                </a:lnTo>
                <a:cubicBezTo>
                  <a:pt x="2" y="136"/>
                  <a:pt x="27" y="159"/>
                  <a:pt x="56" y="158"/>
                </a:cubicBezTo>
                <a:lnTo>
                  <a:pt x="1366" y="107"/>
                </a:lnTo>
                <a:lnTo>
                  <a:pt x="1366" y="107"/>
                </a:lnTo>
                <a:cubicBezTo>
                  <a:pt x="1395" y="106"/>
                  <a:pt x="1418" y="81"/>
                  <a:pt x="1416" y="52"/>
                </a:cubicBezTo>
                <a:lnTo>
                  <a:pt x="1416" y="52"/>
                </a:lnTo>
                <a:cubicBezTo>
                  <a:pt x="1415" y="23"/>
                  <a:pt x="1391" y="0"/>
                  <a:pt x="1362" y="1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5" name="Freeform 96">
            <a:extLst>
              <a:ext uri="{FF2B5EF4-FFF2-40B4-BE49-F238E27FC236}">
                <a16:creationId xmlns:a16="http://schemas.microsoft.com/office/drawing/2014/main" id="{871BF514-F566-4847-8259-E48E7BB94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5149" y="10703136"/>
            <a:ext cx="2021441" cy="208736"/>
          </a:xfrm>
          <a:custGeom>
            <a:avLst/>
            <a:gdLst>
              <a:gd name="T0" fmla="*/ 1567 w 1623"/>
              <a:gd name="T1" fmla="*/ 1 h 168"/>
              <a:gd name="T2" fmla="*/ 52 w 1623"/>
              <a:gd name="T3" fmla="*/ 60 h 168"/>
              <a:gd name="T4" fmla="*/ 52 w 1623"/>
              <a:gd name="T5" fmla="*/ 60 h 168"/>
              <a:gd name="T6" fmla="*/ 1 w 1623"/>
              <a:gd name="T7" fmla="*/ 115 h 168"/>
              <a:gd name="T8" fmla="*/ 1 w 1623"/>
              <a:gd name="T9" fmla="*/ 115 h 168"/>
              <a:gd name="T10" fmla="*/ 56 w 1623"/>
              <a:gd name="T11" fmla="*/ 166 h 168"/>
              <a:gd name="T12" fmla="*/ 1570 w 1623"/>
              <a:gd name="T13" fmla="*/ 107 h 168"/>
              <a:gd name="T14" fmla="*/ 1570 w 1623"/>
              <a:gd name="T15" fmla="*/ 107 h 168"/>
              <a:gd name="T16" fmla="*/ 1621 w 1623"/>
              <a:gd name="T17" fmla="*/ 52 h 168"/>
              <a:gd name="T18" fmla="*/ 1621 w 1623"/>
              <a:gd name="T19" fmla="*/ 52 h 168"/>
              <a:gd name="T20" fmla="*/ 1567 w 1623"/>
              <a:gd name="T21" fmla="*/ 1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23" h="168">
                <a:moveTo>
                  <a:pt x="1567" y="1"/>
                </a:moveTo>
                <a:lnTo>
                  <a:pt x="52" y="60"/>
                </a:lnTo>
                <a:lnTo>
                  <a:pt x="52" y="60"/>
                </a:lnTo>
                <a:cubicBezTo>
                  <a:pt x="23" y="61"/>
                  <a:pt x="0" y="86"/>
                  <a:pt x="1" y="115"/>
                </a:cubicBezTo>
                <a:lnTo>
                  <a:pt x="1" y="115"/>
                </a:lnTo>
                <a:cubicBezTo>
                  <a:pt x="3" y="145"/>
                  <a:pt x="27" y="167"/>
                  <a:pt x="56" y="166"/>
                </a:cubicBezTo>
                <a:lnTo>
                  <a:pt x="1570" y="107"/>
                </a:lnTo>
                <a:lnTo>
                  <a:pt x="1570" y="107"/>
                </a:lnTo>
                <a:cubicBezTo>
                  <a:pt x="1600" y="106"/>
                  <a:pt x="1622" y="82"/>
                  <a:pt x="1621" y="52"/>
                </a:cubicBezTo>
                <a:lnTo>
                  <a:pt x="1621" y="52"/>
                </a:lnTo>
                <a:cubicBezTo>
                  <a:pt x="1620" y="23"/>
                  <a:pt x="1595" y="0"/>
                  <a:pt x="1567" y="1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6" name="Freeform 97">
            <a:extLst>
              <a:ext uri="{FF2B5EF4-FFF2-40B4-BE49-F238E27FC236}">
                <a16:creationId xmlns:a16="http://schemas.microsoft.com/office/drawing/2014/main" id="{4F3715A9-20D3-DB4F-AB9E-7E7F9ACC6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2338" y="10455947"/>
            <a:ext cx="1768761" cy="197750"/>
          </a:xfrm>
          <a:custGeom>
            <a:avLst/>
            <a:gdLst>
              <a:gd name="T0" fmla="*/ 1363 w 1420"/>
              <a:gd name="T1" fmla="*/ 1 h 160"/>
              <a:gd name="T2" fmla="*/ 52 w 1420"/>
              <a:gd name="T3" fmla="*/ 52 h 160"/>
              <a:gd name="T4" fmla="*/ 52 w 1420"/>
              <a:gd name="T5" fmla="*/ 52 h 160"/>
              <a:gd name="T6" fmla="*/ 2 w 1420"/>
              <a:gd name="T7" fmla="*/ 107 h 160"/>
              <a:gd name="T8" fmla="*/ 2 w 1420"/>
              <a:gd name="T9" fmla="*/ 107 h 160"/>
              <a:gd name="T10" fmla="*/ 57 w 1420"/>
              <a:gd name="T11" fmla="*/ 158 h 160"/>
              <a:gd name="T12" fmla="*/ 1367 w 1420"/>
              <a:gd name="T13" fmla="*/ 107 h 160"/>
              <a:gd name="T14" fmla="*/ 1367 w 1420"/>
              <a:gd name="T15" fmla="*/ 107 h 160"/>
              <a:gd name="T16" fmla="*/ 1418 w 1420"/>
              <a:gd name="T17" fmla="*/ 52 h 160"/>
              <a:gd name="T18" fmla="*/ 1418 w 1420"/>
              <a:gd name="T19" fmla="*/ 52 h 160"/>
              <a:gd name="T20" fmla="*/ 1363 w 1420"/>
              <a:gd name="T21" fmla="*/ 1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20" h="160">
                <a:moveTo>
                  <a:pt x="1363" y="1"/>
                </a:moveTo>
                <a:lnTo>
                  <a:pt x="52" y="52"/>
                </a:lnTo>
                <a:lnTo>
                  <a:pt x="52" y="52"/>
                </a:lnTo>
                <a:cubicBezTo>
                  <a:pt x="23" y="53"/>
                  <a:pt x="0" y="78"/>
                  <a:pt x="2" y="107"/>
                </a:cubicBezTo>
                <a:lnTo>
                  <a:pt x="2" y="107"/>
                </a:lnTo>
                <a:cubicBezTo>
                  <a:pt x="3" y="136"/>
                  <a:pt x="28" y="159"/>
                  <a:pt x="57" y="158"/>
                </a:cubicBezTo>
                <a:lnTo>
                  <a:pt x="1367" y="107"/>
                </a:lnTo>
                <a:lnTo>
                  <a:pt x="1367" y="107"/>
                </a:lnTo>
                <a:cubicBezTo>
                  <a:pt x="1396" y="105"/>
                  <a:pt x="1419" y="81"/>
                  <a:pt x="1418" y="52"/>
                </a:cubicBezTo>
                <a:lnTo>
                  <a:pt x="1418" y="52"/>
                </a:lnTo>
                <a:cubicBezTo>
                  <a:pt x="1417" y="23"/>
                  <a:pt x="1392" y="0"/>
                  <a:pt x="1363" y="1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7" name="Freeform 98">
            <a:extLst>
              <a:ext uri="{FF2B5EF4-FFF2-40B4-BE49-F238E27FC236}">
                <a16:creationId xmlns:a16="http://schemas.microsoft.com/office/drawing/2014/main" id="{441ACF5B-384D-5B41-9CA0-9339A17E9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05436" y="8560845"/>
            <a:ext cx="1768761" cy="197750"/>
          </a:xfrm>
          <a:custGeom>
            <a:avLst/>
            <a:gdLst>
              <a:gd name="T0" fmla="*/ 1362 w 1420"/>
              <a:gd name="T1" fmla="*/ 1 h 159"/>
              <a:gd name="T2" fmla="*/ 52 w 1420"/>
              <a:gd name="T3" fmla="*/ 52 h 159"/>
              <a:gd name="T4" fmla="*/ 52 w 1420"/>
              <a:gd name="T5" fmla="*/ 52 h 159"/>
              <a:gd name="T6" fmla="*/ 1 w 1420"/>
              <a:gd name="T7" fmla="*/ 107 h 159"/>
              <a:gd name="T8" fmla="*/ 1 w 1420"/>
              <a:gd name="T9" fmla="*/ 107 h 159"/>
              <a:gd name="T10" fmla="*/ 56 w 1420"/>
              <a:gd name="T11" fmla="*/ 158 h 159"/>
              <a:gd name="T12" fmla="*/ 1367 w 1420"/>
              <a:gd name="T13" fmla="*/ 106 h 159"/>
              <a:gd name="T14" fmla="*/ 1367 w 1420"/>
              <a:gd name="T15" fmla="*/ 106 h 159"/>
              <a:gd name="T16" fmla="*/ 1418 w 1420"/>
              <a:gd name="T17" fmla="*/ 51 h 159"/>
              <a:gd name="T18" fmla="*/ 1418 w 1420"/>
              <a:gd name="T19" fmla="*/ 51 h 159"/>
              <a:gd name="T20" fmla="*/ 1362 w 1420"/>
              <a:gd name="T21" fmla="*/ 1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20" h="159">
                <a:moveTo>
                  <a:pt x="1362" y="1"/>
                </a:moveTo>
                <a:lnTo>
                  <a:pt x="52" y="52"/>
                </a:lnTo>
                <a:lnTo>
                  <a:pt x="52" y="52"/>
                </a:lnTo>
                <a:cubicBezTo>
                  <a:pt x="24" y="53"/>
                  <a:pt x="0" y="78"/>
                  <a:pt x="1" y="107"/>
                </a:cubicBezTo>
                <a:lnTo>
                  <a:pt x="1" y="107"/>
                </a:lnTo>
                <a:cubicBezTo>
                  <a:pt x="3" y="136"/>
                  <a:pt x="27" y="158"/>
                  <a:pt x="56" y="158"/>
                </a:cubicBezTo>
                <a:lnTo>
                  <a:pt x="1367" y="106"/>
                </a:lnTo>
                <a:lnTo>
                  <a:pt x="1367" y="106"/>
                </a:lnTo>
                <a:cubicBezTo>
                  <a:pt x="1396" y="105"/>
                  <a:pt x="1419" y="81"/>
                  <a:pt x="1418" y="51"/>
                </a:cubicBezTo>
                <a:lnTo>
                  <a:pt x="1418" y="51"/>
                </a:lnTo>
                <a:cubicBezTo>
                  <a:pt x="1416" y="23"/>
                  <a:pt x="1392" y="0"/>
                  <a:pt x="1362" y="1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8" name="Freeform 99">
            <a:extLst>
              <a:ext uri="{FF2B5EF4-FFF2-40B4-BE49-F238E27FC236}">
                <a16:creationId xmlns:a16="http://schemas.microsoft.com/office/drawing/2014/main" id="{8BBEF74B-BF38-D140-AF8D-93F3FA2D3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6733" y="4550925"/>
            <a:ext cx="3718791" cy="5482060"/>
          </a:xfrm>
          <a:custGeom>
            <a:avLst/>
            <a:gdLst>
              <a:gd name="T0" fmla="*/ 1696 w 2985"/>
              <a:gd name="T1" fmla="*/ 26 h 4401"/>
              <a:gd name="T2" fmla="*/ 136 w 2985"/>
              <a:gd name="T3" fmla="*/ 489 h 4401"/>
              <a:gd name="T4" fmla="*/ 136 w 2985"/>
              <a:gd name="T5" fmla="*/ 489 h 4401"/>
              <a:gd name="T6" fmla="*/ 26 w 2985"/>
              <a:gd name="T7" fmla="*/ 691 h 4401"/>
              <a:gd name="T8" fmla="*/ 1085 w 2985"/>
              <a:gd name="T9" fmla="*/ 4264 h 4401"/>
              <a:gd name="T10" fmla="*/ 1085 w 2985"/>
              <a:gd name="T11" fmla="*/ 4264 h 4401"/>
              <a:gd name="T12" fmla="*/ 1289 w 2985"/>
              <a:gd name="T13" fmla="*/ 4374 h 4401"/>
              <a:gd name="T14" fmla="*/ 2848 w 2985"/>
              <a:gd name="T15" fmla="*/ 3912 h 4401"/>
              <a:gd name="T16" fmla="*/ 2848 w 2985"/>
              <a:gd name="T17" fmla="*/ 3912 h 4401"/>
              <a:gd name="T18" fmla="*/ 2958 w 2985"/>
              <a:gd name="T19" fmla="*/ 3708 h 4401"/>
              <a:gd name="T20" fmla="*/ 1899 w 2985"/>
              <a:gd name="T21" fmla="*/ 136 h 4401"/>
              <a:gd name="T22" fmla="*/ 1899 w 2985"/>
              <a:gd name="T23" fmla="*/ 136 h 4401"/>
              <a:gd name="T24" fmla="*/ 1696 w 2985"/>
              <a:gd name="T25" fmla="*/ 26 h 4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985" h="4401">
                <a:moveTo>
                  <a:pt x="1696" y="26"/>
                </a:moveTo>
                <a:lnTo>
                  <a:pt x="136" y="489"/>
                </a:lnTo>
                <a:lnTo>
                  <a:pt x="136" y="489"/>
                </a:lnTo>
                <a:cubicBezTo>
                  <a:pt x="50" y="514"/>
                  <a:pt x="0" y="605"/>
                  <a:pt x="26" y="691"/>
                </a:cubicBezTo>
                <a:lnTo>
                  <a:pt x="1085" y="4264"/>
                </a:lnTo>
                <a:lnTo>
                  <a:pt x="1085" y="4264"/>
                </a:lnTo>
                <a:cubicBezTo>
                  <a:pt x="1111" y="4350"/>
                  <a:pt x="1202" y="4400"/>
                  <a:pt x="1289" y="4374"/>
                </a:cubicBezTo>
                <a:lnTo>
                  <a:pt x="2848" y="3912"/>
                </a:lnTo>
                <a:lnTo>
                  <a:pt x="2848" y="3912"/>
                </a:lnTo>
                <a:cubicBezTo>
                  <a:pt x="2934" y="3886"/>
                  <a:pt x="2984" y="3795"/>
                  <a:pt x="2958" y="3708"/>
                </a:cubicBezTo>
                <a:lnTo>
                  <a:pt x="1899" y="136"/>
                </a:lnTo>
                <a:lnTo>
                  <a:pt x="1899" y="136"/>
                </a:lnTo>
                <a:cubicBezTo>
                  <a:pt x="1873" y="50"/>
                  <a:pt x="1783" y="0"/>
                  <a:pt x="1696" y="26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6770250C-F20C-E748-964E-1BF633C17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7284" y="5087046"/>
            <a:ext cx="546786" cy="200384"/>
          </a:xfrm>
          <a:custGeom>
            <a:avLst/>
            <a:gdLst>
              <a:gd name="connsiteX0" fmla="*/ 26644 w 546786"/>
              <a:gd name="connsiteY0" fmla="*/ 129285 h 200384"/>
              <a:gd name="connsiteX1" fmla="*/ 72278 w 546786"/>
              <a:gd name="connsiteY1" fmla="*/ 154254 h 200384"/>
              <a:gd name="connsiteX2" fmla="*/ 46926 w 546786"/>
              <a:gd name="connsiteY2" fmla="*/ 199198 h 200384"/>
              <a:gd name="connsiteX3" fmla="*/ 1292 w 546786"/>
              <a:gd name="connsiteY3" fmla="*/ 174229 h 200384"/>
              <a:gd name="connsiteX4" fmla="*/ 26644 w 546786"/>
              <a:gd name="connsiteY4" fmla="*/ 129285 h 200384"/>
              <a:gd name="connsiteX5" fmla="*/ 508919 w 546786"/>
              <a:gd name="connsiteY5" fmla="*/ 1737 h 200384"/>
              <a:gd name="connsiteX6" fmla="*/ 546069 w 546786"/>
              <a:gd name="connsiteY6" fmla="*/ 15574 h 200384"/>
              <a:gd name="connsiteX7" fmla="*/ 522541 w 546786"/>
              <a:gd name="connsiteY7" fmla="*/ 47023 h 200384"/>
              <a:gd name="connsiteX8" fmla="*/ 162190 w 546786"/>
              <a:gd name="connsiteY8" fmla="*/ 155207 h 200384"/>
              <a:gd name="connsiteX9" fmla="*/ 126279 w 546786"/>
              <a:gd name="connsiteY9" fmla="*/ 141369 h 200384"/>
              <a:gd name="connsiteX10" fmla="*/ 149807 w 546786"/>
              <a:gd name="connsiteY10" fmla="*/ 109920 h 200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786" h="200384">
                <a:moveTo>
                  <a:pt x="26644" y="129285"/>
                </a:moveTo>
                <a:cubicBezTo>
                  <a:pt x="45658" y="123043"/>
                  <a:pt x="65940" y="135528"/>
                  <a:pt x="72278" y="154254"/>
                </a:cubicBezTo>
                <a:cubicBezTo>
                  <a:pt x="77348" y="172981"/>
                  <a:pt x="65940" y="192956"/>
                  <a:pt x="46926" y="199198"/>
                </a:cubicBezTo>
                <a:cubicBezTo>
                  <a:pt x="27912" y="204192"/>
                  <a:pt x="7630" y="192956"/>
                  <a:pt x="1292" y="174229"/>
                </a:cubicBezTo>
                <a:cubicBezTo>
                  <a:pt x="-3778" y="155503"/>
                  <a:pt x="6363" y="135528"/>
                  <a:pt x="26644" y="129285"/>
                </a:cubicBezTo>
                <a:close/>
                <a:moveTo>
                  <a:pt x="508919" y="1737"/>
                </a:moveTo>
                <a:cubicBezTo>
                  <a:pt x="526256" y="-3295"/>
                  <a:pt x="542354" y="2994"/>
                  <a:pt x="546069" y="15574"/>
                </a:cubicBezTo>
                <a:cubicBezTo>
                  <a:pt x="549784" y="26895"/>
                  <a:pt x="538639" y="40733"/>
                  <a:pt x="522541" y="47023"/>
                </a:cubicBezTo>
                <a:lnTo>
                  <a:pt x="162190" y="155207"/>
                </a:lnTo>
                <a:cubicBezTo>
                  <a:pt x="146092" y="160238"/>
                  <a:pt x="129994" y="153949"/>
                  <a:pt x="126279" y="141369"/>
                </a:cubicBezTo>
                <a:cubicBezTo>
                  <a:pt x="122564" y="128790"/>
                  <a:pt x="132471" y="114952"/>
                  <a:pt x="149807" y="1099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7C26BAB5-F700-A44D-BEEA-6B74BC57E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77172" y="4984874"/>
            <a:ext cx="65917" cy="65917"/>
          </a:xfrm>
          <a:custGeom>
            <a:avLst/>
            <a:gdLst>
              <a:gd name="T0" fmla="*/ 5 w 55"/>
              <a:gd name="T1" fmla="*/ 34 h 55"/>
              <a:gd name="T2" fmla="*/ 5 w 55"/>
              <a:gd name="T3" fmla="*/ 34 h 55"/>
              <a:gd name="T4" fmla="*/ 21 w 55"/>
              <a:gd name="T5" fmla="*/ 4 h 55"/>
              <a:gd name="T6" fmla="*/ 21 w 55"/>
              <a:gd name="T7" fmla="*/ 4 h 55"/>
              <a:gd name="T8" fmla="*/ 51 w 55"/>
              <a:gd name="T9" fmla="*/ 20 h 55"/>
              <a:gd name="T10" fmla="*/ 51 w 55"/>
              <a:gd name="T11" fmla="*/ 20 h 55"/>
              <a:gd name="T12" fmla="*/ 35 w 55"/>
              <a:gd name="T13" fmla="*/ 50 h 55"/>
              <a:gd name="T14" fmla="*/ 35 w 55"/>
              <a:gd name="T15" fmla="*/ 50 h 55"/>
              <a:gd name="T16" fmla="*/ 5 w 55"/>
              <a:gd name="T17" fmla="*/ 34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5" h="55">
                <a:moveTo>
                  <a:pt x="5" y="34"/>
                </a:moveTo>
                <a:lnTo>
                  <a:pt x="5" y="34"/>
                </a:lnTo>
                <a:cubicBezTo>
                  <a:pt x="0" y="21"/>
                  <a:pt x="8" y="8"/>
                  <a:pt x="21" y="4"/>
                </a:cubicBezTo>
                <a:lnTo>
                  <a:pt x="21" y="4"/>
                </a:lnTo>
                <a:cubicBezTo>
                  <a:pt x="33" y="0"/>
                  <a:pt x="47" y="7"/>
                  <a:pt x="51" y="20"/>
                </a:cubicBezTo>
                <a:lnTo>
                  <a:pt x="51" y="20"/>
                </a:lnTo>
                <a:cubicBezTo>
                  <a:pt x="54" y="33"/>
                  <a:pt x="47" y="46"/>
                  <a:pt x="35" y="50"/>
                </a:cubicBezTo>
                <a:lnTo>
                  <a:pt x="35" y="50"/>
                </a:lnTo>
                <a:cubicBezTo>
                  <a:pt x="22" y="54"/>
                  <a:pt x="9" y="47"/>
                  <a:pt x="5" y="3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1" name="Freeform 103">
            <a:extLst>
              <a:ext uri="{FF2B5EF4-FFF2-40B4-BE49-F238E27FC236}">
                <a16:creationId xmlns:a16="http://schemas.microsoft.com/office/drawing/2014/main" id="{C6195E8B-932C-3849-905E-BF39427AE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59304" y="9198042"/>
            <a:ext cx="428458" cy="428458"/>
          </a:xfrm>
          <a:custGeom>
            <a:avLst/>
            <a:gdLst>
              <a:gd name="T0" fmla="*/ 215 w 343"/>
              <a:gd name="T1" fmla="*/ 320 h 345"/>
              <a:gd name="T2" fmla="*/ 215 w 343"/>
              <a:gd name="T3" fmla="*/ 320 h 345"/>
              <a:gd name="T4" fmla="*/ 24 w 343"/>
              <a:gd name="T5" fmla="*/ 216 h 345"/>
              <a:gd name="T6" fmla="*/ 24 w 343"/>
              <a:gd name="T7" fmla="*/ 216 h 345"/>
              <a:gd name="T8" fmla="*/ 127 w 343"/>
              <a:gd name="T9" fmla="*/ 25 h 345"/>
              <a:gd name="T10" fmla="*/ 127 w 343"/>
              <a:gd name="T11" fmla="*/ 25 h 345"/>
              <a:gd name="T12" fmla="*/ 318 w 343"/>
              <a:gd name="T13" fmla="*/ 129 h 345"/>
              <a:gd name="T14" fmla="*/ 318 w 343"/>
              <a:gd name="T15" fmla="*/ 129 h 345"/>
              <a:gd name="T16" fmla="*/ 215 w 343"/>
              <a:gd name="T17" fmla="*/ 320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3" h="345">
                <a:moveTo>
                  <a:pt x="215" y="320"/>
                </a:moveTo>
                <a:lnTo>
                  <a:pt x="215" y="320"/>
                </a:lnTo>
                <a:cubicBezTo>
                  <a:pt x="134" y="344"/>
                  <a:pt x="48" y="297"/>
                  <a:pt x="24" y="216"/>
                </a:cubicBezTo>
                <a:lnTo>
                  <a:pt x="24" y="216"/>
                </a:lnTo>
                <a:cubicBezTo>
                  <a:pt x="0" y="134"/>
                  <a:pt x="46" y="49"/>
                  <a:pt x="127" y="25"/>
                </a:cubicBezTo>
                <a:lnTo>
                  <a:pt x="127" y="25"/>
                </a:lnTo>
                <a:cubicBezTo>
                  <a:pt x="208" y="0"/>
                  <a:pt x="293" y="48"/>
                  <a:pt x="318" y="129"/>
                </a:cubicBezTo>
                <a:lnTo>
                  <a:pt x="318" y="129"/>
                </a:lnTo>
                <a:cubicBezTo>
                  <a:pt x="342" y="210"/>
                  <a:pt x="295" y="296"/>
                  <a:pt x="215" y="320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2" name="Freeform 104">
            <a:extLst>
              <a:ext uri="{FF2B5EF4-FFF2-40B4-BE49-F238E27FC236}">
                <a16:creationId xmlns:a16="http://schemas.microsoft.com/office/drawing/2014/main" id="{8E045117-A870-4C4F-8518-7FCA42D13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8315" y="9187052"/>
            <a:ext cx="444939" cy="444938"/>
          </a:xfrm>
          <a:custGeom>
            <a:avLst/>
            <a:gdLst>
              <a:gd name="T0" fmla="*/ 132 w 357"/>
              <a:gd name="T1" fmla="*/ 25 h 357"/>
              <a:gd name="T2" fmla="*/ 132 w 357"/>
              <a:gd name="T3" fmla="*/ 25 h 357"/>
              <a:gd name="T4" fmla="*/ 25 w 357"/>
              <a:gd name="T5" fmla="*/ 224 h 357"/>
              <a:gd name="T6" fmla="*/ 25 w 357"/>
              <a:gd name="T7" fmla="*/ 224 h 357"/>
              <a:gd name="T8" fmla="*/ 223 w 357"/>
              <a:gd name="T9" fmla="*/ 332 h 357"/>
              <a:gd name="T10" fmla="*/ 223 w 357"/>
              <a:gd name="T11" fmla="*/ 332 h 357"/>
              <a:gd name="T12" fmla="*/ 330 w 357"/>
              <a:gd name="T13" fmla="*/ 133 h 357"/>
              <a:gd name="T14" fmla="*/ 330 w 357"/>
              <a:gd name="T15" fmla="*/ 133 h 357"/>
              <a:gd name="T16" fmla="*/ 132 w 357"/>
              <a:gd name="T17" fmla="*/ 25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7" h="357">
                <a:moveTo>
                  <a:pt x="132" y="25"/>
                </a:moveTo>
                <a:lnTo>
                  <a:pt x="132" y="25"/>
                </a:lnTo>
                <a:cubicBezTo>
                  <a:pt x="48" y="50"/>
                  <a:pt x="0" y="139"/>
                  <a:pt x="25" y="224"/>
                </a:cubicBezTo>
                <a:lnTo>
                  <a:pt x="25" y="224"/>
                </a:lnTo>
                <a:cubicBezTo>
                  <a:pt x="50" y="308"/>
                  <a:pt x="139" y="356"/>
                  <a:pt x="223" y="332"/>
                </a:cubicBezTo>
                <a:lnTo>
                  <a:pt x="223" y="332"/>
                </a:lnTo>
                <a:cubicBezTo>
                  <a:pt x="308" y="307"/>
                  <a:pt x="356" y="218"/>
                  <a:pt x="330" y="133"/>
                </a:cubicBezTo>
                <a:lnTo>
                  <a:pt x="330" y="133"/>
                </a:lnTo>
                <a:cubicBezTo>
                  <a:pt x="305" y="48"/>
                  <a:pt x="217" y="0"/>
                  <a:pt x="132" y="2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3" name="Freeform 105">
            <a:extLst>
              <a:ext uri="{FF2B5EF4-FFF2-40B4-BE49-F238E27FC236}">
                <a16:creationId xmlns:a16="http://schemas.microsoft.com/office/drawing/2014/main" id="{642455E8-5570-7448-92B1-53D998A96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1943" y="5133184"/>
            <a:ext cx="3257378" cy="4328520"/>
          </a:xfrm>
          <a:custGeom>
            <a:avLst/>
            <a:gdLst>
              <a:gd name="T0" fmla="*/ 2614 w 2615"/>
              <a:gd name="T1" fmla="*/ 2961 h 3476"/>
              <a:gd name="T2" fmla="*/ 878 w 2615"/>
              <a:gd name="T3" fmla="*/ 3475 h 3476"/>
              <a:gd name="T4" fmla="*/ 0 w 2615"/>
              <a:gd name="T5" fmla="*/ 515 h 3476"/>
              <a:gd name="T6" fmla="*/ 1736 w 2615"/>
              <a:gd name="T7" fmla="*/ 0 h 3476"/>
              <a:gd name="T8" fmla="*/ 2614 w 2615"/>
              <a:gd name="T9" fmla="*/ 2961 h 3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15" h="3476">
                <a:moveTo>
                  <a:pt x="2614" y="2961"/>
                </a:moveTo>
                <a:lnTo>
                  <a:pt x="878" y="3475"/>
                </a:lnTo>
                <a:lnTo>
                  <a:pt x="0" y="515"/>
                </a:lnTo>
                <a:lnTo>
                  <a:pt x="1736" y="0"/>
                </a:lnTo>
                <a:lnTo>
                  <a:pt x="2614" y="2961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4" name="Freeform 106">
            <a:extLst>
              <a:ext uri="{FF2B5EF4-FFF2-40B4-BE49-F238E27FC236}">
                <a16:creationId xmlns:a16="http://schemas.microsoft.com/office/drawing/2014/main" id="{9D32DB43-7EF2-194B-8FA2-C4EA40792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7029" y="7725905"/>
            <a:ext cx="208736" cy="208736"/>
          </a:xfrm>
          <a:custGeom>
            <a:avLst/>
            <a:gdLst>
              <a:gd name="T0" fmla="*/ 154 w 166"/>
              <a:gd name="T1" fmla="*/ 61 h 166"/>
              <a:gd name="T2" fmla="*/ 154 w 166"/>
              <a:gd name="T3" fmla="*/ 61 h 166"/>
              <a:gd name="T4" fmla="*/ 104 w 166"/>
              <a:gd name="T5" fmla="*/ 154 h 166"/>
              <a:gd name="T6" fmla="*/ 104 w 166"/>
              <a:gd name="T7" fmla="*/ 154 h 166"/>
              <a:gd name="T8" fmla="*/ 12 w 166"/>
              <a:gd name="T9" fmla="*/ 104 h 166"/>
              <a:gd name="T10" fmla="*/ 12 w 166"/>
              <a:gd name="T11" fmla="*/ 104 h 166"/>
              <a:gd name="T12" fmla="*/ 62 w 166"/>
              <a:gd name="T13" fmla="*/ 12 h 166"/>
              <a:gd name="T14" fmla="*/ 62 w 166"/>
              <a:gd name="T15" fmla="*/ 12 h 166"/>
              <a:gd name="T16" fmla="*/ 154 w 166"/>
              <a:gd name="T17" fmla="*/ 61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166">
                <a:moveTo>
                  <a:pt x="154" y="61"/>
                </a:moveTo>
                <a:lnTo>
                  <a:pt x="154" y="61"/>
                </a:lnTo>
                <a:cubicBezTo>
                  <a:pt x="165" y="101"/>
                  <a:pt x="143" y="142"/>
                  <a:pt x="104" y="154"/>
                </a:cubicBezTo>
                <a:lnTo>
                  <a:pt x="104" y="154"/>
                </a:lnTo>
                <a:cubicBezTo>
                  <a:pt x="65" y="165"/>
                  <a:pt x="23" y="143"/>
                  <a:pt x="12" y="104"/>
                </a:cubicBezTo>
                <a:lnTo>
                  <a:pt x="12" y="104"/>
                </a:lnTo>
                <a:cubicBezTo>
                  <a:pt x="0" y="65"/>
                  <a:pt x="23" y="24"/>
                  <a:pt x="62" y="12"/>
                </a:cubicBezTo>
                <a:lnTo>
                  <a:pt x="62" y="12"/>
                </a:lnTo>
                <a:cubicBezTo>
                  <a:pt x="101" y="0"/>
                  <a:pt x="142" y="22"/>
                  <a:pt x="154" y="61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5" name="Freeform 107">
            <a:extLst>
              <a:ext uri="{FF2B5EF4-FFF2-40B4-BE49-F238E27FC236}">
                <a16:creationId xmlns:a16="http://schemas.microsoft.com/office/drawing/2014/main" id="{2A856EE7-C01B-BA4A-BDFF-A10D07A7F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8706" y="5907709"/>
            <a:ext cx="203244" cy="208736"/>
          </a:xfrm>
          <a:custGeom>
            <a:avLst/>
            <a:gdLst>
              <a:gd name="T0" fmla="*/ 153 w 165"/>
              <a:gd name="T1" fmla="*/ 62 h 167"/>
              <a:gd name="T2" fmla="*/ 153 w 165"/>
              <a:gd name="T3" fmla="*/ 62 h 167"/>
              <a:gd name="T4" fmla="*/ 103 w 165"/>
              <a:gd name="T5" fmla="*/ 154 h 167"/>
              <a:gd name="T6" fmla="*/ 103 w 165"/>
              <a:gd name="T7" fmla="*/ 154 h 167"/>
              <a:gd name="T8" fmla="*/ 11 w 165"/>
              <a:gd name="T9" fmla="*/ 104 h 167"/>
              <a:gd name="T10" fmla="*/ 11 w 165"/>
              <a:gd name="T11" fmla="*/ 104 h 167"/>
              <a:gd name="T12" fmla="*/ 61 w 165"/>
              <a:gd name="T13" fmla="*/ 12 h 167"/>
              <a:gd name="T14" fmla="*/ 61 w 165"/>
              <a:gd name="T15" fmla="*/ 12 h 167"/>
              <a:gd name="T16" fmla="*/ 153 w 165"/>
              <a:gd name="T17" fmla="*/ 62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" h="167">
                <a:moveTo>
                  <a:pt x="153" y="62"/>
                </a:moveTo>
                <a:lnTo>
                  <a:pt x="153" y="62"/>
                </a:lnTo>
                <a:cubicBezTo>
                  <a:pt x="164" y="101"/>
                  <a:pt x="142" y="142"/>
                  <a:pt x="103" y="154"/>
                </a:cubicBezTo>
                <a:lnTo>
                  <a:pt x="103" y="154"/>
                </a:lnTo>
                <a:cubicBezTo>
                  <a:pt x="64" y="166"/>
                  <a:pt x="23" y="143"/>
                  <a:pt x="11" y="104"/>
                </a:cubicBezTo>
                <a:lnTo>
                  <a:pt x="11" y="104"/>
                </a:lnTo>
                <a:cubicBezTo>
                  <a:pt x="0" y="65"/>
                  <a:pt x="22" y="23"/>
                  <a:pt x="61" y="12"/>
                </a:cubicBezTo>
                <a:lnTo>
                  <a:pt x="61" y="12"/>
                </a:lnTo>
                <a:cubicBezTo>
                  <a:pt x="100" y="0"/>
                  <a:pt x="141" y="23"/>
                  <a:pt x="153" y="62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A64D2D0B-628A-A04F-A128-264039C66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9557" y="5792353"/>
            <a:ext cx="2279616" cy="1790733"/>
          </a:xfrm>
          <a:custGeom>
            <a:avLst/>
            <a:gdLst>
              <a:gd name="T0" fmla="*/ 1828 w 1829"/>
              <a:gd name="T1" fmla="*/ 982 h 1439"/>
              <a:gd name="T2" fmla="*/ 292 w 1829"/>
              <a:gd name="T3" fmla="*/ 1438 h 1439"/>
              <a:gd name="T4" fmla="*/ 0 w 1829"/>
              <a:gd name="T5" fmla="*/ 456 h 1439"/>
              <a:gd name="T6" fmla="*/ 1537 w 1829"/>
              <a:gd name="T7" fmla="*/ 0 h 1439"/>
              <a:gd name="T8" fmla="*/ 1828 w 1829"/>
              <a:gd name="T9" fmla="*/ 982 h 14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29" h="1439">
                <a:moveTo>
                  <a:pt x="1828" y="982"/>
                </a:moveTo>
                <a:lnTo>
                  <a:pt x="292" y="1438"/>
                </a:lnTo>
                <a:lnTo>
                  <a:pt x="0" y="456"/>
                </a:lnTo>
                <a:lnTo>
                  <a:pt x="1537" y="0"/>
                </a:lnTo>
                <a:lnTo>
                  <a:pt x="1828" y="982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7" name="Freeform 109">
            <a:extLst>
              <a:ext uri="{FF2B5EF4-FFF2-40B4-BE49-F238E27FC236}">
                <a16:creationId xmlns:a16="http://schemas.microsoft.com/office/drawing/2014/main" id="{DB512EA8-51CA-9A41-85D1-8FC5338D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61820" y="8275210"/>
            <a:ext cx="208736" cy="208736"/>
          </a:xfrm>
          <a:custGeom>
            <a:avLst/>
            <a:gdLst>
              <a:gd name="T0" fmla="*/ 153 w 166"/>
              <a:gd name="T1" fmla="*/ 62 h 167"/>
              <a:gd name="T2" fmla="*/ 153 w 166"/>
              <a:gd name="T3" fmla="*/ 62 h 167"/>
              <a:gd name="T4" fmla="*/ 103 w 166"/>
              <a:gd name="T5" fmla="*/ 154 h 167"/>
              <a:gd name="T6" fmla="*/ 103 w 166"/>
              <a:gd name="T7" fmla="*/ 154 h 167"/>
              <a:gd name="T8" fmla="*/ 11 w 166"/>
              <a:gd name="T9" fmla="*/ 104 h 167"/>
              <a:gd name="T10" fmla="*/ 11 w 166"/>
              <a:gd name="T11" fmla="*/ 104 h 167"/>
              <a:gd name="T12" fmla="*/ 61 w 166"/>
              <a:gd name="T13" fmla="*/ 12 h 167"/>
              <a:gd name="T14" fmla="*/ 61 w 166"/>
              <a:gd name="T15" fmla="*/ 12 h 167"/>
              <a:gd name="T16" fmla="*/ 153 w 166"/>
              <a:gd name="T17" fmla="*/ 62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167">
                <a:moveTo>
                  <a:pt x="153" y="62"/>
                </a:moveTo>
                <a:lnTo>
                  <a:pt x="153" y="62"/>
                </a:lnTo>
                <a:cubicBezTo>
                  <a:pt x="165" y="101"/>
                  <a:pt x="142" y="142"/>
                  <a:pt x="103" y="154"/>
                </a:cubicBezTo>
                <a:lnTo>
                  <a:pt x="103" y="154"/>
                </a:lnTo>
                <a:cubicBezTo>
                  <a:pt x="64" y="166"/>
                  <a:pt x="23" y="143"/>
                  <a:pt x="11" y="104"/>
                </a:cubicBezTo>
                <a:lnTo>
                  <a:pt x="11" y="104"/>
                </a:lnTo>
                <a:cubicBezTo>
                  <a:pt x="0" y="65"/>
                  <a:pt x="22" y="24"/>
                  <a:pt x="61" y="12"/>
                </a:cubicBezTo>
                <a:lnTo>
                  <a:pt x="61" y="12"/>
                </a:lnTo>
                <a:cubicBezTo>
                  <a:pt x="100" y="0"/>
                  <a:pt x="141" y="22"/>
                  <a:pt x="153" y="62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8" name="Freeform 110">
            <a:extLst>
              <a:ext uri="{FF2B5EF4-FFF2-40B4-BE49-F238E27FC236}">
                <a16:creationId xmlns:a16="http://schemas.microsoft.com/office/drawing/2014/main" id="{3427EE79-8FEE-6D45-B3CC-BC57DC0DD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09005" y="7775341"/>
            <a:ext cx="1713831" cy="615221"/>
          </a:xfrm>
          <a:custGeom>
            <a:avLst/>
            <a:gdLst>
              <a:gd name="T0" fmla="*/ 1302 w 1377"/>
              <a:gd name="T1" fmla="*/ 8 h 492"/>
              <a:gd name="T2" fmla="*/ 44 w 1377"/>
              <a:gd name="T3" fmla="*/ 381 h 492"/>
              <a:gd name="T4" fmla="*/ 44 w 1377"/>
              <a:gd name="T5" fmla="*/ 381 h 492"/>
              <a:gd name="T6" fmla="*/ 9 w 1377"/>
              <a:gd name="T7" fmla="*/ 447 h 492"/>
              <a:gd name="T8" fmla="*/ 9 w 1377"/>
              <a:gd name="T9" fmla="*/ 447 h 492"/>
              <a:gd name="T10" fmla="*/ 74 w 1377"/>
              <a:gd name="T11" fmla="*/ 482 h 492"/>
              <a:gd name="T12" fmla="*/ 1332 w 1377"/>
              <a:gd name="T13" fmla="*/ 110 h 492"/>
              <a:gd name="T14" fmla="*/ 1332 w 1377"/>
              <a:gd name="T15" fmla="*/ 110 h 492"/>
              <a:gd name="T16" fmla="*/ 1367 w 1377"/>
              <a:gd name="T17" fmla="*/ 44 h 492"/>
              <a:gd name="T18" fmla="*/ 1367 w 1377"/>
              <a:gd name="T19" fmla="*/ 44 h 492"/>
              <a:gd name="T20" fmla="*/ 1302 w 1377"/>
              <a:gd name="T21" fmla="*/ 8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77" h="492">
                <a:moveTo>
                  <a:pt x="1302" y="8"/>
                </a:moveTo>
                <a:lnTo>
                  <a:pt x="44" y="381"/>
                </a:lnTo>
                <a:lnTo>
                  <a:pt x="44" y="381"/>
                </a:lnTo>
                <a:cubicBezTo>
                  <a:pt x="16" y="389"/>
                  <a:pt x="0" y="419"/>
                  <a:pt x="9" y="447"/>
                </a:cubicBezTo>
                <a:lnTo>
                  <a:pt x="9" y="447"/>
                </a:lnTo>
                <a:cubicBezTo>
                  <a:pt x="16" y="475"/>
                  <a:pt x="46" y="491"/>
                  <a:pt x="74" y="482"/>
                </a:cubicBezTo>
                <a:lnTo>
                  <a:pt x="1332" y="110"/>
                </a:lnTo>
                <a:lnTo>
                  <a:pt x="1332" y="110"/>
                </a:lnTo>
                <a:cubicBezTo>
                  <a:pt x="1360" y="101"/>
                  <a:pt x="1376" y="72"/>
                  <a:pt x="1367" y="44"/>
                </a:cubicBezTo>
                <a:lnTo>
                  <a:pt x="1367" y="44"/>
                </a:lnTo>
                <a:cubicBezTo>
                  <a:pt x="1359" y="16"/>
                  <a:pt x="1330" y="0"/>
                  <a:pt x="1302" y="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9" name="Freeform 111">
            <a:extLst>
              <a:ext uri="{FF2B5EF4-FFF2-40B4-BE49-F238E27FC236}">
                <a16:creationId xmlns:a16="http://schemas.microsoft.com/office/drawing/2014/main" id="{88B877C4-C4C3-CA47-858B-5CDFD552B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8440" y="7462236"/>
            <a:ext cx="1961016" cy="686632"/>
          </a:xfrm>
          <a:custGeom>
            <a:avLst/>
            <a:gdLst>
              <a:gd name="T0" fmla="*/ 1499 w 1574"/>
              <a:gd name="T1" fmla="*/ 8 h 550"/>
              <a:gd name="T2" fmla="*/ 45 w 1574"/>
              <a:gd name="T3" fmla="*/ 439 h 550"/>
              <a:gd name="T4" fmla="*/ 45 w 1574"/>
              <a:gd name="T5" fmla="*/ 439 h 550"/>
              <a:gd name="T6" fmla="*/ 9 w 1574"/>
              <a:gd name="T7" fmla="*/ 505 h 550"/>
              <a:gd name="T8" fmla="*/ 9 w 1574"/>
              <a:gd name="T9" fmla="*/ 505 h 550"/>
              <a:gd name="T10" fmla="*/ 74 w 1574"/>
              <a:gd name="T11" fmla="*/ 540 h 550"/>
              <a:gd name="T12" fmla="*/ 1529 w 1574"/>
              <a:gd name="T13" fmla="*/ 110 h 550"/>
              <a:gd name="T14" fmla="*/ 1529 w 1574"/>
              <a:gd name="T15" fmla="*/ 110 h 550"/>
              <a:gd name="T16" fmla="*/ 1565 w 1574"/>
              <a:gd name="T17" fmla="*/ 44 h 550"/>
              <a:gd name="T18" fmla="*/ 1565 w 1574"/>
              <a:gd name="T19" fmla="*/ 44 h 550"/>
              <a:gd name="T20" fmla="*/ 1499 w 1574"/>
              <a:gd name="T21" fmla="*/ 8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574" h="550">
                <a:moveTo>
                  <a:pt x="1499" y="8"/>
                </a:moveTo>
                <a:lnTo>
                  <a:pt x="45" y="439"/>
                </a:lnTo>
                <a:lnTo>
                  <a:pt x="45" y="439"/>
                </a:lnTo>
                <a:cubicBezTo>
                  <a:pt x="16" y="447"/>
                  <a:pt x="0" y="477"/>
                  <a:pt x="9" y="505"/>
                </a:cubicBezTo>
                <a:lnTo>
                  <a:pt x="9" y="505"/>
                </a:lnTo>
                <a:cubicBezTo>
                  <a:pt x="17" y="533"/>
                  <a:pt x="46" y="549"/>
                  <a:pt x="74" y="540"/>
                </a:cubicBezTo>
                <a:lnTo>
                  <a:pt x="1529" y="110"/>
                </a:lnTo>
                <a:lnTo>
                  <a:pt x="1529" y="110"/>
                </a:lnTo>
                <a:cubicBezTo>
                  <a:pt x="1556" y="101"/>
                  <a:pt x="1573" y="72"/>
                  <a:pt x="1565" y="44"/>
                </a:cubicBezTo>
                <a:lnTo>
                  <a:pt x="1565" y="44"/>
                </a:lnTo>
                <a:cubicBezTo>
                  <a:pt x="1556" y="16"/>
                  <a:pt x="1526" y="0"/>
                  <a:pt x="1499" y="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60" name="Freeform 112">
            <a:extLst>
              <a:ext uri="{FF2B5EF4-FFF2-40B4-BE49-F238E27FC236}">
                <a16:creationId xmlns:a16="http://schemas.microsoft.com/office/drawing/2014/main" id="{09687D07-A3C3-9E40-A8E6-86A309E08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4214" y="7226036"/>
            <a:ext cx="1713831" cy="615221"/>
          </a:xfrm>
          <a:custGeom>
            <a:avLst/>
            <a:gdLst>
              <a:gd name="T0" fmla="*/ 1301 w 1376"/>
              <a:gd name="T1" fmla="*/ 8 h 492"/>
              <a:gd name="T2" fmla="*/ 43 w 1376"/>
              <a:gd name="T3" fmla="*/ 381 h 492"/>
              <a:gd name="T4" fmla="*/ 43 w 1376"/>
              <a:gd name="T5" fmla="*/ 381 h 492"/>
              <a:gd name="T6" fmla="*/ 8 w 1376"/>
              <a:gd name="T7" fmla="*/ 447 h 492"/>
              <a:gd name="T8" fmla="*/ 8 w 1376"/>
              <a:gd name="T9" fmla="*/ 447 h 492"/>
              <a:gd name="T10" fmla="*/ 74 w 1376"/>
              <a:gd name="T11" fmla="*/ 482 h 492"/>
              <a:gd name="T12" fmla="*/ 1332 w 1376"/>
              <a:gd name="T13" fmla="*/ 109 h 492"/>
              <a:gd name="T14" fmla="*/ 1332 w 1376"/>
              <a:gd name="T15" fmla="*/ 109 h 492"/>
              <a:gd name="T16" fmla="*/ 1368 w 1376"/>
              <a:gd name="T17" fmla="*/ 44 h 492"/>
              <a:gd name="T18" fmla="*/ 1368 w 1376"/>
              <a:gd name="T19" fmla="*/ 44 h 492"/>
              <a:gd name="T20" fmla="*/ 1301 w 1376"/>
              <a:gd name="T21" fmla="*/ 8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76" h="492">
                <a:moveTo>
                  <a:pt x="1301" y="8"/>
                </a:moveTo>
                <a:lnTo>
                  <a:pt x="43" y="381"/>
                </a:lnTo>
                <a:lnTo>
                  <a:pt x="43" y="381"/>
                </a:lnTo>
                <a:cubicBezTo>
                  <a:pt x="16" y="389"/>
                  <a:pt x="0" y="418"/>
                  <a:pt x="8" y="447"/>
                </a:cubicBezTo>
                <a:lnTo>
                  <a:pt x="8" y="447"/>
                </a:lnTo>
                <a:cubicBezTo>
                  <a:pt x="17" y="475"/>
                  <a:pt x="46" y="491"/>
                  <a:pt x="74" y="482"/>
                </a:cubicBezTo>
                <a:lnTo>
                  <a:pt x="1332" y="109"/>
                </a:lnTo>
                <a:lnTo>
                  <a:pt x="1332" y="109"/>
                </a:lnTo>
                <a:cubicBezTo>
                  <a:pt x="1359" y="101"/>
                  <a:pt x="1375" y="72"/>
                  <a:pt x="1368" y="44"/>
                </a:cubicBezTo>
                <a:lnTo>
                  <a:pt x="1368" y="44"/>
                </a:lnTo>
                <a:cubicBezTo>
                  <a:pt x="1359" y="15"/>
                  <a:pt x="1329" y="0"/>
                  <a:pt x="1301" y="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61" name="Freeform 113">
            <a:extLst>
              <a:ext uri="{FF2B5EF4-FFF2-40B4-BE49-F238E27FC236}">
                <a16:creationId xmlns:a16="http://schemas.microsoft.com/office/drawing/2014/main" id="{7E9103F9-C862-A34C-BC3C-0CECA23DF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05895" y="5407836"/>
            <a:ext cx="1713831" cy="615221"/>
          </a:xfrm>
          <a:custGeom>
            <a:avLst/>
            <a:gdLst>
              <a:gd name="T0" fmla="*/ 1302 w 1377"/>
              <a:gd name="T1" fmla="*/ 8 h 492"/>
              <a:gd name="T2" fmla="*/ 44 w 1377"/>
              <a:gd name="T3" fmla="*/ 381 h 492"/>
              <a:gd name="T4" fmla="*/ 44 w 1377"/>
              <a:gd name="T5" fmla="*/ 381 h 492"/>
              <a:gd name="T6" fmla="*/ 8 w 1377"/>
              <a:gd name="T7" fmla="*/ 447 h 492"/>
              <a:gd name="T8" fmla="*/ 8 w 1377"/>
              <a:gd name="T9" fmla="*/ 447 h 492"/>
              <a:gd name="T10" fmla="*/ 74 w 1377"/>
              <a:gd name="T11" fmla="*/ 483 h 492"/>
              <a:gd name="T12" fmla="*/ 1332 w 1377"/>
              <a:gd name="T13" fmla="*/ 110 h 492"/>
              <a:gd name="T14" fmla="*/ 1332 w 1377"/>
              <a:gd name="T15" fmla="*/ 110 h 492"/>
              <a:gd name="T16" fmla="*/ 1367 w 1377"/>
              <a:gd name="T17" fmla="*/ 44 h 492"/>
              <a:gd name="T18" fmla="*/ 1367 w 1377"/>
              <a:gd name="T19" fmla="*/ 44 h 492"/>
              <a:gd name="T20" fmla="*/ 1302 w 1377"/>
              <a:gd name="T21" fmla="*/ 8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77" h="492">
                <a:moveTo>
                  <a:pt x="1302" y="8"/>
                </a:moveTo>
                <a:lnTo>
                  <a:pt x="44" y="381"/>
                </a:lnTo>
                <a:lnTo>
                  <a:pt x="44" y="381"/>
                </a:lnTo>
                <a:cubicBezTo>
                  <a:pt x="16" y="390"/>
                  <a:pt x="0" y="419"/>
                  <a:pt x="8" y="447"/>
                </a:cubicBezTo>
                <a:lnTo>
                  <a:pt x="8" y="447"/>
                </a:lnTo>
                <a:cubicBezTo>
                  <a:pt x="17" y="475"/>
                  <a:pt x="46" y="491"/>
                  <a:pt x="74" y="483"/>
                </a:cubicBezTo>
                <a:lnTo>
                  <a:pt x="1332" y="110"/>
                </a:lnTo>
                <a:lnTo>
                  <a:pt x="1332" y="110"/>
                </a:lnTo>
                <a:cubicBezTo>
                  <a:pt x="1360" y="102"/>
                  <a:pt x="1376" y="72"/>
                  <a:pt x="1367" y="44"/>
                </a:cubicBezTo>
                <a:lnTo>
                  <a:pt x="1367" y="44"/>
                </a:lnTo>
                <a:cubicBezTo>
                  <a:pt x="1359" y="16"/>
                  <a:pt x="1330" y="0"/>
                  <a:pt x="1302" y="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62" name="Freeform 408">
            <a:extLst>
              <a:ext uri="{FF2B5EF4-FFF2-40B4-BE49-F238E27FC236}">
                <a16:creationId xmlns:a16="http://schemas.microsoft.com/office/drawing/2014/main" id="{309E78EA-095B-304A-B2BB-8E520E5B1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2431" y="7940132"/>
            <a:ext cx="1027198" cy="197750"/>
          </a:xfrm>
          <a:custGeom>
            <a:avLst/>
            <a:gdLst>
              <a:gd name="T0" fmla="*/ 823 w 824"/>
              <a:gd name="T1" fmla="*/ 0 h 160"/>
              <a:gd name="T2" fmla="*/ 0 w 824"/>
              <a:gd name="T3" fmla="*/ 94 h 160"/>
              <a:gd name="T4" fmla="*/ 66 w 824"/>
              <a:gd name="T5" fmla="*/ 159 h 160"/>
              <a:gd name="T6" fmla="*/ 823 w 824"/>
              <a:gd name="T7" fmla="*/ 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4" h="160">
                <a:moveTo>
                  <a:pt x="823" y="0"/>
                </a:moveTo>
                <a:lnTo>
                  <a:pt x="0" y="94"/>
                </a:lnTo>
                <a:lnTo>
                  <a:pt x="66" y="159"/>
                </a:lnTo>
                <a:lnTo>
                  <a:pt x="823" y="0"/>
                </a:lnTo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63" name="Freeform 409">
            <a:extLst>
              <a:ext uri="{FF2B5EF4-FFF2-40B4-BE49-F238E27FC236}">
                <a16:creationId xmlns:a16="http://schemas.microsoft.com/office/drawing/2014/main" id="{8F3D831D-0A5E-DE4D-98F3-48E34DD0E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1584" y="7775341"/>
            <a:ext cx="747054" cy="109861"/>
          </a:xfrm>
          <a:custGeom>
            <a:avLst/>
            <a:gdLst>
              <a:gd name="T0" fmla="*/ 12 w 598"/>
              <a:gd name="T1" fmla="*/ 0 h 86"/>
              <a:gd name="T2" fmla="*/ 0 w 598"/>
              <a:gd name="T3" fmla="*/ 47 h 86"/>
              <a:gd name="T4" fmla="*/ 597 w 598"/>
              <a:gd name="T5" fmla="*/ 85 h 86"/>
              <a:gd name="T6" fmla="*/ 12 w 598"/>
              <a:gd name="T7" fmla="*/ 0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98" h="86">
                <a:moveTo>
                  <a:pt x="12" y="0"/>
                </a:moveTo>
                <a:lnTo>
                  <a:pt x="0" y="47"/>
                </a:lnTo>
                <a:lnTo>
                  <a:pt x="597" y="85"/>
                </a:lnTo>
                <a:lnTo>
                  <a:pt x="12" y="0"/>
                </a:lnTo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64" name="Freeform 410">
            <a:extLst>
              <a:ext uri="{FF2B5EF4-FFF2-40B4-BE49-F238E27FC236}">
                <a16:creationId xmlns:a16="http://schemas.microsoft.com/office/drawing/2014/main" id="{27D32E0F-BC20-2F40-9692-49DC197A3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5382" y="7555619"/>
            <a:ext cx="1384248" cy="543810"/>
          </a:xfrm>
          <a:custGeom>
            <a:avLst/>
            <a:gdLst>
              <a:gd name="T0" fmla="*/ 217 w 1110"/>
              <a:gd name="T1" fmla="*/ 0 h 437"/>
              <a:gd name="T2" fmla="*/ 120 w 1110"/>
              <a:gd name="T3" fmla="*/ 169 h 437"/>
              <a:gd name="T4" fmla="*/ 199 w 1110"/>
              <a:gd name="T5" fmla="*/ 180 h 437"/>
              <a:gd name="T6" fmla="*/ 784 w 1110"/>
              <a:gd name="T7" fmla="*/ 265 h 437"/>
              <a:gd name="T8" fmla="*/ 187 w 1110"/>
              <a:gd name="T9" fmla="*/ 227 h 437"/>
              <a:gd name="T10" fmla="*/ 100 w 1110"/>
              <a:gd name="T11" fmla="*/ 221 h 437"/>
              <a:gd name="T12" fmla="*/ 0 w 1110"/>
              <a:gd name="T13" fmla="*/ 436 h 437"/>
              <a:gd name="T14" fmla="*/ 286 w 1110"/>
              <a:gd name="T15" fmla="*/ 404 h 437"/>
              <a:gd name="T16" fmla="*/ 1109 w 1110"/>
              <a:gd name="T17" fmla="*/ 310 h 437"/>
              <a:gd name="T18" fmla="*/ 217 w 1110"/>
              <a:gd name="T19" fmla="*/ 0 h 4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10" h="437">
                <a:moveTo>
                  <a:pt x="217" y="0"/>
                </a:moveTo>
                <a:lnTo>
                  <a:pt x="120" y="169"/>
                </a:lnTo>
                <a:lnTo>
                  <a:pt x="199" y="180"/>
                </a:lnTo>
                <a:lnTo>
                  <a:pt x="784" y="265"/>
                </a:lnTo>
                <a:lnTo>
                  <a:pt x="187" y="227"/>
                </a:lnTo>
                <a:lnTo>
                  <a:pt x="100" y="221"/>
                </a:lnTo>
                <a:lnTo>
                  <a:pt x="0" y="436"/>
                </a:lnTo>
                <a:lnTo>
                  <a:pt x="286" y="404"/>
                </a:lnTo>
                <a:lnTo>
                  <a:pt x="1109" y="310"/>
                </a:lnTo>
                <a:lnTo>
                  <a:pt x="217" y="0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65" name="Freeform 64">
            <a:extLst>
              <a:ext uri="{FF2B5EF4-FFF2-40B4-BE49-F238E27FC236}">
                <a16:creationId xmlns:a16="http://schemas.microsoft.com/office/drawing/2014/main" id="{5DC626DD-262C-1E4D-A11C-B5FBC30C4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8111" y="9238712"/>
            <a:ext cx="1097362" cy="836970"/>
          </a:xfrm>
          <a:custGeom>
            <a:avLst/>
            <a:gdLst>
              <a:gd name="connsiteX0" fmla="*/ 1097362 w 1097362"/>
              <a:gd name="connsiteY0" fmla="*/ 0 h 836970"/>
              <a:gd name="connsiteX1" fmla="*/ 1059952 w 1097362"/>
              <a:gd name="connsiteY1" fmla="*/ 74791 h 836970"/>
              <a:gd name="connsiteX2" fmla="*/ 1058840 w 1097362"/>
              <a:gd name="connsiteY2" fmla="*/ 74834 h 836970"/>
              <a:gd name="connsiteX3" fmla="*/ 984066 w 1097362"/>
              <a:gd name="connsiteY3" fmla="*/ 223906 h 836970"/>
              <a:gd name="connsiteX4" fmla="*/ 678427 w 1097362"/>
              <a:gd name="connsiteY4" fmla="*/ 829509 h 836970"/>
              <a:gd name="connsiteX5" fmla="*/ 458866 w 1097362"/>
              <a:gd name="connsiteY5" fmla="*/ 836970 h 836970"/>
              <a:gd name="connsiteX6" fmla="*/ 352828 w 1097362"/>
              <a:gd name="connsiteY6" fmla="*/ 655414 h 836970"/>
              <a:gd name="connsiteX7" fmla="*/ 38457 w 1097362"/>
              <a:gd name="connsiteY7" fmla="*/ 113232 h 836970"/>
              <a:gd name="connsiteX8" fmla="*/ 39411 w 1097362"/>
              <a:gd name="connsiteY8" fmla="*/ 113196 h 836970"/>
              <a:gd name="connsiteX9" fmla="*/ 0 w 1097362"/>
              <a:gd name="connsiteY9" fmla="*/ 41832 h 836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7362" h="836970">
                <a:moveTo>
                  <a:pt x="1097362" y="0"/>
                </a:moveTo>
                <a:lnTo>
                  <a:pt x="1059952" y="74791"/>
                </a:lnTo>
                <a:lnTo>
                  <a:pt x="1058840" y="74834"/>
                </a:lnTo>
                <a:lnTo>
                  <a:pt x="984066" y="223906"/>
                </a:lnTo>
                <a:lnTo>
                  <a:pt x="678427" y="829509"/>
                </a:lnTo>
                <a:lnTo>
                  <a:pt x="458866" y="836970"/>
                </a:lnTo>
                <a:lnTo>
                  <a:pt x="352828" y="655414"/>
                </a:lnTo>
                <a:lnTo>
                  <a:pt x="38457" y="113232"/>
                </a:lnTo>
                <a:lnTo>
                  <a:pt x="39411" y="113196"/>
                </a:lnTo>
                <a:lnTo>
                  <a:pt x="0" y="418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66" name="Freeform 412">
            <a:extLst>
              <a:ext uri="{FF2B5EF4-FFF2-40B4-BE49-F238E27FC236}">
                <a16:creationId xmlns:a16="http://schemas.microsoft.com/office/drawing/2014/main" id="{AC06848A-0D70-EF4C-8FCB-43F06C065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9528" y="10071438"/>
            <a:ext cx="225217" cy="71408"/>
          </a:xfrm>
          <a:custGeom>
            <a:avLst/>
            <a:gdLst>
              <a:gd name="T0" fmla="*/ 178 w 179"/>
              <a:gd name="T1" fmla="*/ 49 h 57"/>
              <a:gd name="T2" fmla="*/ 2 w 179"/>
              <a:gd name="T3" fmla="*/ 56 h 57"/>
              <a:gd name="T4" fmla="*/ 0 w 179"/>
              <a:gd name="T5" fmla="*/ 6 h 57"/>
              <a:gd name="T6" fmla="*/ 176 w 179"/>
              <a:gd name="T7" fmla="*/ 0 h 57"/>
              <a:gd name="T8" fmla="*/ 178 w 179"/>
              <a:gd name="T9" fmla="*/ 4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9" h="57">
                <a:moveTo>
                  <a:pt x="178" y="49"/>
                </a:moveTo>
                <a:lnTo>
                  <a:pt x="2" y="56"/>
                </a:lnTo>
                <a:lnTo>
                  <a:pt x="0" y="6"/>
                </a:lnTo>
                <a:lnTo>
                  <a:pt x="176" y="0"/>
                </a:lnTo>
                <a:lnTo>
                  <a:pt x="178" y="49"/>
                </a:ln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67" name="Freeform 414">
            <a:extLst>
              <a:ext uri="{FF2B5EF4-FFF2-40B4-BE49-F238E27FC236}">
                <a16:creationId xmlns:a16="http://schemas.microsoft.com/office/drawing/2014/main" id="{333D0E23-4207-E44C-BFE5-9921CB211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5162" y="9417760"/>
            <a:ext cx="631699" cy="659166"/>
          </a:xfrm>
          <a:custGeom>
            <a:avLst/>
            <a:gdLst>
              <a:gd name="T0" fmla="*/ 261 w 507"/>
              <a:gd name="T1" fmla="*/ 523 h 530"/>
              <a:gd name="T2" fmla="*/ 506 w 507"/>
              <a:gd name="T3" fmla="*/ 36 h 530"/>
              <a:gd name="T4" fmla="*/ 506 w 507"/>
              <a:gd name="T5" fmla="*/ 36 h 530"/>
              <a:gd name="T6" fmla="*/ 217 w 507"/>
              <a:gd name="T7" fmla="*/ 347 h 530"/>
              <a:gd name="T8" fmla="*/ 217 w 507"/>
              <a:gd name="T9" fmla="*/ 347 h 530"/>
              <a:gd name="T10" fmla="*/ 0 w 507"/>
              <a:gd name="T11" fmla="*/ 383 h 530"/>
              <a:gd name="T12" fmla="*/ 85 w 507"/>
              <a:gd name="T13" fmla="*/ 529 h 530"/>
              <a:gd name="T14" fmla="*/ 261 w 507"/>
              <a:gd name="T15" fmla="*/ 523 h 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7" h="530">
                <a:moveTo>
                  <a:pt x="261" y="523"/>
                </a:moveTo>
                <a:lnTo>
                  <a:pt x="506" y="36"/>
                </a:lnTo>
                <a:lnTo>
                  <a:pt x="506" y="36"/>
                </a:lnTo>
                <a:cubicBezTo>
                  <a:pt x="394" y="0"/>
                  <a:pt x="284" y="257"/>
                  <a:pt x="217" y="347"/>
                </a:cubicBezTo>
                <a:lnTo>
                  <a:pt x="217" y="347"/>
                </a:lnTo>
                <a:cubicBezTo>
                  <a:pt x="168" y="412"/>
                  <a:pt x="57" y="396"/>
                  <a:pt x="0" y="383"/>
                </a:cubicBezTo>
                <a:lnTo>
                  <a:pt x="85" y="529"/>
                </a:lnTo>
                <a:lnTo>
                  <a:pt x="261" y="523"/>
                </a:lnTo>
              </a:path>
            </a:pathLst>
          </a:custGeom>
          <a:solidFill>
            <a:schemeClr val="accent1">
              <a:lumMod val="75000"/>
              <a:alpha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68" name="Freeform 415">
            <a:extLst>
              <a:ext uri="{FF2B5EF4-FFF2-40B4-BE49-F238E27FC236}">
                <a16:creationId xmlns:a16="http://schemas.microsoft.com/office/drawing/2014/main" id="{AC7521BF-FCC2-1849-8747-9E567E477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750" y="9088177"/>
            <a:ext cx="1285373" cy="197750"/>
          </a:xfrm>
          <a:custGeom>
            <a:avLst/>
            <a:gdLst>
              <a:gd name="T0" fmla="*/ 1002 w 1030"/>
              <a:gd name="T1" fmla="*/ 0 h 158"/>
              <a:gd name="T2" fmla="*/ 23 w 1030"/>
              <a:gd name="T3" fmla="*/ 38 h 158"/>
              <a:gd name="T4" fmla="*/ 23 w 1030"/>
              <a:gd name="T5" fmla="*/ 38 h 158"/>
              <a:gd name="T6" fmla="*/ 1 w 1030"/>
              <a:gd name="T7" fmla="*/ 62 h 158"/>
              <a:gd name="T8" fmla="*/ 3 w 1030"/>
              <a:gd name="T9" fmla="*/ 133 h 158"/>
              <a:gd name="T10" fmla="*/ 3 w 1030"/>
              <a:gd name="T11" fmla="*/ 133 h 158"/>
              <a:gd name="T12" fmla="*/ 28 w 1030"/>
              <a:gd name="T13" fmla="*/ 156 h 158"/>
              <a:gd name="T14" fmla="*/ 1006 w 1030"/>
              <a:gd name="T15" fmla="*/ 119 h 158"/>
              <a:gd name="T16" fmla="*/ 1006 w 1030"/>
              <a:gd name="T17" fmla="*/ 119 h 158"/>
              <a:gd name="T18" fmla="*/ 1029 w 1030"/>
              <a:gd name="T19" fmla="*/ 94 h 158"/>
              <a:gd name="T20" fmla="*/ 1026 w 1030"/>
              <a:gd name="T21" fmla="*/ 24 h 158"/>
              <a:gd name="T22" fmla="*/ 1026 w 1030"/>
              <a:gd name="T23" fmla="*/ 24 h 158"/>
              <a:gd name="T24" fmla="*/ 1002 w 1030"/>
              <a:gd name="T25" fmla="*/ 0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0" h="158">
                <a:moveTo>
                  <a:pt x="1002" y="0"/>
                </a:moveTo>
                <a:lnTo>
                  <a:pt x="23" y="38"/>
                </a:lnTo>
                <a:lnTo>
                  <a:pt x="23" y="38"/>
                </a:lnTo>
                <a:cubicBezTo>
                  <a:pt x="11" y="38"/>
                  <a:pt x="0" y="49"/>
                  <a:pt x="1" y="62"/>
                </a:cubicBezTo>
                <a:lnTo>
                  <a:pt x="3" y="133"/>
                </a:lnTo>
                <a:lnTo>
                  <a:pt x="3" y="133"/>
                </a:lnTo>
                <a:cubicBezTo>
                  <a:pt x="4" y="146"/>
                  <a:pt x="15" y="157"/>
                  <a:pt x="28" y="156"/>
                </a:cubicBezTo>
                <a:lnTo>
                  <a:pt x="1006" y="119"/>
                </a:lnTo>
                <a:lnTo>
                  <a:pt x="1006" y="119"/>
                </a:lnTo>
                <a:cubicBezTo>
                  <a:pt x="1019" y="118"/>
                  <a:pt x="1029" y="107"/>
                  <a:pt x="1029" y="94"/>
                </a:cubicBezTo>
                <a:lnTo>
                  <a:pt x="1026" y="24"/>
                </a:lnTo>
                <a:lnTo>
                  <a:pt x="1026" y="24"/>
                </a:lnTo>
                <a:cubicBezTo>
                  <a:pt x="1025" y="10"/>
                  <a:pt x="1014" y="0"/>
                  <a:pt x="1002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69" name="Freeform 416">
            <a:extLst>
              <a:ext uri="{FF2B5EF4-FFF2-40B4-BE49-F238E27FC236}">
                <a16:creationId xmlns:a16="http://schemas.microsoft.com/office/drawing/2014/main" id="{AC95A7B2-EB54-A347-B3A6-6A33CB3F7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92065" y="10131859"/>
            <a:ext cx="285638" cy="54930"/>
          </a:xfrm>
          <a:custGeom>
            <a:avLst/>
            <a:gdLst>
              <a:gd name="T0" fmla="*/ 219 w 229"/>
              <a:gd name="T1" fmla="*/ 0 h 46"/>
              <a:gd name="T2" fmla="*/ 7 w 229"/>
              <a:gd name="T3" fmla="*/ 8 h 46"/>
              <a:gd name="T4" fmla="*/ 7 w 229"/>
              <a:gd name="T5" fmla="*/ 8 h 46"/>
              <a:gd name="T6" fmla="*/ 0 w 229"/>
              <a:gd name="T7" fmla="*/ 15 h 46"/>
              <a:gd name="T8" fmla="*/ 1 w 229"/>
              <a:gd name="T9" fmla="*/ 38 h 46"/>
              <a:gd name="T10" fmla="*/ 1 w 229"/>
              <a:gd name="T11" fmla="*/ 38 h 46"/>
              <a:gd name="T12" fmla="*/ 8 w 229"/>
              <a:gd name="T13" fmla="*/ 45 h 46"/>
              <a:gd name="T14" fmla="*/ 221 w 229"/>
              <a:gd name="T15" fmla="*/ 37 h 46"/>
              <a:gd name="T16" fmla="*/ 221 w 229"/>
              <a:gd name="T17" fmla="*/ 37 h 46"/>
              <a:gd name="T18" fmla="*/ 228 w 229"/>
              <a:gd name="T19" fmla="*/ 29 h 46"/>
              <a:gd name="T20" fmla="*/ 227 w 229"/>
              <a:gd name="T21" fmla="*/ 7 h 46"/>
              <a:gd name="T22" fmla="*/ 227 w 229"/>
              <a:gd name="T23" fmla="*/ 7 h 46"/>
              <a:gd name="T24" fmla="*/ 219 w 229"/>
              <a:gd name="T25" fmla="*/ 0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9" h="46">
                <a:moveTo>
                  <a:pt x="219" y="0"/>
                </a:moveTo>
                <a:lnTo>
                  <a:pt x="7" y="8"/>
                </a:lnTo>
                <a:lnTo>
                  <a:pt x="7" y="8"/>
                </a:lnTo>
                <a:cubicBezTo>
                  <a:pt x="3" y="8"/>
                  <a:pt x="0" y="11"/>
                  <a:pt x="0" y="15"/>
                </a:cubicBezTo>
                <a:lnTo>
                  <a:pt x="1" y="38"/>
                </a:lnTo>
                <a:lnTo>
                  <a:pt x="1" y="38"/>
                </a:lnTo>
                <a:cubicBezTo>
                  <a:pt x="1" y="42"/>
                  <a:pt x="5" y="45"/>
                  <a:pt x="8" y="45"/>
                </a:cubicBezTo>
                <a:lnTo>
                  <a:pt x="221" y="37"/>
                </a:lnTo>
                <a:lnTo>
                  <a:pt x="221" y="37"/>
                </a:lnTo>
                <a:cubicBezTo>
                  <a:pt x="225" y="37"/>
                  <a:pt x="228" y="33"/>
                  <a:pt x="228" y="29"/>
                </a:cubicBezTo>
                <a:lnTo>
                  <a:pt x="227" y="7"/>
                </a:lnTo>
                <a:lnTo>
                  <a:pt x="227" y="7"/>
                </a:lnTo>
                <a:cubicBezTo>
                  <a:pt x="227" y="3"/>
                  <a:pt x="223" y="0"/>
                  <a:pt x="219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70" name="Freeform 417">
            <a:extLst>
              <a:ext uri="{FF2B5EF4-FFF2-40B4-BE49-F238E27FC236}">
                <a16:creationId xmlns:a16="http://schemas.microsoft.com/office/drawing/2014/main" id="{615E21D7-C1C3-6044-A600-BAA80E4F1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6750" y="6187852"/>
            <a:ext cx="1005229" cy="1005229"/>
          </a:xfrm>
          <a:custGeom>
            <a:avLst/>
            <a:gdLst>
              <a:gd name="T0" fmla="*/ 402 w 806"/>
              <a:gd name="T1" fmla="*/ 737 h 805"/>
              <a:gd name="T2" fmla="*/ 402 w 806"/>
              <a:gd name="T3" fmla="*/ 737 h 805"/>
              <a:gd name="T4" fmla="*/ 67 w 806"/>
              <a:gd name="T5" fmla="*/ 403 h 805"/>
              <a:gd name="T6" fmla="*/ 67 w 806"/>
              <a:gd name="T7" fmla="*/ 403 h 805"/>
              <a:gd name="T8" fmla="*/ 402 w 806"/>
              <a:gd name="T9" fmla="*/ 67 h 805"/>
              <a:gd name="T10" fmla="*/ 402 w 806"/>
              <a:gd name="T11" fmla="*/ 67 h 805"/>
              <a:gd name="T12" fmla="*/ 737 w 806"/>
              <a:gd name="T13" fmla="*/ 403 h 805"/>
              <a:gd name="T14" fmla="*/ 737 w 806"/>
              <a:gd name="T15" fmla="*/ 403 h 805"/>
              <a:gd name="T16" fmla="*/ 402 w 806"/>
              <a:gd name="T17" fmla="*/ 737 h 805"/>
              <a:gd name="T18" fmla="*/ 402 w 806"/>
              <a:gd name="T19" fmla="*/ 0 h 805"/>
              <a:gd name="T20" fmla="*/ 402 w 806"/>
              <a:gd name="T21" fmla="*/ 0 h 805"/>
              <a:gd name="T22" fmla="*/ 0 w 806"/>
              <a:gd name="T23" fmla="*/ 403 h 805"/>
              <a:gd name="T24" fmla="*/ 0 w 806"/>
              <a:gd name="T25" fmla="*/ 403 h 805"/>
              <a:gd name="T26" fmla="*/ 402 w 806"/>
              <a:gd name="T27" fmla="*/ 804 h 805"/>
              <a:gd name="T28" fmla="*/ 402 w 806"/>
              <a:gd name="T29" fmla="*/ 804 h 805"/>
              <a:gd name="T30" fmla="*/ 805 w 806"/>
              <a:gd name="T31" fmla="*/ 403 h 805"/>
              <a:gd name="T32" fmla="*/ 805 w 806"/>
              <a:gd name="T33" fmla="*/ 403 h 805"/>
              <a:gd name="T34" fmla="*/ 402 w 806"/>
              <a:gd name="T35" fmla="*/ 0 h 8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06" h="805">
                <a:moveTo>
                  <a:pt x="402" y="737"/>
                </a:moveTo>
                <a:lnTo>
                  <a:pt x="402" y="737"/>
                </a:lnTo>
                <a:cubicBezTo>
                  <a:pt x="217" y="737"/>
                  <a:pt x="67" y="587"/>
                  <a:pt x="67" y="403"/>
                </a:cubicBezTo>
                <a:lnTo>
                  <a:pt x="67" y="403"/>
                </a:lnTo>
                <a:cubicBezTo>
                  <a:pt x="67" y="217"/>
                  <a:pt x="217" y="67"/>
                  <a:pt x="402" y="67"/>
                </a:cubicBezTo>
                <a:lnTo>
                  <a:pt x="402" y="67"/>
                </a:lnTo>
                <a:cubicBezTo>
                  <a:pt x="588" y="67"/>
                  <a:pt x="737" y="217"/>
                  <a:pt x="737" y="403"/>
                </a:cubicBezTo>
                <a:lnTo>
                  <a:pt x="737" y="403"/>
                </a:lnTo>
                <a:cubicBezTo>
                  <a:pt x="737" y="587"/>
                  <a:pt x="588" y="737"/>
                  <a:pt x="402" y="737"/>
                </a:cubicBezTo>
                <a:close/>
                <a:moveTo>
                  <a:pt x="402" y="0"/>
                </a:moveTo>
                <a:lnTo>
                  <a:pt x="402" y="0"/>
                </a:lnTo>
                <a:cubicBezTo>
                  <a:pt x="180" y="0"/>
                  <a:pt x="0" y="180"/>
                  <a:pt x="0" y="403"/>
                </a:cubicBezTo>
                <a:lnTo>
                  <a:pt x="0" y="403"/>
                </a:lnTo>
                <a:cubicBezTo>
                  <a:pt x="0" y="624"/>
                  <a:pt x="180" y="804"/>
                  <a:pt x="402" y="804"/>
                </a:cubicBezTo>
                <a:lnTo>
                  <a:pt x="402" y="804"/>
                </a:lnTo>
                <a:cubicBezTo>
                  <a:pt x="624" y="804"/>
                  <a:pt x="805" y="624"/>
                  <a:pt x="805" y="403"/>
                </a:cubicBezTo>
                <a:lnTo>
                  <a:pt x="805" y="403"/>
                </a:lnTo>
                <a:cubicBezTo>
                  <a:pt x="805" y="180"/>
                  <a:pt x="624" y="0"/>
                  <a:pt x="4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71" name="Freeform 418">
            <a:extLst>
              <a:ext uri="{FF2B5EF4-FFF2-40B4-BE49-F238E27FC236}">
                <a16:creationId xmlns:a16="http://schemas.microsoft.com/office/drawing/2014/main" id="{CA85C2B9-B301-B049-A580-DE38222C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1893" y="6272995"/>
            <a:ext cx="834943" cy="834943"/>
          </a:xfrm>
          <a:custGeom>
            <a:avLst/>
            <a:gdLst>
              <a:gd name="T0" fmla="*/ 335 w 671"/>
              <a:gd name="T1" fmla="*/ 603 h 671"/>
              <a:gd name="T2" fmla="*/ 335 w 671"/>
              <a:gd name="T3" fmla="*/ 603 h 671"/>
              <a:gd name="T4" fmla="*/ 67 w 671"/>
              <a:gd name="T5" fmla="*/ 336 h 671"/>
              <a:gd name="T6" fmla="*/ 67 w 671"/>
              <a:gd name="T7" fmla="*/ 336 h 671"/>
              <a:gd name="T8" fmla="*/ 335 w 671"/>
              <a:gd name="T9" fmla="*/ 67 h 671"/>
              <a:gd name="T10" fmla="*/ 335 w 671"/>
              <a:gd name="T11" fmla="*/ 67 h 671"/>
              <a:gd name="T12" fmla="*/ 604 w 671"/>
              <a:gd name="T13" fmla="*/ 336 h 671"/>
              <a:gd name="T14" fmla="*/ 604 w 671"/>
              <a:gd name="T15" fmla="*/ 336 h 671"/>
              <a:gd name="T16" fmla="*/ 335 w 671"/>
              <a:gd name="T17" fmla="*/ 603 h 671"/>
              <a:gd name="T18" fmla="*/ 335 w 671"/>
              <a:gd name="T19" fmla="*/ 0 h 671"/>
              <a:gd name="T20" fmla="*/ 335 w 671"/>
              <a:gd name="T21" fmla="*/ 0 h 671"/>
              <a:gd name="T22" fmla="*/ 0 w 671"/>
              <a:gd name="T23" fmla="*/ 336 h 671"/>
              <a:gd name="T24" fmla="*/ 0 w 671"/>
              <a:gd name="T25" fmla="*/ 336 h 671"/>
              <a:gd name="T26" fmla="*/ 335 w 671"/>
              <a:gd name="T27" fmla="*/ 670 h 671"/>
              <a:gd name="T28" fmla="*/ 335 w 671"/>
              <a:gd name="T29" fmla="*/ 670 h 671"/>
              <a:gd name="T30" fmla="*/ 670 w 671"/>
              <a:gd name="T31" fmla="*/ 336 h 671"/>
              <a:gd name="T32" fmla="*/ 670 w 671"/>
              <a:gd name="T33" fmla="*/ 336 h 671"/>
              <a:gd name="T34" fmla="*/ 335 w 671"/>
              <a:gd name="T35" fmla="*/ 0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71" h="671">
                <a:moveTo>
                  <a:pt x="335" y="603"/>
                </a:moveTo>
                <a:lnTo>
                  <a:pt x="335" y="603"/>
                </a:lnTo>
                <a:cubicBezTo>
                  <a:pt x="187" y="603"/>
                  <a:pt x="67" y="483"/>
                  <a:pt x="67" y="336"/>
                </a:cubicBezTo>
                <a:lnTo>
                  <a:pt x="67" y="336"/>
                </a:lnTo>
                <a:cubicBezTo>
                  <a:pt x="67" y="187"/>
                  <a:pt x="187" y="67"/>
                  <a:pt x="335" y="67"/>
                </a:cubicBezTo>
                <a:lnTo>
                  <a:pt x="335" y="67"/>
                </a:lnTo>
                <a:cubicBezTo>
                  <a:pt x="484" y="67"/>
                  <a:pt x="604" y="187"/>
                  <a:pt x="604" y="336"/>
                </a:cubicBezTo>
                <a:lnTo>
                  <a:pt x="604" y="336"/>
                </a:lnTo>
                <a:cubicBezTo>
                  <a:pt x="604" y="483"/>
                  <a:pt x="484" y="603"/>
                  <a:pt x="335" y="603"/>
                </a:cubicBezTo>
                <a:close/>
                <a:moveTo>
                  <a:pt x="335" y="0"/>
                </a:moveTo>
                <a:lnTo>
                  <a:pt x="335" y="0"/>
                </a:lnTo>
                <a:cubicBezTo>
                  <a:pt x="150" y="0"/>
                  <a:pt x="0" y="150"/>
                  <a:pt x="0" y="336"/>
                </a:cubicBezTo>
                <a:lnTo>
                  <a:pt x="0" y="336"/>
                </a:lnTo>
                <a:cubicBezTo>
                  <a:pt x="0" y="520"/>
                  <a:pt x="150" y="670"/>
                  <a:pt x="335" y="670"/>
                </a:cubicBezTo>
                <a:lnTo>
                  <a:pt x="335" y="670"/>
                </a:lnTo>
                <a:cubicBezTo>
                  <a:pt x="521" y="670"/>
                  <a:pt x="670" y="520"/>
                  <a:pt x="670" y="336"/>
                </a:cubicBezTo>
                <a:lnTo>
                  <a:pt x="670" y="336"/>
                </a:lnTo>
                <a:cubicBezTo>
                  <a:pt x="670" y="150"/>
                  <a:pt x="521" y="0"/>
                  <a:pt x="3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72" name="Freeform 419">
            <a:extLst>
              <a:ext uri="{FF2B5EF4-FFF2-40B4-BE49-F238E27FC236}">
                <a16:creationId xmlns:a16="http://schemas.microsoft.com/office/drawing/2014/main" id="{AB2A96B4-0582-644A-BDAA-FF4B9D02B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4288" y="6355390"/>
            <a:ext cx="670152" cy="670152"/>
          </a:xfrm>
          <a:custGeom>
            <a:avLst/>
            <a:gdLst>
              <a:gd name="T0" fmla="*/ 268 w 538"/>
              <a:gd name="T1" fmla="*/ 469 h 537"/>
              <a:gd name="T2" fmla="*/ 268 w 538"/>
              <a:gd name="T3" fmla="*/ 469 h 537"/>
              <a:gd name="T4" fmla="*/ 67 w 538"/>
              <a:gd name="T5" fmla="*/ 269 h 537"/>
              <a:gd name="T6" fmla="*/ 67 w 538"/>
              <a:gd name="T7" fmla="*/ 269 h 537"/>
              <a:gd name="T8" fmla="*/ 268 w 538"/>
              <a:gd name="T9" fmla="*/ 68 h 537"/>
              <a:gd name="T10" fmla="*/ 268 w 538"/>
              <a:gd name="T11" fmla="*/ 68 h 537"/>
              <a:gd name="T12" fmla="*/ 470 w 538"/>
              <a:gd name="T13" fmla="*/ 269 h 537"/>
              <a:gd name="T14" fmla="*/ 470 w 538"/>
              <a:gd name="T15" fmla="*/ 269 h 537"/>
              <a:gd name="T16" fmla="*/ 268 w 538"/>
              <a:gd name="T17" fmla="*/ 469 h 537"/>
              <a:gd name="T18" fmla="*/ 268 w 538"/>
              <a:gd name="T19" fmla="*/ 0 h 537"/>
              <a:gd name="T20" fmla="*/ 268 w 538"/>
              <a:gd name="T21" fmla="*/ 0 h 537"/>
              <a:gd name="T22" fmla="*/ 0 w 538"/>
              <a:gd name="T23" fmla="*/ 269 h 537"/>
              <a:gd name="T24" fmla="*/ 0 w 538"/>
              <a:gd name="T25" fmla="*/ 269 h 537"/>
              <a:gd name="T26" fmla="*/ 268 w 538"/>
              <a:gd name="T27" fmla="*/ 536 h 537"/>
              <a:gd name="T28" fmla="*/ 268 w 538"/>
              <a:gd name="T29" fmla="*/ 536 h 537"/>
              <a:gd name="T30" fmla="*/ 537 w 538"/>
              <a:gd name="T31" fmla="*/ 269 h 537"/>
              <a:gd name="T32" fmla="*/ 537 w 538"/>
              <a:gd name="T33" fmla="*/ 269 h 537"/>
              <a:gd name="T34" fmla="*/ 268 w 538"/>
              <a:gd name="T35" fmla="*/ 0 h 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38" h="537">
                <a:moveTo>
                  <a:pt x="268" y="469"/>
                </a:moveTo>
                <a:lnTo>
                  <a:pt x="268" y="469"/>
                </a:lnTo>
                <a:cubicBezTo>
                  <a:pt x="157" y="469"/>
                  <a:pt x="67" y="380"/>
                  <a:pt x="67" y="269"/>
                </a:cubicBezTo>
                <a:lnTo>
                  <a:pt x="67" y="269"/>
                </a:lnTo>
                <a:cubicBezTo>
                  <a:pt x="67" y="158"/>
                  <a:pt x="157" y="68"/>
                  <a:pt x="268" y="68"/>
                </a:cubicBezTo>
                <a:lnTo>
                  <a:pt x="268" y="68"/>
                </a:lnTo>
                <a:cubicBezTo>
                  <a:pt x="380" y="68"/>
                  <a:pt x="470" y="158"/>
                  <a:pt x="470" y="269"/>
                </a:cubicBezTo>
                <a:lnTo>
                  <a:pt x="470" y="269"/>
                </a:lnTo>
                <a:cubicBezTo>
                  <a:pt x="470" y="380"/>
                  <a:pt x="380" y="469"/>
                  <a:pt x="268" y="469"/>
                </a:cubicBezTo>
                <a:close/>
                <a:moveTo>
                  <a:pt x="268" y="0"/>
                </a:moveTo>
                <a:lnTo>
                  <a:pt x="268" y="0"/>
                </a:lnTo>
                <a:cubicBezTo>
                  <a:pt x="120" y="0"/>
                  <a:pt x="0" y="120"/>
                  <a:pt x="0" y="269"/>
                </a:cubicBezTo>
                <a:lnTo>
                  <a:pt x="0" y="269"/>
                </a:lnTo>
                <a:cubicBezTo>
                  <a:pt x="0" y="416"/>
                  <a:pt x="120" y="536"/>
                  <a:pt x="268" y="536"/>
                </a:cubicBezTo>
                <a:lnTo>
                  <a:pt x="268" y="536"/>
                </a:lnTo>
                <a:cubicBezTo>
                  <a:pt x="417" y="536"/>
                  <a:pt x="537" y="416"/>
                  <a:pt x="537" y="269"/>
                </a:cubicBezTo>
                <a:lnTo>
                  <a:pt x="537" y="269"/>
                </a:lnTo>
                <a:cubicBezTo>
                  <a:pt x="537" y="120"/>
                  <a:pt x="417" y="0"/>
                  <a:pt x="26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73" name="Freeform 420">
            <a:extLst>
              <a:ext uri="{FF2B5EF4-FFF2-40B4-BE49-F238E27FC236}">
                <a16:creationId xmlns:a16="http://schemas.microsoft.com/office/drawing/2014/main" id="{DCA988D6-7103-5145-94CF-7267557CF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6684" y="6440534"/>
            <a:ext cx="505360" cy="499865"/>
          </a:xfrm>
          <a:custGeom>
            <a:avLst/>
            <a:gdLst>
              <a:gd name="T0" fmla="*/ 201 w 404"/>
              <a:gd name="T1" fmla="*/ 335 h 402"/>
              <a:gd name="T2" fmla="*/ 201 w 404"/>
              <a:gd name="T3" fmla="*/ 335 h 402"/>
              <a:gd name="T4" fmla="*/ 67 w 404"/>
              <a:gd name="T5" fmla="*/ 201 h 402"/>
              <a:gd name="T6" fmla="*/ 67 w 404"/>
              <a:gd name="T7" fmla="*/ 201 h 402"/>
              <a:gd name="T8" fmla="*/ 201 w 404"/>
              <a:gd name="T9" fmla="*/ 66 h 402"/>
              <a:gd name="T10" fmla="*/ 201 w 404"/>
              <a:gd name="T11" fmla="*/ 66 h 402"/>
              <a:gd name="T12" fmla="*/ 335 w 404"/>
              <a:gd name="T13" fmla="*/ 201 h 402"/>
              <a:gd name="T14" fmla="*/ 335 w 404"/>
              <a:gd name="T15" fmla="*/ 201 h 402"/>
              <a:gd name="T16" fmla="*/ 201 w 404"/>
              <a:gd name="T17" fmla="*/ 335 h 402"/>
              <a:gd name="T18" fmla="*/ 201 w 404"/>
              <a:gd name="T19" fmla="*/ 0 h 402"/>
              <a:gd name="T20" fmla="*/ 201 w 404"/>
              <a:gd name="T21" fmla="*/ 0 h 402"/>
              <a:gd name="T22" fmla="*/ 0 w 404"/>
              <a:gd name="T23" fmla="*/ 201 h 402"/>
              <a:gd name="T24" fmla="*/ 0 w 404"/>
              <a:gd name="T25" fmla="*/ 201 h 402"/>
              <a:gd name="T26" fmla="*/ 201 w 404"/>
              <a:gd name="T27" fmla="*/ 401 h 402"/>
              <a:gd name="T28" fmla="*/ 201 w 404"/>
              <a:gd name="T29" fmla="*/ 401 h 402"/>
              <a:gd name="T30" fmla="*/ 403 w 404"/>
              <a:gd name="T31" fmla="*/ 201 h 402"/>
              <a:gd name="T32" fmla="*/ 403 w 404"/>
              <a:gd name="T33" fmla="*/ 201 h 402"/>
              <a:gd name="T34" fmla="*/ 201 w 404"/>
              <a:gd name="T35" fmla="*/ 0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4" h="402">
                <a:moveTo>
                  <a:pt x="201" y="335"/>
                </a:moveTo>
                <a:lnTo>
                  <a:pt x="201" y="335"/>
                </a:lnTo>
                <a:cubicBezTo>
                  <a:pt x="127" y="335"/>
                  <a:pt x="67" y="275"/>
                  <a:pt x="67" y="201"/>
                </a:cubicBezTo>
                <a:lnTo>
                  <a:pt x="67" y="201"/>
                </a:lnTo>
                <a:cubicBezTo>
                  <a:pt x="67" y="127"/>
                  <a:pt x="127" y="66"/>
                  <a:pt x="201" y="66"/>
                </a:cubicBezTo>
                <a:lnTo>
                  <a:pt x="201" y="66"/>
                </a:lnTo>
                <a:cubicBezTo>
                  <a:pt x="276" y="66"/>
                  <a:pt x="335" y="127"/>
                  <a:pt x="335" y="201"/>
                </a:cubicBezTo>
                <a:lnTo>
                  <a:pt x="335" y="201"/>
                </a:lnTo>
                <a:cubicBezTo>
                  <a:pt x="335" y="275"/>
                  <a:pt x="276" y="335"/>
                  <a:pt x="201" y="335"/>
                </a:cubicBezTo>
                <a:close/>
                <a:moveTo>
                  <a:pt x="201" y="0"/>
                </a:moveTo>
                <a:lnTo>
                  <a:pt x="201" y="0"/>
                </a:lnTo>
                <a:cubicBezTo>
                  <a:pt x="90" y="0"/>
                  <a:pt x="0" y="90"/>
                  <a:pt x="0" y="201"/>
                </a:cubicBezTo>
                <a:lnTo>
                  <a:pt x="0" y="201"/>
                </a:lnTo>
                <a:cubicBezTo>
                  <a:pt x="0" y="312"/>
                  <a:pt x="90" y="401"/>
                  <a:pt x="201" y="401"/>
                </a:cubicBezTo>
                <a:lnTo>
                  <a:pt x="201" y="401"/>
                </a:lnTo>
                <a:cubicBezTo>
                  <a:pt x="313" y="401"/>
                  <a:pt x="403" y="312"/>
                  <a:pt x="403" y="201"/>
                </a:cubicBezTo>
                <a:lnTo>
                  <a:pt x="403" y="201"/>
                </a:lnTo>
                <a:cubicBezTo>
                  <a:pt x="403" y="90"/>
                  <a:pt x="313" y="0"/>
                  <a:pt x="2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74" name="Freeform 421">
            <a:extLst>
              <a:ext uri="{FF2B5EF4-FFF2-40B4-BE49-F238E27FC236}">
                <a16:creationId xmlns:a16="http://schemas.microsoft.com/office/drawing/2014/main" id="{088694E1-7760-2845-B9AB-86030ADC7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1827" y="6522927"/>
            <a:ext cx="335074" cy="335078"/>
          </a:xfrm>
          <a:custGeom>
            <a:avLst/>
            <a:gdLst>
              <a:gd name="T0" fmla="*/ 134 w 269"/>
              <a:gd name="T1" fmla="*/ 0 h 270"/>
              <a:gd name="T2" fmla="*/ 134 w 269"/>
              <a:gd name="T3" fmla="*/ 0 h 270"/>
              <a:gd name="T4" fmla="*/ 0 w 269"/>
              <a:gd name="T5" fmla="*/ 135 h 270"/>
              <a:gd name="T6" fmla="*/ 0 w 269"/>
              <a:gd name="T7" fmla="*/ 135 h 270"/>
              <a:gd name="T8" fmla="*/ 134 w 269"/>
              <a:gd name="T9" fmla="*/ 269 h 270"/>
              <a:gd name="T10" fmla="*/ 134 w 269"/>
              <a:gd name="T11" fmla="*/ 269 h 270"/>
              <a:gd name="T12" fmla="*/ 268 w 269"/>
              <a:gd name="T13" fmla="*/ 135 h 270"/>
              <a:gd name="T14" fmla="*/ 268 w 269"/>
              <a:gd name="T15" fmla="*/ 135 h 270"/>
              <a:gd name="T16" fmla="*/ 134 w 269"/>
              <a:gd name="T17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69" h="270">
                <a:moveTo>
                  <a:pt x="134" y="0"/>
                </a:moveTo>
                <a:lnTo>
                  <a:pt x="134" y="0"/>
                </a:lnTo>
                <a:cubicBezTo>
                  <a:pt x="60" y="0"/>
                  <a:pt x="0" y="61"/>
                  <a:pt x="0" y="135"/>
                </a:cubicBezTo>
                <a:lnTo>
                  <a:pt x="0" y="135"/>
                </a:lnTo>
                <a:cubicBezTo>
                  <a:pt x="0" y="209"/>
                  <a:pt x="60" y="269"/>
                  <a:pt x="134" y="269"/>
                </a:cubicBezTo>
                <a:lnTo>
                  <a:pt x="134" y="269"/>
                </a:lnTo>
                <a:cubicBezTo>
                  <a:pt x="209" y="269"/>
                  <a:pt x="268" y="209"/>
                  <a:pt x="268" y="135"/>
                </a:cubicBezTo>
                <a:lnTo>
                  <a:pt x="268" y="135"/>
                </a:lnTo>
                <a:cubicBezTo>
                  <a:pt x="268" y="61"/>
                  <a:pt x="209" y="0"/>
                  <a:pt x="134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75" name="Freeform 422">
            <a:extLst>
              <a:ext uri="{FF2B5EF4-FFF2-40B4-BE49-F238E27FC236}">
                <a16:creationId xmlns:a16="http://schemas.microsoft.com/office/drawing/2014/main" id="{18B68184-D598-E14A-B049-D72FABBC5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8478" y="3622598"/>
            <a:ext cx="845929" cy="807476"/>
          </a:xfrm>
          <a:custGeom>
            <a:avLst/>
            <a:gdLst>
              <a:gd name="T0" fmla="*/ 548 w 681"/>
              <a:gd name="T1" fmla="*/ 5 h 648"/>
              <a:gd name="T2" fmla="*/ 62 w 681"/>
              <a:gd name="T3" fmla="*/ 82 h 648"/>
              <a:gd name="T4" fmla="*/ 62 w 681"/>
              <a:gd name="T5" fmla="*/ 82 h 648"/>
              <a:gd name="T6" fmla="*/ 6 w 681"/>
              <a:gd name="T7" fmla="*/ 159 h 648"/>
              <a:gd name="T8" fmla="*/ 55 w 681"/>
              <a:gd name="T9" fmla="*/ 473 h 648"/>
              <a:gd name="T10" fmla="*/ 55 w 681"/>
              <a:gd name="T11" fmla="*/ 473 h 648"/>
              <a:gd name="T12" fmla="*/ 132 w 681"/>
              <a:gd name="T13" fmla="*/ 528 h 648"/>
              <a:gd name="T14" fmla="*/ 272 w 681"/>
              <a:gd name="T15" fmla="*/ 506 h 648"/>
              <a:gd name="T16" fmla="*/ 373 w 681"/>
              <a:gd name="T17" fmla="*/ 631 h 648"/>
              <a:gd name="T18" fmla="*/ 373 w 681"/>
              <a:gd name="T19" fmla="*/ 631 h 648"/>
              <a:gd name="T20" fmla="*/ 420 w 681"/>
              <a:gd name="T21" fmla="*/ 624 h 648"/>
              <a:gd name="T22" fmla="*/ 479 w 681"/>
              <a:gd name="T23" fmla="*/ 474 h 648"/>
              <a:gd name="T24" fmla="*/ 619 w 681"/>
              <a:gd name="T25" fmla="*/ 452 h 648"/>
              <a:gd name="T26" fmla="*/ 619 w 681"/>
              <a:gd name="T27" fmla="*/ 452 h 648"/>
              <a:gd name="T28" fmla="*/ 674 w 681"/>
              <a:gd name="T29" fmla="*/ 375 h 648"/>
              <a:gd name="T30" fmla="*/ 625 w 681"/>
              <a:gd name="T31" fmla="*/ 61 h 648"/>
              <a:gd name="T32" fmla="*/ 625 w 681"/>
              <a:gd name="T33" fmla="*/ 61 h 648"/>
              <a:gd name="T34" fmla="*/ 548 w 681"/>
              <a:gd name="T35" fmla="*/ 5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81" h="648">
                <a:moveTo>
                  <a:pt x="548" y="5"/>
                </a:moveTo>
                <a:lnTo>
                  <a:pt x="62" y="82"/>
                </a:lnTo>
                <a:lnTo>
                  <a:pt x="62" y="82"/>
                </a:lnTo>
                <a:cubicBezTo>
                  <a:pt x="25" y="88"/>
                  <a:pt x="0" y="122"/>
                  <a:pt x="6" y="159"/>
                </a:cubicBezTo>
                <a:lnTo>
                  <a:pt x="55" y="473"/>
                </a:lnTo>
                <a:lnTo>
                  <a:pt x="55" y="473"/>
                </a:lnTo>
                <a:cubicBezTo>
                  <a:pt x="61" y="509"/>
                  <a:pt x="96" y="534"/>
                  <a:pt x="132" y="528"/>
                </a:cubicBezTo>
                <a:lnTo>
                  <a:pt x="272" y="506"/>
                </a:lnTo>
                <a:lnTo>
                  <a:pt x="373" y="631"/>
                </a:lnTo>
                <a:lnTo>
                  <a:pt x="373" y="631"/>
                </a:lnTo>
                <a:cubicBezTo>
                  <a:pt x="387" y="647"/>
                  <a:pt x="413" y="643"/>
                  <a:pt x="420" y="624"/>
                </a:cubicBezTo>
                <a:lnTo>
                  <a:pt x="479" y="474"/>
                </a:lnTo>
                <a:lnTo>
                  <a:pt x="619" y="452"/>
                </a:lnTo>
                <a:lnTo>
                  <a:pt x="619" y="452"/>
                </a:lnTo>
                <a:cubicBezTo>
                  <a:pt x="655" y="446"/>
                  <a:pt x="680" y="412"/>
                  <a:pt x="674" y="375"/>
                </a:cubicBezTo>
                <a:lnTo>
                  <a:pt x="625" y="61"/>
                </a:lnTo>
                <a:lnTo>
                  <a:pt x="625" y="61"/>
                </a:lnTo>
                <a:cubicBezTo>
                  <a:pt x="619" y="25"/>
                  <a:pt x="585" y="0"/>
                  <a:pt x="548" y="5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76" name="Freeform 423">
            <a:extLst>
              <a:ext uri="{FF2B5EF4-FFF2-40B4-BE49-F238E27FC236}">
                <a16:creationId xmlns:a16="http://schemas.microsoft.com/office/drawing/2014/main" id="{CA1379F6-B426-DF44-A38F-74B91C3A9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4677" y="3798376"/>
            <a:ext cx="362541" cy="324088"/>
          </a:xfrm>
          <a:custGeom>
            <a:avLst/>
            <a:gdLst>
              <a:gd name="T0" fmla="*/ 201 w 293"/>
              <a:gd name="T1" fmla="*/ 7 h 261"/>
              <a:gd name="T2" fmla="*/ 201 w 293"/>
              <a:gd name="T3" fmla="*/ 7 h 261"/>
              <a:gd name="T4" fmla="*/ 139 w 293"/>
              <a:gd name="T5" fmla="*/ 46 h 261"/>
              <a:gd name="T6" fmla="*/ 139 w 293"/>
              <a:gd name="T7" fmla="*/ 46 h 261"/>
              <a:gd name="T8" fmla="*/ 70 w 293"/>
              <a:gd name="T9" fmla="*/ 27 h 261"/>
              <a:gd name="T10" fmla="*/ 70 w 293"/>
              <a:gd name="T11" fmla="*/ 27 h 261"/>
              <a:gd name="T12" fmla="*/ 6 w 293"/>
              <a:gd name="T13" fmla="*/ 115 h 261"/>
              <a:gd name="T14" fmla="*/ 6 w 293"/>
              <a:gd name="T15" fmla="*/ 115 h 261"/>
              <a:gd name="T16" fmla="*/ 39 w 293"/>
              <a:gd name="T17" fmla="*/ 162 h 261"/>
              <a:gd name="T18" fmla="*/ 173 w 293"/>
              <a:gd name="T19" fmla="*/ 260 h 261"/>
              <a:gd name="T20" fmla="*/ 271 w 293"/>
              <a:gd name="T21" fmla="*/ 125 h 261"/>
              <a:gd name="T22" fmla="*/ 271 w 293"/>
              <a:gd name="T23" fmla="*/ 125 h 261"/>
              <a:gd name="T24" fmla="*/ 288 w 293"/>
              <a:gd name="T25" fmla="*/ 71 h 261"/>
              <a:gd name="T26" fmla="*/ 288 w 293"/>
              <a:gd name="T27" fmla="*/ 71 h 261"/>
              <a:gd name="T28" fmla="*/ 201 w 293"/>
              <a:gd name="T29" fmla="*/ 7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93" h="261">
                <a:moveTo>
                  <a:pt x="201" y="7"/>
                </a:moveTo>
                <a:lnTo>
                  <a:pt x="201" y="7"/>
                </a:lnTo>
                <a:cubicBezTo>
                  <a:pt x="171" y="12"/>
                  <a:pt x="150" y="34"/>
                  <a:pt x="139" y="46"/>
                </a:cubicBezTo>
                <a:lnTo>
                  <a:pt x="139" y="46"/>
                </a:lnTo>
                <a:cubicBezTo>
                  <a:pt x="126" y="37"/>
                  <a:pt x="99" y="23"/>
                  <a:pt x="70" y="27"/>
                </a:cubicBezTo>
                <a:lnTo>
                  <a:pt x="70" y="27"/>
                </a:lnTo>
                <a:cubicBezTo>
                  <a:pt x="28" y="34"/>
                  <a:pt x="0" y="73"/>
                  <a:pt x="6" y="115"/>
                </a:cubicBezTo>
                <a:lnTo>
                  <a:pt x="6" y="115"/>
                </a:lnTo>
                <a:cubicBezTo>
                  <a:pt x="10" y="141"/>
                  <a:pt x="37" y="161"/>
                  <a:pt x="39" y="162"/>
                </a:cubicBezTo>
                <a:lnTo>
                  <a:pt x="173" y="260"/>
                </a:lnTo>
                <a:lnTo>
                  <a:pt x="271" y="125"/>
                </a:lnTo>
                <a:lnTo>
                  <a:pt x="271" y="125"/>
                </a:lnTo>
                <a:cubicBezTo>
                  <a:pt x="272" y="124"/>
                  <a:pt x="292" y="96"/>
                  <a:pt x="288" y="71"/>
                </a:cubicBezTo>
                <a:lnTo>
                  <a:pt x="288" y="71"/>
                </a:lnTo>
                <a:cubicBezTo>
                  <a:pt x="281" y="29"/>
                  <a:pt x="242" y="0"/>
                  <a:pt x="201" y="7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77" name="Freeform 424">
            <a:extLst>
              <a:ext uri="{FF2B5EF4-FFF2-40B4-BE49-F238E27FC236}">
                <a16:creationId xmlns:a16="http://schemas.microsoft.com/office/drawing/2014/main" id="{A6A9218F-95D8-8040-B331-8FB88F4E9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6986" y="5973625"/>
            <a:ext cx="1505095" cy="1433683"/>
          </a:xfrm>
          <a:custGeom>
            <a:avLst/>
            <a:gdLst>
              <a:gd name="T0" fmla="*/ 971 w 1210"/>
              <a:gd name="T1" fmla="*/ 10 h 1150"/>
              <a:gd name="T2" fmla="*/ 110 w 1210"/>
              <a:gd name="T3" fmla="*/ 150 h 1150"/>
              <a:gd name="T4" fmla="*/ 110 w 1210"/>
              <a:gd name="T5" fmla="*/ 150 h 1150"/>
              <a:gd name="T6" fmla="*/ 11 w 1210"/>
              <a:gd name="T7" fmla="*/ 286 h 1150"/>
              <a:gd name="T8" fmla="*/ 101 w 1210"/>
              <a:gd name="T9" fmla="*/ 841 h 1150"/>
              <a:gd name="T10" fmla="*/ 101 w 1210"/>
              <a:gd name="T11" fmla="*/ 841 h 1150"/>
              <a:gd name="T12" fmla="*/ 238 w 1210"/>
              <a:gd name="T13" fmla="*/ 940 h 1150"/>
              <a:gd name="T14" fmla="*/ 484 w 1210"/>
              <a:gd name="T15" fmla="*/ 900 h 1150"/>
              <a:gd name="T16" fmla="*/ 666 w 1210"/>
              <a:gd name="T17" fmla="*/ 1120 h 1150"/>
              <a:gd name="T18" fmla="*/ 666 w 1210"/>
              <a:gd name="T19" fmla="*/ 1120 h 1150"/>
              <a:gd name="T20" fmla="*/ 749 w 1210"/>
              <a:gd name="T21" fmla="*/ 1107 h 1150"/>
              <a:gd name="T22" fmla="*/ 852 w 1210"/>
              <a:gd name="T23" fmla="*/ 840 h 1150"/>
              <a:gd name="T24" fmla="*/ 1099 w 1210"/>
              <a:gd name="T25" fmla="*/ 800 h 1150"/>
              <a:gd name="T26" fmla="*/ 1099 w 1210"/>
              <a:gd name="T27" fmla="*/ 800 h 1150"/>
              <a:gd name="T28" fmla="*/ 1198 w 1210"/>
              <a:gd name="T29" fmla="*/ 664 h 1150"/>
              <a:gd name="T30" fmla="*/ 1107 w 1210"/>
              <a:gd name="T31" fmla="*/ 108 h 1150"/>
              <a:gd name="T32" fmla="*/ 1107 w 1210"/>
              <a:gd name="T33" fmla="*/ 108 h 1150"/>
              <a:gd name="T34" fmla="*/ 971 w 1210"/>
              <a:gd name="T35" fmla="*/ 10 h 1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210" h="1150">
                <a:moveTo>
                  <a:pt x="971" y="10"/>
                </a:moveTo>
                <a:lnTo>
                  <a:pt x="110" y="150"/>
                </a:lnTo>
                <a:lnTo>
                  <a:pt x="110" y="150"/>
                </a:lnTo>
                <a:cubicBezTo>
                  <a:pt x="45" y="160"/>
                  <a:pt x="0" y="222"/>
                  <a:pt x="11" y="286"/>
                </a:cubicBezTo>
                <a:lnTo>
                  <a:pt x="101" y="841"/>
                </a:lnTo>
                <a:lnTo>
                  <a:pt x="101" y="841"/>
                </a:lnTo>
                <a:cubicBezTo>
                  <a:pt x="112" y="907"/>
                  <a:pt x="173" y="951"/>
                  <a:pt x="238" y="940"/>
                </a:cubicBezTo>
                <a:lnTo>
                  <a:pt x="484" y="900"/>
                </a:lnTo>
                <a:lnTo>
                  <a:pt x="666" y="1120"/>
                </a:lnTo>
                <a:lnTo>
                  <a:pt x="666" y="1120"/>
                </a:lnTo>
                <a:cubicBezTo>
                  <a:pt x="690" y="1149"/>
                  <a:pt x="736" y="1141"/>
                  <a:pt x="749" y="1107"/>
                </a:cubicBezTo>
                <a:lnTo>
                  <a:pt x="852" y="840"/>
                </a:lnTo>
                <a:lnTo>
                  <a:pt x="1099" y="800"/>
                </a:lnTo>
                <a:lnTo>
                  <a:pt x="1099" y="800"/>
                </a:lnTo>
                <a:cubicBezTo>
                  <a:pt x="1164" y="790"/>
                  <a:pt x="1209" y="729"/>
                  <a:pt x="1198" y="664"/>
                </a:cubicBezTo>
                <a:lnTo>
                  <a:pt x="1107" y="108"/>
                </a:lnTo>
                <a:lnTo>
                  <a:pt x="1107" y="108"/>
                </a:lnTo>
                <a:cubicBezTo>
                  <a:pt x="1097" y="44"/>
                  <a:pt x="1036" y="0"/>
                  <a:pt x="971" y="1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78" name="Freeform 77">
            <a:extLst>
              <a:ext uri="{FF2B5EF4-FFF2-40B4-BE49-F238E27FC236}">
                <a16:creationId xmlns:a16="http://schemas.microsoft.com/office/drawing/2014/main" id="{A96EEAA7-300A-794C-A661-69F04CE06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0380" y="6150882"/>
            <a:ext cx="685154" cy="752340"/>
          </a:xfrm>
          <a:custGeom>
            <a:avLst/>
            <a:gdLst>
              <a:gd name="connsiteX0" fmla="*/ 104394 w 685154"/>
              <a:gd name="connsiteY0" fmla="*/ 412996 h 752340"/>
              <a:gd name="connsiteX1" fmla="*/ 140598 w 685154"/>
              <a:gd name="connsiteY1" fmla="*/ 439232 h 752340"/>
              <a:gd name="connsiteX2" fmla="*/ 161821 w 685154"/>
              <a:gd name="connsiteY2" fmla="*/ 571661 h 752340"/>
              <a:gd name="connsiteX3" fmla="*/ 184292 w 685154"/>
              <a:gd name="connsiteY3" fmla="*/ 700341 h 752340"/>
              <a:gd name="connsiteX4" fmla="*/ 154331 w 685154"/>
              <a:gd name="connsiteY4" fmla="*/ 739071 h 752340"/>
              <a:gd name="connsiteX5" fmla="*/ 78178 w 685154"/>
              <a:gd name="connsiteY5" fmla="*/ 751564 h 752340"/>
              <a:gd name="connsiteX6" fmla="*/ 43222 w 685154"/>
              <a:gd name="connsiteY6" fmla="*/ 725328 h 752340"/>
              <a:gd name="connsiteX7" fmla="*/ 776 w 685154"/>
              <a:gd name="connsiteY7" fmla="*/ 461720 h 752340"/>
              <a:gd name="connsiteX8" fmla="*/ 26993 w 685154"/>
              <a:gd name="connsiteY8" fmla="*/ 426739 h 752340"/>
              <a:gd name="connsiteX9" fmla="*/ 104394 w 685154"/>
              <a:gd name="connsiteY9" fmla="*/ 412996 h 752340"/>
              <a:gd name="connsiteX10" fmla="*/ 337538 w 685154"/>
              <a:gd name="connsiteY10" fmla="*/ 2258 h 752340"/>
              <a:gd name="connsiteX11" fmla="*/ 377297 w 685154"/>
              <a:gd name="connsiteY11" fmla="*/ 3505 h 752340"/>
              <a:gd name="connsiteX12" fmla="*/ 429481 w 685154"/>
              <a:gd name="connsiteY12" fmla="*/ 49649 h 752340"/>
              <a:gd name="connsiteX13" fmla="*/ 434451 w 685154"/>
              <a:gd name="connsiteY13" fmla="*/ 164383 h 752340"/>
              <a:gd name="connsiteX14" fmla="*/ 415814 w 685154"/>
              <a:gd name="connsiteY14" fmla="*/ 231728 h 752340"/>
              <a:gd name="connsiteX15" fmla="*/ 414571 w 685154"/>
              <a:gd name="connsiteY15" fmla="*/ 269141 h 752340"/>
              <a:gd name="connsiteX16" fmla="*/ 428239 w 685154"/>
              <a:gd name="connsiteY16" fmla="*/ 277871 h 752340"/>
              <a:gd name="connsiteX17" fmla="*/ 530122 w 685154"/>
              <a:gd name="connsiteY17" fmla="*/ 260412 h 752340"/>
              <a:gd name="connsiteX18" fmla="*/ 594731 w 685154"/>
              <a:gd name="connsiteY18" fmla="*/ 254176 h 752340"/>
              <a:gd name="connsiteX19" fmla="*/ 632005 w 685154"/>
              <a:gd name="connsiteY19" fmla="*/ 266647 h 752340"/>
              <a:gd name="connsiteX20" fmla="*/ 665552 w 685154"/>
              <a:gd name="connsiteY20" fmla="*/ 306555 h 752340"/>
              <a:gd name="connsiteX21" fmla="*/ 665552 w 685154"/>
              <a:gd name="connsiteY21" fmla="*/ 331497 h 752340"/>
              <a:gd name="connsiteX22" fmla="*/ 656855 w 685154"/>
              <a:gd name="connsiteY22" fmla="*/ 350204 h 752340"/>
              <a:gd name="connsiteX23" fmla="*/ 659339 w 685154"/>
              <a:gd name="connsiteY23" fmla="*/ 377641 h 752340"/>
              <a:gd name="connsiteX24" fmla="*/ 676734 w 685154"/>
              <a:gd name="connsiteY24" fmla="*/ 398842 h 752340"/>
              <a:gd name="connsiteX25" fmla="*/ 679219 w 685154"/>
              <a:gd name="connsiteY25" fmla="*/ 430020 h 752340"/>
              <a:gd name="connsiteX26" fmla="*/ 666794 w 685154"/>
              <a:gd name="connsiteY26" fmla="*/ 449974 h 752340"/>
              <a:gd name="connsiteX27" fmla="*/ 666794 w 685154"/>
              <a:gd name="connsiteY27" fmla="*/ 479905 h 752340"/>
              <a:gd name="connsiteX28" fmla="*/ 679219 w 685154"/>
              <a:gd name="connsiteY28" fmla="*/ 499859 h 752340"/>
              <a:gd name="connsiteX29" fmla="*/ 677977 w 685154"/>
              <a:gd name="connsiteY29" fmla="*/ 539766 h 752340"/>
              <a:gd name="connsiteX30" fmla="*/ 661824 w 685154"/>
              <a:gd name="connsiteY30" fmla="*/ 563462 h 752340"/>
              <a:gd name="connsiteX31" fmla="*/ 655612 w 685154"/>
              <a:gd name="connsiteY31" fmla="*/ 587157 h 752340"/>
              <a:gd name="connsiteX32" fmla="*/ 658097 w 685154"/>
              <a:gd name="connsiteY32" fmla="*/ 597134 h 752340"/>
              <a:gd name="connsiteX33" fmla="*/ 648157 w 685154"/>
              <a:gd name="connsiteY33" fmla="*/ 640783 h 752340"/>
              <a:gd name="connsiteX34" fmla="*/ 609640 w 685154"/>
              <a:gd name="connsiteY34" fmla="*/ 678196 h 752340"/>
              <a:gd name="connsiteX35" fmla="*/ 564911 w 685154"/>
              <a:gd name="connsiteY35" fmla="*/ 691915 h 752340"/>
              <a:gd name="connsiteX36" fmla="*/ 381024 w 685154"/>
              <a:gd name="connsiteY36" fmla="*/ 715610 h 752340"/>
              <a:gd name="connsiteX37" fmla="*/ 282869 w 685154"/>
              <a:gd name="connsiteY37" fmla="*/ 714363 h 752340"/>
              <a:gd name="connsiteX38" fmla="*/ 220745 w 685154"/>
              <a:gd name="connsiteY38" fmla="*/ 713116 h 752340"/>
              <a:gd name="connsiteX39" fmla="*/ 213290 w 685154"/>
              <a:gd name="connsiteY39" fmla="*/ 708127 h 752340"/>
              <a:gd name="connsiteX40" fmla="*/ 190925 w 685154"/>
              <a:gd name="connsiteY40" fmla="*/ 569697 h 752340"/>
              <a:gd name="connsiteX41" fmla="*/ 168560 w 685154"/>
              <a:gd name="connsiteY41" fmla="*/ 430020 h 752340"/>
              <a:gd name="connsiteX42" fmla="*/ 173530 w 685154"/>
              <a:gd name="connsiteY42" fmla="*/ 422537 h 752340"/>
              <a:gd name="connsiteX43" fmla="*/ 210805 w 685154"/>
              <a:gd name="connsiteY43" fmla="*/ 398842 h 752340"/>
              <a:gd name="connsiteX44" fmla="*/ 243109 w 685154"/>
              <a:gd name="connsiteY44" fmla="*/ 327756 h 752340"/>
              <a:gd name="connsiteX45" fmla="*/ 262989 w 685154"/>
              <a:gd name="connsiteY45" fmla="*/ 254176 h 752340"/>
              <a:gd name="connsiteX46" fmla="*/ 291566 w 685154"/>
              <a:gd name="connsiteY46" fmla="*/ 199303 h 752340"/>
              <a:gd name="connsiteX47" fmla="*/ 326355 w 685154"/>
              <a:gd name="connsiteY47" fmla="*/ 143182 h 752340"/>
              <a:gd name="connsiteX48" fmla="*/ 332568 w 685154"/>
              <a:gd name="connsiteY48" fmla="*/ 80827 h 752340"/>
              <a:gd name="connsiteX49" fmla="*/ 330083 w 685154"/>
              <a:gd name="connsiteY49" fmla="*/ 14729 h 752340"/>
              <a:gd name="connsiteX50" fmla="*/ 337538 w 685154"/>
              <a:gd name="connsiteY50" fmla="*/ 2258 h 75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685154" h="752340">
                <a:moveTo>
                  <a:pt x="104394" y="412996"/>
                </a:moveTo>
                <a:cubicBezTo>
                  <a:pt x="124369" y="410497"/>
                  <a:pt x="138101" y="419243"/>
                  <a:pt x="140598" y="439232"/>
                </a:cubicBezTo>
                <a:cubicBezTo>
                  <a:pt x="148089" y="482958"/>
                  <a:pt x="155579" y="527934"/>
                  <a:pt x="161821" y="571661"/>
                </a:cubicBezTo>
                <a:cubicBezTo>
                  <a:pt x="169311" y="615387"/>
                  <a:pt x="175553" y="657864"/>
                  <a:pt x="184292" y="700341"/>
                </a:cubicBezTo>
                <a:cubicBezTo>
                  <a:pt x="188038" y="722829"/>
                  <a:pt x="174305" y="736572"/>
                  <a:pt x="154331" y="739071"/>
                </a:cubicBezTo>
                <a:cubicBezTo>
                  <a:pt x="129362" y="742819"/>
                  <a:pt x="103146" y="747816"/>
                  <a:pt x="78178" y="751564"/>
                </a:cubicBezTo>
                <a:cubicBezTo>
                  <a:pt x="59451" y="755312"/>
                  <a:pt x="46967" y="745317"/>
                  <a:pt x="43222" y="725328"/>
                </a:cubicBezTo>
                <a:cubicBezTo>
                  <a:pt x="29490" y="639124"/>
                  <a:pt x="14509" y="550422"/>
                  <a:pt x="776" y="461720"/>
                </a:cubicBezTo>
                <a:cubicBezTo>
                  <a:pt x="-2969" y="442980"/>
                  <a:pt x="7018" y="429237"/>
                  <a:pt x="26993" y="426739"/>
                </a:cubicBezTo>
                <a:cubicBezTo>
                  <a:pt x="53209" y="421741"/>
                  <a:pt x="78178" y="416744"/>
                  <a:pt x="104394" y="412996"/>
                </a:cubicBezTo>
                <a:close/>
                <a:moveTo>
                  <a:pt x="337538" y="2258"/>
                </a:moveTo>
                <a:cubicBezTo>
                  <a:pt x="351205" y="-1483"/>
                  <a:pt x="364872" y="-236"/>
                  <a:pt x="377297" y="3505"/>
                </a:cubicBezTo>
                <a:cubicBezTo>
                  <a:pt x="400904" y="9741"/>
                  <a:pt x="418299" y="25953"/>
                  <a:pt x="429481" y="49649"/>
                </a:cubicBezTo>
                <a:cubicBezTo>
                  <a:pt x="445633" y="87062"/>
                  <a:pt x="445633" y="125723"/>
                  <a:pt x="434451" y="164383"/>
                </a:cubicBezTo>
                <a:cubicBezTo>
                  <a:pt x="428239" y="186832"/>
                  <a:pt x="420784" y="209280"/>
                  <a:pt x="415814" y="231728"/>
                </a:cubicBezTo>
                <a:cubicBezTo>
                  <a:pt x="413329" y="244199"/>
                  <a:pt x="410844" y="256670"/>
                  <a:pt x="414571" y="269141"/>
                </a:cubicBezTo>
                <a:cubicBezTo>
                  <a:pt x="417056" y="279118"/>
                  <a:pt x="418299" y="279118"/>
                  <a:pt x="428239" y="277871"/>
                </a:cubicBezTo>
                <a:cubicBezTo>
                  <a:pt x="461785" y="271636"/>
                  <a:pt x="496575" y="265400"/>
                  <a:pt x="530122" y="260412"/>
                </a:cubicBezTo>
                <a:cubicBezTo>
                  <a:pt x="551244" y="257917"/>
                  <a:pt x="573609" y="255423"/>
                  <a:pt x="594731" y="254176"/>
                </a:cubicBezTo>
                <a:cubicBezTo>
                  <a:pt x="608398" y="252929"/>
                  <a:pt x="622065" y="257917"/>
                  <a:pt x="632005" y="266647"/>
                </a:cubicBezTo>
                <a:cubicBezTo>
                  <a:pt x="645672" y="279118"/>
                  <a:pt x="658097" y="291589"/>
                  <a:pt x="665552" y="306555"/>
                </a:cubicBezTo>
                <a:cubicBezTo>
                  <a:pt x="670522" y="315285"/>
                  <a:pt x="670522" y="322767"/>
                  <a:pt x="665552" y="331497"/>
                </a:cubicBezTo>
                <a:cubicBezTo>
                  <a:pt x="663067" y="337733"/>
                  <a:pt x="659339" y="343968"/>
                  <a:pt x="656855" y="350204"/>
                </a:cubicBezTo>
                <a:cubicBezTo>
                  <a:pt x="650642" y="358934"/>
                  <a:pt x="651885" y="368911"/>
                  <a:pt x="659339" y="377641"/>
                </a:cubicBezTo>
                <a:cubicBezTo>
                  <a:pt x="665552" y="383876"/>
                  <a:pt x="670522" y="391359"/>
                  <a:pt x="676734" y="398842"/>
                </a:cubicBezTo>
                <a:cubicBezTo>
                  <a:pt x="686674" y="410066"/>
                  <a:pt x="686674" y="416302"/>
                  <a:pt x="679219" y="430020"/>
                </a:cubicBezTo>
                <a:cubicBezTo>
                  <a:pt x="675492" y="436256"/>
                  <a:pt x="671764" y="443738"/>
                  <a:pt x="666794" y="449974"/>
                </a:cubicBezTo>
                <a:cubicBezTo>
                  <a:pt x="660582" y="459951"/>
                  <a:pt x="661824" y="469928"/>
                  <a:pt x="666794" y="479905"/>
                </a:cubicBezTo>
                <a:cubicBezTo>
                  <a:pt x="671764" y="486140"/>
                  <a:pt x="675492" y="493623"/>
                  <a:pt x="679219" y="499859"/>
                </a:cubicBezTo>
                <a:cubicBezTo>
                  <a:pt x="687917" y="513577"/>
                  <a:pt x="686674" y="526048"/>
                  <a:pt x="677977" y="539766"/>
                </a:cubicBezTo>
                <a:cubicBezTo>
                  <a:pt x="673007" y="547249"/>
                  <a:pt x="666794" y="555979"/>
                  <a:pt x="661824" y="563462"/>
                </a:cubicBezTo>
                <a:cubicBezTo>
                  <a:pt x="655612" y="570944"/>
                  <a:pt x="653127" y="578427"/>
                  <a:pt x="655612" y="587157"/>
                </a:cubicBezTo>
                <a:cubicBezTo>
                  <a:pt x="655612" y="590898"/>
                  <a:pt x="655612" y="593392"/>
                  <a:pt x="658097" y="597134"/>
                </a:cubicBezTo>
                <a:cubicBezTo>
                  <a:pt x="661824" y="613346"/>
                  <a:pt x="658097" y="627065"/>
                  <a:pt x="648157" y="640783"/>
                </a:cubicBezTo>
                <a:cubicBezTo>
                  <a:pt x="638217" y="655748"/>
                  <a:pt x="625793" y="670714"/>
                  <a:pt x="609640" y="678196"/>
                </a:cubicBezTo>
                <a:cubicBezTo>
                  <a:pt x="594731" y="684432"/>
                  <a:pt x="579821" y="689421"/>
                  <a:pt x="564911" y="691915"/>
                </a:cubicBezTo>
                <a:cubicBezTo>
                  <a:pt x="505272" y="705633"/>
                  <a:pt x="443148" y="711869"/>
                  <a:pt x="381024" y="715610"/>
                </a:cubicBezTo>
                <a:cubicBezTo>
                  <a:pt x="348720" y="716857"/>
                  <a:pt x="315173" y="715610"/>
                  <a:pt x="282869" y="714363"/>
                </a:cubicBezTo>
                <a:cubicBezTo>
                  <a:pt x="262989" y="714363"/>
                  <a:pt x="240624" y="714363"/>
                  <a:pt x="220745" y="713116"/>
                </a:cubicBezTo>
                <a:cubicBezTo>
                  <a:pt x="215775" y="713116"/>
                  <a:pt x="214532" y="711869"/>
                  <a:pt x="213290" y="708127"/>
                </a:cubicBezTo>
                <a:cubicBezTo>
                  <a:pt x="205835" y="661984"/>
                  <a:pt x="198380" y="614593"/>
                  <a:pt x="190925" y="569697"/>
                </a:cubicBezTo>
                <a:cubicBezTo>
                  <a:pt x="183470" y="522307"/>
                  <a:pt x="176015" y="476163"/>
                  <a:pt x="168560" y="430020"/>
                </a:cubicBezTo>
                <a:cubicBezTo>
                  <a:pt x="167318" y="425032"/>
                  <a:pt x="168560" y="422537"/>
                  <a:pt x="173530" y="422537"/>
                </a:cubicBezTo>
                <a:cubicBezTo>
                  <a:pt x="189683" y="421290"/>
                  <a:pt x="202107" y="411313"/>
                  <a:pt x="210805" y="398842"/>
                </a:cubicBezTo>
                <a:cubicBezTo>
                  <a:pt x="225714" y="377641"/>
                  <a:pt x="235654" y="352698"/>
                  <a:pt x="243109" y="327756"/>
                </a:cubicBezTo>
                <a:cubicBezTo>
                  <a:pt x="250564" y="302814"/>
                  <a:pt x="256776" y="279118"/>
                  <a:pt x="262989" y="254176"/>
                </a:cubicBezTo>
                <a:cubicBezTo>
                  <a:pt x="266716" y="232975"/>
                  <a:pt x="276656" y="215515"/>
                  <a:pt x="291566" y="199303"/>
                </a:cubicBezTo>
                <a:cubicBezTo>
                  <a:pt x="307718" y="183090"/>
                  <a:pt x="320143" y="165631"/>
                  <a:pt x="326355" y="143182"/>
                </a:cubicBezTo>
                <a:cubicBezTo>
                  <a:pt x="331325" y="123229"/>
                  <a:pt x="333810" y="102028"/>
                  <a:pt x="332568" y="80827"/>
                </a:cubicBezTo>
                <a:cubicBezTo>
                  <a:pt x="332568" y="58378"/>
                  <a:pt x="331325" y="37177"/>
                  <a:pt x="330083" y="14729"/>
                </a:cubicBezTo>
                <a:cubicBezTo>
                  <a:pt x="328840" y="8494"/>
                  <a:pt x="332568" y="4752"/>
                  <a:pt x="337538" y="22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79" name="Freeform 427">
            <a:extLst>
              <a:ext uri="{FF2B5EF4-FFF2-40B4-BE49-F238E27FC236}">
                <a16:creationId xmlns:a16="http://schemas.microsoft.com/office/drawing/2014/main" id="{B63F8609-6DB6-B148-963B-1649599B3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6528" y="3342454"/>
            <a:ext cx="1027198" cy="955790"/>
          </a:xfrm>
          <a:custGeom>
            <a:avLst/>
            <a:gdLst>
              <a:gd name="T0" fmla="*/ 764 w 824"/>
              <a:gd name="T1" fmla="*/ 216 h 766"/>
              <a:gd name="T2" fmla="*/ 243 w 824"/>
              <a:gd name="T3" fmla="*/ 14 h 766"/>
              <a:gd name="T4" fmla="*/ 243 w 824"/>
              <a:gd name="T5" fmla="*/ 14 h 766"/>
              <a:gd name="T6" fmla="*/ 145 w 824"/>
              <a:gd name="T7" fmla="*/ 58 h 766"/>
              <a:gd name="T8" fmla="*/ 15 w 824"/>
              <a:gd name="T9" fmla="*/ 394 h 766"/>
              <a:gd name="T10" fmla="*/ 15 w 824"/>
              <a:gd name="T11" fmla="*/ 394 h 766"/>
              <a:gd name="T12" fmla="*/ 59 w 824"/>
              <a:gd name="T13" fmla="*/ 493 h 766"/>
              <a:gd name="T14" fmla="*/ 208 w 824"/>
              <a:gd name="T15" fmla="*/ 550 h 766"/>
              <a:gd name="T16" fmla="*/ 237 w 824"/>
              <a:gd name="T17" fmla="*/ 731 h 766"/>
              <a:gd name="T18" fmla="*/ 237 w 824"/>
              <a:gd name="T19" fmla="*/ 731 h 766"/>
              <a:gd name="T20" fmla="*/ 288 w 824"/>
              <a:gd name="T21" fmla="*/ 749 h 766"/>
              <a:gd name="T22" fmla="*/ 430 w 824"/>
              <a:gd name="T23" fmla="*/ 636 h 766"/>
              <a:gd name="T24" fmla="*/ 579 w 824"/>
              <a:gd name="T25" fmla="*/ 694 h 766"/>
              <a:gd name="T26" fmla="*/ 579 w 824"/>
              <a:gd name="T27" fmla="*/ 694 h 766"/>
              <a:gd name="T28" fmla="*/ 678 w 824"/>
              <a:gd name="T29" fmla="*/ 650 h 766"/>
              <a:gd name="T30" fmla="*/ 808 w 824"/>
              <a:gd name="T31" fmla="*/ 315 h 766"/>
              <a:gd name="T32" fmla="*/ 808 w 824"/>
              <a:gd name="T33" fmla="*/ 315 h 766"/>
              <a:gd name="T34" fmla="*/ 764 w 824"/>
              <a:gd name="T35" fmla="*/ 216 h 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24" h="766">
                <a:moveTo>
                  <a:pt x="764" y="216"/>
                </a:moveTo>
                <a:lnTo>
                  <a:pt x="243" y="14"/>
                </a:lnTo>
                <a:lnTo>
                  <a:pt x="243" y="14"/>
                </a:lnTo>
                <a:cubicBezTo>
                  <a:pt x="204" y="0"/>
                  <a:pt x="160" y="19"/>
                  <a:pt x="145" y="58"/>
                </a:cubicBezTo>
                <a:lnTo>
                  <a:pt x="15" y="394"/>
                </a:lnTo>
                <a:lnTo>
                  <a:pt x="15" y="394"/>
                </a:lnTo>
                <a:cubicBezTo>
                  <a:pt x="0" y="433"/>
                  <a:pt x="20" y="477"/>
                  <a:pt x="59" y="493"/>
                </a:cubicBezTo>
                <a:lnTo>
                  <a:pt x="208" y="550"/>
                </a:lnTo>
                <a:lnTo>
                  <a:pt x="237" y="731"/>
                </a:lnTo>
                <a:lnTo>
                  <a:pt x="237" y="731"/>
                </a:lnTo>
                <a:cubicBezTo>
                  <a:pt x="241" y="754"/>
                  <a:pt x="268" y="765"/>
                  <a:pt x="288" y="749"/>
                </a:cubicBezTo>
                <a:lnTo>
                  <a:pt x="430" y="636"/>
                </a:lnTo>
                <a:lnTo>
                  <a:pt x="579" y="694"/>
                </a:lnTo>
                <a:lnTo>
                  <a:pt x="579" y="694"/>
                </a:lnTo>
                <a:cubicBezTo>
                  <a:pt x="618" y="709"/>
                  <a:pt x="663" y="690"/>
                  <a:pt x="678" y="650"/>
                </a:cubicBezTo>
                <a:lnTo>
                  <a:pt x="808" y="315"/>
                </a:lnTo>
                <a:lnTo>
                  <a:pt x="808" y="315"/>
                </a:lnTo>
                <a:cubicBezTo>
                  <a:pt x="823" y="276"/>
                  <a:pt x="803" y="231"/>
                  <a:pt x="764" y="216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3A2455AA-0A62-D14B-85A5-35F2296D9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586" y="3567668"/>
            <a:ext cx="484311" cy="459127"/>
          </a:xfrm>
          <a:custGeom>
            <a:avLst/>
            <a:gdLst>
              <a:gd name="connsiteX0" fmla="*/ 91166 w 484311"/>
              <a:gd name="connsiteY0" fmla="*/ 135569 h 459127"/>
              <a:gd name="connsiteX1" fmla="*/ 139208 w 484311"/>
              <a:gd name="connsiteY1" fmla="*/ 154233 h 459127"/>
              <a:gd name="connsiteX2" fmla="*/ 151851 w 484311"/>
              <a:gd name="connsiteY2" fmla="*/ 180363 h 459127"/>
              <a:gd name="connsiteX3" fmla="*/ 120244 w 484311"/>
              <a:gd name="connsiteY3" fmla="*/ 259996 h 459127"/>
              <a:gd name="connsiteX4" fmla="*/ 89902 w 484311"/>
              <a:gd name="connsiteY4" fmla="*/ 337141 h 459127"/>
              <a:gd name="connsiteX5" fmla="*/ 59560 w 484311"/>
              <a:gd name="connsiteY5" fmla="*/ 349584 h 459127"/>
              <a:gd name="connsiteX6" fmla="*/ 14046 w 484311"/>
              <a:gd name="connsiteY6" fmla="*/ 333408 h 459127"/>
              <a:gd name="connsiteX7" fmla="*/ 1404 w 484311"/>
              <a:gd name="connsiteY7" fmla="*/ 306034 h 459127"/>
              <a:gd name="connsiteX8" fmla="*/ 64617 w 484311"/>
              <a:gd name="connsiteY8" fmla="*/ 148012 h 459127"/>
              <a:gd name="connsiteX9" fmla="*/ 91166 w 484311"/>
              <a:gd name="connsiteY9" fmla="*/ 135569 h 459127"/>
              <a:gd name="connsiteX10" fmla="*/ 400068 w 484311"/>
              <a:gd name="connsiteY10" fmla="*/ 0 h 459127"/>
              <a:gd name="connsiteX11" fmla="*/ 421361 w 484311"/>
              <a:gd name="connsiteY11" fmla="*/ 13644 h 459127"/>
              <a:gd name="connsiteX12" fmla="*/ 436391 w 484311"/>
              <a:gd name="connsiteY12" fmla="*/ 55816 h 459127"/>
              <a:gd name="connsiteX13" fmla="*/ 401321 w 484311"/>
              <a:gd name="connsiteY13" fmla="*/ 120315 h 459127"/>
              <a:gd name="connsiteX14" fmla="*/ 368756 w 484311"/>
              <a:gd name="connsiteY14" fmla="*/ 151325 h 459127"/>
              <a:gd name="connsiteX15" fmla="*/ 357484 w 484311"/>
              <a:gd name="connsiteY15" fmla="*/ 171171 h 459127"/>
              <a:gd name="connsiteX16" fmla="*/ 361241 w 484311"/>
              <a:gd name="connsiteY16" fmla="*/ 179853 h 459127"/>
              <a:gd name="connsiteX17" fmla="*/ 423866 w 484311"/>
              <a:gd name="connsiteY17" fmla="*/ 203420 h 459127"/>
              <a:gd name="connsiteX18" fmla="*/ 461440 w 484311"/>
              <a:gd name="connsiteY18" fmla="*/ 220785 h 459127"/>
              <a:gd name="connsiteX19" fmla="*/ 478975 w 484311"/>
              <a:gd name="connsiteY19" fmla="*/ 240631 h 459127"/>
              <a:gd name="connsiteX20" fmla="*/ 483985 w 484311"/>
              <a:gd name="connsiteY20" fmla="*/ 274121 h 459127"/>
              <a:gd name="connsiteX21" fmla="*/ 476470 w 484311"/>
              <a:gd name="connsiteY21" fmla="*/ 286525 h 459127"/>
              <a:gd name="connsiteX22" fmla="*/ 465198 w 484311"/>
              <a:gd name="connsiteY22" fmla="*/ 292726 h 459127"/>
              <a:gd name="connsiteX23" fmla="*/ 457683 w 484311"/>
              <a:gd name="connsiteY23" fmla="*/ 310092 h 459127"/>
              <a:gd name="connsiteX24" fmla="*/ 460188 w 484311"/>
              <a:gd name="connsiteY24" fmla="*/ 326216 h 459127"/>
              <a:gd name="connsiteX25" fmla="*/ 451420 w 484311"/>
              <a:gd name="connsiteY25" fmla="*/ 344822 h 459127"/>
              <a:gd name="connsiteX26" fmla="*/ 438896 w 484311"/>
              <a:gd name="connsiteY26" fmla="*/ 351024 h 459127"/>
              <a:gd name="connsiteX27" fmla="*/ 428876 w 484311"/>
              <a:gd name="connsiteY27" fmla="*/ 368389 h 459127"/>
              <a:gd name="connsiteX28" fmla="*/ 428876 w 484311"/>
              <a:gd name="connsiteY28" fmla="*/ 383273 h 459127"/>
              <a:gd name="connsiteX29" fmla="*/ 416351 w 484311"/>
              <a:gd name="connsiteY29" fmla="*/ 404359 h 459127"/>
              <a:gd name="connsiteX30" fmla="*/ 398816 w 484311"/>
              <a:gd name="connsiteY30" fmla="*/ 411802 h 459127"/>
              <a:gd name="connsiteX31" fmla="*/ 387544 w 484311"/>
              <a:gd name="connsiteY31" fmla="*/ 424205 h 459127"/>
              <a:gd name="connsiteX32" fmla="*/ 385039 w 484311"/>
              <a:gd name="connsiteY32" fmla="*/ 429167 h 459127"/>
              <a:gd name="connsiteX33" fmla="*/ 366251 w 484311"/>
              <a:gd name="connsiteY33" fmla="*/ 450253 h 459127"/>
              <a:gd name="connsiteX34" fmla="*/ 332434 w 484311"/>
              <a:gd name="connsiteY34" fmla="*/ 458935 h 459127"/>
              <a:gd name="connsiteX35" fmla="*/ 303627 w 484311"/>
              <a:gd name="connsiteY35" fmla="*/ 451493 h 459127"/>
              <a:gd name="connsiteX36" fmla="*/ 193408 w 484311"/>
              <a:gd name="connsiteY36" fmla="*/ 405600 h 459127"/>
              <a:gd name="connsiteX37" fmla="*/ 138299 w 484311"/>
              <a:gd name="connsiteY37" fmla="*/ 374591 h 459127"/>
              <a:gd name="connsiteX38" fmla="*/ 104482 w 484311"/>
              <a:gd name="connsiteY38" fmla="*/ 353504 h 459127"/>
              <a:gd name="connsiteX39" fmla="*/ 103229 w 484311"/>
              <a:gd name="connsiteY39" fmla="*/ 347303 h 459127"/>
              <a:gd name="connsiteX40" fmla="*/ 135794 w 484311"/>
              <a:gd name="connsiteY40" fmla="*/ 262958 h 459127"/>
              <a:gd name="connsiteX41" fmla="*/ 168359 w 484311"/>
              <a:gd name="connsiteY41" fmla="*/ 179853 h 459127"/>
              <a:gd name="connsiteX42" fmla="*/ 173369 w 484311"/>
              <a:gd name="connsiteY42" fmla="*/ 177372 h 459127"/>
              <a:gd name="connsiteX43" fmla="*/ 200923 w 484311"/>
              <a:gd name="connsiteY43" fmla="*/ 176132 h 459127"/>
              <a:gd name="connsiteX44" fmla="*/ 242255 w 484311"/>
              <a:gd name="connsiteY44" fmla="*/ 147604 h 459127"/>
              <a:gd name="connsiteX45" fmla="*/ 277325 w 484311"/>
              <a:gd name="connsiteY45" fmla="*/ 114114 h 459127"/>
              <a:gd name="connsiteX46" fmla="*/ 311142 w 484311"/>
              <a:gd name="connsiteY46" fmla="*/ 93027 h 459127"/>
              <a:gd name="connsiteX47" fmla="*/ 348717 w 484311"/>
              <a:gd name="connsiteY47" fmla="*/ 74422 h 459127"/>
              <a:gd name="connsiteX48" fmla="*/ 372514 w 484311"/>
              <a:gd name="connsiteY48" fmla="*/ 42172 h 459127"/>
              <a:gd name="connsiteX49" fmla="*/ 392554 w 484311"/>
              <a:gd name="connsiteY49" fmla="*/ 4961 h 459127"/>
              <a:gd name="connsiteX50" fmla="*/ 400068 w 484311"/>
              <a:gd name="connsiteY50" fmla="*/ 0 h 45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484311" h="459127">
                <a:moveTo>
                  <a:pt x="91166" y="135569"/>
                </a:moveTo>
                <a:cubicBezTo>
                  <a:pt x="107602" y="141790"/>
                  <a:pt x="122773" y="148012"/>
                  <a:pt x="139208" y="154233"/>
                </a:cubicBezTo>
                <a:cubicBezTo>
                  <a:pt x="151851" y="159210"/>
                  <a:pt x="155644" y="169164"/>
                  <a:pt x="151851" y="180363"/>
                </a:cubicBezTo>
                <a:cubicBezTo>
                  <a:pt x="141737" y="206492"/>
                  <a:pt x="130358" y="233866"/>
                  <a:pt x="120244" y="259996"/>
                </a:cubicBezTo>
                <a:cubicBezTo>
                  <a:pt x="110130" y="284881"/>
                  <a:pt x="100016" y="311011"/>
                  <a:pt x="89902" y="337141"/>
                </a:cubicBezTo>
                <a:cubicBezTo>
                  <a:pt x="84845" y="352072"/>
                  <a:pt x="72202" y="355805"/>
                  <a:pt x="59560" y="349584"/>
                </a:cubicBezTo>
                <a:cubicBezTo>
                  <a:pt x="45653" y="344606"/>
                  <a:pt x="29218" y="338385"/>
                  <a:pt x="14046" y="333408"/>
                </a:cubicBezTo>
                <a:cubicBezTo>
                  <a:pt x="1404" y="328431"/>
                  <a:pt x="-2389" y="318477"/>
                  <a:pt x="1404" y="306034"/>
                </a:cubicBezTo>
                <a:cubicBezTo>
                  <a:pt x="22896" y="253775"/>
                  <a:pt x="43124" y="200271"/>
                  <a:pt x="64617" y="148012"/>
                </a:cubicBezTo>
                <a:cubicBezTo>
                  <a:pt x="69674" y="135569"/>
                  <a:pt x="79788" y="131836"/>
                  <a:pt x="91166" y="135569"/>
                </a:cubicBezTo>
                <a:close/>
                <a:moveTo>
                  <a:pt x="400068" y="0"/>
                </a:moveTo>
                <a:cubicBezTo>
                  <a:pt x="410088" y="2481"/>
                  <a:pt x="416351" y="7442"/>
                  <a:pt x="421361" y="13644"/>
                </a:cubicBezTo>
                <a:cubicBezTo>
                  <a:pt x="433886" y="26048"/>
                  <a:pt x="437643" y="39692"/>
                  <a:pt x="436391" y="55816"/>
                </a:cubicBezTo>
                <a:cubicBezTo>
                  <a:pt x="432633" y="81864"/>
                  <a:pt x="421361" y="102950"/>
                  <a:pt x="401321" y="120315"/>
                </a:cubicBezTo>
                <a:cubicBezTo>
                  <a:pt x="391301" y="131479"/>
                  <a:pt x="380029" y="140161"/>
                  <a:pt x="368756" y="151325"/>
                </a:cubicBezTo>
                <a:cubicBezTo>
                  <a:pt x="363746" y="157527"/>
                  <a:pt x="358736" y="163728"/>
                  <a:pt x="357484" y="171171"/>
                </a:cubicBezTo>
                <a:cubicBezTo>
                  <a:pt x="354979" y="177372"/>
                  <a:pt x="354979" y="178613"/>
                  <a:pt x="361241" y="179853"/>
                </a:cubicBezTo>
                <a:cubicBezTo>
                  <a:pt x="382534" y="188536"/>
                  <a:pt x="403826" y="195978"/>
                  <a:pt x="423866" y="203420"/>
                </a:cubicBezTo>
                <a:cubicBezTo>
                  <a:pt x="437643" y="209622"/>
                  <a:pt x="450168" y="214583"/>
                  <a:pt x="461440" y="220785"/>
                </a:cubicBezTo>
                <a:cubicBezTo>
                  <a:pt x="470208" y="224506"/>
                  <a:pt x="475218" y="231948"/>
                  <a:pt x="478975" y="240631"/>
                </a:cubicBezTo>
                <a:cubicBezTo>
                  <a:pt x="482733" y="251794"/>
                  <a:pt x="485238" y="261717"/>
                  <a:pt x="483985" y="274121"/>
                </a:cubicBezTo>
                <a:cubicBezTo>
                  <a:pt x="483985" y="279082"/>
                  <a:pt x="481480" y="282803"/>
                  <a:pt x="476470" y="286525"/>
                </a:cubicBezTo>
                <a:cubicBezTo>
                  <a:pt x="472713" y="289005"/>
                  <a:pt x="470208" y="291486"/>
                  <a:pt x="465198" y="292726"/>
                </a:cubicBezTo>
                <a:cubicBezTo>
                  <a:pt x="458935" y="296448"/>
                  <a:pt x="456430" y="302649"/>
                  <a:pt x="457683" y="310092"/>
                </a:cubicBezTo>
                <a:cubicBezTo>
                  <a:pt x="458935" y="315053"/>
                  <a:pt x="458935" y="321255"/>
                  <a:pt x="460188" y="326216"/>
                </a:cubicBezTo>
                <a:cubicBezTo>
                  <a:pt x="461440" y="336139"/>
                  <a:pt x="460188" y="339860"/>
                  <a:pt x="451420" y="344822"/>
                </a:cubicBezTo>
                <a:cubicBezTo>
                  <a:pt x="447663" y="347303"/>
                  <a:pt x="443906" y="349783"/>
                  <a:pt x="438896" y="351024"/>
                </a:cubicBezTo>
                <a:cubicBezTo>
                  <a:pt x="431381" y="354745"/>
                  <a:pt x="428876" y="360947"/>
                  <a:pt x="428876" y="368389"/>
                </a:cubicBezTo>
                <a:cubicBezTo>
                  <a:pt x="428876" y="373350"/>
                  <a:pt x="428876" y="378312"/>
                  <a:pt x="428876" y="383273"/>
                </a:cubicBezTo>
                <a:cubicBezTo>
                  <a:pt x="430128" y="394436"/>
                  <a:pt x="425118" y="399398"/>
                  <a:pt x="416351" y="404359"/>
                </a:cubicBezTo>
                <a:cubicBezTo>
                  <a:pt x="410088" y="406840"/>
                  <a:pt x="403826" y="410561"/>
                  <a:pt x="398816" y="411802"/>
                </a:cubicBezTo>
                <a:cubicBezTo>
                  <a:pt x="392554" y="414282"/>
                  <a:pt x="388796" y="418003"/>
                  <a:pt x="387544" y="424205"/>
                </a:cubicBezTo>
                <a:cubicBezTo>
                  <a:pt x="386291" y="425446"/>
                  <a:pt x="386291" y="426686"/>
                  <a:pt x="385039" y="429167"/>
                </a:cubicBezTo>
                <a:cubicBezTo>
                  <a:pt x="382534" y="440330"/>
                  <a:pt x="376271" y="446532"/>
                  <a:pt x="366251" y="450253"/>
                </a:cubicBezTo>
                <a:cubicBezTo>
                  <a:pt x="354979" y="455214"/>
                  <a:pt x="344959" y="460176"/>
                  <a:pt x="332434" y="458935"/>
                </a:cubicBezTo>
                <a:cubicBezTo>
                  <a:pt x="322414" y="457695"/>
                  <a:pt x="312395" y="455214"/>
                  <a:pt x="303627" y="451493"/>
                </a:cubicBezTo>
                <a:cubicBezTo>
                  <a:pt x="264800" y="439090"/>
                  <a:pt x="228478" y="424205"/>
                  <a:pt x="193408" y="405600"/>
                </a:cubicBezTo>
                <a:cubicBezTo>
                  <a:pt x="174621" y="396917"/>
                  <a:pt x="157086" y="384513"/>
                  <a:pt x="138299" y="374591"/>
                </a:cubicBezTo>
                <a:cubicBezTo>
                  <a:pt x="127027" y="367148"/>
                  <a:pt x="117007" y="359706"/>
                  <a:pt x="104482" y="353504"/>
                </a:cubicBezTo>
                <a:cubicBezTo>
                  <a:pt x="101977" y="351024"/>
                  <a:pt x="101977" y="349783"/>
                  <a:pt x="103229" y="347303"/>
                </a:cubicBezTo>
                <a:cubicBezTo>
                  <a:pt x="113249" y="320014"/>
                  <a:pt x="124522" y="291486"/>
                  <a:pt x="135794" y="262958"/>
                </a:cubicBezTo>
                <a:cubicBezTo>
                  <a:pt x="145814" y="235670"/>
                  <a:pt x="157086" y="208382"/>
                  <a:pt x="168359" y="179853"/>
                </a:cubicBezTo>
                <a:cubicBezTo>
                  <a:pt x="169611" y="177372"/>
                  <a:pt x="169611" y="176132"/>
                  <a:pt x="173369" y="177372"/>
                </a:cubicBezTo>
                <a:cubicBezTo>
                  <a:pt x="183389" y="182334"/>
                  <a:pt x="192156" y="181094"/>
                  <a:pt x="200923" y="176132"/>
                </a:cubicBezTo>
                <a:cubicBezTo>
                  <a:pt x="217206" y="169930"/>
                  <a:pt x="229731" y="160007"/>
                  <a:pt x="242255" y="147604"/>
                </a:cubicBezTo>
                <a:cubicBezTo>
                  <a:pt x="254780" y="136440"/>
                  <a:pt x="266053" y="126517"/>
                  <a:pt x="277325" y="114114"/>
                </a:cubicBezTo>
                <a:cubicBezTo>
                  <a:pt x="286092" y="104191"/>
                  <a:pt x="298617" y="97989"/>
                  <a:pt x="311142" y="93027"/>
                </a:cubicBezTo>
                <a:cubicBezTo>
                  <a:pt x="324919" y="89306"/>
                  <a:pt x="337444" y="84345"/>
                  <a:pt x="348717" y="74422"/>
                </a:cubicBezTo>
                <a:cubicBezTo>
                  <a:pt x="357484" y="64499"/>
                  <a:pt x="366251" y="53336"/>
                  <a:pt x="372514" y="42172"/>
                </a:cubicBezTo>
                <a:cubicBezTo>
                  <a:pt x="378776" y="29769"/>
                  <a:pt x="386291" y="17365"/>
                  <a:pt x="392554" y="4961"/>
                </a:cubicBezTo>
                <a:cubicBezTo>
                  <a:pt x="393806" y="1240"/>
                  <a:pt x="396311" y="0"/>
                  <a:pt x="4000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81" name="Freeform 430">
            <a:extLst>
              <a:ext uri="{FF2B5EF4-FFF2-40B4-BE49-F238E27FC236}">
                <a16:creationId xmlns:a16="http://schemas.microsoft.com/office/drawing/2014/main" id="{726A350E-467E-C643-A56A-3FB2FFD21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5243" y="4710221"/>
            <a:ext cx="1213965" cy="834943"/>
          </a:xfrm>
          <a:custGeom>
            <a:avLst/>
            <a:gdLst>
              <a:gd name="T0" fmla="*/ 844 w 976"/>
              <a:gd name="T1" fmla="*/ 6 h 671"/>
              <a:gd name="T2" fmla="*/ 458 w 976"/>
              <a:gd name="T3" fmla="*/ 66 h 671"/>
              <a:gd name="T4" fmla="*/ 458 w 976"/>
              <a:gd name="T5" fmla="*/ 66 h 671"/>
              <a:gd name="T6" fmla="*/ 453 w 976"/>
              <a:gd name="T7" fmla="*/ 66 h 671"/>
              <a:gd name="T8" fmla="*/ 453 w 976"/>
              <a:gd name="T9" fmla="*/ 66 h 671"/>
              <a:gd name="T10" fmla="*/ 447 w 976"/>
              <a:gd name="T11" fmla="*/ 67 h 671"/>
              <a:gd name="T12" fmla="*/ 62 w 976"/>
              <a:gd name="T13" fmla="*/ 127 h 671"/>
              <a:gd name="T14" fmla="*/ 62 w 976"/>
              <a:gd name="T15" fmla="*/ 127 h 671"/>
              <a:gd name="T16" fmla="*/ 5 w 976"/>
              <a:gd name="T17" fmla="*/ 203 h 671"/>
              <a:gd name="T18" fmla="*/ 54 w 976"/>
              <a:gd name="T19" fmla="*/ 517 h 671"/>
              <a:gd name="T20" fmla="*/ 54 w 976"/>
              <a:gd name="T21" fmla="*/ 517 h 671"/>
              <a:gd name="T22" fmla="*/ 131 w 976"/>
              <a:gd name="T23" fmla="*/ 573 h 671"/>
              <a:gd name="T24" fmla="*/ 169 w 976"/>
              <a:gd name="T25" fmla="*/ 567 h 671"/>
              <a:gd name="T26" fmla="*/ 377 w 976"/>
              <a:gd name="T27" fmla="*/ 535 h 671"/>
              <a:gd name="T28" fmla="*/ 418 w 976"/>
              <a:gd name="T29" fmla="*/ 529 h 671"/>
              <a:gd name="T30" fmla="*/ 520 w 976"/>
              <a:gd name="T31" fmla="*/ 653 h 671"/>
              <a:gd name="T32" fmla="*/ 520 w 976"/>
              <a:gd name="T33" fmla="*/ 653 h 671"/>
              <a:gd name="T34" fmla="*/ 567 w 976"/>
              <a:gd name="T35" fmla="*/ 647 h 671"/>
              <a:gd name="T36" fmla="*/ 625 w 976"/>
              <a:gd name="T37" fmla="*/ 497 h 671"/>
              <a:gd name="T38" fmla="*/ 667 w 976"/>
              <a:gd name="T39" fmla="*/ 491 h 671"/>
              <a:gd name="T40" fmla="*/ 874 w 976"/>
              <a:gd name="T41" fmla="*/ 458 h 671"/>
              <a:gd name="T42" fmla="*/ 913 w 976"/>
              <a:gd name="T43" fmla="*/ 452 h 671"/>
              <a:gd name="T44" fmla="*/ 913 w 976"/>
              <a:gd name="T45" fmla="*/ 452 h 671"/>
              <a:gd name="T46" fmla="*/ 969 w 976"/>
              <a:gd name="T47" fmla="*/ 376 h 671"/>
              <a:gd name="T48" fmla="*/ 921 w 976"/>
              <a:gd name="T49" fmla="*/ 62 h 671"/>
              <a:gd name="T50" fmla="*/ 921 w 976"/>
              <a:gd name="T51" fmla="*/ 62 h 671"/>
              <a:gd name="T52" fmla="*/ 844 w 976"/>
              <a:gd name="T53" fmla="*/ 6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976" h="671">
                <a:moveTo>
                  <a:pt x="844" y="6"/>
                </a:moveTo>
                <a:lnTo>
                  <a:pt x="458" y="66"/>
                </a:lnTo>
                <a:lnTo>
                  <a:pt x="458" y="66"/>
                </a:lnTo>
                <a:cubicBezTo>
                  <a:pt x="457" y="66"/>
                  <a:pt x="455" y="66"/>
                  <a:pt x="453" y="66"/>
                </a:cubicBezTo>
                <a:lnTo>
                  <a:pt x="453" y="66"/>
                </a:lnTo>
                <a:cubicBezTo>
                  <a:pt x="451" y="67"/>
                  <a:pt x="449" y="67"/>
                  <a:pt x="447" y="67"/>
                </a:cubicBezTo>
                <a:lnTo>
                  <a:pt x="62" y="127"/>
                </a:lnTo>
                <a:lnTo>
                  <a:pt x="62" y="127"/>
                </a:lnTo>
                <a:cubicBezTo>
                  <a:pt x="25" y="132"/>
                  <a:pt x="0" y="167"/>
                  <a:pt x="5" y="203"/>
                </a:cubicBezTo>
                <a:lnTo>
                  <a:pt x="54" y="517"/>
                </a:lnTo>
                <a:lnTo>
                  <a:pt x="54" y="517"/>
                </a:lnTo>
                <a:cubicBezTo>
                  <a:pt x="60" y="554"/>
                  <a:pt x="94" y="579"/>
                  <a:pt x="131" y="573"/>
                </a:cubicBezTo>
                <a:lnTo>
                  <a:pt x="169" y="567"/>
                </a:lnTo>
                <a:lnTo>
                  <a:pt x="377" y="535"/>
                </a:lnTo>
                <a:lnTo>
                  <a:pt x="418" y="529"/>
                </a:lnTo>
                <a:lnTo>
                  <a:pt x="520" y="653"/>
                </a:lnTo>
                <a:lnTo>
                  <a:pt x="520" y="653"/>
                </a:lnTo>
                <a:cubicBezTo>
                  <a:pt x="533" y="670"/>
                  <a:pt x="559" y="666"/>
                  <a:pt x="567" y="647"/>
                </a:cubicBezTo>
                <a:lnTo>
                  <a:pt x="625" y="497"/>
                </a:lnTo>
                <a:lnTo>
                  <a:pt x="667" y="491"/>
                </a:lnTo>
                <a:lnTo>
                  <a:pt x="874" y="458"/>
                </a:lnTo>
                <a:lnTo>
                  <a:pt x="913" y="452"/>
                </a:lnTo>
                <a:lnTo>
                  <a:pt x="913" y="452"/>
                </a:lnTo>
                <a:cubicBezTo>
                  <a:pt x="950" y="447"/>
                  <a:pt x="975" y="413"/>
                  <a:pt x="969" y="376"/>
                </a:cubicBezTo>
                <a:lnTo>
                  <a:pt x="921" y="62"/>
                </a:lnTo>
                <a:lnTo>
                  <a:pt x="921" y="62"/>
                </a:lnTo>
                <a:cubicBezTo>
                  <a:pt x="915" y="25"/>
                  <a:pt x="881" y="0"/>
                  <a:pt x="844" y="6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82" name="Freeform 431">
            <a:extLst>
              <a:ext uri="{FF2B5EF4-FFF2-40B4-BE49-F238E27FC236}">
                <a16:creationId xmlns:a16="http://schemas.microsoft.com/office/drawing/2014/main" id="{D8E0EE48-5DC7-374D-8686-57F87B145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7370" y="4869521"/>
            <a:ext cx="368036" cy="324091"/>
          </a:xfrm>
          <a:custGeom>
            <a:avLst/>
            <a:gdLst>
              <a:gd name="T0" fmla="*/ 202 w 294"/>
              <a:gd name="T1" fmla="*/ 6 h 260"/>
              <a:gd name="T2" fmla="*/ 202 w 294"/>
              <a:gd name="T3" fmla="*/ 6 h 260"/>
              <a:gd name="T4" fmla="*/ 141 w 294"/>
              <a:gd name="T5" fmla="*/ 45 h 260"/>
              <a:gd name="T6" fmla="*/ 141 w 294"/>
              <a:gd name="T7" fmla="*/ 45 h 260"/>
              <a:gd name="T8" fmla="*/ 70 w 294"/>
              <a:gd name="T9" fmla="*/ 27 h 260"/>
              <a:gd name="T10" fmla="*/ 70 w 294"/>
              <a:gd name="T11" fmla="*/ 27 h 260"/>
              <a:gd name="T12" fmla="*/ 7 w 294"/>
              <a:gd name="T13" fmla="*/ 114 h 260"/>
              <a:gd name="T14" fmla="*/ 7 w 294"/>
              <a:gd name="T15" fmla="*/ 114 h 260"/>
              <a:gd name="T16" fmla="*/ 39 w 294"/>
              <a:gd name="T17" fmla="*/ 161 h 260"/>
              <a:gd name="T18" fmla="*/ 174 w 294"/>
              <a:gd name="T19" fmla="*/ 259 h 260"/>
              <a:gd name="T20" fmla="*/ 272 w 294"/>
              <a:gd name="T21" fmla="*/ 125 h 260"/>
              <a:gd name="T22" fmla="*/ 272 w 294"/>
              <a:gd name="T23" fmla="*/ 125 h 260"/>
              <a:gd name="T24" fmla="*/ 289 w 294"/>
              <a:gd name="T25" fmla="*/ 71 h 260"/>
              <a:gd name="T26" fmla="*/ 289 w 294"/>
              <a:gd name="T27" fmla="*/ 71 h 260"/>
              <a:gd name="T28" fmla="*/ 202 w 294"/>
              <a:gd name="T29" fmla="*/ 6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94" h="260">
                <a:moveTo>
                  <a:pt x="202" y="6"/>
                </a:moveTo>
                <a:lnTo>
                  <a:pt x="202" y="6"/>
                </a:lnTo>
                <a:cubicBezTo>
                  <a:pt x="173" y="11"/>
                  <a:pt x="150" y="33"/>
                  <a:pt x="141" y="45"/>
                </a:cubicBezTo>
                <a:lnTo>
                  <a:pt x="141" y="45"/>
                </a:lnTo>
                <a:cubicBezTo>
                  <a:pt x="127" y="36"/>
                  <a:pt x="100" y="22"/>
                  <a:pt x="70" y="27"/>
                </a:cubicBezTo>
                <a:lnTo>
                  <a:pt x="70" y="27"/>
                </a:lnTo>
                <a:cubicBezTo>
                  <a:pt x="29" y="33"/>
                  <a:pt x="0" y="72"/>
                  <a:pt x="7" y="114"/>
                </a:cubicBezTo>
                <a:lnTo>
                  <a:pt x="7" y="114"/>
                </a:lnTo>
                <a:cubicBezTo>
                  <a:pt x="11" y="140"/>
                  <a:pt x="38" y="160"/>
                  <a:pt x="39" y="161"/>
                </a:cubicBezTo>
                <a:lnTo>
                  <a:pt x="174" y="259"/>
                </a:lnTo>
                <a:lnTo>
                  <a:pt x="272" y="125"/>
                </a:lnTo>
                <a:lnTo>
                  <a:pt x="272" y="125"/>
                </a:lnTo>
                <a:cubicBezTo>
                  <a:pt x="273" y="124"/>
                  <a:pt x="293" y="96"/>
                  <a:pt x="289" y="71"/>
                </a:cubicBezTo>
                <a:lnTo>
                  <a:pt x="289" y="71"/>
                </a:lnTo>
                <a:cubicBezTo>
                  <a:pt x="283" y="29"/>
                  <a:pt x="244" y="0"/>
                  <a:pt x="202" y="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83" name="Freeform 434">
            <a:extLst>
              <a:ext uri="{FF2B5EF4-FFF2-40B4-BE49-F238E27FC236}">
                <a16:creationId xmlns:a16="http://schemas.microsoft.com/office/drawing/2014/main" id="{5660B5A7-ECD5-8B4D-9F01-067224C88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1648" y="3820348"/>
            <a:ext cx="1252415" cy="900860"/>
          </a:xfrm>
          <a:custGeom>
            <a:avLst/>
            <a:gdLst>
              <a:gd name="T0" fmla="*/ 950 w 1005"/>
              <a:gd name="T1" fmla="*/ 275 h 723"/>
              <a:gd name="T2" fmla="*/ 582 w 1005"/>
              <a:gd name="T3" fmla="*/ 145 h 723"/>
              <a:gd name="T4" fmla="*/ 582 w 1005"/>
              <a:gd name="T5" fmla="*/ 145 h 723"/>
              <a:gd name="T6" fmla="*/ 577 w 1005"/>
              <a:gd name="T7" fmla="*/ 144 h 723"/>
              <a:gd name="T8" fmla="*/ 577 w 1005"/>
              <a:gd name="T9" fmla="*/ 144 h 723"/>
              <a:gd name="T10" fmla="*/ 572 w 1005"/>
              <a:gd name="T11" fmla="*/ 141 h 723"/>
              <a:gd name="T12" fmla="*/ 204 w 1005"/>
              <a:gd name="T13" fmla="*/ 12 h 723"/>
              <a:gd name="T14" fmla="*/ 204 w 1005"/>
              <a:gd name="T15" fmla="*/ 12 h 723"/>
              <a:gd name="T16" fmla="*/ 118 w 1005"/>
              <a:gd name="T17" fmla="*/ 54 h 723"/>
              <a:gd name="T18" fmla="*/ 12 w 1005"/>
              <a:gd name="T19" fmla="*/ 353 h 723"/>
              <a:gd name="T20" fmla="*/ 12 w 1005"/>
              <a:gd name="T21" fmla="*/ 353 h 723"/>
              <a:gd name="T22" fmla="*/ 54 w 1005"/>
              <a:gd name="T23" fmla="*/ 438 h 723"/>
              <a:gd name="T24" fmla="*/ 91 w 1005"/>
              <a:gd name="T25" fmla="*/ 452 h 723"/>
              <a:gd name="T26" fmla="*/ 289 w 1005"/>
              <a:gd name="T27" fmla="*/ 521 h 723"/>
              <a:gd name="T28" fmla="*/ 328 w 1005"/>
              <a:gd name="T29" fmla="*/ 535 h 723"/>
              <a:gd name="T30" fmla="*/ 358 w 1005"/>
              <a:gd name="T31" fmla="*/ 693 h 723"/>
              <a:gd name="T32" fmla="*/ 358 w 1005"/>
              <a:gd name="T33" fmla="*/ 693 h 723"/>
              <a:gd name="T34" fmla="*/ 404 w 1005"/>
              <a:gd name="T35" fmla="*/ 709 h 723"/>
              <a:gd name="T36" fmla="*/ 526 w 1005"/>
              <a:gd name="T37" fmla="*/ 605 h 723"/>
              <a:gd name="T38" fmla="*/ 566 w 1005"/>
              <a:gd name="T39" fmla="*/ 618 h 723"/>
              <a:gd name="T40" fmla="*/ 764 w 1005"/>
              <a:gd name="T41" fmla="*/ 688 h 723"/>
              <a:gd name="T42" fmla="*/ 800 w 1005"/>
              <a:gd name="T43" fmla="*/ 701 h 723"/>
              <a:gd name="T44" fmla="*/ 800 w 1005"/>
              <a:gd name="T45" fmla="*/ 701 h 723"/>
              <a:gd name="T46" fmla="*/ 886 w 1005"/>
              <a:gd name="T47" fmla="*/ 660 h 723"/>
              <a:gd name="T48" fmla="*/ 992 w 1005"/>
              <a:gd name="T49" fmla="*/ 360 h 723"/>
              <a:gd name="T50" fmla="*/ 992 w 1005"/>
              <a:gd name="T51" fmla="*/ 360 h 723"/>
              <a:gd name="T52" fmla="*/ 950 w 1005"/>
              <a:gd name="T53" fmla="*/ 275 h 7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05" h="723">
                <a:moveTo>
                  <a:pt x="950" y="275"/>
                </a:moveTo>
                <a:lnTo>
                  <a:pt x="582" y="145"/>
                </a:lnTo>
                <a:lnTo>
                  <a:pt x="582" y="145"/>
                </a:lnTo>
                <a:cubicBezTo>
                  <a:pt x="580" y="145"/>
                  <a:pt x="579" y="144"/>
                  <a:pt x="577" y="144"/>
                </a:cubicBezTo>
                <a:lnTo>
                  <a:pt x="577" y="144"/>
                </a:lnTo>
                <a:cubicBezTo>
                  <a:pt x="575" y="143"/>
                  <a:pt x="574" y="142"/>
                  <a:pt x="572" y="141"/>
                </a:cubicBezTo>
                <a:lnTo>
                  <a:pt x="204" y="12"/>
                </a:lnTo>
                <a:lnTo>
                  <a:pt x="204" y="12"/>
                </a:lnTo>
                <a:cubicBezTo>
                  <a:pt x="169" y="0"/>
                  <a:pt x="130" y="18"/>
                  <a:pt x="118" y="54"/>
                </a:cubicBezTo>
                <a:lnTo>
                  <a:pt x="12" y="353"/>
                </a:lnTo>
                <a:lnTo>
                  <a:pt x="12" y="353"/>
                </a:lnTo>
                <a:cubicBezTo>
                  <a:pt x="0" y="388"/>
                  <a:pt x="18" y="426"/>
                  <a:pt x="54" y="438"/>
                </a:cubicBezTo>
                <a:lnTo>
                  <a:pt x="91" y="452"/>
                </a:lnTo>
                <a:lnTo>
                  <a:pt x="289" y="521"/>
                </a:lnTo>
                <a:lnTo>
                  <a:pt x="328" y="535"/>
                </a:lnTo>
                <a:lnTo>
                  <a:pt x="358" y="693"/>
                </a:lnTo>
                <a:lnTo>
                  <a:pt x="358" y="693"/>
                </a:lnTo>
                <a:cubicBezTo>
                  <a:pt x="363" y="714"/>
                  <a:pt x="388" y="722"/>
                  <a:pt x="404" y="709"/>
                </a:cubicBezTo>
                <a:lnTo>
                  <a:pt x="526" y="605"/>
                </a:lnTo>
                <a:lnTo>
                  <a:pt x="566" y="618"/>
                </a:lnTo>
                <a:lnTo>
                  <a:pt x="764" y="688"/>
                </a:lnTo>
                <a:lnTo>
                  <a:pt x="800" y="701"/>
                </a:lnTo>
                <a:lnTo>
                  <a:pt x="800" y="701"/>
                </a:lnTo>
                <a:cubicBezTo>
                  <a:pt x="835" y="714"/>
                  <a:pt x="874" y="695"/>
                  <a:pt x="886" y="660"/>
                </a:cubicBezTo>
                <a:lnTo>
                  <a:pt x="992" y="360"/>
                </a:lnTo>
                <a:lnTo>
                  <a:pt x="992" y="360"/>
                </a:lnTo>
                <a:cubicBezTo>
                  <a:pt x="1004" y="326"/>
                  <a:pt x="986" y="287"/>
                  <a:pt x="950" y="275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84" name="Freeform 435">
            <a:extLst>
              <a:ext uri="{FF2B5EF4-FFF2-40B4-BE49-F238E27FC236}">
                <a16:creationId xmlns:a16="http://schemas.microsoft.com/office/drawing/2014/main" id="{FD86615A-74AB-8A49-893B-258B52147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6733" y="4177394"/>
            <a:ext cx="362541" cy="335078"/>
          </a:xfrm>
          <a:custGeom>
            <a:avLst/>
            <a:gdLst>
              <a:gd name="T0" fmla="*/ 231 w 293"/>
              <a:gd name="T1" fmla="*/ 58 h 269"/>
              <a:gd name="T2" fmla="*/ 231 w 293"/>
              <a:gd name="T3" fmla="*/ 58 h 269"/>
              <a:gd name="T4" fmla="*/ 159 w 293"/>
              <a:gd name="T5" fmla="*/ 63 h 269"/>
              <a:gd name="T6" fmla="*/ 159 w 293"/>
              <a:gd name="T7" fmla="*/ 63 h 269"/>
              <a:gd name="T8" fmla="*/ 106 w 293"/>
              <a:gd name="T9" fmla="*/ 14 h 269"/>
              <a:gd name="T10" fmla="*/ 106 w 293"/>
              <a:gd name="T11" fmla="*/ 14 h 269"/>
              <a:gd name="T12" fmla="*/ 9 w 293"/>
              <a:gd name="T13" fmla="*/ 61 h 269"/>
              <a:gd name="T14" fmla="*/ 9 w 293"/>
              <a:gd name="T15" fmla="*/ 61 h 269"/>
              <a:gd name="T16" fmla="*/ 15 w 293"/>
              <a:gd name="T17" fmla="*/ 118 h 269"/>
              <a:gd name="T18" fmla="*/ 87 w 293"/>
              <a:gd name="T19" fmla="*/ 268 h 269"/>
              <a:gd name="T20" fmla="*/ 237 w 293"/>
              <a:gd name="T21" fmla="*/ 195 h 269"/>
              <a:gd name="T22" fmla="*/ 237 w 293"/>
              <a:gd name="T23" fmla="*/ 195 h 269"/>
              <a:gd name="T24" fmla="*/ 278 w 293"/>
              <a:gd name="T25" fmla="*/ 155 h 269"/>
              <a:gd name="T26" fmla="*/ 278 w 293"/>
              <a:gd name="T27" fmla="*/ 155 h 269"/>
              <a:gd name="T28" fmla="*/ 231 w 293"/>
              <a:gd name="T29" fmla="*/ 58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93" h="269">
                <a:moveTo>
                  <a:pt x="231" y="58"/>
                </a:moveTo>
                <a:lnTo>
                  <a:pt x="231" y="58"/>
                </a:lnTo>
                <a:cubicBezTo>
                  <a:pt x="203" y="48"/>
                  <a:pt x="174" y="57"/>
                  <a:pt x="159" y="63"/>
                </a:cubicBezTo>
                <a:lnTo>
                  <a:pt x="159" y="63"/>
                </a:lnTo>
                <a:cubicBezTo>
                  <a:pt x="151" y="49"/>
                  <a:pt x="134" y="23"/>
                  <a:pt x="106" y="14"/>
                </a:cubicBezTo>
                <a:lnTo>
                  <a:pt x="106" y="14"/>
                </a:lnTo>
                <a:cubicBezTo>
                  <a:pt x="66" y="0"/>
                  <a:pt x="23" y="21"/>
                  <a:pt x="9" y="61"/>
                </a:cubicBezTo>
                <a:lnTo>
                  <a:pt x="9" y="61"/>
                </a:lnTo>
                <a:cubicBezTo>
                  <a:pt x="0" y="86"/>
                  <a:pt x="15" y="116"/>
                  <a:pt x="15" y="118"/>
                </a:cubicBezTo>
                <a:lnTo>
                  <a:pt x="87" y="268"/>
                </a:lnTo>
                <a:lnTo>
                  <a:pt x="237" y="195"/>
                </a:lnTo>
                <a:lnTo>
                  <a:pt x="237" y="195"/>
                </a:lnTo>
                <a:cubicBezTo>
                  <a:pt x="239" y="195"/>
                  <a:pt x="269" y="180"/>
                  <a:pt x="278" y="155"/>
                </a:cubicBezTo>
                <a:lnTo>
                  <a:pt x="278" y="155"/>
                </a:lnTo>
                <a:cubicBezTo>
                  <a:pt x="292" y="116"/>
                  <a:pt x="271" y="72"/>
                  <a:pt x="231" y="5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85" name="Freeform 439">
            <a:extLst>
              <a:ext uri="{FF2B5EF4-FFF2-40B4-BE49-F238E27FC236}">
                <a16:creationId xmlns:a16="http://schemas.microsoft.com/office/drawing/2014/main" id="{C60DD0F8-FE79-9B48-9240-9F56D1B59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7117" y="3424852"/>
            <a:ext cx="1021707" cy="1021707"/>
          </a:xfrm>
          <a:custGeom>
            <a:avLst/>
            <a:gdLst>
              <a:gd name="T0" fmla="*/ 737 w 821"/>
              <a:gd name="T1" fmla="*/ 561 h 821"/>
              <a:gd name="T2" fmla="*/ 737 w 821"/>
              <a:gd name="T3" fmla="*/ 561 h 821"/>
              <a:gd name="T4" fmla="*/ 259 w 821"/>
              <a:gd name="T5" fmla="*/ 736 h 821"/>
              <a:gd name="T6" fmla="*/ 259 w 821"/>
              <a:gd name="T7" fmla="*/ 736 h 821"/>
              <a:gd name="T8" fmla="*/ 84 w 821"/>
              <a:gd name="T9" fmla="*/ 259 h 821"/>
              <a:gd name="T10" fmla="*/ 84 w 821"/>
              <a:gd name="T11" fmla="*/ 259 h 821"/>
              <a:gd name="T12" fmla="*/ 562 w 821"/>
              <a:gd name="T13" fmla="*/ 84 h 821"/>
              <a:gd name="T14" fmla="*/ 562 w 821"/>
              <a:gd name="T15" fmla="*/ 84 h 821"/>
              <a:gd name="T16" fmla="*/ 737 w 821"/>
              <a:gd name="T17" fmla="*/ 561 h 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1" h="821">
                <a:moveTo>
                  <a:pt x="737" y="561"/>
                </a:moveTo>
                <a:lnTo>
                  <a:pt x="737" y="561"/>
                </a:lnTo>
                <a:cubicBezTo>
                  <a:pt x="653" y="742"/>
                  <a:pt x="439" y="820"/>
                  <a:pt x="259" y="736"/>
                </a:cubicBezTo>
                <a:lnTo>
                  <a:pt x="259" y="736"/>
                </a:lnTo>
                <a:cubicBezTo>
                  <a:pt x="79" y="652"/>
                  <a:pt x="0" y="439"/>
                  <a:pt x="84" y="259"/>
                </a:cubicBezTo>
                <a:lnTo>
                  <a:pt x="84" y="259"/>
                </a:lnTo>
                <a:cubicBezTo>
                  <a:pt x="168" y="78"/>
                  <a:pt x="382" y="0"/>
                  <a:pt x="562" y="84"/>
                </a:cubicBezTo>
                <a:lnTo>
                  <a:pt x="562" y="84"/>
                </a:lnTo>
                <a:cubicBezTo>
                  <a:pt x="742" y="168"/>
                  <a:pt x="820" y="382"/>
                  <a:pt x="737" y="561"/>
                </a:cubicBezTo>
              </a:path>
            </a:pathLst>
          </a:custGeom>
          <a:solidFill>
            <a:srgbClr val="F9FBFF"/>
          </a:solidFill>
          <a:ln w="12700" cap="flat">
            <a:solidFill>
              <a:srgbClr val="E2EE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86" name="Freeform 440">
            <a:extLst>
              <a:ext uri="{FF2B5EF4-FFF2-40B4-BE49-F238E27FC236}">
                <a16:creationId xmlns:a16="http://schemas.microsoft.com/office/drawing/2014/main" id="{DB8BDA2F-3D87-0E43-BAEE-2478F88AF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2756" y="3694006"/>
            <a:ext cx="494374" cy="461416"/>
          </a:xfrm>
          <a:custGeom>
            <a:avLst/>
            <a:gdLst>
              <a:gd name="T0" fmla="*/ 321 w 398"/>
              <a:gd name="T1" fmla="*/ 102 h 372"/>
              <a:gd name="T2" fmla="*/ 321 w 398"/>
              <a:gd name="T3" fmla="*/ 102 h 372"/>
              <a:gd name="T4" fmla="*/ 222 w 398"/>
              <a:gd name="T5" fmla="*/ 100 h 372"/>
              <a:gd name="T6" fmla="*/ 222 w 398"/>
              <a:gd name="T7" fmla="*/ 100 h 372"/>
              <a:gd name="T8" fmla="*/ 156 w 398"/>
              <a:gd name="T9" fmla="*/ 25 h 372"/>
              <a:gd name="T10" fmla="*/ 156 w 398"/>
              <a:gd name="T11" fmla="*/ 25 h 372"/>
              <a:gd name="T12" fmla="*/ 15 w 398"/>
              <a:gd name="T13" fmla="*/ 76 h 372"/>
              <a:gd name="T14" fmla="*/ 15 w 398"/>
              <a:gd name="T15" fmla="*/ 76 h 372"/>
              <a:gd name="T16" fmla="*/ 17 w 398"/>
              <a:gd name="T17" fmla="*/ 155 h 372"/>
              <a:gd name="T18" fmla="*/ 96 w 398"/>
              <a:gd name="T19" fmla="*/ 371 h 372"/>
              <a:gd name="T20" fmla="*/ 311 w 398"/>
              <a:gd name="T21" fmla="*/ 292 h 372"/>
              <a:gd name="T22" fmla="*/ 311 w 398"/>
              <a:gd name="T23" fmla="*/ 292 h 372"/>
              <a:gd name="T24" fmla="*/ 373 w 398"/>
              <a:gd name="T25" fmla="*/ 242 h 372"/>
              <a:gd name="T26" fmla="*/ 373 w 398"/>
              <a:gd name="T27" fmla="*/ 242 h 372"/>
              <a:gd name="T28" fmla="*/ 321 w 398"/>
              <a:gd name="T29" fmla="*/ 10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98" h="372">
                <a:moveTo>
                  <a:pt x="321" y="102"/>
                </a:moveTo>
                <a:lnTo>
                  <a:pt x="321" y="102"/>
                </a:lnTo>
                <a:cubicBezTo>
                  <a:pt x="285" y="85"/>
                  <a:pt x="242" y="94"/>
                  <a:pt x="222" y="100"/>
                </a:cubicBezTo>
                <a:lnTo>
                  <a:pt x="222" y="100"/>
                </a:lnTo>
                <a:cubicBezTo>
                  <a:pt x="213" y="79"/>
                  <a:pt x="192" y="42"/>
                  <a:pt x="156" y="25"/>
                </a:cubicBezTo>
                <a:lnTo>
                  <a:pt x="156" y="25"/>
                </a:lnTo>
                <a:cubicBezTo>
                  <a:pt x="103" y="0"/>
                  <a:pt x="40" y="23"/>
                  <a:pt x="15" y="76"/>
                </a:cubicBezTo>
                <a:lnTo>
                  <a:pt x="15" y="76"/>
                </a:lnTo>
                <a:cubicBezTo>
                  <a:pt x="0" y="109"/>
                  <a:pt x="16" y="154"/>
                  <a:pt x="17" y="155"/>
                </a:cubicBezTo>
                <a:lnTo>
                  <a:pt x="96" y="371"/>
                </a:lnTo>
                <a:lnTo>
                  <a:pt x="311" y="292"/>
                </a:lnTo>
                <a:lnTo>
                  <a:pt x="311" y="292"/>
                </a:lnTo>
                <a:cubicBezTo>
                  <a:pt x="313" y="291"/>
                  <a:pt x="357" y="275"/>
                  <a:pt x="373" y="242"/>
                </a:cubicBezTo>
                <a:lnTo>
                  <a:pt x="373" y="242"/>
                </a:lnTo>
                <a:cubicBezTo>
                  <a:pt x="397" y="190"/>
                  <a:pt x="374" y="126"/>
                  <a:pt x="321" y="102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87" name="Freeform 441">
            <a:extLst>
              <a:ext uri="{FF2B5EF4-FFF2-40B4-BE49-F238E27FC236}">
                <a16:creationId xmlns:a16="http://schemas.microsoft.com/office/drawing/2014/main" id="{2FD2EE3D-3171-494A-936C-BF5755420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1676" y="3397385"/>
            <a:ext cx="1170017" cy="1043679"/>
          </a:xfrm>
          <a:custGeom>
            <a:avLst/>
            <a:gdLst>
              <a:gd name="T0" fmla="*/ 906 w 939"/>
              <a:gd name="T1" fmla="*/ 315 h 838"/>
              <a:gd name="T2" fmla="*/ 219 w 939"/>
              <a:gd name="T3" fmla="*/ 9 h 838"/>
              <a:gd name="T4" fmla="*/ 219 w 939"/>
              <a:gd name="T5" fmla="*/ 9 h 838"/>
              <a:gd name="T6" fmla="*/ 161 w 939"/>
              <a:gd name="T7" fmla="*/ 32 h 838"/>
              <a:gd name="T8" fmla="*/ 10 w 939"/>
              <a:gd name="T9" fmla="*/ 372 h 838"/>
              <a:gd name="T10" fmla="*/ 10 w 939"/>
              <a:gd name="T11" fmla="*/ 372 h 838"/>
              <a:gd name="T12" fmla="*/ 32 w 939"/>
              <a:gd name="T13" fmla="*/ 430 h 838"/>
              <a:gd name="T14" fmla="*/ 506 w 939"/>
              <a:gd name="T15" fmla="*/ 641 h 838"/>
              <a:gd name="T16" fmla="*/ 559 w 939"/>
              <a:gd name="T17" fmla="*/ 817 h 838"/>
              <a:gd name="T18" fmla="*/ 559 w 939"/>
              <a:gd name="T19" fmla="*/ 817 h 838"/>
              <a:gd name="T20" fmla="*/ 602 w 939"/>
              <a:gd name="T21" fmla="*/ 818 h 838"/>
              <a:gd name="T22" fmla="*/ 652 w 939"/>
              <a:gd name="T23" fmla="*/ 705 h 838"/>
              <a:gd name="T24" fmla="*/ 719 w 939"/>
              <a:gd name="T25" fmla="*/ 735 h 838"/>
              <a:gd name="T26" fmla="*/ 719 w 939"/>
              <a:gd name="T27" fmla="*/ 735 h 838"/>
              <a:gd name="T28" fmla="*/ 776 w 939"/>
              <a:gd name="T29" fmla="*/ 713 h 838"/>
              <a:gd name="T30" fmla="*/ 928 w 939"/>
              <a:gd name="T31" fmla="*/ 373 h 838"/>
              <a:gd name="T32" fmla="*/ 928 w 939"/>
              <a:gd name="T33" fmla="*/ 373 h 838"/>
              <a:gd name="T34" fmla="*/ 906 w 939"/>
              <a:gd name="T35" fmla="*/ 315 h 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39" h="838">
                <a:moveTo>
                  <a:pt x="906" y="315"/>
                </a:moveTo>
                <a:lnTo>
                  <a:pt x="219" y="9"/>
                </a:lnTo>
                <a:lnTo>
                  <a:pt x="219" y="9"/>
                </a:lnTo>
                <a:cubicBezTo>
                  <a:pt x="197" y="0"/>
                  <a:pt x="171" y="9"/>
                  <a:pt x="161" y="32"/>
                </a:cubicBezTo>
                <a:lnTo>
                  <a:pt x="10" y="372"/>
                </a:lnTo>
                <a:lnTo>
                  <a:pt x="10" y="372"/>
                </a:lnTo>
                <a:cubicBezTo>
                  <a:pt x="0" y="394"/>
                  <a:pt x="10" y="420"/>
                  <a:pt x="32" y="430"/>
                </a:cubicBezTo>
                <a:lnTo>
                  <a:pt x="506" y="641"/>
                </a:lnTo>
                <a:lnTo>
                  <a:pt x="559" y="817"/>
                </a:lnTo>
                <a:lnTo>
                  <a:pt x="559" y="817"/>
                </a:lnTo>
                <a:cubicBezTo>
                  <a:pt x="567" y="836"/>
                  <a:pt x="593" y="837"/>
                  <a:pt x="602" y="818"/>
                </a:cubicBezTo>
                <a:lnTo>
                  <a:pt x="652" y="705"/>
                </a:lnTo>
                <a:lnTo>
                  <a:pt x="719" y="735"/>
                </a:lnTo>
                <a:lnTo>
                  <a:pt x="719" y="735"/>
                </a:lnTo>
                <a:cubicBezTo>
                  <a:pt x="741" y="745"/>
                  <a:pt x="767" y="735"/>
                  <a:pt x="776" y="713"/>
                </a:cubicBezTo>
                <a:lnTo>
                  <a:pt x="928" y="373"/>
                </a:lnTo>
                <a:lnTo>
                  <a:pt x="928" y="373"/>
                </a:lnTo>
                <a:cubicBezTo>
                  <a:pt x="938" y="351"/>
                  <a:pt x="928" y="325"/>
                  <a:pt x="906" y="315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E2EE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88" name="Freeform 442">
            <a:extLst>
              <a:ext uri="{FF2B5EF4-FFF2-40B4-BE49-F238E27FC236}">
                <a16:creationId xmlns:a16="http://schemas.microsoft.com/office/drawing/2014/main" id="{C8D7B421-0AEC-644B-9B74-8D9BCEF8C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6329" y="3600629"/>
            <a:ext cx="93380" cy="93380"/>
          </a:xfrm>
          <a:custGeom>
            <a:avLst/>
            <a:gdLst>
              <a:gd name="T0" fmla="*/ 68 w 76"/>
              <a:gd name="T1" fmla="*/ 51 h 77"/>
              <a:gd name="T2" fmla="*/ 68 w 76"/>
              <a:gd name="T3" fmla="*/ 51 h 77"/>
              <a:gd name="T4" fmla="*/ 24 w 76"/>
              <a:gd name="T5" fmla="*/ 68 h 77"/>
              <a:gd name="T6" fmla="*/ 24 w 76"/>
              <a:gd name="T7" fmla="*/ 68 h 77"/>
              <a:gd name="T8" fmla="*/ 7 w 76"/>
              <a:gd name="T9" fmla="*/ 24 h 77"/>
              <a:gd name="T10" fmla="*/ 7 w 76"/>
              <a:gd name="T11" fmla="*/ 24 h 77"/>
              <a:gd name="T12" fmla="*/ 51 w 76"/>
              <a:gd name="T13" fmla="*/ 8 h 77"/>
              <a:gd name="T14" fmla="*/ 51 w 76"/>
              <a:gd name="T15" fmla="*/ 8 h 77"/>
              <a:gd name="T16" fmla="*/ 68 w 76"/>
              <a:gd name="T17" fmla="*/ 51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" h="77">
                <a:moveTo>
                  <a:pt x="68" y="51"/>
                </a:moveTo>
                <a:lnTo>
                  <a:pt x="68" y="51"/>
                </a:lnTo>
                <a:cubicBezTo>
                  <a:pt x="60" y="68"/>
                  <a:pt x="41" y="76"/>
                  <a:pt x="24" y="68"/>
                </a:cubicBezTo>
                <a:lnTo>
                  <a:pt x="24" y="68"/>
                </a:lnTo>
                <a:cubicBezTo>
                  <a:pt x="7" y="61"/>
                  <a:pt x="0" y="41"/>
                  <a:pt x="7" y="24"/>
                </a:cubicBezTo>
                <a:lnTo>
                  <a:pt x="7" y="24"/>
                </a:lnTo>
                <a:cubicBezTo>
                  <a:pt x="15" y="8"/>
                  <a:pt x="35" y="0"/>
                  <a:pt x="51" y="8"/>
                </a:cubicBezTo>
                <a:lnTo>
                  <a:pt x="51" y="8"/>
                </a:lnTo>
                <a:cubicBezTo>
                  <a:pt x="68" y="15"/>
                  <a:pt x="75" y="34"/>
                  <a:pt x="68" y="51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E2EE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89" name="Freeform 443">
            <a:extLst>
              <a:ext uri="{FF2B5EF4-FFF2-40B4-BE49-F238E27FC236}">
                <a16:creationId xmlns:a16="http://schemas.microsoft.com/office/drawing/2014/main" id="{BA9F7D73-2076-ED46-BB43-94DCF6F12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4639" y="3677529"/>
            <a:ext cx="543813" cy="280144"/>
          </a:xfrm>
          <a:custGeom>
            <a:avLst/>
            <a:gdLst>
              <a:gd name="T0" fmla="*/ 397 w 435"/>
              <a:gd name="T1" fmla="*/ 217 h 223"/>
              <a:gd name="T2" fmla="*/ 18 w 435"/>
              <a:gd name="T3" fmla="*/ 48 h 223"/>
              <a:gd name="T4" fmla="*/ 18 w 435"/>
              <a:gd name="T5" fmla="*/ 48 h 223"/>
              <a:gd name="T6" fmla="*/ 6 w 435"/>
              <a:gd name="T7" fmla="*/ 17 h 223"/>
              <a:gd name="T8" fmla="*/ 6 w 435"/>
              <a:gd name="T9" fmla="*/ 17 h 223"/>
              <a:gd name="T10" fmla="*/ 37 w 435"/>
              <a:gd name="T11" fmla="*/ 5 h 223"/>
              <a:gd name="T12" fmla="*/ 417 w 435"/>
              <a:gd name="T13" fmla="*/ 174 h 223"/>
              <a:gd name="T14" fmla="*/ 417 w 435"/>
              <a:gd name="T15" fmla="*/ 174 h 223"/>
              <a:gd name="T16" fmla="*/ 428 w 435"/>
              <a:gd name="T17" fmla="*/ 205 h 223"/>
              <a:gd name="T18" fmla="*/ 428 w 435"/>
              <a:gd name="T19" fmla="*/ 205 h 223"/>
              <a:gd name="T20" fmla="*/ 397 w 435"/>
              <a:gd name="T21" fmla="*/ 217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35" h="223">
                <a:moveTo>
                  <a:pt x="397" y="217"/>
                </a:moveTo>
                <a:lnTo>
                  <a:pt x="18" y="48"/>
                </a:lnTo>
                <a:lnTo>
                  <a:pt x="18" y="48"/>
                </a:lnTo>
                <a:cubicBezTo>
                  <a:pt x="6" y="43"/>
                  <a:pt x="0" y="29"/>
                  <a:pt x="6" y="17"/>
                </a:cubicBezTo>
                <a:lnTo>
                  <a:pt x="6" y="17"/>
                </a:lnTo>
                <a:cubicBezTo>
                  <a:pt x="11" y="5"/>
                  <a:pt x="25" y="0"/>
                  <a:pt x="37" y="5"/>
                </a:cubicBezTo>
                <a:lnTo>
                  <a:pt x="417" y="174"/>
                </a:lnTo>
                <a:lnTo>
                  <a:pt x="417" y="174"/>
                </a:lnTo>
                <a:cubicBezTo>
                  <a:pt x="428" y="179"/>
                  <a:pt x="434" y="193"/>
                  <a:pt x="428" y="205"/>
                </a:cubicBezTo>
                <a:lnTo>
                  <a:pt x="428" y="205"/>
                </a:lnTo>
                <a:cubicBezTo>
                  <a:pt x="423" y="217"/>
                  <a:pt x="409" y="222"/>
                  <a:pt x="397" y="217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90" name="Freeform 444">
            <a:extLst>
              <a:ext uri="{FF2B5EF4-FFF2-40B4-BE49-F238E27FC236}">
                <a16:creationId xmlns:a16="http://schemas.microsoft.com/office/drawing/2014/main" id="{3300999F-07A2-AC41-9CDE-3B85DC16E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0412" y="3759926"/>
            <a:ext cx="692124" cy="346064"/>
          </a:xfrm>
          <a:custGeom>
            <a:avLst/>
            <a:gdLst>
              <a:gd name="T0" fmla="*/ 518 w 555"/>
              <a:gd name="T1" fmla="*/ 271 h 277"/>
              <a:gd name="T2" fmla="*/ 17 w 555"/>
              <a:gd name="T3" fmla="*/ 48 h 277"/>
              <a:gd name="T4" fmla="*/ 17 w 555"/>
              <a:gd name="T5" fmla="*/ 48 h 277"/>
              <a:gd name="T6" fmla="*/ 6 w 555"/>
              <a:gd name="T7" fmla="*/ 17 h 277"/>
              <a:gd name="T8" fmla="*/ 6 w 555"/>
              <a:gd name="T9" fmla="*/ 17 h 277"/>
              <a:gd name="T10" fmla="*/ 37 w 555"/>
              <a:gd name="T11" fmla="*/ 5 h 277"/>
              <a:gd name="T12" fmla="*/ 536 w 555"/>
              <a:gd name="T13" fmla="*/ 227 h 277"/>
              <a:gd name="T14" fmla="*/ 536 w 555"/>
              <a:gd name="T15" fmla="*/ 227 h 277"/>
              <a:gd name="T16" fmla="*/ 549 w 555"/>
              <a:gd name="T17" fmla="*/ 259 h 277"/>
              <a:gd name="T18" fmla="*/ 549 w 555"/>
              <a:gd name="T19" fmla="*/ 259 h 277"/>
              <a:gd name="T20" fmla="*/ 518 w 555"/>
              <a:gd name="T21" fmla="*/ 271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55" h="277">
                <a:moveTo>
                  <a:pt x="518" y="271"/>
                </a:moveTo>
                <a:lnTo>
                  <a:pt x="17" y="48"/>
                </a:lnTo>
                <a:lnTo>
                  <a:pt x="17" y="48"/>
                </a:lnTo>
                <a:cubicBezTo>
                  <a:pt x="6" y="43"/>
                  <a:pt x="0" y="29"/>
                  <a:pt x="6" y="17"/>
                </a:cubicBezTo>
                <a:lnTo>
                  <a:pt x="6" y="17"/>
                </a:lnTo>
                <a:cubicBezTo>
                  <a:pt x="11" y="5"/>
                  <a:pt x="25" y="0"/>
                  <a:pt x="37" y="5"/>
                </a:cubicBezTo>
                <a:lnTo>
                  <a:pt x="536" y="227"/>
                </a:lnTo>
                <a:lnTo>
                  <a:pt x="536" y="227"/>
                </a:lnTo>
                <a:cubicBezTo>
                  <a:pt x="548" y="233"/>
                  <a:pt x="554" y="247"/>
                  <a:pt x="549" y="259"/>
                </a:cubicBezTo>
                <a:lnTo>
                  <a:pt x="549" y="259"/>
                </a:lnTo>
                <a:cubicBezTo>
                  <a:pt x="543" y="271"/>
                  <a:pt x="529" y="276"/>
                  <a:pt x="518" y="27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91" name="Freeform 445">
            <a:extLst>
              <a:ext uri="{FF2B5EF4-FFF2-40B4-BE49-F238E27FC236}">
                <a16:creationId xmlns:a16="http://schemas.microsoft.com/office/drawing/2014/main" id="{56F44232-85FE-D24F-BA29-DDA366B63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3868" y="4622332"/>
            <a:ext cx="1944539" cy="1664391"/>
          </a:xfrm>
          <a:custGeom>
            <a:avLst/>
            <a:gdLst>
              <a:gd name="T0" fmla="*/ 59 w 1560"/>
              <a:gd name="T1" fmla="*/ 409 h 1337"/>
              <a:gd name="T2" fmla="*/ 1258 w 1560"/>
              <a:gd name="T3" fmla="*/ 13 h 1337"/>
              <a:gd name="T4" fmla="*/ 1258 w 1560"/>
              <a:gd name="T5" fmla="*/ 13 h 1337"/>
              <a:gd name="T6" fmla="*/ 1350 w 1560"/>
              <a:gd name="T7" fmla="*/ 59 h 1337"/>
              <a:gd name="T8" fmla="*/ 1547 w 1560"/>
              <a:gd name="T9" fmla="*/ 654 h 1337"/>
              <a:gd name="T10" fmla="*/ 1547 w 1560"/>
              <a:gd name="T11" fmla="*/ 654 h 1337"/>
              <a:gd name="T12" fmla="*/ 1500 w 1560"/>
              <a:gd name="T13" fmla="*/ 747 h 1337"/>
              <a:gd name="T14" fmla="*/ 673 w 1560"/>
              <a:gd name="T15" fmla="*/ 1020 h 1337"/>
              <a:gd name="T16" fmla="*/ 555 w 1560"/>
              <a:gd name="T17" fmla="*/ 1306 h 1337"/>
              <a:gd name="T18" fmla="*/ 555 w 1560"/>
              <a:gd name="T19" fmla="*/ 1306 h 1337"/>
              <a:gd name="T20" fmla="*/ 484 w 1560"/>
              <a:gd name="T21" fmla="*/ 1301 h 1337"/>
              <a:gd name="T22" fmla="*/ 419 w 1560"/>
              <a:gd name="T23" fmla="*/ 1104 h 1337"/>
              <a:gd name="T24" fmla="*/ 302 w 1560"/>
              <a:gd name="T25" fmla="*/ 1143 h 1337"/>
              <a:gd name="T26" fmla="*/ 302 w 1560"/>
              <a:gd name="T27" fmla="*/ 1143 h 1337"/>
              <a:gd name="T28" fmla="*/ 210 w 1560"/>
              <a:gd name="T29" fmla="*/ 1097 h 1337"/>
              <a:gd name="T30" fmla="*/ 13 w 1560"/>
              <a:gd name="T31" fmla="*/ 501 h 1337"/>
              <a:gd name="T32" fmla="*/ 13 w 1560"/>
              <a:gd name="T33" fmla="*/ 501 h 1337"/>
              <a:gd name="T34" fmla="*/ 59 w 1560"/>
              <a:gd name="T35" fmla="*/ 409 h 1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60" h="1337">
                <a:moveTo>
                  <a:pt x="59" y="409"/>
                </a:moveTo>
                <a:lnTo>
                  <a:pt x="1258" y="13"/>
                </a:lnTo>
                <a:lnTo>
                  <a:pt x="1258" y="13"/>
                </a:lnTo>
                <a:cubicBezTo>
                  <a:pt x="1297" y="0"/>
                  <a:pt x="1337" y="21"/>
                  <a:pt x="1350" y="59"/>
                </a:cubicBezTo>
                <a:lnTo>
                  <a:pt x="1547" y="654"/>
                </a:lnTo>
                <a:lnTo>
                  <a:pt x="1547" y="654"/>
                </a:lnTo>
                <a:cubicBezTo>
                  <a:pt x="1559" y="692"/>
                  <a:pt x="1538" y="734"/>
                  <a:pt x="1500" y="747"/>
                </a:cubicBezTo>
                <a:lnTo>
                  <a:pt x="673" y="1020"/>
                </a:lnTo>
                <a:lnTo>
                  <a:pt x="555" y="1306"/>
                </a:lnTo>
                <a:lnTo>
                  <a:pt x="555" y="1306"/>
                </a:lnTo>
                <a:cubicBezTo>
                  <a:pt x="539" y="1336"/>
                  <a:pt x="495" y="1333"/>
                  <a:pt x="484" y="1301"/>
                </a:cubicBezTo>
                <a:lnTo>
                  <a:pt x="419" y="1104"/>
                </a:lnTo>
                <a:lnTo>
                  <a:pt x="302" y="1143"/>
                </a:lnTo>
                <a:lnTo>
                  <a:pt x="302" y="1143"/>
                </a:lnTo>
                <a:cubicBezTo>
                  <a:pt x="263" y="1156"/>
                  <a:pt x="222" y="1135"/>
                  <a:pt x="210" y="1097"/>
                </a:cubicBezTo>
                <a:lnTo>
                  <a:pt x="13" y="501"/>
                </a:lnTo>
                <a:lnTo>
                  <a:pt x="13" y="501"/>
                </a:lnTo>
                <a:cubicBezTo>
                  <a:pt x="0" y="463"/>
                  <a:pt x="21" y="422"/>
                  <a:pt x="59" y="409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E2EE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92" name="Freeform 446">
            <a:extLst>
              <a:ext uri="{FF2B5EF4-FFF2-40B4-BE49-F238E27FC236}">
                <a16:creationId xmlns:a16="http://schemas.microsoft.com/office/drawing/2014/main" id="{352D722E-B6EA-BA43-8483-CD771DBFD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2624" y="4957407"/>
            <a:ext cx="159297" cy="159300"/>
          </a:xfrm>
          <a:custGeom>
            <a:avLst/>
            <a:gdLst>
              <a:gd name="T0" fmla="*/ 9 w 126"/>
              <a:gd name="T1" fmla="*/ 79 h 126"/>
              <a:gd name="T2" fmla="*/ 9 w 126"/>
              <a:gd name="T3" fmla="*/ 79 h 126"/>
              <a:gd name="T4" fmla="*/ 80 w 126"/>
              <a:gd name="T5" fmla="*/ 115 h 126"/>
              <a:gd name="T6" fmla="*/ 80 w 126"/>
              <a:gd name="T7" fmla="*/ 115 h 126"/>
              <a:gd name="T8" fmla="*/ 115 w 126"/>
              <a:gd name="T9" fmla="*/ 45 h 126"/>
              <a:gd name="T10" fmla="*/ 115 w 126"/>
              <a:gd name="T11" fmla="*/ 45 h 126"/>
              <a:gd name="T12" fmla="*/ 45 w 126"/>
              <a:gd name="T13" fmla="*/ 9 h 126"/>
              <a:gd name="T14" fmla="*/ 45 w 126"/>
              <a:gd name="T15" fmla="*/ 9 h 126"/>
              <a:gd name="T16" fmla="*/ 9 w 126"/>
              <a:gd name="T17" fmla="*/ 79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" h="126">
                <a:moveTo>
                  <a:pt x="9" y="79"/>
                </a:moveTo>
                <a:lnTo>
                  <a:pt x="9" y="79"/>
                </a:lnTo>
                <a:cubicBezTo>
                  <a:pt x="19" y="109"/>
                  <a:pt x="51" y="125"/>
                  <a:pt x="80" y="115"/>
                </a:cubicBezTo>
                <a:lnTo>
                  <a:pt x="80" y="115"/>
                </a:lnTo>
                <a:cubicBezTo>
                  <a:pt x="109" y="105"/>
                  <a:pt x="125" y="74"/>
                  <a:pt x="115" y="45"/>
                </a:cubicBezTo>
                <a:lnTo>
                  <a:pt x="115" y="45"/>
                </a:lnTo>
                <a:cubicBezTo>
                  <a:pt x="105" y="15"/>
                  <a:pt x="74" y="0"/>
                  <a:pt x="45" y="9"/>
                </a:cubicBezTo>
                <a:lnTo>
                  <a:pt x="45" y="9"/>
                </a:lnTo>
                <a:cubicBezTo>
                  <a:pt x="16" y="19"/>
                  <a:pt x="0" y="51"/>
                  <a:pt x="9" y="79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E2EE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93" name="Freeform 447">
            <a:extLst>
              <a:ext uri="{FF2B5EF4-FFF2-40B4-BE49-F238E27FC236}">
                <a16:creationId xmlns:a16="http://schemas.microsoft.com/office/drawing/2014/main" id="{F8325ABE-1335-E149-9ABF-53D09181E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3447" y="5061776"/>
            <a:ext cx="944804" cy="390005"/>
          </a:xfrm>
          <a:custGeom>
            <a:avLst/>
            <a:gdLst>
              <a:gd name="T0" fmla="*/ 44 w 757"/>
              <a:gd name="T1" fmla="*/ 308 h 313"/>
              <a:gd name="T2" fmla="*/ 737 w 757"/>
              <a:gd name="T3" fmla="*/ 80 h 313"/>
              <a:gd name="T4" fmla="*/ 737 w 757"/>
              <a:gd name="T5" fmla="*/ 80 h 313"/>
              <a:gd name="T6" fmla="*/ 752 w 757"/>
              <a:gd name="T7" fmla="*/ 49 h 313"/>
              <a:gd name="T8" fmla="*/ 742 w 757"/>
              <a:gd name="T9" fmla="*/ 19 h 313"/>
              <a:gd name="T10" fmla="*/ 742 w 757"/>
              <a:gd name="T11" fmla="*/ 19 h 313"/>
              <a:gd name="T12" fmla="*/ 712 w 757"/>
              <a:gd name="T13" fmla="*/ 4 h 313"/>
              <a:gd name="T14" fmla="*/ 19 w 757"/>
              <a:gd name="T15" fmla="*/ 233 h 313"/>
              <a:gd name="T16" fmla="*/ 19 w 757"/>
              <a:gd name="T17" fmla="*/ 233 h 313"/>
              <a:gd name="T18" fmla="*/ 4 w 757"/>
              <a:gd name="T19" fmla="*/ 263 h 313"/>
              <a:gd name="T20" fmla="*/ 14 w 757"/>
              <a:gd name="T21" fmla="*/ 293 h 313"/>
              <a:gd name="T22" fmla="*/ 14 w 757"/>
              <a:gd name="T23" fmla="*/ 293 h 313"/>
              <a:gd name="T24" fmla="*/ 44 w 757"/>
              <a:gd name="T25" fmla="*/ 308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57" h="313">
                <a:moveTo>
                  <a:pt x="44" y="308"/>
                </a:moveTo>
                <a:lnTo>
                  <a:pt x="737" y="80"/>
                </a:lnTo>
                <a:lnTo>
                  <a:pt x="737" y="80"/>
                </a:lnTo>
                <a:cubicBezTo>
                  <a:pt x="749" y="75"/>
                  <a:pt x="756" y="62"/>
                  <a:pt x="752" y="49"/>
                </a:cubicBezTo>
                <a:lnTo>
                  <a:pt x="742" y="19"/>
                </a:lnTo>
                <a:lnTo>
                  <a:pt x="742" y="19"/>
                </a:lnTo>
                <a:cubicBezTo>
                  <a:pt x="738" y="7"/>
                  <a:pt x="724" y="0"/>
                  <a:pt x="712" y="4"/>
                </a:cubicBezTo>
                <a:lnTo>
                  <a:pt x="19" y="233"/>
                </a:lnTo>
                <a:lnTo>
                  <a:pt x="19" y="233"/>
                </a:lnTo>
                <a:cubicBezTo>
                  <a:pt x="7" y="237"/>
                  <a:pt x="0" y="251"/>
                  <a:pt x="4" y="263"/>
                </a:cubicBezTo>
                <a:lnTo>
                  <a:pt x="14" y="293"/>
                </a:lnTo>
                <a:lnTo>
                  <a:pt x="14" y="293"/>
                </a:lnTo>
                <a:cubicBezTo>
                  <a:pt x="18" y="306"/>
                  <a:pt x="32" y="312"/>
                  <a:pt x="44" y="30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94" name="Freeform 448">
            <a:extLst>
              <a:ext uri="{FF2B5EF4-FFF2-40B4-BE49-F238E27FC236}">
                <a16:creationId xmlns:a16="http://schemas.microsoft.com/office/drawing/2014/main" id="{54376B2B-46A9-1F4B-A32C-CD6A402E6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1340" y="5237554"/>
            <a:ext cx="1202979" cy="477893"/>
          </a:xfrm>
          <a:custGeom>
            <a:avLst/>
            <a:gdLst>
              <a:gd name="T0" fmla="*/ 44 w 967"/>
              <a:gd name="T1" fmla="*/ 378 h 383"/>
              <a:gd name="T2" fmla="*/ 947 w 967"/>
              <a:gd name="T3" fmla="*/ 80 h 383"/>
              <a:gd name="T4" fmla="*/ 947 w 967"/>
              <a:gd name="T5" fmla="*/ 80 h 383"/>
              <a:gd name="T6" fmla="*/ 962 w 967"/>
              <a:gd name="T7" fmla="*/ 50 h 383"/>
              <a:gd name="T8" fmla="*/ 952 w 967"/>
              <a:gd name="T9" fmla="*/ 19 h 383"/>
              <a:gd name="T10" fmla="*/ 952 w 967"/>
              <a:gd name="T11" fmla="*/ 19 h 383"/>
              <a:gd name="T12" fmla="*/ 922 w 967"/>
              <a:gd name="T13" fmla="*/ 4 h 383"/>
              <a:gd name="T14" fmla="*/ 19 w 967"/>
              <a:gd name="T15" fmla="*/ 303 h 383"/>
              <a:gd name="T16" fmla="*/ 19 w 967"/>
              <a:gd name="T17" fmla="*/ 303 h 383"/>
              <a:gd name="T18" fmla="*/ 4 w 967"/>
              <a:gd name="T19" fmla="*/ 333 h 383"/>
              <a:gd name="T20" fmla="*/ 14 w 967"/>
              <a:gd name="T21" fmla="*/ 364 h 383"/>
              <a:gd name="T22" fmla="*/ 14 w 967"/>
              <a:gd name="T23" fmla="*/ 364 h 383"/>
              <a:gd name="T24" fmla="*/ 44 w 967"/>
              <a:gd name="T25" fmla="*/ 378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67" h="383">
                <a:moveTo>
                  <a:pt x="44" y="378"/>
                </a:moveTo>
                <a:lnTo>
                  <a:pt x="947" y="80"/>
                </a:lnTo>
                <a:lnTo>
                  <a:pt x="947" y="80"/>
                </a:lnTo>
                <a:cubicBezTo>
                  <a:pt x="959" y="75"/>
                  <a:pt x="966" y="62"/>
                  <a:pt x="962" y="50"/>
                </a:cubicBezTo>
                <a:lnTo>
                  <a:pt x="952" y="19"/>
                </a:lnTo>
                <a:lnTo>
                  <a:pt x="952" y="19"/>
                </a:lnTo>
                <a:cubicBezTo>
                  <a:pt x="948" y="7"/>
                  <a:pt x="934" y="0"/>
                  <a:pt x="922" y="4"/>
                </a:cubicBezTo>
                <a:lnTo>
                  <a:pt x="19" y="303"/>
                </a:lnTo>
                <a:lnTo>
                  <a:pt x="19" y="303"/>
                </a:lnTo>
                <a:cubicBezTo>
                  <a:pt x="7" y="307"/>
                  <a:pt x="0" y="320"/>
                  <a:pt x="4" y="333"/>
                </a:cubicBezTo>
                <a:lnTo>
                  <a:pt x="14" y="364"/>
                </a:lnTo>
                <a:lnTo>
                  <a:pt x="14" y="364"/>
                </a:lnTo>
                <a:cubicBezTo>
                  <a:pt x="18" y="376"/>
                  <a:pt x="32" y="382"/>
                  <a:pt x="44" y="37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95" name="Freeform 413">
            <a:extLst>
              <a:ext uri="{FF2B5EF4-FFF2-40B4-BE49-F238E27FC236}">
                <a16:creationId xmlns:a16="http://schemas.microsoft.com/office/drawing/2014/main" id="{A7605EC5-6A30-B446-AB52-BFC02AE35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8112" y="9238712"/>
            <a:ext cx="1098609" cy="115356"/>
          </a:xfrm>
          <a:custGeom>
            <a:avLst/>
            <a:gdLst>
              <a:gd name="T0" fmla="*/ 0 w 881"/>
              <a:gd name="T1" fmla="*/ 33 h 91"/>
              <a:gd name="T2" fmla="*/ 32 w 881"/>
              <a:gd name="T3" fmla="*/ 90 h 91"/>
              <a:gd name="T4" fmla="*/ 850 w 881"/>
              <a:gd name="T5" fmla="*/ 59 h 91"/>
              <a:gd name="T6" fmla="*/ 880 w 881"/>
              <a:gd name="T7" fmla="*/ 0 h 91"/>
              <a:gd name="T8" fmla="*/ 0 w 881"/>
              <a:gd name="T9" fmla="*/ 33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1" h="91">
                <a:moveTo>
                  <a:pt x="0" y="33"/>
                </a:moveTo>
                <a:lnTo>
                  <a:pt x="32" y="90"/>
                </a:lnTo>
                <a:lnTo>
                  <a:pt x="850" y="59"/>
                </a:lnTo>
                <a:lnTo>
                  <a:pt x="880" y="0"/>
                </a:lnTo>
                <a:lnTo>
                  <a:pt x="0" y="33"/>
                </a:lnTo>
              </a:path>
            </a:pathLst>
          </a:custGeom>
          <a:solidFill>
            <a:schemeClr val="accent1">
              <a:lumMod val="75000"/>
              <a:alpha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42347-59A2-8D42-B0AF-E58564E7E2DA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C66D2-2FE7-F64A-807A-3E8EE61565D7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54507-81B1-D044-A8F0-BCD481CB293F}"/>
              </a:ext>
            </a:extLst>
          </p:cNvPr>
          <p:cNvSpPr txBox="1"/>
          <p:nvPr/>
        </p:nvSpPr>
        <p:spPr>
          <a:xfrm>
            <a:off x="5092477" y="3615534"/>
            <a:ext cx="117724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/>
            <a:r>
              <a:rPr lang="en-US" sz="7400" b="1" spc="-30" dirty="0">
                <a:solidFill>
                  <a:schemeClr val="accent3"/>
                </a:solidFill>
                <a:latin typeface="DM Sans" pitchFamily="2" charset="77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F8510-2A12-3445-9C7E-6752F1C6A092}"/>
              </a:ext>
            </a:extLst>
          </p:cNvPr>
          <p:cNvSpPr txBox="1"/>
          <p:nvPr/>
        </p:nvSpPr>
        <p:spPr>
          <a:xfrm>
            <a:off x="4241282" y="4776855"/>
            <a:ext cx="202844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Success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497ECE-7980-6A41-ABDC-F88B261449D3}"/>
              </a:ext>
            </a:extLst>
          </p:cNvPr>
          <p:cNvSpPr txBox="1"/>
          <p:nvPr/>
        </p:nvSpPr>
        <p:spPr>
          <a:xfrm>
            <a:off x="1864717" y="5462416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9EA1D-8B7D-934C-B811-14AA0E071A30}"/>
              </a:ext>
            </a:extLst>
          </p:cNvPr>
          <p:cNvSpPr txBox="1"/>
          <p:nvPr/>
        </p:nvSpPr>
        <p:spPr>
          <a:xfrm>
            <a:off x="18117339" y="3615534"/>
            <a:ext cx="1416093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1"/>
                </a:solidFill>
                <a:latin typeface="DM Sans" pitchFamily="2" charset="77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89D136-1EBB-FC41-8E4D-F9319E548D29}"/>
              </a:ext>
            </a:extLst>
          </p:cNvPr>
          <p:cNvSpPr txBox="1"/>
          <p:nvPr/>
        </p:nvSpPr>
        <p:spPr>
          <a:xfrm>
            <a:off x="18117339" y="4776855"/>
            <a:ext cx="2426946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Campaign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7ED3CF-71AD-9049-B187-DC5B339F4A4D}"/>
              </a:ext>
            </a:extLst>
          </p:cNvPr>
          <p:cNvSpPr txBox="1"/>
          <p:nvPr/>
        </p:nvSpPr>
        <p:spPr>
          <a:xfrm>
            <a:off x="18117339" y="5462416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1827F1-1D49-0147-9A01-BAE4D3B68C83}"/>
              </a:ext>
            </a:extLst>
          </p:cNvPr>
          <p:cNvSpPr txBox="1"/>
          <p:nvPr/>
        </p:nvSpPr>
        <p:spPr>
          <a:xfrm>
            <a:off x="4877674" y="8601466"/>
            <a:ext cx="1392048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/>
            <a:r>
              <a:rPr lang="en-US" sz="7400" b="1" spc="-30" dirty="0">
                <a:solidFill>
                  <a:schemeClr val="accent2"/>
                </a:solidFill>
                <a:latin typeface="DM Sans" pitchFamily="2" charset="77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1A9E03-9B36-A943-8785-4264DA358C48}"/>
              </a:ext>
            </a:extLst>
          </p:cNvPr>
          <p:cNvSpPr txBox="1"/>
          <p:nvPr/>
        </p:nvSpPr>
        <p:spPr>
          <a:xfrm>
            <a:off x="3182017" y="9771100"/>
            <a:ext cx="3087705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Management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53A2A-507F-814C-B3D9-7C50D1FA7D73}"/>
              </a:ext>
            </a:extLst>
          </p:cNvPr>
          <p:cNvSpPr txBox="1"/>
          <p:nvPr/>
        </p:nvSpPr>
        <p:spPr>
          <a:xfrm>
            <a:off x="1864717" y="10448348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11109B-DD7F-0D46-AB9D-59FFD5DBC429}"/>
              </a:ext>
            </a:extLst>
          </p:cNvPr>
          <p:cNvSpPr txBox="1"/>
          <p:nvPr/>
        </p:nvSpPr>
        <p:spPr>
          <a:xfrm>
            <a:off x="18117339" y="8601466"/>
            <a:ext cx="1457771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4"/>
                </a:solidFill>
                <a:latin typeface="DM Sans" pitchFamily="2" charset="77"/>
              </a:rPr>
              <a:t>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AC45B2-4D36-5F4B-BDB0-927F13A659C3}"/>
              </a:ext>
            </a:extLst>
          </p:cNvPr>
          <p:cNvSpPr txBox="1"/>
          <p:nvPr/>
        </p:nvSpPr>
        <p:spPr>
          <a:xfrm>
            <a:off x="18117339" y="9771100"/>
            <a:ext cx="179921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Results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E9D224-6DF2-244A-8BD6-69BF7DF0A962}"/>
              </a:ext>
            </a:extLst>
          </p:cNvPr>
          <p:cNvSpPr txBox="1"/>
          <p:nvPr/>
        </p:nvSpPr>
        <p:spPr>
          <a:xfrm>
            <a:off x="18117339" y="10448348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C1BDC8-E6CD-6F4D-90C2-D1695F4BF12A}"/>
              </a:ext>
            </a:extLst>
          </p:cNvPr>
          <p:cNvSpPr txBox="1"/>
          <p:nvPr/>
        </p:nvSpPr>
        <p:spPr>
          <a:xfrm rot="21007167">
            <a:off x="8764831" y="4828579"/>
            <a:ext cx="677108" cy="57964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spc="-30" dirty="0">
                <a:solidFill>
                  <a:schemeClr val="bg1"/>
                </a:solidFill>
                <a:latin typeface="DM Sans" pitchFamily="2" charset="77"/>
              </a:rPr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971361-1545-2545-A146-8CA0DBF35579}"/>
              </a:ext>
            </a:extLst>
          </p:cNvPr>
          <p:cNvSpPr txBox="1"/>
          <p:nvPr/>
        </p:nvSpPr>
        <p:spPr>
          <a:xfrm rot="1173927">
            <a:off x="12829132" y="3922515"/>
            <a:ext cx="630622" cy="57964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spc="-30" dirty="0">
                <a:solidFill>
                  <a:schemeClr val="bg1"/>
                </a:solidFill>
                <a:latin typeface="DM Sans" pitchFamily="2" charset="77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421481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2">
            <a:extLst>
              <a:ext uri="{FF2B5EF4-FFF2-40B4-BE49-F238E27FC236}">
                <a16:creationId xmlns:a16="http://schemas.microsoft.com/office/drawing/2014/main" id="{7F427CF6-C19E-AF44-888D-F4844AB420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7871" y="8368593"/>
            <a:ext cx="4515284" cy="0"/>
          </a:xfrm>
          <a:prstGeom prst="line">
            <a:avLst/>
          </a:prstGeom>
          <a:noFill/>
          <a:ln w="38100" cap="flat">
            <a:solidFill>
              <a:srgbClr val="E2EE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52D1DAE4-683F-9E44-9C80-396FC2822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443" y="5556150"/>
            <a:ext cx="6020379" cy="6014884"/>
          </a:xfrm>
          <a:custGeom>
            <a:avLst/>
            <a:gdLst>
              <a:gd name="T0" fmla="*/ 4830 w 4831"/>
              <a:gd name="T1" fmla="*/ 2413 h 4829"/>
              <a:gd name="T2" fmla="*/ 4830 w 4831"/>
              <a:gd name="T3" fmla="*/ 2413 h 4829"/>
              <a:gd name="T4" fmla="*/ 2415 w 4831"/>
              <a:gd name="T5" fmla="*/ 4828 h 4829"/>
              <a:gd name="T6" fmla="*/ 2415 w 4831"/>
              <a:gd name="T7" fmla="*/ 4828 h 4829"/>
              <a:gd name="T8" fmla="*/ 0 w 4831"/>
              <a:gd name="T9" fmla="*/ 2413 h 4829"/>
              <a:gd name="T10" fmla="*/ 0 w 4831"/>
              <a:gd name="T11" fmla="*/ 2413 h 4829"/>
              <a:gd name="T12" fmla="*/ 2415 w 4831"/>
              <a:gd name="T13" fmla="*/ 0 h 4829"/>
              <a:gd name="T14" fmla="*/ 2415 w 4831"/>
              <a:gd name="T15" fmla="*/ 0 h 4829"/>
              <a:gd name="T16" fmla="*/ 4830 w 4831"/>
              <a:gd name="T17" fmla="*/ 2413 h 48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831" h="4829">
                <a:moveTo>
                  <a:pt x="4830" y="2413"/>
                </a:moveTo>
                <a:lnTo>
                  <a:pt x="4830" y="2413"/>
                </a:lnTo>
                <a:cubicBezTo>
                  <a:pt x="4830" y="3747"/>
                  <a:pt x="3749" y="4828"/>
                  <a:pt x="2415" y="4828"/>
                </a:cubicBezTo>
                <a:lnTo>
                  <a:pt x="2415" y="4828"/>
                </a:lnTo>
                <a:cubicBezTo>
                  <a:pt x="1081" y="4828"/>
                  <a:pt x="0" y="3747"/>
                  <a:pt x="0" y="2413"/>
                </a:cubicBezTo>
                <a:lnTo>
                  <a:pt x="0" y="2413"/>
                </a:lnTo>
                <a:cubicBezTo>
                  <a:pt x="0" y="1080"/>
                  <a:pt x="1081" y="0"/>
                  <a:pt x="2415" y="0"/>
                </a:cubicBezTo>
                <a:lnTo>
                  <a:pt x="2415" y="0"/>
                </a:lnTo>
                <a:cubicBezTo>
                  <a:pt x="3749" y="0"/>
                  <a:pt x="4830" y="1080"/>
                  <a:pt x="4830" y="2413"/>
                </a:cubicBezTo>
              </a:path>
            </a:pathLst>
          </a:custGeom>
          <a:noFill/>
          <a:ln w="63500" cap="flat">
            <a:solidFill>
              <a:srgbClr val="E2EEFF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C2BA82F7-0378-2E4F-9CC7-3CCFCB267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964" y="9747343"/>
            <a:ext cx="5449102" cy="1565520"/>
          </a:xfrm>
          <a:custGeom>
            <a:avLst/>
            <a:gdLst>
              <a:gd name="T0" fmla="*/ 4165 w 4375"/>
              <a:gd name="T1" fmla="*/ 837 h 1257"/>
              <a:gd name="T2" fmla="*/ 2199 w 4375"/>
              <a:gd name="T3" fmla="*/ 837 h 1257"/>
              <a:gd name="T4" fmla="*/ 2199 w 4375"/>
              <a:gd name="T5" fmla="*/ 837 h 1257"/>
              <a:gd name="T6" fmla="*/ 1994 w 4375"/>
              <a:gd name="T7" fmla="*/ 628 h 1257"/>
              <a:gd name="T8" fmla="*/ 1994 w 4375"/>
              <a:gd name="T9" fmla="*/ 628 h 1257"/>
              <a:gd name="T10" fmla="*/ 2203 w 4375"/>
              <a:gd name="T11" fmla="*/ 419 h 1257"/>
              <a:gd name="T12" fmla="*/ 2502 w 4375"/>
              <a:gd name="T13" fmla="*/ 419 h 1257"/>
              <a:gd name="T14" fmla="*/ 2502 w 4375"/>
              <a:gd name="T15" fmla="*/ 419 h 1257"/>
              <a:gd name="T16" fmla="*/ 2711 w 4375"/>
              <a:gd name="T17" fmla="*/ 209 h 1257"/>
              <a:gd name="T18" fmla="*/ 2711 w 4375"/>
              <a:gd name="T19" fmla="*/ 209 h 1257"/>
              <a:gd name="T20" fmla="*/ 2502 w 4375"/>
              <a:gd name="T21" fmla="*/ 0 h 1257"/>
              <a:gd name="T22" fmla="*/ 698 w 4375"/>
              <a:gd name="T23" fmla="*/ 0 h 1257"/>
              <a:gd name="T24" fmla="*/ 698 w 4375"/>
              <a:gd name="T25" fmla="*/ 0 h 1257"/>
              <a:gd name="T26" fmla="*/ 488 w 4375"/>
              <a:gd name="T27" fmla="*/ 209 h 1257"/>
              <a:gd name="T28" fmla="*/ 488 w 4375"/>
              <a:gd name="T29" fmla="*/ 209 h 1257"/>
              <a:gd name="T30" fmla="*/ 698 w 4375"/>
              <a:gd name="T31" fmla="*/ 419 h 1257"/>
              <a:gd name="T32" fmla="*/ 1060 w 4375"/>
              <a:gd name="T33" fmla="*/ 419 h 1257"/>
              <a:gd name="T34" fmla="*/ 1073 w 4375"/>
              <a:gd name="T35" fmla="*/ 419 h 1257"/>
              <a:gd name="T36" fmla="*/ 1073 w 4375"/>
              <a:gd name="T37" fmla="*/ 419 h 1257"/>
              <a:gd name="T38" fmla="*/ 1282 w 4375"/>
              <a:gd name="T39" fmla="*/ 628 h 1257"/>
              <a:gd name="T40" fmla="*/ 1282 w 4375"/>
              <a:gd name="T41" fmla="*/ 628 h 1257"/>
              <a:gd name="T42" fmla="*/ 1076 w 4375"/>
              <a:gd name="T43" fmla="*/ 837 h 1257"/>
              <a:gd name="T44" fmla="*/ 210 w 4375"/>
              <a:gd name="T45" fmla="*/ 837 h 1257"/>
              <a:gd name="T46" fmla="*/ 210 w 4375"/>
              <a:gd name="T47" fmla="*/ 837 h 1257"/>
              <a:gd name="T48" fmla="*/ 0 w 4375"/>
              <a:gd name="T49" fmla="*/ 1046 h 1257"/>
              <a:gd name="T50" fmla="*/ 0 w 4375"/>
              <a:gd name="T51" fmla="*/ 1046 h 1257"/>
              <a:gd name="T52" fmla="*/ 210 w 4375"/>
              <a:gd name="T53" fmla="*/ 1256 h 1257"/>
              <a:gd name="T54" fmla="*/ 4165 w 4375"/>
              <a:gd name="T55" fmla="*/ 1256 h 1257"/>
              <a:gd name="T56" fmla="*/ 4165 w 4375"/>
              <a:gd name="T57" fmla="*/ 1256 h 1257"/>
              <a:gd name="T58" fmla="*/ 4374 w 4375"/>
              <a:gd name="T59" fmla="*/ 1046 h 1257"/>
              <a:gd name="T60" fmla="*/ 4374 w 4375"/>
              <a:gd name="T61" fmla="*/ 1046 h 1257"/>
              <a:gd name="T62" fmla="*/ 4165 w 4375"/>
              <a:gd name="T63" fmla="*/ 837 h 1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375" h="1257">
                <a:moveTo>
                  <a:pt x="4165" y="837"/>
                </a:moveTo>
                <a:lnTo>
                  <a:pt x="2199" y="837"/>
                </a:lnTo>
                <a:lnTo>
                  <a:pt x="2199" y="837"/>
                </a:lnTo>
                <a:cubicBezTo>
                  <a:pt x="2085" y="835"/>
                  <a:pt x="1994" y="742"/>
                  <a:pt x="1994" y="628"/>
                </a:cubicBezTo>
                <a:lnTo>
                  <a:pt x="1994" y="628"/>
                </a:lnTo>
                <a:cubicBezTo>
                  <a:pt x="1994" y="512"/>
                  <a:pt x="2087" y="419"/>
                  <a:pt x="2203" y="419"/>
                </a:cubicBezTo>
                <a:lnTo>
                  <a:pt x="2502" y="419"/>
                </a:lnTo>
                <a:lnTo>
                  <a:pt x="2502" y="419"/>
                </a:lnTo>
                <a:cubicBezTo>
                  <a:pt x="2617" y="419"/>
                  <a:pt x="2711" y="325"/>
                  <a:pt x="2711" y="209"/>
                </a:cubicBezTo>
                <a:lnTo>
                  <a:pt x="2711" y="209"/>
                </a:lnTo>
                <a:cubicBezTo>
                  <a:pt x="2711" y="94"/>
                  <a:pt x="2617" y="0"/>
                  <a:pt x="2502" y="0"/>
                </a:cubicBezTo>
                <a:lnTo>
                  <a:pt x="698" y="0"/>
                </a:lnTo>
                <a:lnTo>
                  <a:pt x="698" y="0"/>
                </a:lnTo>
                <a:cubicBezTo>
                  <a:pt x="583" y="0"/>
                  <a:pt x="488" y="94"/>
                  <a:pt x="488" y="209"/>
                </a:cubicBezTo>
                <a:lnTo>
                  <a:pt x="488" y="209"/>
                </a:lnTo>
                <a:cubicBezTo>
                  <a:pt x="488" y="325"/>
                  <a:pt x="583" y="419"/>
                  <a:pt x="698" y="419"/>
                </a:cubicBezTo>
                <a:lnTo>
                  <a:pt x="1060" y="419"/>
                </a:lnTo>
                <a:lnTo>
                  <a:pt x="1073" y="419"/>
                </a:lnTo>
                <a:lnTo>
                  <a:pt x="1073" y="419"/>
                </a:lnTo>
                <a:cubicBezTo>
                  <a:pt x="1188" y="419"/>
                  <a:pt x="1282" y="512"/>
                  <a:pt x="1282" y="628"/>
                </a:cubicBezTo>
                <a:lnTo>
                  <a:pt x="1282" y="628"/>
                </a:lnTo>
                <a:cubicBezTo>
                  <a:pt x="1282" y="742"/>
                  <a:pt x="1190" y="835"/>
                  <a:pt x="1076" y="837"/>
                </a:cubicBezTo>
                <a:lnTo>
                  <a:pt x="210" y="837"/>
                </a:lnTo>
                <a:lnTo>
                  <a:pt x="210" y="837"/>
                </a:lnTo>
                <a:cubicBezTo>
                  <a:pt x="94" y="837"/>
                  <a:pt x="0" y="931"/>
                  <a:pt x="0" y="1046"/>
                </a:cubicBezTo>
                <a:lnTo>
                  <a:pt x="0" y="1046"/>
                </a:lnTo>
                <a:cubicBezTo>
                  <a:pt x="0" y="1162"/>
                  <a:pt x="94" y="1256"/>
                  <a:pt x="210" y="1256"/>
                </a:cubicBezTo>
                <a:lnTo>
                  <a:pt x="4165" y="1256"/>
                </a:lnTo>
                <a:lnTo>
                  <a:pt x="4165" y="1256"/>
                </a:lnTo>
                <a:cubicBezTo>
                  <a:pt x="4281" y="1256"/>
                  <a:pt x="4374" y="1162"/>
                  <a:pt x="4374" y="1046"/>
                </a:cubicBezTo>
                <a:lnTo>
                  <a:pt x="4374" y="1046"/>
                </a:lnTo>
                <a:cubicBezTo>
                  <a:pt x="4374" y="931"/>
                  <a:pt x="4281" y="837"/>
                  <a:pt x="4165" y="837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E2EE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50352B2D-2D9C-ED4B-B9CC-4887EB3D6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611" y="3496256"/>
            <a:ext cx="5218394" cy="1499603"/>
          </a:xfrm>
          <a:custGeom>
            <a:avLst/>
            <a:gdLst>
              <a:gd name="T0" fmla="*/ 3989 w 4190"/>
              <a:gd name="T1" fmla="*/ 0 h 1203"/>
              <a:gd name="T2" fmla="*/ 201 w 4190"/>
              <a:gd name="T3" fmla="*/ 0 h 1203"/>
              <a:gd name="T4" fmla="*/ 201 w 4190"/>
              <a:gd name="T5" fmla="*/ 0 h 1203"/>
              <a:gd name="T6" fmla="*/ 0 w 4190"/>
              <a:gd name="T7" fmla="*/ 201 h 1203"/>
              <a:gd name="T8" fmla="*/ 0 w 4190"/>
              <a:gd name="T9" fmla="*/ 201 h 1203"/>
              <a:gd name="T10" fmla="*/ 201 w 4190"/>
              <a:gd name="T11" fmla="*/ 401 h 1203"/>
              <a:gd name="T12" fmla="*/ 2101 w 4190"/>
              <a:gd name="T13" fmla="*/ 401 h 1203"/>
              <a:gd name="T14" fmla="*/ 2101 w 4190"/>
              <a:gd name="T15" fmla="*/ 401 h 1203"/>
              <a:gd name="T16" fmla="*/ 2281 w 4190"/>
              <a:gd name="T17" fmla="*/ 601 h 1203"/>
              <a:gd name="T18" fmla="*/ 2281 w 4190"/>
              <a:gd name="T19" fmla="*/ 601 h 1203"/>
              <a:gd name="T20" fmla="*/ 2080 w 4190"/>
              <a:gd name="T21" fmla="*/ 802 h 1203"/>
              <a:gd name="T22" fmla="*/ 1794 w 4190"/>
              <a:gd name="T23" fmla="*/ 802 h 1203"/>
              <a:gd name="T24" fmla="*/ 1794 w 4190"/>
              <a:gd name="T25" fmla="*/ 802 h 1203"/>
              <a:gd name="T26" fmla="*/ 1593 w 4190"/>
              <a:gd name="T27" fmla="*/ 1002 h 1203"/>
              <a:gd name="T28" fmla="*/ 1593 w 4190"/>
              <a:gd name="T29" fmla="*/ 1002 h 1203"/>
              <a:gd name="T30" fmla="*/ 1794 w 4190"/>
              <a:gd name="T31" fmla="*/ 1202 h 1203"/>
              <a:gd name="T32" fmla="*/ 3521 w 4190"/>
              <a:gd name="T33" fmla="*/ 1202 h 1203"/>
              <a:gd name="T34" fmla="*/ 3521 w 4190"/>
              <a:gd name="T35" fmla="*/ 1202 h 1203"/>
              <a:gd name="T36" fmla="*/ 3721 w 4190"/>
              <a:gd name="T37" fmla="*/ 1002 h 1203"/>
              <a:gd name="T38" fmla="*/ 3721 w 4190"/>
              <a:gd name="T39" fmla="*/ 1002 h 1203"/>
              <a:gd name="T40" fmla="*/ 3521 w 4190"/>
              <a:gd name="T41" fmla="*/ 802 h 1203"/>
              <a:gd name="T42" fmla="*/ 3163 w 4190"/>
              <a:gd name="T43" fmla="*/ 802 h 1203"/>
              <a:gd name="T44" fmla="*/ 3163 w 4190"/>
              <a:gd name="T45" fmla="*/ 802 h 1203"/>
              <a:gd name="T46" fmla="*/ 2962 w 4190"/>
              <a:gd name="T47" fmla="*/ 601 h 1203"/>
              <a:gd name="T48" fmla="*/ 2962 w 4190"/>
              <a:gd name="T49" fmla="*/ 601 h 1203"/>
              <a:gd name="T50" fmla="*/ 3142 w 4190"/>
              <a:gd name="T51" fmla="*/ 401 h 1203"/>
              <a:gd name="T52" fmla="*/ 3989 w 4190"/>
              <a:gd name="T53" fmla="*/ 401 h 1203"/>
              <a:gd name="T54" fmla="*/ 3989 w 4190"/>
              <a:gd name="T55" fmla="*/ 401 h 1203"/>
              <a:gd name="T56" fmla="*/ 4189 w 4190"/>
              <a:gd name="T57" fmla="*/ 201 h 1203"/>
              <a:gd name="T58" fmla="*/ 4189 w 4190"/>
              <a:gd name="T59" fmla="*/ 201 h 1203"/>
              <a:gd name="T60" fmla="*/ 3989 w 4190"/>
              <a:gd name="T61" fmla="*/ 0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4190" h="1203">
                <a:moveTo>
                  <a:pt x="3989" y="0"/>
                </a:moveTo>
                <a:lnTo>
                  <a:pt x="201" y="0"/>
                </a:lnTo>
                <a:lnTo>
                  <a:pt x="201" y="0"/>
                </a:lnTo>
                <a:cubicBezTo>
                  <a:pt x="90" y="0"/>
                  <a:pt x="0" y="90"/>
                  <a:pt x="0" y="201"/>
                </a:cubicBezTo>
                <a:lnTo>
                  <a:pt x="0" y="201"/>
                </a:lnTo>
                <a:cubicBezTo>
                  <a:pt x="0" y="312"/>
                  <a:pt x="90" y="401"/>
                  <a:pt x="201" y="401"/>
                </a:cubicBezTo>
                <a:lnTo>
                  <a:pt x="2101" y="401"/>
                </a:lnTo>
                <a:lnTo>
                  <a:pt x="2101" y="401"/>
                </a:lnTo>
                <a:cubicBezTo>
                  <a:pt x="2202" y="412"/>
                  <a:pt x="2281" y="498"/>
                  <a:pt x="2281" y="601"/>
                </a:cubicBezTo>
                <a:lnTo>
                  <a:pt x="2281" y="601"/>
                </a:lnTo>
                <a:cubicBezTo>
                  <a:pt x="2281" y="712"/>
                  <a:pt x="2191" y="802"/>
                  <a:pt x="2080" y="802"/>
                </a:cubicBezTo>
                <a:lnTo>
                  <a:pt x="1794" y="802"/>
                </a:lnTo>
                <a:lnTo>
                  <a:pt x="1794" y="802"/>
                </a:lnTo>
                <a:cubicBezTo>
                  <a:pt x="1683" y="802"/>
                  <a:pt x="1593" y="891"/>
                  <a:pt x="1593" y="1002"/>
                </a:cubicBezTo>
                <a:lnTo>
                  <a:pt x="1593" y="1002"/>
                </a:lnTo>
                <a:cubicBezTo>
                  <a:pt x="1593" y="1113"/>
                  <a:pt x="1683" y="1202"/>
                  <a:pt x="1794" y="1202"/>
                </a:cubicBezTo>
                <a:lnTo>
                  <a:pt x="3521" y="1202"/>
                </a:lnTo>
                <a:lnTo>
                  <a:pt x="3521" y="1202"/>
                </a:lnTo>
                <a:cubicBezTo>
                  <a:pt x="3632" y="1202"/>
                  <a:pt x="3721" y="1113"/>
                  <a:pt x="3721" y="1002"/>
                </a:cubicBezTo>
                <a:lnTo>
                  <a:pt x="3721" y="1002"/>
                </a:lnTo>
                <a:cubicBezTo>
                  <a:pt x="3721" y="891"/>
                  <a:pt x="3632" y="802"/>
                  <a:pt x="3521" y="802"/>
                </a:cubicBezTo>
                <a:lnTo>
                  <a:pt x="3163" y="802"/>
                </a:lnTo>
                <a:lnTo>
                  <a:pt x="3163" y="802"/>
                </a:lnTo>
                <a:cubicBezTo>
                  <a:pt x="3052" y="802"/>
                  <a:pt x="2962" y="712"/>
                  <a:pt x="2962" y="601"/>
                </a:cubicBezTo>
                <a:lnTo>
                  <a:pt x="2962" y="601"/>
                </a:lnTo>
                <a:cubicBezTo>
                  <a:pt x="2962" y="498"/>
                  <a:pt x="3040" y="412"/>
                  <a:pt x="3142" y="401"/>
                </a:cubicBezTo>
                <a:lnTo>
                  <a:pt x="3989" y="401"/>
                </a:lnTo>
                <a:lnTo>
                  <a:pt x="3989" y="401"/>
                </a:lnTo>
                <a:cubicBezTo>
                  <a:pt x="4099" y="401"/>
                  <a:pt x="4189" y="312"/>
                  <a:pt x="4189" y="201"/>
                </a:cubicBezTo>
                <a:lnTo>
                  <a:pt x="4189" y="201"/>
                </a:lnTo>
                <a:cubicBezTo>
                  <a:pt x="4189" y="90"/>
                  <a:pt x="4099" y="0"/>
                  <a:pt x="3989" y="0"/>
                </a:cubicBezTo>
              </a:path>
            </a:pathLst>
          </a:custGeom>
          <a:solidFill>
            <a:srgbClr val="EEF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E2EE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8" name="Freeform 1">
            <a:extLst>
              <a:ext uri="{FF2B5EF4-FFF2-40B4-BE49-F238E27FC236}">
                <a16:creationId xmlns:a16="http://schemas.microsoft.com/office/drawing/2014/main" id="{EBA546EC-9BF5-1542-BA33-B16B9D65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357" y="6020053"/>
            <a:ext cx="4684488" cy="5651130"/>
          </a:xfrm>
          <a:custGeom>
            <a:avLst/>
            <a:gdLst>
              <a:gd name="T0" fmla="*/ 0 w 3612"/>
              <a:gd name="T1" fmla="*/ 120 h 4357"/>
              <a:gd name="T2" fmla="*/ 2262 w 3612"/>
              <a:gd name="T3" fmla="*/ 0 h 4357"/>
              <a:gd name="T4" fmla="*/ 3611 w 3612"/>
              <a:gd name="T5" fmla="*/ 3854 h 4357"/>
              <a:gd name="T6" fmla="*/ 3485 w 3612"/>
              <a:gd name="T7" fmla="*/ 3880 h 4357"/>
              <a:gd name="T8" fmla="*/ 3416 w 3612"/>
              <a:gd name="T9" fmla="*/ 3682 h 4357"/>
              <a:gd name="T10" fmla="*/ 1290 w 3612"/>
              <a:gd name="T11" fmla="*/ 4107 h 4357"/>
              <a:gd name="T12" fmla="*/ 1353 w 3612"/>
              <a:gd name="T13" fmla="*/ 4324 h 4357"/>
              <a:gd name="T14" fmla="*/ 1202 w 3612"/>
              <a:gd name="T15" fmla="*/ 4356 h 4357"/>
              <a:gd name="T16" fmla="*/ 0 w 3612"/>
              <a:gd name="T17" fmla="*/ 120 h 4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12" h="4357">
                <a:moveTo>
                  <a:pt x="0" y="120"/>
                </a:moveTo>
                <a:lnTo>
                  <a:pt x="2262" y="0"/>
                </a:lnTo>
                <a:lnTo>
                  <a:pt x="3611" y="3854"/>
                </a:lnTo>
                <a:lnTo>
                  <a:pt x="3485" y="3880"/>
                </a:lnTo>
                <a:lnTo>
                  <a:pt x="3416" y="3682"/>
                </a:lnTo>
                <a:lnTo>
                  <a:pt x="1290" y="4107"/>
                </a:lnTo>
                <a:lnTo>
                  <a:pt x="1353" y="4324"/>
                </a:lnTo>
                <a:lnTo>
                  <a:pt x="1202" y="4356"/>
                </a:lnTo>
                <a:lnTo>
                  <a:pt x="0" y="120"/>
                </a:ln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75E2BE9F-6671-A245-92FF-3A0C2B48D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5528" y="5322243"/>
            <a:ext cx="5302226" cy="7286983"/>
          </a:xfrm>
          <a:custGeom>
            <a:avLst/>
            <a:gdLst>
              <a:gd name="T0" fmla="*/ 2182 w 4086"/>
              <a:gd name="T1" fmla="*/ 1 h 5617"/>
              <a:gd name="T2" fmla="*/ 2182 w 4086"/>
              <a:gd name="T3" fmla="*/ 1 h 5617"/>
              <a:gd name="T4" fmla="*/ 2260 w 4086"/>
              <a:gd name="T5" fmla="*/ 13 h 5617"/>
              <a:gd name="T6" fmla="*/ 2260 w 4086"/>
              <a:gd name="T7" fmla="*/ 13 h 5617"/>
              <a:gd name="T8" fmla="*/ 2333 w 4086"/>
              <a:gd name="T9" fmla="*/ 49 h 5617"/>
              <a:gd name="T10" fmla="*/ 2333 w 4086"/>
              <a:gd name="T11" fmla="*/ 49 h 5617"/>
              <a:gd name="T12" fmla="*/ 2392 w 4086"/>
              <a:gd name="T13" fmla="*/ 104 h 5617"/>
              <a:gd name="T14" fmla="*/ 2392 w 4086"/>
              <a:gd name="T15" fmla="*/ 104 h 5617"/>
              <a:gd name="T16" fmla="*/ 2432 w 4086"/>
              <a:gd name="T17" fmla="*/ 173 h 5617"/>
              <a:gd name="T18" fmla="*/ 4069 w 4086"/>
              <a:gd name="T19" fmla="*/ 4810 h 5617"/>
              <a:gd name="T20" fmla="*/ 4069 w 4086"/>
              <a:gd name="T21" fmla="*/ 4810 h 5617"/>
              <a:gd name="T22" fmla="*/ 4085 w 4086"/>
              <a:gd name="T23" fmla="*/ 4904 h 5617"/>
              <a:gd name="T24" fmla="*/ 4085 w 4086"/>
              <a:gd name="T25" fmla="*/ 4904 h 5617"/>
              <a:gd name="T26" fmla="*/ 4068 w 4086"/>
              <a:gd name="T27" fmla="*/ 4987 h 5617"/>
              <a:gd name="T28" fmla="*/ 4068 w 4086"/>
              <a:gd name="T29" fmla="*/ 4987 h 5617"/>
              <a:gd name="T30" fmla="*/ 4022 w 4086"/>
              <a:gd name="T31" fmla="*/ 5052 h 5617"/>
              <a:gd name="T32" fmla="*/ 4022 w 4086"/>
              <a:gd name="T33" fmla="*/ 5052 h 5617"/>
              <a:gd name="T34" fmla="*/ 3950 w 4086"/>
              <a:gd name="T35" fmla="*/ 5090 h 5617"/>
              <a:gd name="T36" fmla="*/ 1768 w 4086"/>
              <a:gd name="T37" fmla="*/ 5608 h 5617"/>
              <a:gd name="T38" fmla="*/ 1768 w 4086"/>
              <a:gd name="T39" fmla="*/ 5608 h 5617"/>
              <a:gd name="T40" fmla="*/ 1669 w 4086"/>
              <a:gd name="T41" fmla="*/ 5609 h 5617"/>
              <a:gd name="T42" fmla="*/ 1669 w 4086"/>
              <a:gd name="T43" fmla="*/ 5609 h 5617"/>
              <a:gd name="T44" fmla="*/ 1576 w 4086"/>
              <a:gd name="T45" fmla="*/ 5572 h 5617"/>
              <a:gd name="T46" fmla="*/ 1576 w 4086"/>
              <a:gd name="T47" fmla="*/ 5572 h 5617"/>
              <a:gd name="T48" fmla="*/ 1501 w 4086"/>
              <a:gd name="T49" fmla="*/ 5501 h 5617"/>
              <a:gd name="T50" fmla="*/ 1501 w 4086"/>
              <a:gd name="T51" fmla="*/ 5501 h 5617"/>
              <a:gd name="T52" fmla="*/ 1453 w 4086"/>
              <a:gd name="T53" fmla="*/ 5404 h 5617"/>
              <a:gd name="T54" fmla="*/ 9 w 4086"/>
              <a:gd name="T55" fmla="*/ 269 h 5617"/>
              <a:gd name="T56" fmla="*/ 9 w 4086"/>
              <a:gd name="T57" fmla="*/ 269 h 5617"/>
              <a:gd name="T58" fmla="*/ 5 w 4086"/>
              <a:gd name="T59" fmla="*/ 192 h 5617"/>
              <a:gd name="T60" fmla="*/ 5 w 4086"/>
              <a:gd name="T61" fmla="*/ 192 h 5617"/>
              <a:gd name="T62" fmla="*/ 34 w 4086"/>
              <a:gd name="T63" fmla="*/ 128 h 5617"/>
              <a:gd name="T64" fmla="*/ 34 w 4086"/>
              <a:gd name="T65" fmla="*/ 128 h 5617"/>
              <a:gd name="T66" fmla="*/ 93 w 4086"/>
              <a:gd name="T67" fmla="*/ 84 h 5617"/>
              <a:gd name="T68" fmla="*/ 93 w 4086"/>
              <a:gd name="T69" fmla="*/ 84 h 5617"/>
              <a:gd name="T70" fmla="*/ 173 w 4086"/>
              <a:gd name="T71" fmla="*/ 67 h 5617"/>
              <a:gd name="T72" fmla="*/ 2182 w 4086"/>
              <a:gd name="T73" fmla="*/ 1 h 5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086" h="5617">
                <a:moveTo>
                  <a:pt x="2182" y="1"/>
                </a:moveTo>
                <a:lnTo>
                  <a:pt x="2182" y="1"/>
                </a:lnTo>
                <a:cubicBezTo>
                  <a:pt x="2208" y="0"/>
                  <a:pt x="2235" y="4"/>
                  <a:pt x="2260" y="13"/>
                </a:cubicBezTo>
                <a:lnTo>
                  <a:pt x="2260" y="13"/>
                </a:lnTo>
                <a:cubicBezTo>
                  <a:pt x="2286" y="21"/>
                  <a:pt x="2310" y="34"/>
                  <a:pt x="2333" y="49"/>
                </a:cubicBezTo>
                <a:lnTo>
                  <a:pt x="2333" y="49"/>
                </a:lnTo>
                <a:cubicBezTo>
                  <a:pt x="2356" y="65"/>
                  <a:pt x="2376" y="83"/>
                  <a:pt x="2392" y="104"/>
                </a:cubicBezTo>
                <a:lnTo>
                  <a:pt x="2392" y="104"/>
                </a:lnTo>
                <a:cubicBezTo>
                  <a:pt x="2410" y="125"/>
                  <a:pt x="2423" y="149"/>
                  <a:pt x="2432" y="173"/>
                </a:cubicBezTo>
                <a:lnTo>
                  <a:pt x="4069" y="4810"/>
                </a:lnTo>
                <a:lnTo>
                  <a:pt x="4069" y="4810"/>
                </a:lnTo>
                <a:cubicBezTo>
                  <a:pt x="4080" y="4842"/>
                  <a:pt x="4085" y="4874"/>
                  <a:pt x="4085" y="4904"/>
                </a:cubicBezTo>
                <a:lnTo>
                  <a:pt x="4085" y="4904"/>
                </a:lnTo>
                <a:cubicBezTo>
                  <a:pt x="4085" y="4934"/>
                  <a:pt x="4079" y="4962"/>
                  <a:pt x="4068" y="4987"/>
                </a:cubicBezTo>
                <a:lnTo>
                  <a:pt x="4068" y="4987"/>
                </a:lnTo>
                <a:cubicBezTo>
                  <a:pt x="4058" y="5013"/>
                  <a:pt x="4042" y="5036"/>
                  <a:pt x="4022" y="5052"/>
                </a:cubicBezTo>
                <a:lnTo>
                  <a:pt x="4022" y="5052"/>
                </a:lnTo>
                <a:cubicBezTo>
                  <a:pt x="4002" y="5070"/>
                  <a:pt x="3978" y="5083"/>
                  <a:pt x="3950" y="5090"/>
                </a:cubicBezTo>
                <a:lnTo>
                  <a:pt x="1768" y="5608"/>
                </a:lnTo>
                <a:lnTo>
                  <a:pt x="1768" y="5608"/>
                </a:lnTo>
                <a:cubicBezTo>
                  <a:pt x="1734" y="5616"/>
                  <a:pt x="1701" y="5616"/>
                  <a:pt x="1669" y="5609"/>
                </a:cubicBezTo>
                <a:lnTo>
                  <a:pt x="1669" y="5609"/>
                </a:lnTo>
                <a:cubicBezTo>
                  <a:pt x="1636" y="5603"/>
                  <a:pt x="1604" y="5590"/>
                  <a:pt x="1576" y="5572"/>
                </a:cubicBezTo>
                <a:lnTo>
                  <a:pt x="1576" y="5572"/>
                </a:lnTo>
                <a:cubicBezTo>
                  <a:pt x="1548" y="5553"/>
                  <a:pt x="1522" y="5529"/>
                  <a:pt x="1501" y="5501"/>
                </a:cubicBezTo>
                <a:lnTo>
                  <a:pt x="1501" y="5501"/>
                </a:lnTo>
                <a:cubicBezTo>
                  <a:pt x="1480" y="5473"/>
                  <a:pt x="1463" y="5440"/>
                  <a:pt x="1453" y="5404"/>
                </a:cubicBezTo>
                <a:lnTo>
                  <a:pt x="9" y="269"/>
                </a:lnTo>
                <a:lnTo>
                  <a:pt x="9" y="269"/>
                </a:lnTo>
                <a:cubicBezTo>
                  <a:pt x="2" y="241"/>
                  <a:pt x="0" y="216"/>
                  <a:pt x="5" y="192"/>
                </a:cubicBezTo>
                <a:lnTo>
                  <a:pt x="5" y="192"/>
                </a:lnTo>
                <a:cubicBezTo>
                  <a:pt x="10" y="168"/>
                  <a:pt x="20" y="146"/>
                  <a:pt x="34" y="128"/>
                </a:cubicBezTo>
                <a:lnTo>
                  <a:pt x="34" y="128"/>
                </a:lnTo>
                <a:cubicBezTo>
                  <a:pt x="50" y="110"/>
                  <a:pt x="69" y="95"/>
                  <a:pt x="93" y="84"/>
                </a:cubicBezTo>
                <a:lnTo>
                  <a:pt x="93" y="84"/>
                </a:lnTo>
                <a:cubicBezTo>
                  <a:pt x="116" y="74"/>
                  <a:pt x="143" y="68"/>
                  <a:pt x="173" y="67"/>
                </a:cubicBezTo>
                <a:lnTo>
                  <a:pt x="2182" y="1"/>
                </a:ln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20" name="Freeform 4">
            <a:extLst>
              <a:ext uri="{FF2B5EF4-FFF2-40B4-BE49-F238E27FC236}">
                <a16:creationId xmlns:a16="http://schemas.microsoft.com/office/drawing/2014/main" id="{5F4B2CE1-1C14-EC4A-8C8D-BE17FBB9C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357" y="6020053"/>
            <a:ext cx="4684488" cy="5651130"/>
          </a:xfrm>
          <a:custGeom>
            <a:avLst/>
            <a:gdLst>
              <a:gd name="T0" fmla="*/ 3611 w 3612"/>
              <a:gd name="T1" fmla="*/ 3854 h 4357"/>
              <a:gd name="T2" fmla="*/ 2262 w 3612"/>
              <a:gd name="T3" fmla="*/ 0 h 4357"/>
              <a:gd name="T4" fmla="*/ 0 w 3612"/>
              <a:gd name="T5" fmla="*/ 120 h 4357"/>
              <a:gd name="T6" fmla="*/ 1202 w 3612"/>
              <a:gd name="T7" fmla="*/ 4356 h 4357"/>
              <a:gd name="T8" fmla="*/ 3611 w 3612"/>
              <a:gd name="T9" fmla="*/ 3854 h 4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12" h="4357">
                <a:moveTo>
                  <a:pt x="3611" y="3854"/>
                </a:moveTo>
                <a:lnTo>
                  <a:pt x="2262" y="0"/>
                </a:lnTo>
                <a:lnTo>
                  <a:pt x="0" y="120"/>
                </a:lnTo>
                <a:lnTo>
                  <a:pt x="1202" y="4356"/>
                </a:lnTo>
                <a:lnTo>
                  <a:pt x="3611" y="3854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9CC93B05-FE33-9944-AFD2-D025CE91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3185" y="6426157"/>
            <a:ext cx="268831" cy="240231"/>
          </a:xfrm>
          <a:custGeom>
            <a:avLst/>
            <a:gdLst>
              <a:gd name="T0" fmla="*/ 78 w 208"/>
              <a:gd name="T1" fmla="*/ 1 h 186"/>
              <a:gd name="T2" fmla="*/ 78 w 208"/>
              <a:gd name="T3" fmla="*/ 1 h 186"/>
              <a:gd name="T4" fmla="*/ 118 w 208"/>
              <a:gd name="T5" fmla="*/ 6 h 186"/>
              <a:gd name="T6" fmla="*/ 118 w 208"/>
              <a:gd name="T7" fmla="*/ 6 h 186"/>
              <a:gd name="T8" fmla="*/ 155 w 208"/>
              <a:gd name="T9" fmla="*/ 23 h 186"/>
              <a:gd name="T10" fmla="*/ 155 w 208"/>
              <a:gd name="T11" fmla="*/ 23 h 186"/>
              <a:gd name="T12" fmla="*/ 184 w 208"/>
              <a:gd name="T13" fmla="*/ 51 h 186"/>
              <a:gd name="T14" fmla="*/ 184 w 208"/>
              <a:gd name="T15" fmla="*/ 51 h 186"/>
              <a:gd name="T16" fmla="*/ 203 w 208"/>
              <a:gd name="T17" fmla="*/ 86 h 186"/>
              <a:gd name="T18" fmla="*/ 203 w 208"/>
              <a:gd name="T19" fmla="*/ 86 h 186"/>
              <a:gd name="T20" fmla="*/ 206 w 208"/>
              <a:gd name="T21" fmla="*/ 122 h 186"/>
              <a:gd name="T22" fmla="*/ 206 w 208"/>
              <a:gd name="T23" fmla="*/ 122 h 186"/>
              <a:gd name="T24" fmla="*/ 193 w 208"/>
              <a:gd name="T25" fmla="*/ 152 h 186"/>
              <a:gd name="T26" fmla="*/ 193 w 208"/>
              <a:gd name="T27" fmla="*/ 152 h 186"/>
              <a:gd name="T28" fmla="*/ 167 w 208"/>
              <a:gd name="T29" fmla="*/ 174 h 186"/>
              <a:gd name="T30" fmla="*/ 167 w 208"/>
              <a:gd name="T31" fmla="*/ 174 h 186"/>
              <a:gd name="T32" fmla="*/ 131 w 208"/>
              <a:gd name="T33" fmla="*/ 184 h 186"/>
              <a:gd name="T34" fmla="*/ 131 w 208"/>
              <a:gd name="T35" fmla="*/ 184 h 186"/>
              <a:gd name="T36" fmla="*/ 89 w 208"/>
              <a:gd name="T37" fmla="*/ 179 h 186"/>
              <a:gd name="T38" fmla="*/ 89 w 208"/>
              <a:gd name="T39" fmla="*/ 179 h 186"/>
              <a:gd name="T40" fmla="*/ 52 w 208"/>
              <a:gd name="T41" fmla="*/ 161 h 186"/>
              <a:gd name="T42" fmla="*/ 52 w 208"/>
              <a:gd name="T43" fmla="*/ 161 h 186"/>
              <a:gd name="T44" fmla="*/ 22 w 208"/>
              <a:gd name="T45" fmla="*/ 134 h 186"/>
              <a:gd name="T46" fmla="*/ 22 w 208"/>
              <a:gd name="T47" fmla="*/ 134 h 186"/>
              <a:gd name="T48" fmla="*/ 4 w 208"/>
              <a:gd name="T49" fmla="*/ 98 h 186"/>
              <a:gd name="T50" fmla="*/ 4 w 208"/>
              <a:gd name="T51" fmla="*/ 98 h 186"/>
              <a:gd name="T52" fmla="*/ 2 w 208"/>
              <a:gd name="T53" fmla="*/ 63 h 186"/>
              <a:gd name="T54" fmla="*/ 2 w 208"/>
              <a:gd name="T55" fmla="*/ 63 h 186"/>
              <a:gd name="T56" fmla="*/ 15 w 208"/>
              <a:gd name="T57" fmla="*/ 32 h 186"/>
              <a:gd name="T58" fmla="*/ 15 w 208"/>
              <a:gd name="T59" fmla="*/ 32 h 186"/>
              <a:gd name="T60" fmla="*/ 41 w 208"/>
              <a:gd name="T61" fmla="*/ 10 h 186"/>
              <a:gd name="T62" fmla="*/ 41 w 208"/>
              <a:gd name="T63" fmla="*/ 10 h 186"/>
              <a:gd name="T64" fmla="*/ 78 w 208"/>
              <a:gd name="T65" fmla="*/ 1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08" h="186">
                <a:moveTo>
                  <a:pt x="78" y="1"/>
                </a:moveTo>
                <a:lnTo>
                  <a:pt x="78" y="1"/>
                </a:lnTo>
                <a:cubicBezTo>
                  <a:pt x="91" y="0"/>
                  <a:pt x="105" y="2"/>
                  <a:pt x="118" y="6"/>
                </a:cubicBezTo>
                <a:lnTo>
                  <a:pt x="118" y="6"/>
                </a:lnTo>
                <a:cubicBezTo>
                  <a:pt x="131" y="10"/>
                  <a:pt x="144" y="16"/>
                  <a:pt x="155" y="23"/>
                </a:cubicBezTo>
                <a:lnTo>
                  <a:pt x="155" y="23"/>
                </a:lnTo>
                <a:cubicBezTo>
                  <a:pt x="166" y="31"/>
                  <a:pt x="176" y="40"/>
                  <a:pt x="184" y="51"/>
                </a:cubicBezTo>
                <a:lnTo>
                  <a:pt x="184" y="51"/>
                </a:lnTo>
                <a:cubicBezTo>
                  <a:pt x="193" y="62"/>
                  <a:pt x="199" y="73"/>
                  <a:pt x="203" y="86"/>
                </a:cubicBezTo>
                <a:lnTo>
                  <a:pt x="203" y="86"/>
                </a:lnTo>
                <a:cubicBezTo>
                  <a:pt x="206" y="98"/>
                  <a:pt x="207" y="111"/>
                  <a:pt x="206" y="122"/>
                </a:cubicBezTo>
                <a:lnTo>
                  <a:pt x="206" y="122"/>
                </a:lnTo>
                <a:cubicBezTo>
                  <a:pt x="203" y="133"/>
                  <a:pt x="199" y="143"/>
                  <a:pt x="193" y="152"/>
                </a:cubicBezTo>
                <a:lnTo>
                  <a:pt x="193" y="152"/>
                </a:lnTo>
                <a:cubicBezTo>
                  <a:pt x="186" y="161"/>
                  <a:pt x="177" y="168"/>
                  <a:pt x="167" y="174"/>
                </a:cubicBezTo>
                <a:lnTo>
                  <a:pt x="167" y="174"/>
                </a:lnTo>
                <a:cubicBezTo>
                  <a:pt x="156" y="179"/>
                  <a:pt x="144" y="182"/>
                  <a:pt x="131" y="184"/>
                </a:cubicBezTo>
                <a:lnTo>
                  <a:pt x="131" y="184"/>
                </a:lnTo>
                <a:cubicBezTo>
                  <a:pt x="117" y="185"/>
                  <a:pt x="103" y="183"/>
                  <a:pt x="89" y="179"/>
                </a:cubicBezTo>
                <a:lnTo>
                  <a:pt x="89" y="179"/>
                </a:lnTo>
                <a:cubicBezTo>
                  <a:pt x="76" y="175"/>
                  <a:pt x="63" y="169"/>
                  <a:pt x="52" y="161"/>
                </a:cubicBezTo>
                <a:lnTo>
                  <a:pt x="52" y="161"/>
                </a:lnTo>
                <a:cubicBezTo>
                  <a:pt x="41" y="154"/>
                  <a:pt x="31" y="144"/>
                  <a:pt x="22" y="134"/>
                </a:cubicBezTo>
                <a:lnTo>
                  <a:pt x="22" y="134"/>
                </a:lnTo>
                <a:cubicBezTo>
                  <a:pt x="14" y="123"/>
                  <a:pt x="8" y="111"/>
                  <a:pt x="4" y="98"/>
                </a:cubicBezTo>
                <a:lnTo>
                  <a:pt x="4" y="98"/>
                </a:lnTo>
                <a:cubicBezTo>
                  <a:pt x="1" y="86"/>
                  <a:pt x="0" y="74"/>
                  <a:pt x="2" y="63"/>
                </a:cubicBezTo>
                <a:lnTo>
                  <a:pt x="2" y="63"/>
                </a:lnTo>
                <a:cubicBezTo>
                  <a:pt x="3" y="51"/>
                  <a:pt x="8" y="41"/>
                  <a:pt x="15" y="32"/>
                </a:cubicBezTo>
                <a:lnTo>
                  <a:pt x="15" y="32"/>
                </a:lnTo>
                <a:cubicBezTo>
                  <a:pt x="22" y="23"/>
                  <a:pt x="31" y="16"/>
                  <a:pt x="41" y="10"/>
                </a:cubicBezTo>
                <a:lnTo>
                  <a:pt x="41" y="10"/>
                </a:lnTo>
                <a:cubicBezTo>
                  <a:pt x="51" y="5"/>
                  <a:pt x="63" y="2"/>
                  <a:pt x="78" y="1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7D30CDEE-012B-3043-87CD-6373723CF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542" y="8691184"/>
            <a:ext cx="2367983" cy="480460"/>
          </a:xfrm>
          <a:custGeom>
            <a:avLst/>
            <a:gdLst>
              <a:gd name="T0" fmla="*/ 1734 w 1827"/>
              <a:gd name="T1" fmla="*/ 1 h 371"/>
              <a:gd name="T2" fmla="*/ 1734 w 1827"/>
              <a:gd name="T3" fmla="*/ 1 h 371"/>
              <a:gd name="T4" fmla="*/ 1761 w 1827"/>
              <a:gd name="T5" fmla="*/ 3 h 371"/>
              <a:gd name="T6" fmla="*/ 1761 w 1827"/>
              <a:gd name="T7" fmla="*/ 3 h 371"/>
              <a:gd name="T8" fmla="*/ 1786 w 1827"/>
              <a:gd name="T9" fmla="*/ 15 h 371"/>
              <a:gd name="T10" fmla="*/ 1786 w 1827"/>
              <a:gd name="T11" fmla="*/ 15 h 371"/>
              <a:gd name="T12" fmla="*/ 1807 w 1827"/>
              <a:gd name="T13" fmla="*/ 34 h 371"/>
              <a:gd name="T14" fmla="*/ 1807 w 1827"/>
              <a:gd name="T15" fmla="*/ 34 h 371"/>
              <a:gd name="T16" fmla="*/ 1821 w 1827"/>
              <a:gd name="T17" fmla="*/ 59 h 371"/>
              <a:gd name="T18" fmla="*/ 1821 w 1827"/>
              <a:gd name="T19" fmla="*/ 59 h 371"/>
              <a:gd name="T20" fmla="*/ 1825 w 1827"/>
              <a:gd name="T21" fmla="*/ 86 h 371"/>
              <a:gd name="T22" fmla="*/ 1825 w 1827"/>
              <a:gd name="T23" fmla="*/ 86 h 371"/>
              <a:gd name="T24" fmla="*/ 1819 w 1827"/>
              <a:gd name="T25" fmla="*/ 109 h 371"/>
              <a:gd name="T26" fmla="*/ 1819 w 1827"/>
              <a:gd name="T27" fmla="*/ 109 h 371"/>
              <a:gd name="T28" fmla="*/ 1804 w 1827"/>
              <a:gd name="T29" fmla="*/ 127 h 371"/>
              <a:gd name="T30" fmla="*/ 1804 w 1827"/>
              <a:gd name="T31" fmla="*/ 127 h 371"/>
              <a:gd name="T32" fmla="*/ 1781 w 1827"/>
              <a:gd name="T33" fmla="*/ 135 h 371"/>
              <a:gd name="T34" fmla="*/ 97 w 1827"/>
              <a:gd name="T35" fmla="*/ 369 h 371"/>
              <a:gd name="T36" fmla="*/ 97 w 1827"/>
              <a:gd name="T37" fmla="*/ 369 h 371"/>
              <a:gd name="T38" fmla="*/ 67 w 1827"/>
              <a:gd name="T39" fmla="*/ 367 h 371"/>
              <a:gd name="T40" fmla="*/ 67 w 1827"/>
              <a:gd name="T41" fmla="*/ 367 h 371"/>
              <a:gd name="T42" fmla="*/ 40 w 1827"/>
              <a:gd name="T43" fmla="*/ 355 h 371"/>
              <a:gd name="T44" fmla="*/ 40 w 1827"/>
              <a:gd name="T45" fmla="*/ 355 h 371"/>
              <a:gd name="T46" fmla="*/ 17 w 1827"/>
              <a:gd name="T47" fmla="*/ 334 h 371"/>
              <a:gd name="T48" fmla="*/ 17 w 1827"/>
              <a:gd name="T49" fmla="*/ 334 h 371"/>
              <a:gd name="T50" fmla="*/ 4 w 1827"/>
              <a:gd name="T51" fmla="*/ 307 h 371"/>
              <a:gd name="T52" fmla="*/ 4 w 1827"/>
              <a:gd name="T53" fmla="*/ 307 h 371"/>
              <a:gd name="T54" fmla="*/ 1 w 1827"/>
              <a:gd name="T55" fmla="*/ 277 h 371"/>
              <a:gd name="T56" fmla="*/ 1 w 1827"/>
              <a:gd name="T57" fmla="*/ 277 h 371"/>
              <a:gd name="T58" fmla="*/ 10 w 1827"/>
              <a:gd name="T59" fmla="*/ 253 h 371"/>
              <a:gd name="T60" fmla="*/ 10 w 1827"/>
              <a:gd name="T61" fmla="*/ 253 h 371"/>
              <a:gd name="T62" fmla="*/ 28 w 1827"/>
              <a:gd name="T63" fmla="*/ 234 h 371"/>
              <a:gd name="T64" fmla="*/ 28 w 1827"/>
              <a:gd name="T65" fmla="*/ 234 h 371"/>
              <a:gd name="T66" fmla="*/ 55 w 1827"/>
              <a:gd name="T67" fmla="*/ 224 h 371"/>
              <a:gd name="T68" fmla="*/ 1734 w 1827"/>
              <a:gd name="T69" fmla="*/ 1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827" h="371">
                <a:moveTo>
                  <a:pt x="1734" y="1"/>
                </a:moveTo>
                <a:lnTo>
                  <a:pt x="1734" y="1"/>
                </a:lnTo>
                <a:cubicBezTo>
                  <a:pt x="1743" y="0"/>
                  <a:pt x="1753" y="1"/>
                  <a:pt x="1761" y="3"/>
                </a:cubicBezTo>
                <a:lnTo>
                  <a:pt x="1761" y="3"/>
                </a:lnTo>
                <a:cubicBezTo>
                  <a:pt x="1769" y="5"/>
                  <a:pt x="1778" y="10"/>
                  <a:pt x="1786" y="15"/>
                </a:cubicBezTo>
                <a:lnTo>
                  <a:pt x="1786" y="15"/>
                </a:lnTo>
                <a:cubicBezTo>
                  <a:pt x="1794" y="20"/>
                  <a:pt x="1801" y="27"/>
                  <a:pt x="1807" y="34"/>
                </a:cubicBezTo>
                <a:lnTo>
                  <a:pt x="1807" y="34"/>
                </a:lnTo>
                <a:cubicBezTo>
                  <a:pt x="1813" y="42"/>
                  <a:pt x="1818" y="50"/>
                  <a:pt x="1821" y="59"/>
                </a:cubicBezTo>
                <a:lnTo>
                  <a:pt x="1821" y="59"/>
                </a:lnTo>
                <a:cubicBezTo>
                  <a:pt x="1824" y="69"/>
                  <a:pt x="1826" y="78"/>
                  <a:pt x="1825" y="86"/>
                </a:cubicBezTo>
                <a:lnTo>
                  <a:pt x="1825" y="86"/>
                </a:lnTo>
                <a:cubicBezTo>
                  <a:pt x="1825" y="95"/>
                  <a:pt x="1822" y="103"/>
                  <a:pt x="1819" y="109"/>
                </a:cubicBezTo>
                <a:lnTo>
                  <a:pt x="1819" y="109"/>
                </a:lnTo>
                <a:cubicBezTo>
                  <a:pt x="1815" y="116"/>
                  <a:pt x="1810" y="122"/>
                  <a:pt x="1804" y="127"/>
                </a:cubicBezTo>
                <a:lnTo>
                  <a:pt x="1804" y="127"/>
                </a:lnTo>
                <a:cubicBezTo>
                  <a:pt x="1798" y="131"/>
                  <a:pt x="1789" y="134"/>
                  <a:pt x="1781" y="135"/>
                </a:cubicBezTo>
                <a:lnTo>
                  <a:pt x="97" y="369"/>
                </a:lnTo>
                <a:lnTo>
                  <a:pt x="97" y="369"/>
                </a:lnTo>
                <a:cubicBezTo>
                  <a:pt x="87" y="370"/>
                  <a:pt x="77" y="370"/>
                  <a:pt x="67" y="367"/>
                </a:cubicBezTo>
                <a:lnTo>
                  <a:pt x="67" y="367"/>
                </a:lnTo>
                <a:cubicBezTo>
                  <a:pt x="58" y="365"/>
                  <a:pt x="49" y="360"/>
                  <a:pt x="40" y="355"/>
                </a:cubicBezTo>
                <a:lnTo>
                  <a:pt x="40" y="355"/>
                </a:lnTo>
                <a:cubicBezTo>
                  <a:pt x="32" y="349"/>
                  <a:pt x="24" y="342"/>
                  <a:pt x="17" y="334"/>
                </a:cubicBezTo>
                <a:lnTo>
                  <a:pt x="17" y="334"/>
                </a:lnTo>
                <a:cubicBezTo>
                  <a:pt x="12" y="325"/>
                  <a:pt x="6" y="317"/>
                  <a:pt x="4" y="307"/>
                </a:cubicBezTo>
                <a:lnTo>
                  <a:pt x="4" y="307"/>
                </a:lnTo>
                <a:cubicBezTo>
                  <a:pt x="1" y="297"/>
                  <a:pt x="0" y="287"/>
                  <a:pt x="1" y="277"/>
                </a:cubicBezTo>
                <a:lnTo>
                  <a:pt x="1" y="277"/>
                </a:lnTo>
                <a:cubicBezTo>
                  <a:pt x="2" y="269"/>
                  <a:pt x="5" y="260"/>
                  <a:pt x="10" y="253"/>
                </a:cubicBezTo>
                <a:lnTo>
                  <a:pt x="10" y="253"/>
                </a:lnTo>
                <a:cubicBezTo>
                  <a:pt x="15" y="245"/>
                  <a:pt x="21" y="239"/>
                  <a:pt x="28" y="234"/>
                </a:cubicBezTo>
                <a:lnTo>
                  <a:pt x="28" y="234"/>
                </a:lnTo>
                <a:cubicBezTo>
                  <a:pt x="36" y="229"/>
                  <a:pt x="45" y="226"/>
                  <a:pt x="55" y="224"/>
                </a:cubicBezTo>
                <a:lnTo>
                  <a:pt x="1734" y="1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003C5BE0-6A6B-5046-BECA-F57279C00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459" y="6803660"/>
            <a:ext cx="3185911" cy="1944721"/>
          </a:xfrm>
          <a:custGeom>
            <a:avLst/>
            <a:gdLst>
              <a:gd name="T0" fmla="*/ 2024 w 2455"/>
              <a:gd name="T1" fmla="*/ 0 h 1498"/>
              <a:gd name="T2" fmla="*/ 2454 w 2455"/>
              <a:gd name="T3" fmla="*/ 1239 h 1498"/>
              <a:gd name="T4" fmla="*/ 386 w 2455"/>
              <a:gd name="T5" fmla="*/ 1497 h 1498"/>
              <a:gd name="T6" fmla="*/ 0 w 2455"/>
              <a:gd name="T7" fmla="*/ 152 h 1498"/>
              <a:gd name="T8" fmla="*/ 2024 w 2455"/>
              <a:gd name="T9" fmla="*/ 0 h 1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55" h="1498">
                <a:moveTo>
                  <a:pt x="2024" y="0"/>
                </a:moveTo>
                <a:lnTo>
                  <a:pt x="2454" y="1239"/>
                </a:lnTo>
                <a:lnTo>
                  <a:pt x="386" y="1497"/>
                </a:lnTo>
                <a:lnTo>
                  <a:pt x="0" y="152"/>
                </a:lnTo>
                <a:lnTo>
                  <a:pt x="2024" y="0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C7985D80-C4FB-994A-800B-6CEDC916A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6754" y="8988612"/>
            <a:ext cx="280271" cy="268831"/>
          </a:xfrm>
          <a:custGeom>
            <a:avLst/>
            <a:gdLst>
              <a:gd name="T0" fmla="*/ 79 w 217"/>
              <a:gd name="T1" fmla="*/ 2 h 209"/>
              <a:gd name="T2" fmla="*/ 79 w 217"/>
              <a:gd name="T3" fmla="*/ 2 h 209"/>
              <a:gd name="T4" fmla="*/ 121 w 217"/>
              <a:gd name="T5" fmla="*/ 5 h 209"/>
              <a:gd name="T6" fmla="*/ 121 w 217"/>
              <a:gd name="T7" fmla="*/ 5 h 209"/>
              <a:gd name="T8" fmla="*/ 160 w 217"/>
              <a:gd name="T9" fmla="*/ 22 h 209"/>
              <a:gd name="T10" fmla="*/ 160 w 217"/>
              <a:gd name="T11" fmla="*/ 22 h 209"/>
              <a:gd name="T12" fmla="*/ 191 w 217"/>
              <a:gd name="T13" fmla="*/ 52 h 209"/>
              <a:gd name="T14" fmla="*/ 191 w 217"/>
              <a:gd name="T15" fmla="*/ 52 h 209"/>
              <a:gd name="T16" fmla="*/ 211 w 217"/>
              <a:gd name="T17" fmla="*/ 90 h 209"/>
              <a:gd name="T18" fmla="*/ 211 w 217"/>
              <a:gd name="T19" fmla="*/ 90 h 209"/>
              <a:gd name="T20" fmla="*/ 215 w 217"/>
              <a:gd name="T21" fmla="*/ 131 h 209"/>
              <a:gd name="T22" fmla="*/ 215 w 217"/>
              <a:gd name="T23" fmla="*/ 131 h 209"/>
              <a:gd name="T24" fmla="*/ 202 w 217"/>
              <a:gd name="T25" fmla="*/ 166 h 209"/>
              <a:gd name="T26" fmla="*/ 202 w 217"/>
              <a:gd name="T27" fmla="*/ 166 h 209"/>
              <a:gd name="T28" fmla="*/ 176 w 217"/>
              <a:gd name="T29" fmla="*/ 192 h 209"/>
              <a:gd name="T30" fmla="*/ 176 w 217"/>
              <a:gd name="T31" fmla="*/ 192 h 209"/>
              <a:gd name="T32" fmla="*/ 138 w 217"/>
              <a:gd name="T33" fmla="*/ 206 h 209"/>
              <a:gd name="T34" fmla="*/ 138 w 217"/>
              <a:gd name="T35" fmla="*/ 206 h 209"/>
              <a:gd name="T36" fmla="*/ 96 w 217"/>
              <a:gd name="T37" fmla="*/ 204 h 209"/>
              <a:gd name="T38" fmla="*/ 96 w 217"/>
              <a:gd name="T39" fmla="*/ 204 h 209"/>
              <a:gd name="T40" fmla="*/ 56 w 217"/>
              <a:gd name="T41" fmla="*/ 186 h 209"/>
              <a:gd name="T42" fmla="*/ 56 w 217"/>
              <a:gd name="T43" fmla="*/ 186 h 209"/>
              <a:gd name="T44" fmla="*/ 25 w 217"/>
              <a:gd name="T45" fmla="*/ 157 h 209"/>
              <a:gd name="T46" fmla="*/ 25 w 217"/>
              <a:gd name="T47" fmla="*/ 157 h 209"/>
              <a:gd name="T48" fmla="*/ 5 w 217"/>
              <a:gd name="T49" fmla="*/ 118 h 209"/>
              <a:gd name="T50" fmla="*/ 5 w 217"/>
              <a:gd name="T51" fmla="*/ 118 h 209"/>
              <a:gd name="T52" fmla="*/ 2 w 217"/>
              <a:gd name="T53" fmla="*/ 77 h 209"/>
              <a:gd name="T54" fmla="*/ 2 w 217"/>
              <a:gd name="T55" fmla="*/ 77 h 209"/>
              <a:gd name="T56" fmla="*/ 15 w 217"/>
              <a:gd name="T57" fmla="*/ 42 h 209"/>
              <a:gd name="T58" fmla="*/ 15 w 217"/>
              <a:gd name="T59" fmla="*/ 42 h 209"/>
              <a:gd name="T60" fmla="*/ 41 w 217"/>
              <a:gd name="T61" fmla="*/ 16 h 209"/>
              <a:gd name="T62" fmla="*/ 41 w 217"/>
              <a:gd name="T63" fmla="*/ 16 h 209"/>
              <a:gd name="T64" fmla="*/ 79 w 217"/>
              <a:gd name="T65" fmla="*/ 2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7" h="209">
                <a:moveTo>
                  <a:pt x="79" y="2"/>
                </a:moveTo>
                <a:lnTo>
                  <a:pt x="79" y="2"/>
                </a:lnTo>
                <a:cubicBezTo>
                  <a:pt x="93" y="0"/>
                  <a:pt x="108" y="2"/>
                  <a:pt x="121" y="5"/>
                </a:cubicBezTo>
                <a:lnTo>
                  <a:pt x="121" y="5"/>
                </a:lnTo>
                <a:cubicBezTo>
                  <a:pt x="135" y="9"/>
                  <a:pt x="148" y="15"/>
                  <a:pt x="160" y="22"/>
                </a:cubicBezTo>
                <a:lnTo>
                  <a:pt x="160" y="22"/>
                </a:lnTo>
                <a:cubicBezTo>
                  <a:pt x="172" y="30"/>
                  <a:pt x="182" y="40"/>
                  <a:pt x="191" y="52"/>
                </a:cubicBezTo>
                <a:lnTo>
                  <a:pt x="191" y="52"/>
                </a:lnTo>
                <a:cubicBezTo>
                  <a:pt x="200" y="63"/>
                  <a:pt x="207" y="76"/>
                  <a:pt x="211" y="90"/>
                </a:cubicBezTo>
                <a:lnTo>
                  <a:pt x="211" y="90"/>
                </a:lnTo>
                <a:cubicBezTo>
                  <a:pt x="215" y="104"/>
                  <a:pt x="216" y="118"/>
                  <a:pt x="215" y="131"/>
                </a:cubicBezTo>
                <a:lnTo>
                  <a:pt x="215" y="131"/>
                </a:lnTo>
                <a:cubicBezTo>
                  <a:pt x="213" y="144"/>
                  <a:pt x="209" y="156"/>
                  <a:pt x="202" y="166"/>
                </a:cubicBezTo>
                <a:lnTo>
                  <a:pt x="202" y="166"/>
                </a:lnTo>
                <a:cubicBezTo>
                  <a:pt x="195" y="177"/>
                  <a:pt x="186" y="186"/>
                  <a:pt x="176" y="192"/>
                </a:cubicBezTo>
                <a:lnTo>
                  <a:pt x="176" y="192"/>
                </a:lnTo>
                <a:cubicBezTo>
                  <a:pt x="165" y="199"/>
                  <a:pt x="152" y="204"/>
                  <a:pt x="138" y="206"/>
                </a:cubicBezTo>
                <a:lnTo>
                  <a:pt x="138" y="206"/>
                </a:lnTo>
                <a:cubicBezTo>
                  <a:pt x="124" y="208"/>
                  <a:pt x="109" y="207"/>
                  <a:pt x="96" y="204"/>
                </a:cubicBezTo>
                <a:lnTo>
                  <a:pt x="96" y="204"/>
                </a:lnTo>
                <a:cubicBezTo>
                  <a:pt x="82" y="200"/>
                  <a:pt x="68" y="194"/>
                  <a:pt x="56" y="186"/>
                </a:cubicBezTo>
                <a:lnTo>
                  <a:pt x="56" y="186"/>
                </a:lnTo>
                <a:cubicBezTo>
                  <a:pt x="44" y="178"/>
                  <a:pt x="34" y="168"/>
                  <a:pt x="25" y="157"/>
                </a:cubicBezTo>
                <a:lnTo>
                  <a:pt x="25" y="157"/>
                </a:lnTo>
                <a:cubicBezTo>
                  <a:pt x="16" y="145"/>
                  <a:pt x="9" y="132"/>
                  <a:pt x="5" y="118"/>
                </a:cubicBezTo>
                <a:lnTo>
                  <a:pt x="5" y="118"/>
                </a:lnTo>
                <a:cubicBezTo>
                  <a:pt x="1" y="104"/>
                  <a:pt x="0" y="90"/>
                  <a:pt x="2" y="77"/>
                </a:cubicBezTo>
                <a:lnTo>
                  <a:pt x="2" y="77"/>
                </a:lnTo>
                <a:cubicBezTo>
                  <a:pt x="4" y="65"/>
                  <a:pt x="8" y="52"/>
                  <a:pt x="15" y="42"/>
                </a:cubicBezTo>
                <a:lnTo>
                  <a:pt x="15" y="42"/>
                </a:lnTo>
                <a:cubicBezTo>
                  <a:pt x="21" y="32"/>
                  <a:pt x="31" y="22"/>
                  <a:pt x="41" y="16"/>
                </a:cubicBezTo>
                <a:lnTo>
                  <a:pt x="41" y="16"/>
                </a:lnTo>
                <a:cubicBezTo>
                  <a:pt x="52" y="9"/>
                  <a:pt x="65" y="4"/>
                  <a:pt x="79" y="2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25" name="Freeform 9">
            <a:extLst>
              <a:ext uri="{FF2B5EF4-FFF2-40B4-BE49-F238E27FC236}">
                <a16:creationId xmlns:a16="http://schemas.microsoft.com/office/drawing/2014/main" id="{6BBB2A49-B656-0F46-9CE9-35D774E20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433" y="9022931"/>
            <a:ext cx="2751207" cy="566259"/>
          </a:xfrm>
          <a:custGeom>
            <a:avLst/>
            <a:gdLst>
              <a:gd name="T0" fmla="*/ 2026 w 2119"/>
              <a:gd name="T1" fmla="*/ 2 h 435"/>
              <a:gd name="T2" fmla="*/ 2026 w 2119"/>
              <a:gd name="T3" fmla="*/ 2 h 435"/>
              <a:gd name="T4" fmla="*/ 2052 w 2119"/>
              <a:gd name="T5" fmla="*/ 4 h 435"/>
              <a:gd name="T6" fmla="*/ 2052 w 2119"/>
              <a:gd name="T7" fmla="*/ 4 h 435"/>
              <a:gd name="T8" fmla="*/ 2078 w 2119"/>
              <a:gd name="T9" fmla="*/ 15 h 435"/>
              <a:gd name="T10" fmla="*/ 2078 w 2119"/>
              <a:gd name="T11" fmla="*/ 15 h 435"/>
              <a:gd name="T12" fmla="*/ 2099 w 2119"/>
              <a:gd name="T13" fmla="*/ 35 h 435"/>
              <a:gd name="T14" fmla="*/ 2099 w 2119"/>
              <a:gd name="T15" fmla="*/ 35 h 435"/>
              <a:gd name="T16" fmla="*/ 2113 w 2119"/>
              <a:gd name="T17" fmla="*/ 60 h 435"/>
              <a:gd name="T18" fmla="*/ 2113 w 2119"/>
              <a:gd name="T19" fmla="*/ 60 h 435"/>
              <a:gd name="T20" fmla="*/ 2117 w 2119"/>
              <a:gd name="T21" fmla="*/ 88 h 435"/>
              <a:gd name="T22" fmla="*/ 2117 w 2119"/>
              <a:gd name="T23" fmla="*/ 88 h 435"/>
              <a:gd name="T24" fmla="*/ 2111 w 2119"/>
              <a:gd name="T25" fmla="*/ 111 h 435"/>
              <a:gd name="T26" fmla="*/ 2111 w 2119"/>
              <a:gd name="T27" fmla="*/ 111 h 435"/>
              <a:gd name="T28" fmla="*/ 2096 w 2119"/>
              <a:gd name="T29" fmla="*/ 129 h 435"/>
              <a:gd name="T30" fmla="*/ 2096 w 2119"/>
              <a:gd name="T31" fmla="*/ 129 h 435"/>
              <a:gd name="T32" fmla="*/ 2073 w 2119"/>
              <a:gd name="T33" fmla="*/ 139 h 435"/>
              <a:gd name="T34" fmla="*/ 99 w 2119"/>
              <a:gd name="T35" fmla="*/ 433 h 435"/>
              <a:gd name="T36" fmla="*/ 99 w 2119"/>
              <a:gd name="T37" fmla="*/ 433 h 435"/>
              <a:gd name="T38" fmla="*/ 68 w 2119"/>
              <a:gd name="T39" fmla="*/ 431 h 435"/>
              <a:gd name="T40" fmla="*/ 68 w 2119"/>
              <a:gd name="T41" fmla="*/ 431 h 435"/>
              <a:gd name="T42" fmla="*/ 40 w 2119"/>
              <a:gd name="T43" fmla="*/ 419 h 435"/>
              <a:gd name="T44" fmla="*/ 40 w 2119"/>
              <a:gd name="T45" fmla="*/ 419 h 435"/>
              <a:gd name="T46" fmla="*/ 18 w 2119"/>
              <a:gd name="T47" fmla="*/ 397 h 435"/>
              <a:gd name="T48" fmla="*/ 18 w 2119"/>
              <a:gd name="T49" fmla="*/ 397 h 435"/>
              <a:gd name="T50" fmla="*/ 3 w 2119"/>
              <a:gd name="T51" fmla="*/ 370 h 435"/>
              <a:gd name="T52" fmla="*/ 3 w 2119"/>
              <a:gd name="T53" fmla="*/ 370 h 435"/>
              <a:gd name="T54" fmla="*/ 1 w 2119"/>
              <a:gd name="T55" fmla="*/ 340 h 435"/>
              <a:gd name="T56" fmla="*/ 1 w 2119"/>
              <a:gd name="T57" fmla="*/ 340 h 435"/>
              <a:gd name="T58" fmla="*/ 10 w 2119"/>
              <a:gd name="T59" fmla="*/ 314 h 435"/>
              <a:gd name="T60" fmla="*/ 10 w 2119"/>
              <a:gd name="T61" fmla="*/ 314 h 435"/>
              <a:gd name="T62" fmla="*/ 29 w 2119"/>
              <a:gd name="T63" fmla="*/ 294 h 435"/>
              <a:gd name="T64" fmla="*/ 29 w 2119"/>
              <a:gd name="T65" fmla="*/ 294 h 435"/>
              <a:gd name="T66" fmla="*/ 56 w 2119"/>
              <a:gd name="T67" fmla="*/ 284 h 435"/>
              <a:gd name="T68" fmla="*/ 2026 w 2119"/>
              <a:gd name="T69" fmla="*/ 2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19" h="435">
                <a:moveTo>
                  <a:pt x="2026" y="2"/>
                </a:moveTo>
                <a:lnTo>
                  <a:pt x="2026" y="2"/>
                </a:lnTo>
                <a:cubicBezTo>
                  <a:pt x="2035" y="0"/>
                  <a:pt x="2044" y="1"/>
                  <a:pt x="2052" y="4"/>
                </a:cubicBezTo>
                <a:lnTo>
                  <a:pt x="2052" y="4"/>
                </a:lnTo>
                <a:cubicBezTo>
                  <a:pt x="2061" y="6"/>
                  <a:pt x="2070" y="10"/>
                  <a:pt x="2078" y="15"/>
                </a:cubicBezTo>
                <a:lnTo>
                  <a:pt x="2078" y="15"/>
                </a:lnTo>
                <a:cubicBezTo>
                  <a:pt x="2086" y="20"/>
                  <a:pt x="2093" y="27"/>
                  <a:pt x="2099" y="35"/>
                </a:cubicBezTo>
                <a:lnTo>
                  <a:pt x="2099" y="35"/>
                </a:lnTo>
                <a:cubicBezTo>
                  <a:pt x="2105" y="43"/>
                  <a:pt x="2110" y="51"/>
                  <a:pt x="2113" y="60"/>
                </a:cubicBezTo>
                <a:lnTo>
                  <a:pt x="2113" y="60"/>
                </a:lnTo>
                <a:cubicBezTo>
                  <a:pt x="2116" y="70"/>
                  <a:pt x="2118" y="79"/>
                  <a:pt x="2117" y="88"/>
                </a:cubicBezTo>
                <a:lnTo>
                  <a:pt x="2117" y="88"/>
                </a:lnTo>
                <a:cubicBezTo>
                  <a:pt x="2117" y="96"/>
                  <a:pt x="2115" y="105"/>
                  <a:pt x="2111" y="111"/>
                </a:cubicBezTo>
                <a:lnTo>
                  <a:pt x="2111" y="111"/>
                </a:lnTo>
                <a:cubicBezTo>
                  <a:pt x="2108" y="119"/>
                  <a:pt x="2102" y="125"/>
                  <a:pt x="2096" y="129"/>
                </a:cubicBezTo>
                <a:lnTo>
                  <a:pt x="2096" y="129"/>
                </a:lnTo>
                <a:cubicBezTo>
                  <a:pt x="2089" y="134"/>
                  <a:pt x="2082" y="137"/>
                  <a:pt x="2073" y="139"/>
                </a:cubicBezTo>
                <a:lnTo>
                  <a:pt x="99" y="433"/>
                </a:lnTo>
                <a:lnTo>
                  <a:pt x="99" y="433"/>
                </a:lnTo>
                <a:cubicBezTo>
                  <a:pt x="89" y="434"/>
                  <a:pt x="78" y="433"/>
                  <a:pt x="68" y="431"/>
                </a:cubicBezTo>
                <a:lnTo>
                  <a:pt x="68" y="431"/>
                </a:lnTo>
                <a:cubicBezTo>
                  <a:pt x="58" y="429"/>
                  <a:pt x="49" y="424"/>
                  <a:pt x="40" y="419"/>
                </a:cubicBezTo>
                <a:lnTo>
                  <a:pt x="40" y="419"/>
                </a:lnTo>
                <a:cubicBezTo>
                  <a:pt x="32" y="413"/>
                  <a:pt x="24" y="406"/>
                  <a:pt x="18" y="397"/>
                </a:cubicBezTo>
                <a:lnTo>
                  <a:pt x="18" y="397"/>
                </a:lnTo>
                <a:cubicBezTo>
                  <a:pt x="12" y="389"/>
                  <a:pt x="7" y="380"/>
                  <a:pt x="3" y="370"/>
                </a:cubicBezTo>
                <a:lnTo>
                  <a:pt x="3" y="370"/>
                </a:lnTo>
                <a:cubicBezTo>
                  <a:pt x="0" y="359"/>
                  <a:pt x="0" y="349"/>
                  <a:pt x="1" y="340"/>
                </a:cubicBezTo>
                <a:lnTo>
                  <a:pt x="1" y="340"/>
                </a:lnTo>
                <a:cubicBezTo>
                  <a:pt x="2" y="330"/>
                  <a:pt x="6" y="321"/>
                  <a:pt x="10" y="314"/>
                </a:cubicBezTo>
                <a:lnTo>
                  <a:pt x="10" y="314"/>
                </a:lnTo>
                <a:cubicBezTo>
                  <a:pt x="15" y="306"/>
                  <a:pt x="22" y="300"/>
                  <a:pt x="29" y="294"/>
                </a:cubicBezTo>
                <a:lnTo>
                  <a:pt x="29" y="294"/>
                </a:lnTo>
                <a:cubicBezTo>
                  <a:pt x="37" y="290"/>
                  <a:pt x="46" y="286"/>
                  <a:pt x="56" y="284"/>
                </a:cubicBezTo>
                <a:lnTo>
                  <a:pt x="2026" y="2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26" name="Freeform 10">
            <a:extLst>
              <a:ext uri="{FF2B5EF4-FFF2-40B4-BE49-F238E27FC236}">
                <a16:creationId xmlns:a16="http://schemas.microsoft.com/office/drawing/2014/main" id="{CFD88848-E4EB-DF4A-B694-1A04B4151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721" y="10229802"/>
            <a:ext cx="2413743" cy="612012"/>
          </a:xfrm>
          <a:custGeom>
            <a:avLst/>
            <a:gdLst>
              <a:gd name="T0" fmla="*/ 1765 w 1860"/>
              <a:gd name="T1" fmla="*/ 2 h 470"/>
              <a:gd name="T2" fmla="*/ 1765 w 1860"/>
              <a:gd name="T3" fmla="*/ 2 h 470"/>
              <a:gd name="T4" fmla="*/ 1792 w 1860"/>
              <a:gd name="T5" fmla="*/ 3 h 470"/>
              <a:gd name="T6" fmla="*/ 1792 w 1860"/>
              <a:gd name="T7" fmla="*/ 3 h 470"/>
              <a:gd name="T8" fmla="*/ 1818 w 1860"/>
              <a:gd name="T9" fmla="*/ 15 h 470"/>
              <a:gd name="T10" fmla="*/ 1818 w 1860"/>
              <a:gd name="T11" fmla="*/ 15 h 470"/>
              <a:gd name="T12" fmla="*/ 1840 w 1860"/>
              <a:gd name="T13" fmla="*/ 35 h 470"/>
              <a:gd name="T14" fmla="*/ 1840 w 1860"/>
              <a:gd name="T15" fmla="*/ 35 h 470"/>
              <a:gd name="T16" fmla="*/ 1854 w 1860"/>
              <a:gd name="T17" fmla="*/ 62 h 470"/>
              <a:gd name="T18" fmla="*/ 1854 w 1860"/>
              <a:gd name="T19" fmla="*/ 62 h 470"/>
              <a:gd name="T20" fmla="*/ 1859 w 1860"/>
              <a:gd name="T21" fmla="*/ 91 h 470"/>
              <a:gd name="T22" fmla="*/ 1859 w 1860"/>
              <a:gd name="T23" fmla="*/ 91 h 470"/>
              <a:gd name="T24" fmla="*/ 1853 w 1860"/>
              <a:gd name="T25" fmla="*/ 116 h 470"/>
              <a:gd name="T26" fmla="*/ 1853 w 1860"/>
              <a:gd name="T27" fmla="*/ 116 h 470"/>
              <a:gd name="T28" fmla="*/ 1838 w 1860"/>
              <a:gd name="T29" fmla="*/ 135 h 470"/>
              <a:gd name="T30" fmla="*/ 1838 w 1860"/>
              <a:gd name="T31" fmla="*/ 135 h 470"/>
              <a:gd name="T32" fmla="*/ 1815 w 1860"/>
              <a:gd name="T33" fmla="*/ 146 h 470"/>
              <a:gd name="T34" fmla="*/ 101 w 1860"/>
              <a:gd name="T35" fmla="*/ 467 h 470"/>
              <a:gd name="T36" fmla="*/ 101 w 1860"/>
              <a:gd name="T37" fmla="*/ 467 h 470"/>
              <a:gd name="T38" fmla="*/ 70 w 1860"/>
              <a:gd name="T39" fmla="*/ 466 h 470"/>
              <a:gd name="T40" fmla="*/ 70 w 1860"/>
              <a:gd name="T41" fmla="*/ 466 h 470"/>
              <a:gd name="T42" fmla="*/ 41 w 1860"/>
              <a:gd name="T43" fmla="*/ 454 h 470"/>
              <a:gd name="T44" fmla="*/ 41 w 1860"/>
              <a:gd name="T45" fmla="*/ 454 h 470"/>
              <a:gd name="T46" fmla="*/ 19 w 1860"/>
              <a:gd name="T47" fmla="*/ 432 h 470"/>
              <a:gd name="T48" fmla="*/ 19 w 1860"/>
              <a:gd name="T49" fmla="*/ 432 h 470"/>
              <a:gd name="T50" fmla="*/ 4 w 1860"/>
              <a:gd name="T51" fmla="*/ 403 h 470"/>
              <a:gd name="T52" fmla="*/ 4 w 1860"/>
              <a:gd name="T53" fmla="*/ 403 h 470"/>
              <a:gd name="T54" fmla="*/ 1 w 1860"/>
              <a:gd name="T55" fmla="*/ 372 h 470"/>
              <a:gd name="T56" fmla="*/ 1 w 1860"/>
              <a:gd name="T57" fmla="*/ 372 h 470"/>
              <a:gd name="T58" fmla="*/ 9 w 1860"/>
              <a:gd name="T59" fmla="*/ 344 h 470"/>
              <a:gd name="T60" fmla="*/ 9 w 1860"/>
              <a:gd name="T61" fmla="*/ 344 h 470"/>
              <a:gd name="T62" fmla="*/ 28 w 1860"/>
              <a:gd name="T63" fmla="*/ 324 h 470"/>
              <a:gd name="T64" fmla="*/ 28 w 1860"/>
              <a:gd name="T65" fmla="*/ 324 h 470"/>
              <a:gd name="T66" fmla="*/ 55 w 1860"/>
              <a:gd name="T67" fmla="*/ 313 h 470"/>
              <a:gd name="T68" fmla="*/ 1765 w 1860"/>
              <a:gd name="T69" fmla="*/ 2 h 4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860" h="470">
                <a:moveTo>
                  <a:pt x="1765" y="2"/>
                </a:moveTo>
                <a:lnTo>
                  <a:pt x="1765" y="2"/>
                </a:lnTo>
                <a:cubicBezTo>
                  <a:pt x="1774" y="0"/>
                  <a:pt x="1783" y="1"/>
                  <a:pt x="1792" y="3"/>
                </a:cubicBezTo>
                <a:lnTo>
                  <a:pt x="1792" y="3"/>
                </a:lnTo>
                <a:cubicBezTo>
                  <a:pt x="1802" y="5"/>
                  <a:pt x="1810" y="10"/>
                  <a:pt x="1818" y="15"/>
                </a:cubicBezTo>
                <a:lnTo>
                  <a:pt x="1818" y="15"/>
                </a:lnTo>
                <a:cubicBezTo>
                  <a:pt x="1826" y="20"/>
                  <a:pt x="1834" y="27"/>
                  <a:pt x="1840" y="35"/>
                </a:cubicBezTo>
                <a:lnTo>
                  <a:pt x="1840" y="35"/>
                </a:lnTo>
                <a:cubicBezTo>
                  <a:pt x="1846" y="43"/>
                  <a:pt x="1851" y="52"/>
                  <a:pt x="1854" y="62"/>
                </a:cubicBezTo>
                <a:lnTo>
                  <a:pt x="1854" y="62"/>
                </a:lnTo>
                <a:cubicBezTo>
                  <a:pt x="1858" y="72"/>
                  <a:pt x="1859" y="81"/>
                  <a:pt x="1859" y="91"/>
                </a:cubicBezTo>
                <a:lnTo>
                  <a:pt x="1859" y="91"/>
                </a:lnTo>
                <a:cubicBezTo>
                  <a:pt x="1858" y="100"/>
                  <a:pt x="1857" y="108"/>
                  <a:pt x="1853" y="116"/>
                </a:cubicBezTo>
                <a:lnTo>
                  <a:pt x="1853" y="116"/>
                </a:lnTo>
                <a:cubicBezTo>
                  <a:pt x="1850" y="123"/>
                  <a:pt x="1844" y="130"/>
                  <a:pt x="1838" y="135"/>
                </a:cubicBezTo>
                <a:lnTo>
                  <a:pt x="1838" y="135"/>
                </a:lnTo>
                <a:cubicBezTo>
                  <a:pt x="1832" y="140"/>
                  <a:pt x="1824" y="144"/>
                  <a:pt x="1815" y="146"/>
                </a:cubicBezTo>
                <a:lnTo>
                  <a:pt x="101" y="467"/>
                </a:lnTo>
                <a:lnTo>
                  <a:pt x="101" y="467"/>
                </a:lnTo>
                <a:cubicBezTo>
                  <a:pt x="90" y="469"/>
                  <a:pt x="80" y="468"/>
                  <a:pt x="70" y="466"/>
                </a:cubicBezTo>
                <a:lnTo>
                  <a:pt x="70" y="466"/>
                </a:lnTo>
                <a:cubicBezTo>
                  <a:pt x="60" y="464"/>
                  <a:pt x="50" y="459"/>
                  <a:pt x="41" y="454"/>
                </a:cubicBezTo>
                <a:lnTo>
                  <a:pt x="41" y="454"/>
                </a:lnTo>
                <a:cubicBezTo>
                  <a:pt x="33" y="448"/>
                  <a:pt x="25" y="440"/>
                  <a:pt x="19" y="432"/>
                </a:cubicBezTo>
                <a:lnTo>
                  <a:pt x="19" y="432"/>
                </a:lnTo>
                <a:cubicBezTo>
                  <a:pt x="12" y="424"/>
                  <a:pt x="7" y="414"/>
                  <a:pt x="4" y="403"/>
                </a:cubicBezTo>
                <a:lnTo>
                  <a:pt x="4" y="403"/>
                </a:lnTo>
                <a:cubicBezTo>
                  <a:pt x="1" y="392"/>
                  <a:pt x="0" y="382"/>
                  <a:pt x="1" y="372"/>
                </a:cubicBezTo>
                <a:lnTo>
                  <a:pt x="1" y="372"/>
                </a:lnTo>
                <a:cubicBezTo>
                  <a:pt x="1" y="362"/>
                  <a:pt x="5" y="352"/>
                  <a:pt x="9" y="344"/>
                </a:cubicBezTo>
                <a:lnTo>
                  <a:pt x="9" y="344"/>
                </a:lnTo>
                <a:cubicBezTo>
                  <a:pt x="14" y="336"/>
                  <a:pt x="20" y="329"/>
                  <a:pt x="28" y="324"/>
                </a:cubicBezTo>
                <a:lnTo>
                  <a:pt x="28" y="324"/>
                </a:lnTo>
                <a:cubicBezTo>
                  <a:pt x="35" y="318"/>
                  <a:pt x="44" y="314"/>
                  <a:pt x="55" y="313"/>
                </a:cubicBezTo>
                <a:lnTo>
                  <a:pt x="1765" y="2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29000DF1-6CDE-F547-93F8-3137C4924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985" y="9823696"/>
            <a:ext cx="285988" cy="280271"/>
          </a:xfrm>
          <a:custGeom>
            <a:avLst/>
            <a:gdLst>
              <a:gd name="T0" fmla="*/ 140 w 219"/>
              <a:gd name="T1" fmla="*/ 214 h 217"/>
              <a:gd name="T2" fmla="*/ 140 w 219"/>
              <a:gd name="T3" fmla="*/ 214 h 217"/>
              <a:gd name="T4" fmla="*/ 178 w 219"/>
              <a:gd name="T5" fmla="*/ 198 h 217"/>
              <a:gd name="T6" fmla="*/ 178 w 219"/>
              <a:gd name="T7" fmla="*/ 198 h 217"/>
              <a:gd name="T8" fmla="*/ 204 w 219"/>
              <a:gd name="T9" fmla="*/ 170 h 217"/>
              <a:gd name="T10" fmla="*/ 204 w 219"/>
              <a:gd name="T11" fmla="*/ 170 h 217"/>
              <a:gd name="T12" fmla="*/ 216 w 219"/>
              <a:gd name="T13" fmla="*/ 133 h 217"/>
              <a:gd name="T14" fmla="*/ 216 w 219"/>
              <a:gd name="T15" fmla="*/ 133 h 217"/>
              <a:gd name="T16" fmla="*/ 213 w 219"/>
              <a:gd name="T17" fmla="*/ 91 h 217"/>
              <a:gd name="T18" fmla="*/ 213 w 219"/>
              <a:gd name="T19" fmla="*/ 91 h 217"/>
              <a:gd name="T20" fmla="*/ 193 w 219"/>
              <a:gd name="T21" fmla="*/ 52 h 217"/>
              <a:gd name="T22" fmla="*/ 193 w 219"/>
              <a:gd name="T23" fmla="*/ 52 h 217"/>
              <a:gd name="T24" fmla="*/ 161 w 219"/>
              <a:gd name="T25" fmla="*/ 22 h 217"/>
              <a:gd name="T26" fmla="*/ 161 w 219"/>
              <a:gd name="T27" fmla="*/ 22 h 217"/>
              <a:gd name="T28" fmla="*/ 122 w 219"/>
              <a:gd name="T29" fmla="*/ 5 h 217"/>
              <a:gd name="T30" fmla="*/ 122 w 219"/>
              <a:gd name="T31" fmla="*/ 5 h 217"/>
              <a:gd name="T32" fmla="*/ 79 w 219"/>
              <a:gd name="T33" fmla="*/ 2 h 217"/>
              <a:gd name="T34" fmla="*/ 79 w 219"/>
              <a:gd name="T35" fmla="*/ 2 h 217"/>
              <a:gd name="T36" fmla="*/ 40 w 219"/>
              <a:gd name="T37" fmla="*/ 17 h 217"/>
              <a:gd name="T38" fmla="*/ 40 w 219"/>
              <a:gd name="T39" fmla="*/ 17 h 217"/>
              <a:gd name="T40" fmla="*/ 14 w 219"/>
              <a:gd name="T41" fmla="*/ 44 h 217"/>
              <a:gd name="T42" fmla="*/ 14 w 219"/>
              <a:gd name="T43" fmla="*/ 44 h 217"/>
              <a:gd name="T44" fmla="*/ 1 w 219"/>
              <a:gd name="T45" fmla="*/ 82 h 217"/>
              <a:gd name="T46" fmla="*/ 1 w 219"/>
              <a:gd name="T47" fmla="*/ 82 h 217"/>
              <a:gd name="T48" fmla="*/ 5 w 219"/>
              <a:gd name="T49" fmla="*/ 124 h 217"/>
              <a:gd name="T50" fmla="*/ 5 w 219"/>
              <a:gd name="T51" fmla="*/ 124 h 217"/>
              <a:gd name="T52" fmla="*/ 25 w 219"/>
              <a:gd name="T53" fmla="*/ 164 h 217"/>
              <a:gd name="T54" fmla="*/ 25 w 219"/>
              <a:gd name="T55" fmla="*/ 164 h 217"/>
              <a:gd name="T56" fmla="*/ 57 w 219"/>
              <a:gd name="T57" fmla="*/ 194 h 217"/>
              <a:gd name="T58" fmla="*/ 57 w 219"/>
              <a:gd name="T59" fmla="*/ 194 h 217"/>
              <a:gd name="T60" fmla="*/ 97 w 219"/>
              <a:gd name="T61" fmla="*/ 212 h 217"/>
              <a:gd name="T62" fmla="*/ 97 w 219"/>
              <a:gd name="T63" fmla="*/ 212 h 217"/>
              <a:gd name="T64" fmla="*/ 140 w 219"/>
              <a:gd name="T65" fmla="*/ 214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9" h="217">
                <a:moveTo>
                  <a:pt x="140" y="214"/>
                </a:moveTo>
                <a:lnTo>
                  <a:pt x="140" y="214"/>
                </a:lnTo>
                <a:cubicBezTo>
                  <a:pt x="154" y="211"/>
                  <a:pt x="167" y="206"/>
                  <a:pt x="178" y="198"/>
                </a:cubicBezTo>
                <a:lnTo>
                  <a:pt x="178" y="198"/>
                </a:lnTo>
                <a:cubicBezTo>
                  <a:pt x="189" y="192"/>
                  <a:pt x="198" y="182"/>
                  <a:pt x="204" y="170"/>
                </a:cubicBezTo>
                <a:lnTo>
                  <a:pt x="204" y="170"/>
                </a:lnTo>
                <a:cubicBezTo>
                  <a:pt x="211" y="160"/>
                  <a:pt x="215" y="147"/>
                  <a:pt x="216" y="133"/>
                </a:cubicBezTo>
                <a:lnTo>
                  <a:pt x="216" y="133"/>
                </a:lnTo>
                <a:cubicBezTo>
                  <a:pt x="218" y="120"/>
                  <a:pt x="216" y="106"/>
                  <a:pt x="213" y="91"/>
                </a:cubicBezTo>
                <a:lnTo>
                  <a:pt x="213" y="91"/>
                </a:lnTo>
                <a:cubicBezTo>
                  <a:pt x="208" y="77"/>
                  <a:pt x="201" y="63"/>
                  <a:pt x="193" y="52"/>
                </a:cubicBezTo>
                <a:lnTo>
                  <a:pt x="193" y="52"/>
                </a:lnTo>
                <a:cubicBezTo>
                  <a:pt x="184" y="40"/>
                  <a:pt x="173" y="30"/>
                  <a:pt x="161" y="22"/>
                </a:cubicBezTo>
                <a:lnTo>
                  <a:pt x="161" y="22"/>
                </a:lnTo>
                <a:cubicBezTo>
                  <a:pt x="148" y="13"/>
                  <a:pt x="135" y="8"/>
                  <a:pt x="122" y="5"/>
                </a:cubicBezTo>
                <a:lnTo>
                  <a:pt x="122" y="5"/>
                </a:lnTo>
                <a:cubicBezTo>
                  <a:pt x="107" y="1"/>
                  <a:pt x="93" y="0"/>
                  <a:pt x="79" y="2"/>
                </a:cubicBezTo>
                <a:lnTo>
                  <a:pt x="79" y="2"/>
                </a:lnTo>
                <a:cubicBezTo>
                  <a:pt x="64" y="5"/>
                  <a:pt x="52" y="10"/>
                  <a:pt x="40" y="17"/>
                </a:cubicBezTo>
                <a:lnTo>
                  <a:pt x="40" y="17"/>
                </a:lnTo>
                <a:cubicBezTo>
                  <a:pt x="30" y="24"/>
                  <a:pt x="20" y="34"/>
                  <a:pt x="14" y="44"/>
                </a:cubicBezTo>
                <a:lnTo>
                  <a:pt x="14" y="44"/>
                </a:lnTo>
                <a:cubicBezTo>
                  <a:pt x="8" y="56"/>
                  <a:pt x="3" y="69"/>
                  <a:pt x="1" y="82"/>
                </a:cubicBezTo>
                <a:lnTo>
                  <a:pt x="1" y="82"/>
                </a:lnTo>
                <a:cubicBezTo>
                  <a:pt x="0" y="95"/>
                  <a:pt x="0" y="110"/>
                  <a:pt x="5" y="124"/>
                </a:cubicBezTo>
                <a:lnTo>
                  <a:pt x="5" y="124"/>
                </a:lnTo>
                <a:cubicBezTo>
                  <a:pt x="9" y="139"/>
                  <a:pt x="16" y="153"/>
                  <a:pt x="25" y="164"/>
                </a:cubicBezTo>
                <a:lnTo>
                  <a:pt x="25" y="164"/>
                </a:lnTo>
                <a:cubicBezTo>
                  <a:pt x="34" y="176"/>
                  <a:pt x="45" y="186"/>
                  <a:pt x="57" y="194"/>
                </a:cubicBezTo>
                <a:lnTo>
                  <a:pt x="57" y="194"/>
                </a:lnTo>
                <a:cubicBezTo>
                  <a:pt x="69" y="203"/>
                  <a:pt x="83" y="208"/>
                  <a:pt x="97" y="212"/>
                </a:cubicBezTo>
                <a:lnTo>
                  <a:pt x="97" y="212"/>
                </a:lnTo>
                <a:cubicBezTo>
                  <a:pt x="111" y="215"/>
                  <a:pt x="125" y="216"/>
                  <a:pt x="140" y="214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28" name="Freeform 12">
            <a:extLst>
              <a:ext uri="{FF2B5EF4-FFF2-40B4-BE49-F238E27FC236}">
                <a16:creationId xmlns:a16="http://schemas.microsoft.com/office/drawing/2014/main" id="{D832E973-07A9-0F49-8882-BD3A3E1F6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216" y="10647345"/>
            <a:ext cx="285988" cy="291709"/>
          </a:xfrm>
          <a:custGeom>
            <a:avLst/>
            <a:gdLst>
              <a:gd name="T0" fmla="*/ 142 w 222"/>
              <a:gd name="T1" fmla="*/ 221 h 225"/>
              <a:gd name="T2" fmla="*/ 142 w 222"/>
              <a:gd name="T3" fmla="*/ 221 h 225"/>
              <a:gd name="T4" fmla="*/ 181 w 222"/>
              <a:gd name="T5" fmla="*/ 205 h 225"/>
              <a:gd name="T6" fmla="*/ 181 w 222"/>
              <a:gd name="T7" fmla="*/ 205 h 225"/>
              <a:gd name="T8" fmla="*/ 207 w 222"/>
              <a:gd name="T9" fmla="*/ 175 h 225"/>
              <a:gd name="T10" fmla="*/ 207 w 222"/>
              <a:gd name="T11" fmla="*/ 175 h 225"/>
              <a:gd name="T12" fmla="*/ 220 w 222"/>
              <a:gd name="T13" fmla="*/ 137 h 225"/>
              <a:gd name="T14" fmla="*/ 220 w 222"/>
              <a:gd name="T15" fmla="*/ 137 h 225"/>
              <a:gd name="T16" fmla="*/ 215 w 222"/>
              <a:gd name="T17" fmla="*/ 93 h 225"/>
              <a:gd name="T18" fmla="*/ 215 w 222"/>
              <a:gd name="T19" fmla="*/ 93 h 225"/>
              <a:gd name="T20" fmla="*/ 194 w 222"/>
              <a:gd name="T21" fmla="*/ 52 h 225"/>
              <a:gd name="T22" fmla="*/ 194 w 222"/>
              <a:gd name="T23" fmla="*/ 52 h 225"/>
              <a:gd name="T24" fmla="*/ 162 w 222"/>
              <a:gd name="T25" fmla="*/ 22 h 225"/>
              <a:gd name="T26" fmla="*/ 162 w 222"/>
              <a:gd name="T27" fmla="*/ 22 h 225"/>
              <a:gd name="T28" fmla="*/ 122 w 222"/>
              <a:gd name="T29" fmla="*/ 4 h 225"/>
              <a:gd name="T30" fmla="*/ 122 w 222"/>
              <a:gd name="T31" fmla="*/ 4 h 225"/>
              <a:gd name="T32" fmla="*/ 79 w 222"/>
              <a:gd name="T33" fmla="*/ 3 h 225"/>
              <a:gd name="T34" fmla="*/ 79 w 222"/>
              <a:gd name="T35" fmla="*/ 3 h 225"/>
              <a:gd name="T36" fmla="*/ 40 w 222"/>
              <a:gd name="T37" fmla="*/ 19 h 225"/>
              <a:gd name="T38" fmla="*/ 40 w 222"/>
              <a:gd name="T39" fmla="*/ 19 h 225"/>
              <a:gd name="T40" fmla="*/ 14 w 222"/>
              <a:gd name="T41" fmla="*/ 49 h 225"/>
              <a:gd name="T42" fmla="*/ 14 w 222"/>
              <a:gd name="T43" fmla="*/ 49 h 225"/>
              <a:gd name="T44" fmla="*/ 2 w 222"/>
              <a:gd name="T45" fmla="*/ 87 h 225"/>
              <a:gd name="T46" fmla="*/ 2 w 222"/>
              <a:gd name="T47" fmla="*/ 87 h 225"/>
              <a:gd name="T48" fmla="*/ 5 w 222"/>
              <a:gd name="T49" fmla="*/ 131 h 225"/>
              <a:gd name="T50" fmla="*/ 5 w 222"/>
              <a:gd name="T51" fmla="*/ 131 h 225"/>
              <a:gd name="T52" fmla="*/ 26 w 222"/>
              <a:gd name="T53" fmla="*/ 172 h 225"/>
              <a:gd name="T54" fmla="*/ 26 w 222"/>
              <a:gd name="T55" fmla="*/ 172 h 225"/>
              <a:gd name="T56" fmla="*/ 59 w 222"/>
              <a:gd name="T57" fmla="*/ 203 h 225"/>
              <a:gd name="T58" fmla="*/ 59 w 222"/>
              <a:gd name="T59" fmla="*/ 203 h 225"/>
              <a:gd name="T60" fmla="*/ 99 w 222"/>
              <a:gd name="T61" fmla="*/ 221 h 225"/>
              <a:gd name="T62" fmla="*/ 99 w 222"/>
              <a:gd name="T63" fmla="*/ 221 h 225"/>
              <a:gd name="T64" fmla="*/ 142 w 222"/>
              <a:gd name="T65" fmla="*/ 221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22" h="225">
                <a:moveTo>
                  <a:pt x="142" y="221"/>
                </a:moveTo>
                <a:lnTo>
                  <a:pt x="142" y="221"/>
                </a:lnTo>
                <a:cubicBezTo>
                  <a:pt x="157" y="219"/>
                  <a:pt x="170" y="213"/>
                  <a:pt x="181" y="205"/>
                </a:cubicBezTo>
                <a:lnTo>
                  <a:pt x="181" y="205"/>
                </a:lnTo>
                <a:cubicBezTo>
                  <a:pt x="192" y="197"/>
                  <a:pt x="201" y="187"/>
                  <a:pt x="207" y="175"/>
                </a:cubicBezTo>
                <a:lnTo>
                  <a:pt x="207" y="175"/>
                </a:lnTo>
                <a:cubicBezTo>
                  <a:pt x="214" y="164"/>
                  <a:pt x="218" y="151"/>
                  <a:pt x="220" y="137"/>
                </a:cubicBezTo>
                <a:lnTo>
                  <a:pt x="220" y="137"/>
                </a:lnTo>
                <a:cubicBezTo>
                  <a:pt x="221" y="123"/>
                  <a:pt x="220" y="108"/>
                  <a:pt x="215" y="93"/>
                </a:cubicBezTo>
                <a:lnTo>
                  <a:pt x="215" y="93"/>
                </a:lnTo>
                <a:cubicBezTo>
                  <a:pt x="211" y="78"/>
                  <a:pt x="204" y="64"/>
                  <a:pt x="194" y="52"/>
                </a:cubicBezTo>
                <a:lnTo>
                  <a:pt x="194" y="52"/>
                </a:lnTo>
                <a:cubicBezTo>
                  <a:pt x="185" y="40"/>
                  <a:pt x="174" y="30"/>
                  <a:pt x="162" y="22"/>
                </a:cubicBezTo>
                <a:lnTo>
                  <a:pt x="162" y="22"/>
                </a:lnTo>
                <a:cubicBezTo>
                  <a:pt x="150" y="13"/>
                  <a:pt x="136" y="8"/>
                  <a:pt x="122" y="4"/>
                </a:cubicBezTo>
                <a:lnTo>
                  <a:pt x="122" y="4"/>
                </a:lnTo>
                <a:cubicBezTo>
                  <a:pt x="108" y="1"/>
                  <a:pt x="94" y="0"/>
                  <a:pt x="79" y="3"/>
                </a:cubicBezTo>
                <a:lnTo>
                  <a:pt x="79" y="3"/>
                </a:lnTo>
                <a:cubicBezTo>
                  <a:pt x="65" y="6"/>
                  <a:pt x="51" y="11"/>
                  <a:pt x="40" y="19"/>
                </a:cubicBezTo>
                <a:lnTo>
                  <a:pt x="40" y="19"/>
                </a:lnTo>
                <a:cubicBezTo>
                  <a:pt x="30" y="27"/>
                  <a:pt x="20" y="37"/>
                  <a:pt x="14" y="49"/>
                </a:cubicBezTo>
                <a:lnTo>
                  <a:pt x="14" y="49"/>
                </a:lnTo>
                <a:cubicBezTo>
                  <a:pt x="8" y="60"/>
                  <a:pt x="3" y="73"/>
                  <a:pt x="2" y="87"/>
                </a:cubicBezTo>
                <a:lnTo>
                  <a:pt x="2" y="87"/>
                </a:lnTo>
                <a:cubicBezTo>
                  <a:pt x="0" y="101"/>
                  <a:pt x="1" y="116"/>
                  <a:pt x="5" y="131"/>
                </a:cubicBezTo>
                <a:lnTo>
                  <a:pt x="5" y="131"/>
                </a:lnTo>
                <a:cubicBezTo>
                  <a:pt x="10" y="147"/>
                  <a:pt x="17" y="160"/>
                  <a:pt x="26" y="172"/>
                </a:cubicBezTo>
                <a:lnTo>
                  <a:pt x="26" y="172"/>
                </a:lnTo>
                <a:cubicBezTo>
                  <a:pt x="35" y="185"/>
                  <a:pt x="46" y="195"/>
                  <a:pt x="59" y="203"/>
                </a:cubicBezTo>
                <a:lnTo>
                  <a:pt x="59" y="203"/>
                </a:lnTo>
                <a:cubicBezTo>
                  <a:pt x="71" y="211"/>
                  <a:pt x="84" y="217"/>
                  <a:pt x="99" y="221"/>
                </a:cubicBezTo>
                <a:lnTo>
                  <a:pt x="99" y="221"/>
                </a:lnTo>
                <a:cubicBezTo>
                  <a:pt x="113" y="224"/>
                  <a:pt x="128" y="224"/>
                  <a:pt x="142" y="221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29" name="Freeform 13">
            <a:extLst>
              <a:ext uri="{FF2B5EF4-FFF2-40B4-BE49-F238E27FC236}">
                <a16:creationId xmlns:a16="http://schemas.microsoft.com/office/drawing/2014/main" id="{FA625197-2396-4749-8802-40F52F8AC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533" y="6317481"/>
            <a:ext cx="2299347" cy="297428"/>
          </a:xfrm>
          <a:custGeom>
            <a:avLst/>
            <a:gdLst>
              <a:gd name="T0" fmla="*/ 1682 w 1771"/>
              <a:gd name="T1" fmla="*/ 0 h 231"/>
              <a:gd name="T2" fmla="*/ 1682 w 1771"/>
              <a:gd name="T3" fmla="*/ 0 h 231"/>
              <a:gd name="T4" fmla="*/ 1709 w 1771"/>
              <a:gd name="T5" fmla="*/ 4 h 231"/>
              <a:gd name="T6" fmla="*/ 1709 w 1771"/>
              <a:gd name="T7" fmla="*/ 4 h 231"/>
              <a:gd name="T8" fmla="*/ 1732 w 1771"/>
              <a:gd name="T9" fmla="*/ 15 h 231"/>
              <a:gd name="T10" fmla="*/ 1732 w 1771"/>
              <a:gd name="T11" fmla="*/ 15 h 231"/>
              <a:gd name="T12" fmla="*/ 1752 w 1771"/>
              <a:gd name="T13" fmla="*/ 34 h 231"/>
              <a:gd name="T14" fmla="*/ 1752 w 1771"/>
              <a:gd name="T15" fmla="*/ 34 h 231"/>
              <a:gd name="T16" fmla="*/ 1765 w 1771"/>
              <a:gd name="T17" fmla="*/ 57 h 231"/>
              <a:gd name="T18" fmla="*/ 1765 w 1771"/>
              <a:gd name="T19" fmla="*/ 57 h 231"/>
              <a:gd name="T20" fmla="*/ 1769 w 1771"/>
              <a:gd name="T21" fmla="*/ 81 h 231"/>
              <a:gd name="T22" fmla="*/ 1769 w 1771"/>
              <a:gd name="T23" fmla="*/ 81 h 231"/>
              <a:gd name="T24" fmla="*/ 1762 w 1771"/>
              <a:gd name="T25" fmla="*/ 101 h 231"/>
              <a:gd name="T26" fmla="*/ 1762 w 1771"/>
              <a:gd name="T27" fmla="*/ 101 h 231"/>
              <a:gd name="T28" fmla="*/ 1747 w 1771"/>
              <a:gd name="T29" fmla="*/ 115 h 231"/>
              <a:gd name="T30" fmla="*/ 1747 w 1771"/>
              <a:gd name="T31" fmla="*/ 115 h 231"/>
              <a:gd name="T32" fmla="*/ 1725 w 1771"/>
              <a:gd name="T33" fmla="*/ 122 h 231"/>
              <a:gd name="T34" fmla="*/ 92 w 1771"/>
              <a:gd name="T35" fmla="*/ 229 h 231"/>
              <a:gd name="T36" fmla="*/ 92 w 1771"/>
              <a:gd name="T37" fmla="*/ 229 h 231"/>
              <a:gd name="T38" fmla="*/ 63 w 1771"/>
              <a:gd name="T39" fmla="*/ 226 h 231"/>
              <a:gd name="T40" fmla="*/ 63 w 1771"/>
              <a:gd name="T41" fmla="*/ 226 h 231"/>
              <a:gd name="T42" fmla="*/ 37 w 1771"/>
              <a:gd name="T43" fmla="*/ 214 h 231"/>
              <a:gd name="T44" fmla="*/ 37 w 1771"/>
              <a:gd name="T45" fmla="*/ 214 h 231"/>
              <a:gd name="T46" fmla="*/ 16 w 1771"/>
              <a:gd name="T47" fmla="*/ 194 h 231"/>
              <a:gd name="T48" fmla="*/ 16 w 1771"/>
              <a:gd name="T49" fmla="*/ 194 h 231"/>
              <a:gd name="T50" fmla="*/ 3 w 1771"/>
              <a:gd name="T51" fmla="*/ 169 h 231"/>
              <a:gd name="T52" fmla="*/ 3 w 1771"/>
              <a:gd name="T53" fmla="*/ 169 h 231"/>
              <a:gd name="T54" fmla="*/ 1 w 1771"/>
              <a:gd name="T55" fmla="*/ 144 h 231"/>
              <a:gd name="T56" fmla="*/ 1 w 1771"/>
              <a:gd name="T57" fmla="*/ 144 h 231"/>
              <a:gd name="T58" fmla="*/ 10 w 1771"/>
              <a:gd name="T59" fmla="*/ 122 h 231"/>
              <a:gd name="T60" fmla="*/ 10 w 1771"/>
              <a:gd name="T61" fmla="*/ 122 h 231"/>
              <a:gd name="T62" fmla="*/ 28 w 1771"/>
              <a:gd name="T63" fmla="*/ 107 h 231"/>
              <a:gd name="T64" fmla="*/ 28 w 1771"/>
              <a:gd name="T65" fmla="*/ 107 h 231"/>
              <a:gd name="T66" fmla="*/ 54 w 1771"/>
              <a:gd name="T67" fmla="*/ 100 h 231"/>
              <a:gd name="T68" fmla="*/ 1682 w 1771"/>
              <a:gd name="T69" fmla="*/ 0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771" h="231">
                <a:moveTo>
                  <a:pt x="1682" y="0"/>
                </a:moveTo>
                <a:lnTo>
                  <a:pt x="1682" y="0"/>
                </a:lnTo>
                <a:cubicBezTo>
                  <a:pt x="1691" y="0"/>
                  <a:pt x="1700" y="1"/>
                  <a:pt x="1709" y="4"/>
                </a:cubicBezTo>
                <a:lnTo>
                  <a:pt x="1709" y="4"/>
                </a:lnTo>
                <a:cubicBezTo>
                  <a:pt x="1717" y="6"/>
                  <a:pt x="1725" y="10"/>
                  <a:pt x="1732" y="15"/>
                </a:cubicBezTo>
                <a:lnTo>
                  <a:pt x="1732" y="15"/>
                </a:lnTo>
                <a:cubicBezTo>
                  <a:pt x="1740" y="20"/>
                  <a:pt x="1747" y="27"/>
                  <a:pt x="1752" y="34"/>
                </a:cubicBezTo>
                <a:lnTo>
                  <a:pt x="1752" y="34"/>
                </a:lnTo>
                <a:cubicBezTo>
                  <a:pt x="1758" y="41"/>
                  <a:pt x="1762" y="49"/>
                  <a:pt x="1765" y="57"/>
                </a:cubicBezTo>
                <a:lnTo>
                  <a:pt x="1765" y="57"/>
                </a:lnTo>
                <a:cubicBezTo>
                  <a:pt x="1768" y="65"/>
                  <a:pt x="1770" y="73"/>
                  <a:pt x="1769" y="81"/>
                </a:cubicBezTo>
                <a:lnTo>
                  <a:pt x="1769" y="81"/>
                </a:lnTo>
                <a:cubicBezTo>
                  <a:pt x="1768" y="88"/>
                  <a:pt x="1766" y="95"/>
                  <a:pt x="1762" y="101"/>
                </a:cubicBezTo>
                <a:lnTo>
                  <a:pt x="1762" y="101"/>
                </a:lnTo>
                <a:cubicBezTo>
                  <a:pt x="1758" y="107"/>
                  <a:pt x="1754" y="112"/>
                  <a:pt x="1747" y="115"/>
                </a:cubicBezTo>
                <a:lnTo>
                  <a:pt x="1747" y="115"/>
                </a:lnTo>
                <a:cubicBezTo>
                  <a:pt x="1741" y="119"/>
                  <a:pt x="1733" y="121"/>
                  <a:pt x="1725" y="122"/>
                </a:cubicBezTo>
                <a:lnTo>
                  <a:pt x="92" y="229"/>
                </a:lnTo>
                <a:lnTo>
                  <a:pt x="92" y="229"/>
                </a:lnTo>
                <a:cubicBezTo>
                  <a:pt x="83" y="230"/>
                  <a:pt x="73" y="229"/>
                  <a:pt x="63" y="226"/>
                </a:cubicBezTo>
                <a:lnTo>
                  <a:pt x="63" y="226"/>
                </a:lnTo>
                <a:cubicBezTo>
                  <a:pt x="54" y="223"/>
                  <a:pt x="45" y="219"/>
                  <a:pt x="37" y="214"/>
                </a:cubicBezTo>
                <a:lnTo>
                  <a:pt x="37" y="214"/>
                </a:lnTo>
                <a:cubicBezTo>
                  <a:pt x="29" y="208"/>
                  <a:pt x="22" y="202"/>
                  <a:pt x="16" y="194"/>
                </a:cubicBezTo>
                <a:lnTo>
                  <a:pt x="16" y="194"/>
                </a:lnTo>
                <a:cubicBezTo>
                  <a:pt x="10" y="186"/>
                  <a:pt x="6" y="178"/>
                  <a:pt x="3" y="169"/>
                </a:cubicBezTo>
                <a:lnTo>
                  <a:pt x="3" y="169"/>
                </a:lnTo>
                <a:cubicBezTo>
                  <a:pt x="0" y="160"/>
                  <a:pt x="0" y="151"/>
                  <a:pt x="1" y="144"/>
                </a:cubicBezTo>
                <a:lnTo>
                  <a:pt x="1" y="144"/>
                </a:lnTo>
                <a:cubicBezTo>
                  <a:pt x="2" y="135"/>
                  <a:pt x="5" y="128"/>
                  <a:pt x="10" y="122"/>
                </a:cubicBezTo>
                <a:lnTo>
                  <a:pt x="10" y="122"/>
                </a:lnTo>
                <a:cubicBezTo>
                  <a:pt x="15" y="116"/>
                  <a:pt x="20" y="111"/>
                  <a:pt x="28" y="107"/>
                </a:cubicBezTo>
                <a:lnTo>
                  <a:pt x="28" y="107"/>
                </a:lnTo>
                <a:cubicBezTo>
                  <a:pt x="36" y="103"/>
                  <a:pt x="44" y="101"/>
                  <a:pt x="54" y="100"/>
                </a:cubicBezTo>
                <a:lnTo>
                  <a:pt x="1682" y="0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30" name="Freeform 14">
            <a:extLst>
              <a:ext uri="{FF2B5EF4-FFF2-40B4-BE49-F238E27FC236}">
                <a16:creationId xmlns:a16="http://schemas.microsoft.com/office/drawing/2014/main" id="{15A17CB3-7BF3-EB48-B9CD-730A44FF9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471" y="11453831"/>
            <a:ext cx="589134" cy="634893"/>
          </a:xfrm>
          <a:custGeom>
            <a:avLst/>
            <a:gdLst>
              <a:gd name="T0" fmla="*/ 152 w 453"/>
              <a:gd name="T1" fmla="*/ 6 h 488"/>
              <a:gd name="T2" fmla="*/ 152 w 453"/>
              <a:gd name="T3" fmla="*/ 6 h 488"/>
              <a:gd name="T4" fmla="*/ 240 w 453"/>
              <a:gd name="T5" fmla="*/ 7 h 488"/>
              <a:gd name="T6" fmla="*/ 240 w 453"/>
              <a:gd name="T7" fmla="*/ 7 h 488"/>
              <a:gd name="T8" fmla="*/ 323 w 453"/>
              <a:gd name="T9" fmla="*/ 42 h 488"/>
              <a:gd name="T10" fmla="*/ 323 w 453"/>
              <a:gd name="T11" fmla="*/ 42 h 488"/>
              <a:gd name="T12" fmla="*/ 391 w 453"/>
              <a:gd name="T13" fmla="*/ 107 h 488"/>
              <a:gd name="T14" fmla="*/ 391 w 453"/>
              <a:gd name="T15" fmla="*/ 107 h 488"/>
              <a:gd name="T16" fmla="*/ 438 w 453"/>
              <a:gd name="T17" fmla="*/ 195 h 488"/>
              <a:gd name="T18" fmla="*/ 438 w 453"/>
              <a:gd name="T19" fmla="*/ 195 h 488"/>
              <a:gd name="T20" fmla="*/ 451 w 453"/>
              <a:gd name="T21" fmla="*/ 290 h 488"/>
              <a:gd name="T22" fmla="*/ 451 w 453"/>
              <a:gd name="T23" fmla="*/ 290 h 488"/>
              <a:gd name="T24" fmla="*/ 431 w 453"/>
              <a:gd name="T25" fmla="*/ 376 h 488"/>
              <a:gd name="T26" fmla="*/ 431 w 453"/>
              <a:gd name="T27" fmla="*/ 376 h 488"/>
              <a:gd name="T28" fmla="*/ 380 w 453"/>
              <a:gd name="T29" fmla="*/ 443 h 488"/>
              <a:gd name="T30" fmla="*/ 380 w 453"/>
              <a:gd name="T31" fmla="*/ 443 h 488"/>
              <a:gd name="T32" fmla="*/ 304 w 453"/>
              <a:gd name="T33" fmla="*/ 480 h 488"/>
              <a:gd name="T34" fmla="*/ 304 w 453"/>
              <a:gd name="T35" fmla="*/ 480 h 488"/>
              <a:gd name="T36" fmla="*/ 215 w 453"/>
              <a:gd name="T37" fmla="*/ 481 h 488"/>
              <a:gd name="T38" fmla="*/ 215 w 453"/>
              <a:gd name="T39" fmla="*/ 481 h 488"/>
              <a:gd name="T40" fmla="*/ 130 w 453"/>
              <a:gd name="T41" fmla="*/ 445 h 488"/>
              <a:gd name="T42" fmla="*/ 130 w 453"/>
              <a:gd name="T43" fmla="*/ 445 h 488"/>
              <a:gd name="T44" fmla="*/ 61 w 453"/>
              <a:gd name="T45" fmla="*/ 378 h 488"/>
              <a:gd name="T46" fmla="*/ 61 w 453"/>
              <a:gd name="T47" fmla="*/ 378 h 488"/>
              <a:gd name="T48" fmla="*/ 14 w 453"/>
              <a:gd name="T49" fmla="*/ 289 h 488"/>
              <a:gd name="T50" fmla="*/ 14 w 453"/>
              <a:gd name="T51" fmla="*/ 289 h 488"/>
              <a:gd name="T52" fmla="*/ 2 w 453"/>
              <a:gd name="T53" fmla="*/ 192 h 488"/>
              <a:gd name="T54" fmla="*/ 2 w 453"/>
              <a:gd name="T55" fmla="*/ 192 h 488"/>
              <a:gd name="T56" fmla="*/ 24 w 453"/>
              <a:gd name="T57" fmla="*/ 107 h 488"/>
              <a:gd name="T58" fmla="*/ 24 w 453"/>
              <a:gd name="T59" fmla="*/ 107 h 488"/>
              <a:gd name="T60" fmla="*/ 76 w 453"/>
              <a:gd name="T61" fmla="*/ 42 h 488"/>
              <a:gd name="T62" fmla="*/ 76 w 453"/>
              <a:gd name="T63" fmla="*/ 42 h 488"/>
              <a:gd name="T64" fmla="*/ 152 w 453"/>
              <a:gd name="T65" fmla="*/ 6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53" h="488">
                <a:moveTo>
                  <a:pt x="152" y="6"/>
                </a:moveTo>
                <a:lnTo>
                  <a:pt x="152" y="6"/>
                </a:lnTo>
                <a:cubicBezTo>
                  <a:pt x="181" y="0"/>
                  <a:pt x="211" y="0"/>
                  <a:pt x="240" y="7"/>
                </a:cubicBezTo>
                <a:lnTo>
                  <a:pt x="240" y="7"/>
                </a:lnTo>
                <a:cubicBezTo>
                  <a:pt x="269" y="13"/>
                  <a:pt x="297" y="25"/>
                  <a:pt x="323" y="42"/>
                </a:cubicBezTo>
                <a:lnTo>
                  <a:pt x="323" y="42"/>
                </a:lnTo>
                <a:cubicBezTo>
                  <a:pt x="349" y="60"/>
                  <a:pt x="372" y="81"/>
                  <a:pt x="391" y="107"/>
                </a:cubicBezTo>
                <a:lnTo>
                  <a:pt x="391" y="107"/>
                </a:lnTo>
                <a:cubicBezTo>
                  <a:pt x="411" y="133"/>
                  <a:pt x="427" y="162"/>
                  <a:pt x="438" y="195"/>
                </a:cubicBezTo>
                <a:lnTo>
                  <a:pt x="438" y="195"/>
                </a:lnTo>
                <a:cubicBezTo>
                  <a:pt x="448" y="227"/>
                  <a:pt x="452" y="260"/>
                  <a:pt x="451" y="290"/>
                </a:cubicBezTo>
                <a:lnTo>
                  <a:pt x="451" y="290"/>
                </a:lnTo>
                <a:cubicBezTo>
                  <a:pt x="450" y="321"/>
                  <a:pt x="442" y="350"/>
                  <a:pt x="431" y="376"/>
                </a:cubicBezTo>
                <a:lnTo>
                  <a:pt x="431" y="376"/>
                </a:lnTo>
                <a:cubicBezTo>
                  <a:pt x="418" y="402"/>
                  <a:pt x="401" y="424"/>
                  <a:pt x="380" y="443"/>
                </a:cubicBezTo>
                <a:lnTo>
                  <a:pt x="380" y="443"/>
                </a:lnTo>
                <a:cubicBezTo>
                  <a:pt x="359" y="460"/>
                  <a:pt x="333" y="474"/>
                  <a:pt x="304" y="480"/>
                </a:cubicBezTo>
                <a:lnTo>
                  <a:pt x="304" y="480"/>
                </a:lnTo>
                <a:cubicBezTo>
                  <a:pt x="274" y="487"/>
                  <a:pt x="244" y="487"/>
                  <a:pt x="215" y="481"/>
                </a:cubicBezTo>
                <a:lnTo>
                  <a:pt x="215" y="481"/>
                </a:lnTo>
                <a:cubicBezTo>
                  <a:pt x="186" y="474"/>
                  <a:pt x="157" y="462"/>
                  <a:pt x="130" y="445"/>
                </a:cubicBezTo>
                <a:lnTo>
                  <a:pt x="130" y="445"/>
                </a:lnTo>
                <a:cubicBezTo>
                  <a:pt x="104" y="427"/>
                  <a:pt x="81" y="405"/>
                  <a:pt x="61" y="378"/>
                </a:cubicBezTo>
                <a:lnTo>
                  <a:pt x="61" y="378"/>
                </a:lnTo>
                <a:cubicBezTo>
                  <a:pt x="41" y="353"/>
                  <a:pt x="25" y="322"/>
                  <a:pt x="14" y="289"/>
                </a:cubicBezTo>
                <a:lnTo>
                  <a:pt x="14" y="289"/>
                </a:lnTo>
                <a:cubicBezTo>
                  <a:pt x="4" y="256"/>
                  <a:pt x="0" y="223"/>
                  <a:pt x="2" y="192"/>
                </a:cubicBezTo>
                <a:lnTo>
                  <a:pt x="2" y="192"/>
                </a:lnTo>
                <a:cubicBezTo>
                  <a:pt x="4" y="162"/>
                  <a:pt x="11" y="132"/>
                  <a:pt x="24" y="107"/>
                </a:cubicBezTo>
                <a:lnTo>
                  <a:pt x="24" y="107"/>
                </a:lnTo>
                <a:cubicBezTo>
                  <a:pt x="37" y="81"/>
                  <a:pt x="54" y="59"/>
                  <a:pt x="76" y="42"/>
                </a:cubicBezTo>
                <a:lnTo>
                  <a:pt x="76" y="42"/>
                </a:lnTo>
                <a:cubicBezTo>
                  <a:pt x="97" y="24"/>
                  <a:pt x="123" y="12"/>
                  <a:pt x="152" y="6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31" name="Freeform 15">
            <a:extLst>
              <a:ext uri="{FF2B5EF4-FFF2-40B4-BE49-F238E27FC236}">
                <a16:creationId xmlns:a16="http://schemas.microsoft.com/office/drawing/2014/main" id="{E9E51961-4C5B-8941-83B8-1CFE829A5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471" y="11453831"/>
            <a:ext cx="589134" cy="634893"/>
          </a:xfrm>
          <a:custGeom>
            <a:avLst/>
            <a:gdLst>
              <a:gd name="T0" fmla="*/ 304 w 453"/>
              <a:gd name="T1" fmla="*/ 480 h 488"/>
              <a:gd name="T2" fmla="*/ 304 w 453"/>
              <a:gd name="T3" fmla="*/ 480 h 488"/>
              <a:gd name="T4" fmla="*/ 380 w 453"/>
              <a:gd name="T5" fmla="*/ 443 h 488"/>
              <a:gd name="T6" fmla="*/ 380 w 453"/>
              <a:gd name="T7" fmla="*/ 443 h 488"/>
              <a:gd name="T8" fmla="*/ 431 w 453"/>
              <a:gd name="T9" fmla="*/ 376 h 488"/>
              <a:gd name="T10" fmla="*/ 431 w 453"/>
              <a:gd name="T11" fmla="*/ 376 h 488"/>
              <a:gd name="T12" fmla="*/ 451 w 453"/>
              <a:gd name="T13" fmla="*/ 290 h 488"/>
              <a:gd name="T14" fmla="*/ 451 w 453"/>
              <a:gd name="T15" fmla="*/ 290 h 488"/>
              <a:gd name="T16" fmla="*/ 438 w 453"/>
              <a:gd name="T17" fmla="*/ 195 h 488"/>
              <a:gd name="T18" fmla="*/ 438 w 453"/>
              <a:gd name="T19" fmla="*/ 195 h 488"/>
              <a:gd name="T20" fmla="*/ 391 w 453"/>
              <a:gd name="T21" fmla="*/ 107 h 488"/>
              <a:gd name="T22" fmla="*/ 391 w 453"/>
              <a:gd name="T23" fmla="*/ 107 h 488"/>
              <a:gd name="T24" fmla="*/ 323 w 453"/>
              <a:gd name="T25" fmla="*/ 42 h 488"/>
              <a:gd name="T26" fmla="*/ 323 w 453"/>
              <a:gd name="T27" fmla="*/ 42 h 488"/>
              <a:gd name="T28" fmla="*/ 240 w 453"/>
              <a:gd name="T29" fmla="*/ 7 h 488"/>
              <a:gd name="T30" fmla="*/ 240 w 453"/>
              <a:gd name="T31" fmla="*/ 7 h 488"/>
              <a:gd name="T32" fmla="*/ 152 w 453"/>
              <a:gd name="T33" fmla="*/ 6 h 488"/>
              <a:gd name="T34" fmla="*/ 152 w 453"/>
              <a:gd name="T35" fmla="*/ 6 h 488"/>
              <a:gd name="T36" fmla="*/ 76 w 453"/>
              <a:gd name="T37" fmla="*/ 42 h 488"/>
              <a:gd name="T38" fmla="*/ 76 w 453"/>
              <a:gd name="T39" fmla="*/ 42 h 488"/>
              <a:gd name="T40" fmla="*/ 24 w 453"/>
              <a:gd name="T41" fmla="*/ 107 h 488"/>
              <a:gd name="T42" fmla="*/ 24 w 453"/>
              <a:gd name="T43" fmla="*/ 107 h 488"/>
              <a:gd name="T44" fmla="*/ 2 w 453"/>
              <a:gd name="T45" fmla="*/ 192 h 488"/>
              <a:gd name="T46" fmla="*/ 2 w 453"/>
              <a:gd name="T47" fmla="*/ 192 h 488"/>
              <a:gd name="T48" fmla="*/ 14 w 453"/>
              <a:gd name="T49" fmla="*/ 289 h 488"/>
              <a:gd name="T50" fmla="*/ 14 w 453"/>
              <a:gd name="T51" fmla="*/ 289 h 488"/>
              <a:gd name="T52" fmla="*/ 61 w 453"/>
              <a:gd name="T53" fmla="*/ 378 h 488"/>
              <a:gd name="T54" fmla="*/ 61 w 453"/>
              <a:gd name="T55" fmla="*/ 378 h 488"/>
              <a:gd name="T56" fmla="*/ 130 w 453"/>
              <a:gd name="T57" fmla="*/ 445 h 488"/>
              <a:gd name="T58" fmla="*/ 130 w 453"/>
              <a:gd name="T59" fmla="*/ 445 h 488"/>
              <a:gd name="T60" fmla="*/ 215 w 453"/>
              <a:gd name="T61" fmla="*/ 481 h 488"/>
              <a:gd name="T62" fmla="*/ 215 w 453"/>
              <a:gd name="T63" fmla="*/ 481 h 488"/>
              <a:gd name="T64" fmla="*/ 304 w 453"/>
              <a:gd name="T65" fmla="*/ 48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53" h="488">
                <a:moveTo>
                  <a:pt x="304" y="480"/>
                </a:moveTo>
                <a:lnTo>
                  <a:pt x="304" y="480"/>
                </a:lnTo>
                <a:cubicBezTo>
                  <a:pt x="333" y="474"/>
                  <a:pt x="359" y="460"/>
                  <a:pt x="380" y="443"/>
                </a:cubicBezTo>
                <a:lnTo>
                  <a:pt x="380" y="443"/>
                </a:lnTo>
                <a:cubicBezTo>
                  <a:pt x="401" y="424"/>
                  <a:pt x="418" y="402"/>
                  <a:pt x="431" y="376"/>
                </a:cubicBezTo>
                <a:lnTo>
                  <a:pt x="431" y="376"/>
                </a:lnTo>
                <a:cubicBezTo>
                  <a:pt x="442" y="350"/>
                  <a:pt x="450" y="321"/>
                  <a:pt x="451" y="290"/>
                </a:cubicBezTo>
                <a:lnTo>
                  <a:pt x="451" y="290"/>
                </a:lnTo>
                <a:cubicBezTo>
                  <a:pt x="452" y="260"/>
                  <a:pt x="448" y="227"/>
                  <a:pt x="438" y="195"/>
                </a:cubicBezTo>
                <a:lnTo>
                  <a:pt x="438" y="195"/>
                </a:lnTo>
                <a:cubicBezTo>
                  <a:pt x="427" y="162"/>
                  <a:pt x="411" y="133"/>
                  <a:pt x="391" y="107"/>
                </a:cubicBezTo>
                <a:lnTo>
                  <a:pt x="391" y="107"/>
                </a:lnTo>
                <a:cubicBezTo>
                  <a:pt x="372" y="81"/>
                  <a:pt x="349" y="60"/>
                  <a:pt x="323" y="42"/>
                </a:cubicBezTo>
                <a:lnTo>
                  <a:pt x="323" y="42"/>
                </a:lnTo>
                <a:cubicBezTo>
                  <a:pt x="297" y="25"/>
                  <a:pt x="269" y="13"/>
                  <a:pt x="240" y="7"/>
                </a:cubicBezTo>
                <a:lnTo>
                  <a:pt x="240" y="7"/>
                </a:lnTo>
                <a:cubicBezTo>
                  <a:pt x="211" y="0"/>
                  <a:pt x="181" y="0"/>
                  <a:pt x="152" y="6"/>
                </a:cubicBezTo>
                <a:lnTo>
                  <a:pt x="152" y="6"/>
                </a:lnTo>
                <a:cubicBezTo>
                  <a:pt x="123" y="12"/>
                  <a:pt x="97" y="24"/>
                  <a:pt x="76" y="42"/>
                </a:cubicBezTo>
                <a:lnTo>
                  <a:pt x="76" y="42"/>
                </a:lnTo>
                <a:cubicBezTo>
                  <a:pt x="54" y="59"/>
                  <a:pt x="37" y="81"/>
                  <a:pt x="24" y="107"/>
                </a:cubicBezTo>
                <a:lnTo>
                  <a:pt x="24" y="107"/>
                </a:lnTo>
                <a:cubicBezTo>
                  <a:pt x="11" y="132"/>
                  <a:pt x="4" y="162"/>
                  <a:pt x="2" y="192"/>
                </a:cubicBezTo>
                <a:lnTo>
                  <a:pt x="2" y="192"/>
                </a:lnTo>
                <a:cubicBezTo>
                  <a:pt x="0" y="223"/>
                  <a:pt x="4" y="256"/>
                  <a:pt x="14" y="289"/>
                </a:cubicBezTo>
                <a:lnTo>
                  <a:pt x="14" y="289"/>
                </a:lnTo>
                <a:cubicBezTo>
                  <a:pt x="25" y="322"/>
                  <a:pt x="41" y="353"/>
                  <a:pt x="61" y="378"/>
                </a:cubicBezTo>
                <a:lnTo>
                  <a:pt x="61" y="378"/>
                </a:lnTo>
                <a:cubicBezTo>
                  <a:pt x="80" y="405"/>
                  <a:pt x="104" y="427"/>
                  <a:pt x="130" y="445"/>
                </a:cubicBezTo>
                <a:lnTo>
                  <a:pt x="130" y="445"/>
                </a:lnTo>
                <a:cubicBezTo>
                  <a:pt x="157" y="462"/>
                  <a:pt x="186" y="474"/>
                  <a:pt x="215" y="481"/>
                </a:cubicBezTo>
                <a:lnTo>
                  <a:pt x="215" y="481"/>
                </a:lnTo>
                <a:cubicBezTo>
                  <a:pt x="244" y="487"/>
                  <a:pt x="274" y="487"/>
                  <a:pt x="304" y="48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EF48EF0E-7CF7-4343-87E9-E9B647535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385" y="5716905"/>
            <a:ext cx="741507" cy="100823"/>
          </a:xfrm>
          <a:custGeom>
            <a:avLst/>
            <a:gdLst>
              <a:gd name="connsiteX0" fmla="*/ 34926 w 741507"/>
              <a:gd name="connsiteY0" fmla="*/ 11438 h 100823"/>
              <a:gd name="connsiteX1" fmla="*/ 53869 w 741507"/>
              <a:gd name="connsiteY1" fmla="*/ 14091 h 100823"/>
              <a:gd name="connsiteX2" fmla="*/ 70286 w 741507"/>
              <a:gd name="connsiteY2" fmla="*/ 23375 h 100823"/>
              <a:gd name="connsiteX3" fmla="*/ 85440 w 741507"/>
              <a:gd name="connsiteY3" fmla="*/ 36639 h 100823"/>
              <a:gd name="connsiteX4" fmla="*/ 93017 w 741507"/>
              <a:gd name="connsiteY4" fmla="*/ 53881 h 100823"/>
              <a:gd name="connsiteX5" fmla="*/ 95542 w 741507"/>
              <a:gd name="connsiteY5" fmla="*/ 72450 h 100823"/>
              <a:gd name="connsiteX6" fmla="*/ 90491 w 741507"/>
              <a:gd name="connsiteY6" fmla="*/ 87039 h 100823"/>
              <a:gd name="connsiteX7" fmla="*/ 77863 w 741507"/>
              <a:gd name="connsiteY7" fmla="*/ 96324 h 100823"/>
              <a:gd name="connsiteX8" fmla="*/ 61446 w 741507"/>
              <a:gd name="connsiteY8" fmla="*/ 100303 h 100823"/>
              <a:gd name="connsiteX9" fmla="*/ 41241 w 741507"/>
              <a:gd name="connsiteY9" fmla="*/ 97650 h 100823"/>
              <a:gd name="connsiteX10" fmla="*/ 24824 w 741507"/>
              <a:gd name="connsiteY10" fmla="*/ 89692 h 100823"/>
              <a:gd name="connsiteX11" fmla="*/ 10933 w 741507"/>
              <a:gd name="connsiteY11" fmla="*/ 76429 h 100823"/>
              <a:gd name="connsiteX12" fmla="*/ 2093 w 741507"/>
              <a:gd name="connsiteY12" fmla="*/ 59186 h 100823"/>
              <a:gd name="connsiteX13" fmla="*/ 830 w 741507"/>
              <a:gd name="connsiteY13" fmla="*/ 40618 h 100823"/>
              <a:gd name="connsiteX14" fmla="*/ 5881 w 741507"/>
              <a:gd name="connsiteY14" fmla="*/ 26028 h 100823"/>
              <a:gd name="connsiteX15" fmla="*/ 17247 w 741507"/>
              <a:gd name="connsiteY15" fmla="*/ 15417 h 100823"/>
              <a:gd name="connsiteX16" fmla="*/ 34926 w 741507"/>
              <a:gd name="connsiteY16" fmla="*/ 11438 h 100823"/>
              <a:gd name="connsiteX17" fmla="*/ 691020 w 741507"/>
              <a:gd name="connsiteY17" fmla="*/ 0 h 100823"/>
              <a:gd name="connsiteX18" fmla="*/ 707958 w 741507"/>
              <a:gd name="connsiteY18" fmla="*/ 1334 h 100823"/>
              <a:gd name="connsiteX19" fmla="*/ 722290 w 741507"/>
              <a:gd name="connsiteY19" fmla="*/ 6673 h 100823"/>
              <a:gd name="connsiteX20" fmla="*/ 734016 w 741507"/>
              <a:gd name="connsiteY20" fmla="*/ 14681 h 100823"/>
              <a:gd name="connsiteX21" fmla="*/ 740530 w 741507"/>
              <a:gd name="connsiteY21" fmla="*/ 26692 h 100823"/>
              <a:gd name="connsiteX22" fmla="*/ 740530 w 741507"/>
              <a:gd name="connsiteY22" fmla="*/ 37369 h 100823"/>
              <a:gd name="connsiteX23" fmla="*/ 735319 w 741507"/>
              <a:gd name="connsiteY23" fmla="*/ 46711 h 100823"/>
              <a:gd name="connsiteX24" fmla="*/ 724896 w 741507"/>
              <a:gd name="connsiteY24" fmla="*/ 53384 h 100823"/>
              <a:gd name="connsiteX25" fmla="*/ 709261 w 741507"/>
              <a:gd name="connsiteY25" fmla="*/ 56053 h 100823"/>
              <a:gd name="connsiteX26" fmla="*/ 221974 w 741507"/>
              <a:gd name="connsiteY26" fmla="*/ 78742 h 100823"/>
              <a:gd name="connsiteX27" fmla="*/ 205036 w 741507"/>
              <a:gd name="connsiteY27" fmla="*/ 77407 h 100823"/>
              <a:gd name="connsiteX28" fmla="*/ 190704 w 741507"/>
              <a:gd name="connsiteY28" fmla="*/ 70734 h 100823"/>
              <a:gd name="connsiteX29" fmla="*/ 178978 w 741507"/>
              <a:gd name="connsiteY29" fmla="*/ 62726 h 100823"/>
              <a:gd name="connsiteX30" fmla="*/ 172463 w 741507"/>
              <a:gd name="connsiteY30" fmla="*/ 52050 h 100823"/>
              <a:gd name="connsiteX31" fmla="*/ 172463 w 741507"/>
              <a:gd name="connsiteY31" fmla="*/ 40038 h 100823"/>
              <a:gd name="connsiteX32" fmla="*/ 177675 w 741507"/>
              <a:gd name="connsiteY32" fmla="*/ 30696 h 100823"/>
              <a:gd name="connsiteX33" fmla="*/ 189401 w 741507"/>
              <a:gd name="connsiteY33" fmla="*/ 24023 h 100823"/>
              <a:gd name="connsiteX34" fmla="*/ 203733 w 741507"/>
              <a:gd name="connsiteY34" fmla="*/ 21354 h 10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41507" h="100823">
                <a:moveTo>
                  <a:pt x="34926" y="11438"/>
                </a:moveTo>
                <a:cubicBezTo>
                  <a:pt x="41241" y="11438"/>
                  <a:pt x="47555" y="12765"/>
                  <a:pt x="53869" y="14091"/>
                </a:cubicBezTo>
                <a:cubicBezTo>
                  <a:pt x="60183" y="16744"/>
                  <a:pt x="65234" y="19396"/>
                  <a:pt x="70286" y="23375"/>
                </a:cubicBezTo>
                <a:cubicBezTo>
                  <a:pt x="76600" y="27354"/>
                  <a:pt x="80388" y="32660"/>
                  <a:pt x="85440" y="36639"/>
                </a:cubicBezTo>
                <a:cubicBezTo>
                  <a:pt x="89228" y="41944"/>
                  <a:pt x="91754" y="47249"/>
                  <a:pt x="93017" y="53881"/>
                </a:cubicBezTo>
                <a:cubicBezTo>
                  <a:pt x="95542" y="60513"/>
                  <a:pt x="95542" y="65818"/>
                  <a:pt x="95542" y="72450"/>
                </a:cubicBezTo>
                <a:cubicBezTo>
                  <a:pt x="94280" y="77755"/>
                  <a:pt x="93017" y="81734"/>
                  <a:pt x="90491" y="87039"/>
                </a:cubicBezTo>
                <a:cubicBezTo>
                  <a:pt x="86703" y="91018"/>
                  <a:pt x="82914" y="93671"/>
                  <a:pt x="77863" y="96324"/>
                </a:cubicBezTo>
                <a:cubicBezTo>
                  <a:pt x="72811" y="98976"/>
                  <a:pt x="66497" y="100303"/>
                  <a:pt x="61446" y="100303"/>
                </a:cubicBezTo>
                <a:cubicBezTo>
                  <a:pt x="53869" y="101629"/>
                  <a:pt x="48818" y="100303"/>
                  <a:pt x="41241" y="97650"/>
                </a:cubicBezTo>
                <a:cubicBezTo>
                  <a:pt x="36189" y="96324"/>
                  <a:pt x="29875" y="92345"/>
                  <a:pt x="24824" y="89692"/>
                </a:cubicBezTo>
                <a:cubicBezTo>
                  <a:pt x="18510" y="85713"/>
                  <a:pt x="14721" y="80408"/>
                  <a:pt x="10933" y="76429"/>
                </a:cubicBezTo>
                <a:cubicBezTo>
                  <a:pt x="5881" y="69797"/>
                  <a:pt x="3356" y="64492"/>
                  <a:pt x="2093" y="59186"/>
                </a:cubicBezTo>
                <a:cubicBezTo>
                  <a:pt x="-433" y="52555"/>
                  <a:pt x="-433" y="45923"/>
                  <a:pt x="830" y="40618"/>
                </a:cubicBezTo>
                <a:cubicBezTo>
                  <a:pt x="830" y="35312"/>
                  <a:pt x="2093" y="30007"/>
                  <a:pt x="5881" y="26028"/>
                </a:cubicBezTo>
                <a:cubicBezTo>
                  <a:pt x="8407" y="22049"/>
                  <a:pt x="12195" y="19396"/>
                  <a:pt x="17247" y="15417"/>
                </a:cubicBezTo>
                <a:cubicBezTo>
                  <a:pt x="22298" y="12765"/>
                  <a:pt x="28612" y="11438"/>
                  <a:pt x="34926" y="11438"/>
                </a:cubicBezTo>
                <a:close/>
                <a:moveTo>
                  <a:pt x="691020" y="0"/>
                </a:moveTo>
                <a:cubicBezTo>
                  <a:pt x="697534" y="0"/>
                  <a:pt x="702746" y="0"/>
                  <a:pt x="707958" y="1334"/>
                </a:cubicBezTo>
                <a:cubicBezTo>
                  <a:pt x="713169" y="2669"/>
                  <a:pt x="717078" y="4004"/>
                  <a:pt x="722290" y="6673"/>
                </a:cubicBezTo>
                <a:cubicBezTo>
                  <a:pt x="727501" y="9342"/>
                  <a:pt x="730107" y="12012"/>
                  <a:pt x="734016" y="14681"/>
                </a:cubicBezTo>
                <a:cubicBezTo>
                  <a:pt x="736622" y="20019"/>
                  <a:pt x="739227" y="22688"/>
                  <a:pt x="740530" y="26692"/>
                </a:cubicBezTo>
                <a:cubicBezTo>
                  <a:pt x="741833" y="30696"/>
                  <a:pt x="741833" y="34700"/>
                  <a:pt x="740530" y="37369"/>
                </a:cubicBezTo>
                <a:cubicBezTo>
                  <a:pt x="740530" y="41373"/>
                  <a:pt x="737925" y="44042"/>
                  <a:pt x="735319" y="46711"/>
                </a:cubicBezTo>
                <a:cubicBezTo>
                  <a:pt x="732713" y="49380"/>
                  <a:pt x="728804" y="52050"/>
                  <a:pt x="724896" y="53384"/>
                </a:cubicBezTo>
                <a:cubicBezTo>
                  <a:pt x="719684" y="54719"/>
                  <a:pt x="714472" y="56053"/>
                  <a:pt x="709261" y="56053"/>
                </a:cubicBezTo>
                <a:lnTo>
                  <a:pt x="221974" y="78742"/>
                </a:lnTo>
                <a:cubicBezTo>
                  <a:pt x="216762" y="78742"/>
                  <a:pt x="211550" y="78742"/>
                  <a:pt x="205036" y="77407"/>
                </a:cubicBezTo>
                <a:cubicBezTo>
                  <a:pt x="199824" y="76072"/>
                  <a:pt x="194613" y="73403"/>
                  <a:pt x="190704" y="70734"/>
                </a:cubicBezTo>
                <a:cubicBezTo>
                  <a:pt x="185492" y="68065"/>
                  <a:pt x="181584" y="65396"/>
                  <a:pt x="178978" y="62726"/>
                </a:cubicBezTo>
                <a:cubicBezTo>
                  <a:pt x="176372" y="60057"/>
                  <a:pt x="173766" y="54719"/>
                  <a:pt x="172463" y="52050"/>
                </a:cubicBezTo>
                <a:cubicBezTo>
                  <a:pt x="171160" y="48046"/>
                  <a:pt x="171160" y="44042"/>
                  <a:pt x="172463" y="40038"/>
                </a:cubicBezTo>
                <a:cubicBezTo>
                  <a:pt x="173766" y="37369"/>
                  <a:pt x="175069" y="33365"/>
                  <a:pt x="177675" y="30696"/>
                </a:cubicBezTo>
                <a:cubicBezTo>
                  <a:pt x="181584" y="28027"/>
                  <a:pt x="185492" y="26692"/>
                  <a:pt x="189401" y="24023"/>
                </a:cubicBezTo>
                <a:cubicBezTo>
                  <a:pt x="193310" y="22688"/>
                  <a:pt x="198521" y="21354"/>
                  <a:pt x="203733" y="213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7E144821-22F1-CA47-A975-787048775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301" y="5539595"/>
            <a:ext cx="80076" cy="74355"/>
          </a:xfrm>
          <a:custGeom>
            <a:avLst/>
            <a:gdLst>
              <a:gd name="T0" fmla="*/ 22 w 63"/>
              <a:gd name="T1" fmla="*/ 0 h 56"/>
              <a:gd name="T2" fmla="*/ 22 w 63"/>
              <a:gd name="T3" fmla="*/ 0 h 56"/>
              <a:gd name="T4" fmla="*/ 12 w 63"/>
              <a:gd name="T5" fmla="*/ 3 h 56"/>
              <a:gd name="T6" fmla="*/ 12 w 63"/>
              <a:gd name="T7" fmla="*/ 3 h 56"/>
              <a:gd name="T8" fmla="*/ 4 w 63"/>
              <a:gd name="T9" fmla="*/ 8 h 56"/>
              <a:gd name="T10" fmla="*/ 4 w 63"/>
              <a:gd name="T11" fmla="*/ 8 h 56"/>
              <a:gd name="T12" fmla="*/ 0 w 63"/>
              <a:gd name="T13" fmla="*/ 18 h 56"/>
              <a:gd name="T14" fmla="*/ 0 w 63"/>
              <a:gd name="T15" fmla="*/ 18 h 56"/>
              <a:gd name="T16" fmla="*/ 2 w 63"/>
              <a:gd name="T17" fmla="*/ 28 h 56"/>
              <a:gd name="T18" fmla="*/ 2 w 63"/>
              <a:gd name="T19" fmla="*/ 28 h 56"/>
              <a:gd name="T20" fmla="*/ 8 w 63"/>
              <a:gd name="T21" fmla="*/ 39 h 56"/>
              <a:gd name="T22" fmla="*/ 8 w 63"/>
              <a:gd name="T23" fmla="*/ 39 h 56"/>
              <a:gd name="T24" fmla="*/ 16 w 63"/>
              <a:gd name="T25" fmla="*/ 48 h 56"/>
              <a:gd name="T26" fmla="*/ 16 w 63"/>
              <a:gd name="T27" fmla="*/ 48 h 56"/>
              <a:gd name="T28" fmla="*/ 28 w 63"/>
              <a:gd name="T29" fmla="*/ 53 h 56"/>
              <a:gd name="T30" fmla="*/ 28 w 63"/>
              <a:gd name="T31" fmla="*/ 53 h 56"/>
              <a:gd name="T32" fmla="*/ 40 w 63"/>
              <a:gd name="T33" fmla="*/ 55 h 56"/>
              <a:gd name="T34" fmla="*/ 40 w 63"/>
              <a:gd name="T35" fmla="*/ 55 h 56"/>
              <a:gd name="T36" fmla="*/ 51 w 63"/>
              <a:gd name="T37" fmla="*/ 52 h 56"/>
              <a:gd name="T38" fmla="*/ 51 w 63"/>
              <a:gd name="T39" fmla="*/ 52 h 56"/>
              <a:gd name="T40" fmla="*/ 59 w 63"/>
              <a:gd name="T41" fmla="*/ 46 h 56"/>
              <a:gd name="T42" fmla="*/ 59 w 63"/>
              <a:gd name="T43" fmla="*/ 46 h 56"/>
              <a:gd name="T44" fmla="*/ 62 w 63"/>
              <a:gd name="T45" fmla="*/ 37 h 56"/>
              <a:gd name="T46" fmla="*/ 62 w 63"/>
              <a:gd name="T47" fmla="*/ 37 h 56"/>
              <a:gd name="T48" fmla="*/ 61 w 63"/>
              <a:gd name="T49" fmla="*/ 26 h 56"/>
              <a:gd name="T50" fmla="*/ 61 w 63"/>
              <a:gd name="T51" fmla="*/ 26 h 56"/>
              <a:gd name="T52" fmla="*/ 55 w 63"/>
              <a:gd name="T53" fmla="*/ 15 h 56"/>
              <a:gd name="T54" fmla="*/ 55 w 63"/>
              <a:gd name="T55" fmla="*/ 15 h 56"/>
              <a:gd name="T56" fmla="*/ 46 w 63"/>
              <a:gd name="T57" fmla="*/ 7 h 56"/>
              <a:gd name="T58" fmla="*/ 46 w 63"/>
              <a:gd name="T59" fmla="*/ 7 h 56"/>
              <a:gd name="T60" fmla="*/ 35 w 63"/>
              <a:gd name="T61" fmla="*/ 1 h 56"/>
              <a:gd name="T62" fmla="*/ 35 w 63"/>
              <a:gd name="T63" fmla="*/ 1 h 56"/>
              <a:gd name="T64" fmla="*/ 22 w 63"/>
              <a:gd name="T6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3" h="56">
                <a:moveTo>
                  <a:pt x="22" y="0"/>
                </a:moveTo>
                <a:lnTo>
                  <a:pt x="22" y="0"/>
                </a:lnTo>
                <a:cubicBezTo>
                  <a:pt x="18" y="0"/>
                  <a:pt x="15" y="1"/>
                  <a:pt x="12" y="3"/>
                </a:cubicBezTo>
                <a:lnTo>
                  <a:pt x="12" y="3"/>
                </a:lnTo>
                <a:cubicBezTo>
                  <a:pt x="9" y="4"/>
                  <a:pt x="6" y="6"/>
                  <a:pt x="4" y="8"/>
                </a:cubicBezTo>
                <a:lnTo>
                  <a:pt x="4" y="8"/>
                </a:lnTo>
                <a:cubicBezTo>
                  <a:pt x="2" y="11"/>
                  <a:pt x="1" y="14"/>
                  <a:pt x="0" y="18"/>
                </a:cubicBezTo>
                <a:lnTo>
                  <a:pt x="0" y="18"/>
                </a:lnTo>
                <a:cubicBezTo>
                  <a:pt x="0" y="21"/>
                  <a:pt x="0" y="24"/>
                  <a:pt x="2" y="28"/>
                </a:cubicBezTo>
                <a:lnTo>
                  <a:pt x="2" y="28"/>
                </a:lnTo>
                <a:cubicBezTo>
                  <a:pt x="3" y="32"/>
                  <a:pt x="5" y="36"/>
                  <a:pt x="8" y="39"/>
                </a:cubicBezTo>
                <a:lnTo>
                  <a:pt x="8" y="39"/>
                </a:lnTo>
                <a:cubicBezTo>
                  <a:pt x="10" y="43"/>
                  <a:pt x="13" y="45"/>
                  <a:pt x="16" y="48"/>
                </a:cubicBezTo>
                <a:lnTo>
                  <a:pt x="16" y="48"/>
                </a:lnTo>
                <a:cubicBezTo>
                  <a:pt x="20" y="50"/>
                  <a:pt x="24" y="52"/>
                  <a:pt x="28" y="53"/>
                </a:cubicBezTo>
                <a:lnTo>
                  <a:pt x="28" y="53"/>
                </a:lnTo>
                <a:cubicBezTo>
                  <a:pt x="32" y="54"/>
                  <a:pt x="36" y="55"/>
                  <a:pt x="40" y="55"/>
                </a:cubicBezTo>
                <a:lnTo>
                  <a:pt x="40" y="55"/>
                </a:lnTo>
                <a:cubicBezTo>
                  <a:pt x="44" y="55"/>
                  <a:pt x="48" y="54"/>
                  <a:pt x="51" y="52"/>
                </a:cubicBezTo>
                <a:lnTo>
                  <a:pt x="51" y="52"/>
                </a:lnTo>
                <a:cubicBezTo>
                  <a:pt x="54" y="51"/>
                  <a:pt x="56" y="48"/>
                  <a:pt x="59" y="46"/>
                </a:cubicBezTo>
                <a:lnTo>
                  <a:pt x="59" y="46"/>
                </a:lnTo>
                <a:cubicBezTo>
                  <a:pt x="60" y="43"/>
                  <a:pt x="62" y="40"/>
                  <a:pt x="62" y="37"/>
                </a:cubicBezTo>
                <a:lnTo>
                  <a:pt x="62" y="37"/>
                </a:lnTo>
                <a:cubicBezTo>
                  <a:pt x="62" y="34"/>
                  <a:pt x="62" y="30"/>
                  <a:pt x="61" y="26"/>
                </a:cubicBezTo>
                <a:lnTo>
                  <a:pt x="61" y="26"/>
                </a:lnTo>
                <a:cubicBezTo>
                  <a:pt x="60" y="23"/>
                  <a:pt x="58" y="19"/>
                  <a:pt x="55" y="15"/>
                </a:cubicBezTo>
                <a:lnTo>
                  <a:pt x="55" y="15"/>
                </a:lnTo>
                <a:cubicBezTo>
                  <a:pt x="53" y="13"/>
                  <a:pt x="49" y="10"/>
                  <a:pt x="46" y="7"/>
                </a:cubicBezTo>
                <a:lnTo>
                  <a:pt x="46" y="7"/>
                </a:lnTo>
                <a:cubicBezTo>
                  <a:pt x="42" y="5"/>
                  <a:pt x="39" y="3"/>
                  <a:pt x="35" y="1"/>
                </a:cubicBezTo>
                <a:lnTo>
                  <a:pt x="35" y="1"/>
                </a:lnTo>
                <a:cubicBezTo>
                  <a:pt x="30" y="0"/>
                  <a:pt x="26" y="0"/>
                  <a:pt x="22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34" name="Freeform 19">
            <a:extLst>
              <a:ext uri="{FF2B5EF4-FFF2-40B4-BE49-F238E27FC236}">
                <a16:creationId xmlns:a16="http://schemas.microsoft.com/office/drawing/2014/main" id="{124231DD-C483-6E42-8A39-77AFDEE51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4490" y="9463352"/>
            <a:ext cx="2390862" cy="543376"/>
          </a:xfrm>
          <a:custGeom>
            <a:avLst/>
            <a:gdLst>
              <a:gd name="T0" fmla="*/ 1750 w 1844"/>
              <a:gd name="T1" fmla="*/ 1 h 419"/>
              <a:gd name="T2" fmla="*/ 1750 w 1844"/>
              <a:gd name="T3" fmla="*/ 1 h 419"/>
              <a:gd name="T4" fmla="*/ 1777 w 1844"/>
              <a:gd name="T5" fmla="*/ 2 h 419"/>
              <a:gd name="T6" fmla="*/ 1777 w 1844"/>
              <a:gd name="T7" fmla="*/ 2 h 419"/>
              <a:gd name="T8" fmla="*/ 1802 w 1844"/>
              <a:gd name="T9" fmla="*/ 14 h 419"/>
              <a:gd name="T10" fmla="*/ 1802 w 1844"/>
              <a:gd name="T11" fmla="*/ 14 h 419"/>
              <a:gd name="T12" fmla="*/ 1823 w 1844"/>
              <a:gd name="T13" fmla="*/ 34 h 419"/>
              <a:gd name="T14" fmla="*/ 1823 w 1844"/>
              <a:gd name="T15" fmla="*/ 34 h 419"/>
              <a:gd name="T16" fmla="*/ 1838 w 1844"/>
              <a:gd name="T17" fmla="*/ 60 h 419"/>
              <a:gd name="T18" fmla="*/ 1838 w 1844"/>
              <a:gd name="T19" fmla="*/ 60 h 419"/>
              <a:gd name="T20" fmla="*/ 1842 w 1844"/>
              <a:gd name="T21" fmla="*/ 88 h 419"/>
              <a:gd name="T22" fmla="*/ 1842 w 1844"/>
              <a:gd name="T23" fmla="*/ 88 h 419"/>
              <a:gd name="T24" fmla="*/ 1836 w 1844"/>
              <a:gd name="T25" fmla="*/ 112 h 419"/>
              <a:gd name="T26" fmla="*/ 1836 w 1844"/>
              <a:gd name="T27" fmla="*/ 112 h 419"/>
              <a:gd name="T28" fmla="*/ 1821 w 1844"/>
              <a:gd name="T29" fmla="*/ 131 h 419"/>
              <a:gd name="T30" fmla="*/ 1821 w 1844"/>
              <a:gd name="T31" fmla="*/ 131 h 419"/>
              <a:gd name="T32" fmla="*/ 1798 w 1844"/>
              <a:gd name="T33" fmla="*/ 140 h 419"/>
              <a:gd name="T34" fmla="*/ 99 w 1844"/>
              <a:gd name="T35" fmla="*/ 417 h 419"/>
              <a:gd name="T36" fmla="*/ 99 w 1844"/>
              <a:gd name="T37" fmla="*/ 417 h 419"/>
              <a:gd name="T38" fmla="*/ 68 w 1844"/>
              <a:gd name="T39" fmla="*/ 415 h 419"/>
              <a:gd name="T40" fmla="*/ 68 w 1844"/>
              <a:gd name="T41" fmla="*/ 415 h 419"/>
              <a:gd name="T42" fmla="*/ 41 w 1844"/>
              <a:gd name="T43" fmla="*/ 403 h 419"/>
              <a:gd name="T44" fmla="*/ 41 w 1844"/>
              <a:gd name="T45" fmla="*/ 403 h 419"/>
              <a:gd name="T46" fmla="*/ 18 w 1844"/>
              <a:gd name="T47" fmla="*/ 382 h 419"/>
              <a:gd name="T48" fmla="*/ 18 w 1844"/>
              <a:gd name="T49" fmla="*/ 382 h 419"/>
              <a:gd name="T50" fmla="*/ 3 w 1844"/>
              <a:gd name="T51" fmla="*/ 354 h 419"/>
              <a:gd name="T52" fmla="*/ 3 w 1844"/>
              <a:gd name="T53" fmla="*/ 354 h 419"/>
              <a:gd name="T54" fmla="*/ 1 w 1844"/>
              <a:gd name="T55" fmla="*/ 324 h 419"/>
              <a:gd name="T56" fmla="*/ 1 w 1844"/>
              <a:gd name="T57" fmla="*/ 324 h 419"/>
              <a:gd name="T58" fmla="*/ 9 w 1844"/>
              <a:gd name="T59" fmla="*/ 297 h 419"/>
              <a:gd name="T60" fmla="*/ 9 w 1844"/>
              <a:gd name="T61" fmla="*/ 297 h 419"/>
              <a:gd name="T62" fmla="*/ 28 w 1844"/>
              <a:gd name="T63" fmla="*/ 278 h 419"/>
              <a:gd name="T64" fmla="*/ 28 w 1844"/>
              <a:gd name="T65" fmla="*/ 278 h 419"/>
              <a:gd name="T66" fmla="*/ 54 w 1844"/>
              <a:gd name="T67" fmla="*/ 267 h 419"/>
              <a:gd name="T68" fmla="*/ 1750 w 1844"/>
              <a:gd name="T69" fmla="*/ 1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844" h="419">
                <a:moveTo>
                  <a:pt x="1750" y="1"/>
                </a:moveTo>
                <a:lnTo>
                  <a:pt x="1750" y="1"/>
                </a:lnTo>
                <a:cubicBezTo>
                  <a:pt x="1759" y="0"/>
                  <a:pt x="1768" y="0"/>
                  <a:pt x="1777" y="2"/>
                </a:cubicBezTo>
                <a:lnTo>
                  <a:pt x="1777" y="2"/>
                </a:lnTo>
                <a:cubicBezTo>
                  <a:pt x="1786" y="5"/>
                  <a:pt x="1794" y="8"/>
                  <a:pt x="1802" y="14"/>
                </a:cubicBezTo>
                <a:lnTo>
                  <a:pt x="1802" y="14"/>
                </a:lnTo>
                <a:cubicBezTo>
                  <a:pt x="1810" y="20"/>
                  <a:pt x="1817" y="26"/>
                  <a:pt x="1823" y="34"/>
                </a:cubicBezTo>
                <a:lnTo>
                  <a:pt x="1823" y="34"/>
                </a:lnTo>
                <a:cubicBezTo>
                  <a:pt x="1830" y="41"/>
                  <a:pt x="1834" y="50"/>
                  <a:pt x="1838" y="60"/>
                </a:cubicBezTo>
                <a:lnTo>
                  <a:pt x="1838" y="60"/>
                </a:lnTo>
                <a:cubicBezTo>
                  <a:pt x="1841" y="69"/>
                  <a:pt x="1843" y="79"/>
                  <a:pt x="1842" y="88"/>
                </a:cubicBezTo>
                <a:lnTo>
                  <a:pt x="1842" y="88"/>
                </a:lnTo>
                <a:cubicBezTo>
                  <a:pt x="1841" y="96"/>
                  <a:pt x="1840" y="105"/>
                  <a:pt x="1836" y="112"/>
                </a:cubicBezTo>
                <a:lnTo>
                  <a:pt x="1836" y="112"/>
                </a:lnTo>
                <a:cubicBezTo>
                  <a:pt x="1833" y="119"/>
                  <a:pt x="1827" y="125"/>
                  <a:pt x="1821" y="131"/>
                </a:cubicBezTo>
                <a:lnTo>
                  <a:pt x="1821" y="131"/>
                </a:lnTo>
                <a:cubicBezTo>
                  <a:pt x="1815" y="135"/>
                  <a:pt x="1807" y="138"/>
                  <a:pt x="1798" y="140"/>
                </a:cubicBezTo>
                <a:lnTo>
                  <a:pt x="99" y="417"/>
                </a:lnTo>
                <a:lnTo>
                  <a:pt x="99" y="417"/>
                </a:lnTo>
                <a:cubicBezTo>
                  <a:pt x="88" y="418"/>
                  <a:pt x="78" y="418"/>
                  <a:pt x="68" y="415"/>
                </a:cubicBezTo>
                <a:lnTo>
                  <a:pt x="68" y="415"/>
                </a:lnTo>
                <a:cubicBezTo>
                  <a:pt x="58" y="413"/>
                  <a:pt x="49" y="409"/>
                  <a:pt x="41" y="403"/>
                </a:cubicBezTo>
                <a:lnTo>
                  <a:pt x="41" y="403"/>
                </a:lnTo>
                <a:cubicBezTo>
                  <a:pt x="32" y="397"/>
                  <a:pt x="24" y="390"/>
                  <a:pt x="18" y="382"/>
                </a:cubicBezTo>
                <a:lnTo>
                  <a:pt x="18" y="382"/>
                </a:lnTo>
                <a:cubicBezTo>
                  <a:pt x="11" y="374"/>
                  <a:pt x="7" y="364"/>
                  <a:pt x="3" y="354"/>
                </a:cubicBezTo>
                <a:lnTo>
                  <a:pt x="3" y="354"/>
                </a:lnTo>
                <a:cubicBezTo>
                  <a:pt x="0" y="343"/>
                  <a:pt x="0" y="333"/>
                  <a:pt x="1" y="324"/>
                </a:cubicBezTo>
                <a:lnTo>
                  <a:pt x="1" y="324"/>
                </a:lnTo>
                <a:cubicBezTo>
                  <a:pt x="1" y="314"/>
                  <a:pt x="4" y="305"/>
                  <a:pt x="9" y="297"/>
                </a:cubicBezTo>
                <a:lnTo>
                  <a:pt x="9" y="297"/>
                </a:lnTo>
                <a:cubicBezTo>
                  <a:pt x="14" y="290"/>
                  <a:pt x="20" y="283"/>
                  <a:pt x="28" y="278"/>
                </a:cubicBezTo>
                <a:lnTo>
                  <a:pt x="28" y="278"/>
                </a:lnTo>
                <a:cubicBezTo>
                  <a:pt x="36" y="273"/>
                  <a:pt x="44" y="269"/>
                  <a:pt x="54" y="267"/>
                </a:cubicBezTo>
                <a:lnTo>
                  <a:pt x="1750" y="1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35" name="Freeform 20">
            <a:extLst>
              <a:ext uri="{FF2B5EF4-FFF2-40B4-BE49-F238E27FC236}">
                <a16:creationId xmlns:a16="http://schemas.microsoft.com/office/drawing/2014/main" id="{42A8C0A8-6FA0-F54F-8CF8-30B102CE2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985" y="9823696"/>
            <a:ext cx="285988" cy="280271"/>
          </a:xfrm>
          <a:custGeom>
            <a:avLst/>
            <a:gdLst>
              <a:gd name="T0" fmla="*/ 79 w 219"/>
              <a:gd name="T1" fmla="*/ 2 h 217"/>
              <a:gd name="T2" fmla="*/ 79 w 219"/>
              <a:gd name="T3" fmla="*/ 2 h 217"/>
              <a:gd name="T4" fmla="*/ 122 w 219"/>
              <a:gd name="T5" fmla="*/ 5 h 217"/>
              <a:gd name="T6" fmla="*/ 122 w 219"/>
              <a:gd name="T7" fmla="*/ 5 h 217"/>
              <a:gd name="T8" fmla="*/ 161 w 219"/>
              <a:gd name="T9" fmla="*/ 22 h 217"/>
              <a:gd name="T10" fmla="*/ 161 w 219"/>
              <a:gd name="T11" fmla="*/ 22 h 217"/>
              <a:gd name="T12" fmla="*/ 193 w 219"/>
              <a:gd name="T13" fmla="*/ 52 h 217"/>
              <a:gd name="T14" fmla="*/ 193 w 219"/>
              <a:gd name="T15" fmla="*/ 52 h 217"/>
              <a:gd name="T16" fmla="*/ 213 w 219"/>
              <a:gd name="T17" fmla="*/ 91 h 217"/>
              <a:gd name="T18" fmla="*/ 213 w 219"/>
              <a:gd name="T19" fmla="*/ 91 h 217"/>
              <a:gd name="T20" fmla="*/ 216 w 219"/>
              <a:gd name="T21" fmla="*/ 133 h 217"/>
              <a:gd name="T22" fmla="*/ 216 w 219"/>
              <a:gd name="T23" fmla="*/ 133 h 217"/>
              <a:gd name="T24" fmla="*/ 204 w 219"/>
              <a:gd name="T25" fmla="*/ 170 h 217"/>
              <a:gd name="T26" fmla="*/ 204 w 219"/>
              <a:gd name="T27" fmla="*/ 170 h 217"/>
              <a:gd name="T28" fmla="*/ 178 w 219"/>
              <a:gd name="T29" fmla="*/ 198 h 217"/>
              <a:gd name="T30" fmla="*/ 178 w 219"/>
              <a:gd name="T31" fmla="*/ 198 h 217"/>
              <a:gd name="T32" fmla="*/ 140 w 219"/>
              <a:gd name="T33" fmla="*/ 214 h 217"/>
              <a:gd name="T34" fmla="*/ 140 w 219"/>
              <a:gd name="T35" fmla="*/ 214 h 217"/>
              <a:gd name="T36" fmla="*/ 97 w 219"/>
              <a:gd name="T37" fmla="*/ 212 h 217"/>
              <a:gd name="T38" fmla="*/ 97 w 219"/>
              <a:gd name="T39" fmla="*/ 212 h 217"/>
              <a:gd name="T40" fmla="*/ 57 w 219"/>
              <a:gd name="T41" fmla="*/ 194 h 217"/>
              <a:gd name="T42" fmla="*/ 57 w 219"/>
              <a:gd name="T43" fmla="*/ 194 h 217"/>
              <a:gd name="T44" fmla="*/ 25 w 219"/>
              <a:gd name="T45" fmla="*/ 164 h 217"/>
              <a:gd name="T46" fmla="*/ 25 w 219"/>
              <a:gd name="T47" fmla="*/ 164 h 217"/>
              <a:gd name="T48" fmla="*/ 5 w 219"/>
              <a:gd name="T49" fmla="*/ 124 h 217"/>
              <a:gd name="T50" fmla="*/ 5 w 219"/>
              <a:gd name="T51" fmla="*/ 124 h 217"/>
              <a:gd name="T52" fmla="*/ 1 w 219"/>
              <a:gd name="T53" fmla="*/ 82 h 217"/>
              <a:gd name="T54" fmla="*/ 1 w 219"/>
              <a:gd name="T55" fmla="*/ 82 h 217"/>
              <a:gd name="T56" fmla="*/ 14 w 219"/>
              <a:gd name="T57" fmla="*/ 44 h 217"/>
              <a:gd name="T58" fmla="*/ 14 w 219"/>
              <a:gd name="T59" fmla="*/ 44 h 217"/>
              <a:gd name="T60" fmla="*/ 40 w 219"/>
              <a:gd name="T61" fmla="*/ 17 h 217"/>
              <a:gd name="T62" fmla="*/ 40 w 219"/>
              <a:gd name="T63" fmla="*/ 17 h 217"/>
              <a:gd name="T64" fmla="*/ 79 w 219"/>
              <a:gd name="T65" fmla="*/ 2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9" h="217">
                <a:moveTo>
                  <a:pt x="79" y="2"/>
                </a:moveTo>
                <a:lnTo>
                  <a:pt x="79" y="2"/>
                </a:lnTo>
                <a:cubicBezTo>
                  <a:pt x="93" y="0"/>
                  <a:pt x="107" y="1"/>
                  <a:pt x="122" y="5"/>
                </a:cubicBezTo>
                <a:lnTo>
                  <a:pt x="122" y="5"/>
                </a:lnTo>
                <a:cubicBezTo>
                  <a:pt x="135" y="8"/>
                  <a:pt x="148" y="13"/>
                  <a:pt x="161" y="22"/>
                </a:cubicBezTo>
                <a:lnTo>
                  <a:pt x="161" y="22"/>
                </a:lnTo>
                <a:cubicBezTo>
                  <a:pt x="173" y="30"/>
                  <a:pt x="184" y="40"/>
                  <a:pt x="193" y="52"/>
                </a:cubicBezTo>
                <a:lnTo>
                  <a:pt x="193" y="52"/>
                </a:lnTo>
                <a:cubicBezTo>
                  <a:pt x="201" y="63"/>
                  <a:pt x="208" y="77"/>
                  <a:pt x="213" y="91"/>
                </a:cubicBezTo>
                <a:lnTo>
                  <a:pt x="213" y="91"/>
                </a:lnTo>
                <a:cubicBezTo>
                  <a:pt x="216" y="106"/>
                  <a:pt x="218" y="120"/>
                  <a:pt x="216" y="133"/>
                </a:cubicBezTo>
                <a:lnTo>
                  <a:pt x="216" y="133"/>
                </a:lnTo>
                <a:cubicBezTo>
                  <a:pt x="215" y="147"/>
                  <a:pt x="211" y="159"/>
                  <a:pt x="204" y="170"/>
                </a:cubicBezTo>
                <a:lnTo>
                  <a:pt x="204" y="170"/>
                </a:lnTo>
                <a:cubicBezTo>
                  <a:pt x="198" y="182"/>
                  <a:pt x="189" y="192"/>
                  <a:pt x="178" y="198"/>
                </a:cubicBezTo>
                <a:lnTo>
                  <a:pt x="178" y="198"/>
                </a:lnTo>
                <a:cubicBezTo>
                  <a:pt x="167" y="206"/>
                  <a:pt x="154" y="211"/>
                  <a:pt x="140" y="214"/>
                </a:cubicBezTo>
                <a:lnTo>
                  <a:pt x="140" y="214"/>
                </a:lnTo>
                <a:cubicBezTo>
                  <a:pt x="125" y="216"/>
                  <a:pt x="111" y="215"/>
                  <a:pt x="97" y="212"/>
                </a:cubicBezTo>
                <a:lnTo>
                  <a:pt x="97" y="212"/>
                </a:lnTo>
                <a:cubicBezTo>
                  <a:pt x="83" y="208"/>
                  <a:pt x="69" y="203"/>
                  <a:pt x="57" y="194"/>
                </a:cubicBezTo>
                <a:lnTo>
                  <a:pt x="57" y="194"/>
                </a:lnTo>
                <a:cubicBezTo>
                  <a:pt x="45" y="186"/>
                  <a:pt x="34" y="176"/>
                  <a:pt x="25" y="164"/>
                </a:cubicBezTo>
                <a:lnTo>
                  <a:pt x="25" y="164"/>
                </a:lnTo>
                <a:cubicBezTo>
                  <a:pt x="16" y="153"/>
                  <a:pt x="9" y="139"/>
                  <a:pt x="5" y="124"/>
                </a:cubicBezTo>
                <a:lnTo>
                  <a:pt x="5" y="124"/>
                </a:lnTo>
                <a:cubicBezTo>
                  <a:pt x="0" y="110"/>
                  <a:pt x="0" y="95"/>
                  <a:pt x="1" y="82"/>
                </a:cubicBezTo>
                <a:lnTo>
                  <a:pt x="1" y="82"/>
                </a:lnTo>
                <a:cubicBezTo>
                  <a:pt x="3" y="69"/>
                  <a:pt x="8" y="56"/>
                  <a:pt x="14" y="44"/>
                </a:cubicBezTo>
                <a:lnTo>
                  <a:pt x="14" y="44"/>
                </a:lnTo>
                <a:cubicBezTo>
                  <a:pt x="20" y="34"/>
                  <a:pt x="30" y="24"/>
                  <a:pt x="40" y="17"/>
                </a:cubicBezTo>
                <a:lnTo>
                  <a:pt x="40" y="17"/>
                </a:lnTo>
                <a:cubicBezTo>
                  <a:pt x="52" y="10"/>
                  <a:pt x="64" y="5"/>
                  <a:pt x="79" y="2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36" name="Freeform 21">
            <a:extLst>
              <a:ext uri="{FF2B5EF4-FFF2-40B4-BE49-F238E27FC236}">
                <a16:creationId xmlns:a16="http://schemas.microsoft.com/office/drawing/2014/main" id="{F1E3103F-59C6-EF47-8F14-7E4A3935E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216" y="10647345"/>
            <a:ext cx="285988" cy="291709"/>
          </a:xfrm>
          <a:custGeom>
            <a:avLst/>
            <a:gdLst>
              <a:gd name="T0" fmla="*/ 79 w 222"/>
              <a:gd name="T1" fmla="*/ 3 h 225"/>
              <a:gd name="T2" fmla="*/ 79 w 222"/>
              <a:gd name="T3" fmla="*/ 3 h 225"/>
              <a:gd name="T4" fmla="*/ 122 w 222"/>
              <a:gd name="T5" fmla="*/ 4 h 225"/>
              <a:gd name="T6" fmla="*/ 122 w 222"/>
              <a:gd name="T7" fmla="*/ 4 h 225"/>
              <a:gd name="T8" fmla="*/ 162 w 222"/>
              <a:gd name="T9" fmla="*/ 22 h 225"/>
              <a:gd name="T10" fmla="*/ 162 w 222"/>
              <a:gd name="T11" fmla="*/ 22 h 225"/>
              <a:gd name="T12" fmla="*/ 195 w 222"/>
              <a:gd name="T13" fmla="*/ 52 h 225"/>
              <a:gd name="T14" fmla="*/ 195 w 222"/>
              <a:gd name="T15" fmla="*/ 52 h 225"/>
              <a:gd name="T16" fmla="*/ 215 w 222"/>
              <a:gd name="T17" fmla="*/ 93 h 225"/>
              <a:gd name="T18" fmla="*/ 215 w 222"/>
              <a:gd name="T19" fmla="*/ 93 h 225"/>
              <a:gd name="T20" fmla="*/ 220 w 222"/>
              <a:gd name="T21" fmla="*/ 137 h 225"/>
              <a:gd name="T22" fmla="*/ 220 w 222"/>
              <a:gd name="T23" fmla="*/ 137 h 225"/>
              <a:gd name="T24" fmla="*/ 207 w 222"/>
              <a:gd name="T25" fmla="*/ 175 h 225"/>
              <a:gd name="T26" fmla="*/ 207 w 222"/>
              <a:gd name="T27" fmla="*/ 175 h 225"/>
              <a:gd name="T28" fmla="*/ 181 w 222"/>
              <a:gd name="T29" fmla="*/ 205 h 225"/>
              <a:gd name="T30" fmla="*/ 181 w 222"/>
              <a:gd name="T31" fmla="*/ 205 h 225"/>
              <a:gd name="T32" fmla="*/ 142 w 222"/>
              <a:gd name="T33" fmla="*/ 221 h 225"/>
              <a:gd name="T34" fmla="*/ 142 w 222"/>
              <a:gd name="T35" fmla="*/ 221 h 225"/>
              <a:gd name="T36" fmla="*/ 99 w 222"/>
              <a:gd name="T37" fmla="*/ 221 h 225"/>
              <a:gd name="T38" fmla="*/ 99 w 222"/>
              <a:gd name="T39" fmla="*/ 221 h 225"/>
              <a:gd name="T40" fmla="*/ 59 w 222"/>
              <a:gd name="T41" fmla="*/ 203 h 225"/>
              <a:gd name="T42" fmla="*/ 59 w 222"/>
              <a:gd name="T43" fmla="*/ 203 h 225"/>
              <a:gd name="T44" fmla="*/ 26 w 222"/>
              <a:gd name="T45" fmla="*/ 172 h 225"/>
              <a:gd name="T46" fmla="*/ 26 w 222"/>
              <a:gd name="T47" fmla="*/ 172 h 225"/>
              <a:gd name="T48" fmla="*/ 5 w 222"/>
              <a:gd name="T49" fmla="*/ 131 h 225"/>
              <a:gd name="T50" fmla="*/ 5 w 222"/>
              <a:gd name="T51" fmla="*/ 131 h 225"/>
              <a:gd name="T52" fmla="*/ 2 w 222"/>
              <a:gd name="T53" fmla="*/ 87 h 225"/>
              <a:gd name="T54" fmla="*/ 2 w 222"/>
              <a:gd name="T55" fmla="*/ 87 h 225"/>
              <a:gd name="T56" fmla="*/ 14 w 222"/>
              <a:gd name="T57" fmla="*/ 49 h 225"/>
              <a:gd name="T58" fmla="*/ 14 w 222"/>
              <a:gd name="T59" fmla="*/ 49 h 225"/>
              <a:gd name="T60" fmla="*/ 40 w 222"/>
              <a:gd name="T61" fmla="*/ 19 h 225"/>
              <a:gd name="T62" fmla="*/ 40 w 222"/>
              <a:gd name="T63" fmla="*/ 19 h 225"/>
              <a:gd name="T64" fmla="*/ 79 w 222"/>
              <a:gd name="T65" fmla="*/ 3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22" h="225">
                <a:moveTo>
                  <a:pt x="79" y="3"/>
                </a:moveTo>
                <a:lnTo>
                  <a:pt x="79" y="3"/>
                </a:lnTo>
                <a:cubicBezTo>
                  <a:pt x="94" y="0"/>
                  <a:pt x="108" y="1"/>
                  <a:pt x="122" y="4"/>
                </a:cubicBezTo>
                <a:lnTo>
                  <a:pt x="122" y="4"/>
                </a:lnTo>
                <a:cubicBezTo>
                  <a:pt x="136" y="8"/>
                  <a:pt x="150" y="13"/>
                  <a:pt x="162" y="22"/>
                </a:cubicBezTo>
                <a:lnTo>
                  <a:pt x="162" y="22"/>
                </a:lnTo>
                <a:cubicBezTo>
                  <a:pt x="174" y="30"/>
                  <a:pt x="185" y="40"/>
                  <a:pt x="195" y="52"/>
                </a:cubicBezTo>
                <a:lnTo>
                  <a:pt x="195" y="52"/>
                </a:lnTo>
                <a:cubicBezTo>
                  <a:pt x="204" y="64"/>
                  <a:pt x="211" y="78"/>
                  <a:pt x="215" y="93"/>
                </a:cubicBezTo>
                <a:lnTo>
                  <a:pt x="215" y="93"/>
                </a:lnTo>
                <a:cubicBezTo>
                  <a:pt x="220" y="108"/>
                  <a:pt x="221" y="123"/>
                  <a:pt x="220" y="137"/>
                </a:cubicBezTo>
                <a:lnTo>
                  <a:pt x="220" y="137"/>
                </a:lnTo>
                <a:cubicBezTo>
                  <a:pt x="218" y="151"/>
                  <a:pt x="214" y="164"/>
                  <a:pt x="207" y="175"/>
                </a:cubicBezTo>
                <a:lnTo>
                  <a:pt x="207" y="175"/>
                </a:lnTo>
                <a:cubicBezTo>
                  <a:pt x="201" y="187"/>
                  <a:pt x="192" y="197"/>
                  <a:pt x="181" y="205"/>
                </a:cubicBezTo>
                <a:lnTo>
                  <a:pt x="181" y="205"/>
                </a:lnTo>
                <a:cubicBezTo>
                  <a:pt x="170" y="213"/>
                  <a:pt x="157" y="219"/>
                  <a:pt x="142" y="221"/>
                </a:cubicBezTo>
                <a:lnTo>
                  <a:pt x="142" y="221"/>
                </a:lnTo>
                <a:cubicBezTo>
                  <a:pt x="128" y="224"/>
                  <a:pt x="113" y="224"/>
                  <a:pt x="99" y="221"/>
                </a:cubicBezTo>
                <a:lnTo>
                  <a:pt x="99" y="221"/>
                </a:lnTo>
                <a:cubicBezTo>
                  <a:pt x="84" y="217"/>
                  <a:pt x="71" y="211"/>
                  <a:pt x="59" y="203"/>
                </a:cubicBezTo>
                <a:lnTo>
                  <a:pt x="59" y="203"/>
                </a:lnTo>
                <a:cubicBezTo>
                  <a:pt x="46" y="195"/>
                  <a:pt x="35" y="185"/>
                  <a:pt x="26" y="172"/>
                </a:cubicBezTo>
                <a:lnTo>
                  <a:pt x="26" y="172"/>
                </a:lnTo>
                <a:cubicBezTo>
                  <a:pt x="17" y="160"/>
                  <a:pt x="10" y="147"/>
                  <a:pt x="5" y="131"/>
                </a:cubicBezTo>
                <a:lnTo>
                  <a:pt x="5" y="131"/>
                </a:lnTo>
                <a:cubicBezTo>
                  <a:pt x="1" y="116"/>
                  <a:pt x="0" y="101"/>
                  <a:pt x="2" y="87"/>
                </a:cubicBezTo>
                <a:lnTo>
                  <a:pt x="2" y="87"/>
                </a:lnTo>
                <a:cubicBezTo>
                  <a:pt x="3" y="73"/>
                  <a:pt x="8" y="60"/>
                  <a:pt x="14" y="49"/>
                </a:cubicBezTo>
                <a:lnTo>
                  <a:pt x="14" y="49"/>
                </a:lnTo>
                <a:cubicBezTo>
                  <a:pt x="20" y="37"/>
                  <a:pt x="30" y="27"/>
                  <a:pt x="40" y="19"/>
                </a:cubicBezTo>
                <a:lnTo>
                  <a:pt x="40" y="19"/>
                </a:lnTo>
                <a:cubicBezTo>
                  <a:pt x="51" y="11"/>
                  <a:pt x="65" y="6"/>
                  <a:pt x="79" y="3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37" name="Freeform 22">
            <a:extLst>
              <a:ext uri="{FF2B5EF4-FFF2-40B4-BE49-F238E27FC236}">
                <a16:creationId xmlns:a16="http://schemas.microsoft.com/office/drawing/2014/main" id="{E447D079-0906-E64C-B107-78DD52987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530" y="10796059"/>
            <a:ext cx="2848445" cy="835086"/>
          </a:xfrm>
          <a:custGeom>
            <a:avLst/>
            <a:gdLst>
              <a:gd name="T0" fmla="*/ 2126 w 2196"/>
              <a:gd name="T1" fmla="*/ 0 h 643"/>
              <a:gd name="T2" fmla="*/ 2195 w 2196"/>
              <a:gd name="T3" fmla="*/ 198 h 643"/>
              <a:gd name="T4" fmla="*/ 63 w 2196"/>
              <a:gd name="T5" fmla="*/ 642 h 643"/>
              <a:gd name="T6" fmla="*/ 0 w 2196"/>
              <a:gd name="T7" fmla="*/ 425 h 643"/>
              <a:gd name="T8" fmla="*/ 2126 w 2196"/>
              <a:gd name="T9" fmla="*/ 0 h 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96" h="643">
                <a:moveTo>
                  <a:pt x="2126" y="0"/>
                </a:moveTo>
                <a:lnTo>
                  <a:pt x="2195" y="198"/>
                </a:lnTo>
                <a:lnTo>
                  <a:pt x="63" y="642"/>
                </a:lnTo>
                <a:lnTo>
                  <a:pt x="0" y="425"/>
                </a:lnTo>
                <a:lnTo>
                  <a:pt x="2126" y="0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38" name="Freeform 23">
            <a:extLst>
              <a:ext uri="{FF2B5EF4-FFF2-40B4-BE49-F238E27FC236}">
                <a16:creationId xmlns:a16="http://schemas.microsoft.com/office/drawing/2014/main" id="{5BA713D0-8494-B64F-9FED-C339A8B90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3975" y="5533874"/>
            <a:ext cx="5313662" cy="7224068"/>
          </a:xfrm>
          <a:custGeom>
            <a:avLst/>
            <a:gdLst>
              <a:gd name="T0" fmla="*/ 4084 w 4095"/>
              <a:gd name="T1" fmla="*/ 4916 h 5569"/>
              <a:gd name="T2" fmla="*/ 4084 w 4095"/>
              <a:gd name="T3" fmla="*/ 4916 h 5569"/>
              <a:gd name="T4" fmla="*/ 4073 w 4095"/>
              <a:gd name="T5" fmla="*/ 4921 h 5569"/>
              <a:gd name="T6" fmla="*/ 4073 w 4095"/>
              <a:gd name="T7" fmla="*/ 4921 h 5569"/>
              <a:gd name="T8" fmla="*/ 4062 w 4095"/>
              <a:gd name="T9" fmla="*/ 4925 h 5569"/>
              <a:gd name="T10" fmla="*/ 4062 w 4095"/>
              <a:gd name="T11" fmla="*/ 4925 h 5569"/>
              <a:gd name="T12" fmla="*/ 4050 w 4095"/>
              <a:gd name="T13" fmla="*/ 4928 h 5569"/>
              <a:gd name="T14" fmla="*/ 1868 w 4095"/>
              <a:gd name="T15" fmla="*/ 5446 h 5569"/>
              <a:gd name="T16" fmla="*/ 1868 w 4095"/>
              <a:gd name="T17" fmla="*/ 5446 h 5569"/>
              <a:gd name="T18" fmla="*/ 1769 w 4095"/>
              <a:gd name="T19" fmla="*/ 5447 h 5569"/>
              <a:gd name="T20" fmla="*/ 1769 w 4095"/>
              <a:gd name="T21" fmla="*/ 5447 h 5569"/>
              <a:gd name="T22" fmla="*/ 1676 w 4095"/>
              <a:gd name="T23" fmla="*/ 5410 h 5569"/>
              <a:gd name="T24" fmla="*/ 1676 w 4095"/>
              <a:gd name="T25" fmla="*/ 5410 h 5569"/>
              <a:gd name="T26" fmla="*/ 1601 w 4095"/>
              <a:gd name="T27" fmla="*/ 5339 h 5569"/>
              <a:gd name="T28" fmla="*/ 1601 w 4095"/>
              <a:gd name="T29" fmla="*/ 5339 h 5569"/>
              <a:gd name="T30" fmla="*/ 1553 w 4095"/>
              <a:gd name="T31" fmla="*/ 5242 h 5569"/>
              <a:gd name="T32" fmla="*/ 109 w 4095"/>
              <a:gd name="T33" fmla="*/ 107 h 5569"/>
              <a:gd name="T34" fmla="*/ 109 w 4095"/>
              <a:gd name="T35" fmla="*/ 107 h 5569"/>
              <a:gd name="T36" fmla="*/ 103 w 4095"/>
              <a:gd name="T37" fmla="*/ 78 h 5569"/>
              <a:gd name="T38" fmla="*/ 103 w 4095"/>
              <a:gd name="T39" fmla="*/ 78 h 5569"/>
              <a:gd name="T40" fmla="*/ 103 w 4095"/>
              <a:gd name="T41" fmla="*/ 50 h 5569"/>
              <a:gd name="T42" fmla="*/ 103 w 4095"/>
              <a:gd name="T43" fmla="*/ 50 h 5569"/>
              <a:gd name="T44" fmla="*/ 106 w 4095"/>
              <a:gd name="T45" fmla="*/ 24 h 5569"/>
              <a:gd name="T46" fmla="*/ 106 w 4095"/>
              <a:gd name="T47" fmla="*/ 24 h 5569"/>
              <a:gd name="T48" fmla="*/ 114 w 4095"/>
              <a:gd name="T49" fmla="*/ 0 h 5569"/>
              <a:gd name="T50" fmla="*/ 12 w 4095"/>
              <a:gd name="T51" fmla="*/ 236 h 5569"/>
              <a:gd name="T52" fmla="*/ 12 w 4095"/>
              <a:gd name="T53" fmla="*/ 236 h 5569"/>
              <a:gd name="T54" fmla="*/ 4 w 4095"/>
              <a:gd name="T55" fmla="*/ 260 h 5569"/>
              <a:gd name="T56" fmla="*/ 4 w 4095"/>
              <a:gd name="T57" fmla="*/ 260 h 5569"/>
              <a:gd name="T58" fmla="*/ 0 w 4095"/>
              <a:gd name="T59" fmla="*/ 286 h 5569"/>
              <a:gd name="T60" fmla="*/ 0 w 4095"/>
              <a:gd name="T61" fmla="*/ 286 h 5569"/>
              <a:gd name="T62" fmla="*/ 1 w 4095"/>
              <a:gd name="T63" fmla="*/ 313 h 5569"/>
              <a:gd name="T64" fmla="*/ 1 w 4095"/>
              <a:gd name="T65" fmla="*/ 313 h 5569"/>
              <a:gd name="T66" fmla="*/ 7 w 4095"/>
              <a:gd name="T67" fmla="*/ 341 h 5569"/>
              <a:gd name="T68" fmla="*/ 1394 w 4095"/>
              <a:gd name="T69" fmla="*/ 5363 h 5569"/>
              <a:gd name="T70" fmla="*/ 1394 w 4095"/>
              <a:gd name="T71" fmla="*/ 5363 h 5569"/>
              <a:gd name="T72" fmla="*/ 1440 w 4095"/>
              <a:gd name="T73" fmla="*/ 5457 h 5569"/>
              <a:gd name="T74" fmla="*/ 1440 w 4095"/>
              <a:gd name="T75" fmla="*/ 5457 h 5569"/>
              <a:gd name="T76" fmla="*/ 1513 w 4095"/>
              <a:gd name="T77" fmla="*/ 5525 h 5569"/>
              <a:gd name="T78" fmla="*/ 1513 w 4095"/>
              <a:gd name="T79" fmla="*/ 5525 h 5569"/>
              <a:gd name="T80" fmla="*/ 1603 w 4095"/>
              <a:gd name="T81" fmla="*/ 5563 h 5569"/>
              <a:gd name="T82" fmla="*/ 1603 w 4095"/>
              <a:gd name="T83" fmla="*/ 5563 h 5569"/>
              <a:gd name="T84" fmla="*/ 1700 w 4095"/>
              <a:gd name="T85" fmla="*/ 5560 h 5569"/>
              <a:gd name="T86" fmla="*/ 3837 w 4095"/>
              <a:gd name="T87" fmla="*/ 5047 h 5569"/>
              <a:gd name="T88" fmla="*/ 3837 w 4095"/>
              <a:gd name="T89" fmla="*/ 5047 h 5569"/>
              <a:gd name="T90" fmla="*/ 3849 w 4095"/>
              <a:gd name="T91" fmla="*/ 5044 h 5569"/>
              <a:gd name="T92" fmla="*/ 3849 w 4095"/>
              <a:gd name="T93" fmla="*/ 5044 h 5569"/>
              <a:gd name="T94" fmla="*/ 3860 w 4095"/>
              <a:gd name="T95" fmla="*/ 5040 h 5569"/>
              <a:gd name="T96" fmla="*/ 3860 w 4095"/>
              <a:gd name="T97" fmla="*/ 5040 h 5569"/>
              <a:gd name="T98" fmla="*/ 3870 w 4095"/>
              <a:gd name="T99" fmla="*/ 5036 h 5569"/>
              <a:gd name="T100" fmla="*/ 3870 w 4095"/>
              <a:gd name="T101" fmla="*/ 5036 h 5569"/>
              <a:gd name="T102" fmla="*/ 3880 w 4095"/>
              <a:gd name="T103" fmla="*/ 5030 h 5569"/>
              <a:gd name="T104" fmla="*/ 4094 w 4095"/>
              <a:gd name="T105" fmla="*/ 4911 h 5569"/>
              <a:gd name="T106" fmla="*/ 4094 w 4095"/>
              <a:gd name="T107" fmla="*/ 4911 h 5569"/>
              <a:gd name="T108" fmla="*/ 4084 w 4095"/>
              <a:gd name="T109" fmla="*/ 4916 h 55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095" h="5569">
                <a:moveTo>
                  <a:pt x="4084" y="4916"/>
                </a:moveTo>
                <a:lnTo>
                  <a:pt x="4084" y="4916"/>
                </a:lnTo>
                <a:cubicBezTo>
                  <a:pt x="4080" y="4918"/>
                  <a:pt x="4077" y="4919"/>
                  <a:pt x="4073" y="4921"/>
                </a:cubicBezTo>
                <a:lnTo>
                  <a:pt x="4073" y="4921"/>
                </a:lnTo>
                <a:cubicBezTo>
                  <a:pt x="4069" y="4922"/>
                  <a:pt x="4065" y="4924"/>
                  <a:pt x="4062" y="4925"/>
                </a:cubicBezTo>
                <a:lnTo>
                  <a:pt x="4062" y="4925"/>
                </a:lnTo>
                <a:cubicBezTo>
                  <a:pt x="4058" y="4926"/>
                  <a:pt x="4054" y="4927"/>
                  <a:pt x="4050" y="4928"/>
                </a:cubicBezTo>
                <a:lnTo>
                  <a:pt x="1868" y="5446"/>
                </a:lnTo>
                <a:lnTo>
                  <a:pt x="1868" y="5446"/>
                </a:lnTo>
                <a:cubicBezTo>
                  <a:pt x="1834" y="5454"/>
                  <a:pt x="1801" y="5454"/>
                  <a:pt x="1769" y="5447"/>
                </a:cubicBezTo>
                <a:lnTo>
                  <a:pt x="1769" y="5447"/>
                </a:lnTo>
                <a:cubicBezTo>
                  <a:pt x="1736" y="5441"/>
                  <a:pt x="1704" y="5428"/>
                  <a:pt x="1676" y="5410"/>
                </a:cubicBezTo>
                <a:lnTo>
                  <a:pt x="1676" y="5410"/>
                </a:lnTo>
                <a:cubicBezTo>
                  <a:pt x="1648" y="5391"/>
                  <a:pt x="1622" y="5367"/>
                  <a:pt x="1601" y="5339"/>
                </a:cubicBezTo>
                <a:lnTo>
                  <a:pt x="1601" y="5339"/>
                </a:lnTo>
                <a:cubicBezTo>
                  <a:pt x="1580" y="5311"/>
                  <a:pt x="1563" y="5278"/>
                  <a:pt x="1553" y="5242"/>
                </a:cubicBezTo>
                <a:lnTo>
                  <a:pt x="109" y="107"/>
                </a:lnTo>
                <a:lnTo>
                  <a:pt x="109" y="107"/>
                </a:lnTo>
                <a:cubicBezTo>
                  <a:pt x="106" y="97"/>
                  <a:pt x="104" y="87"/>
                  <a:pt x="103" y="78"/>
                </a:cubicBezTo>
                <a:lnTo>
                  <a:pt x="103" y="78"/>
                </a:lnTo>
                <a:cubicBezTo>
                  <a:pt x="102" y="68"/>
                  <a:pt x="102" y="59"/>
                  <a:pt x="103" y="50"/>
                </a:cubicBezTo>
                <a:lnTo>
                  <a:pt x="103" y="50"/>
                </a:lnTo>
                <a:cubicBezTo>
                  <a:pt x="103" y="41"/>
                  <a:pt x="104" y="33"/>
                  <a:pt x="106" y="24"/>
                </a:cubicBezTo>
                <a:lnTo>
                  <a:pt x="106" y="24"/>
                </a:lnTo>
                <a:cubicBezTo>
                  <a:pt x="108" y="16"/>
                  <a:pt x="111" y="7"/>
                  <a:pt x="114" y="0"/>
                </a:cubicBezTo>
                <a:lnTo>
                  <a:pt x="12" y="236"/>
                </a:lnTo>
                <a:lnTo>
                  <a:pt x="12" y="236"/>
                </a:lnTo>
                <a:cubicBezTo>
                  <a:pt x="9" y="243"/>
                  <a:pt x="6" y="251"/>
                  <a:pt x="4" y="260"/>
                </a:cubicBezTo>
                <a:lnTo>
                  <a:pt x="4" y="260"/>
                </a:lnTo>
                <a:cubicBezTo>
                  <a:pt x="2" y="268"/>
                  <a:pt x="1" y="277"/>
                  <a:pt x="0" y="286"/>
                </a:cubicBezTo>
                <a:lnTo>
                  <a:pt x="0" y="286"/>
                </a:lnTo>
                <a:cubicBezTo>
                  <a:pt x="0" y="295"/>
                  <a:pt x="0" y="303"/>
                  <a:pt x="1" y="313"/>
                </a:cubicBezTo>
                <a:lnTo>
                  <a:pt x="1" y="313"/>
                </a:lnTo>
                <a:cubicBezTo>
                  <a:pt x="2" y="322"/>
                  <a:pt x="4" y="331"/>
                  <a:pt x="7" y="341"/>
                </a:cubicBezTo>
                <a:lnTo>
                  <a:pt x="1394" y="5363"/>
                </a:lnTo>
                <a:lnTo>
                  <a:pt x="1394" y="5363"/>
                </a:lnTo>
                <a:cubicBezTo>
                  <a:pt x="1404" y="5397"/>
                  <a:pt x="1419" y="5429"/>
                  <a:pt x="1440" y="5457"/>
                </a:cubicBezTo>
                <a:lnTo>
                  <a:pt x="1440" y="5457"/>
                </a:lnTo>
                <a:cubicBezTo>
                  <a:pt x="1461" y="5484"/>
                  <a:pt x="1485" y="5508"/>
                  <a:pt x="1513" y="5525"/>
                </a:cubicBezTo>
                <a:lnTo>
                  <a:pt x="1513" y="5525"/>
                </a:lnTo>
                <a:cubicBezTo>
                  <a:pt x="1540" y="5544"/>
                  <a:pt x="1571" y="5556"/>
                  <a:pt x="1603" y="5563"/>
                </a:cubicBezTo>
                <a:lnTo>
                  <a:pt x="1603" y="5563"/>
                </a:lnTo>
                <a:cubicBezTo>
                  <a:pt x="1634" y="5568"/>
                  <a:pt x="1667" y="5568"/>
                  <a:pt x="1700" y="5560"/>
                </a:cubicBezTo>
                <a:lnTo>
                  <a:pt x="3837" y="5047"/>
                </a:lnTo>
                <a:lnTo>
                  <a:pt x="3837" y="5047"/>
                </a:lnTo>
                <a:cubicBezTo>
                  <a:pt x="3842" y="5046"/>
                  <a:pt x="3845" y="5045"/>
                  <a:pt x="3849" y="5044"/>
                </a:cubicBezTo>
                <a:lnTo>
                  <a:pt x="3849" y="5044"/>
                </a:lnTo>
                <a:cubicBezTo>
                  <a:pt x="3853" y="5043"/>
                  <a:pt x="3856" y="5041"/>
                  <a:pt x="3860" y="5040"/>
                </a:cubicBezTo>
                <a:lnTo>
                  <a:pt x="3860" y="5040"/>
                </a:lnTo>
                <a:cubicBezTo>
                  <a:pt x="3863" y="5039"/>
                  <a:pt x="3867" y="5037"/>
                  <a:pt x="3870" y="5036"/>
                </a:cubicBezTo>
                <a:lnTo>
                  <a:pt x="3870" y="5036"/>
                </a:lnTo>
                <a:cubicBezTo>
                  <a:pt x="3874" y="5034"/>
                  <a:pt x="3877" y="5032"/>
                  <a:pt x="3880" y="5030"/>
                </a:cubicBezTo>
                <a:lnTo>
                  <a:pt x="4094" y="4911"/>
                </a:lnTo>
                <a:lnTo>
                  <a:pt x="4094" y="4911"/>
                </a:lnTo>
                <a:cubicBezTo>
                  <a:pt x="4091" y="4913"/>
                  <a:pt x="4087" y="4915"/>
                  <a:pt x="4084" y="4916"/>
                </a:cubicBezTo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DM Sans" pitchFamily="2" charset="77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5DE7011C-DB31-1449-A33D-11B7BB1FF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4429" y="5926427"/>
            <a:ext cx="1878256" cy="1603537"/>
          </a:xfrm>
          <a:custGeom>
            <a:avLst/>
            <a:gdLst>
              <a:gd name="connsiteX0" fmla="*/ 1371059 w 1878256"/>
              <a:gd name="connsiteY0" fmla="*/ 867 h 1603537"/>
              <a:gd name="connsiteX1" fmla="*/ 1417944 w 1878256"/>
              <a:gd name="connsiteY1" fmla="*/ 7708 h 1603537"/>
              <a:gd name="connsiteX2" fmla="*/ 1501433 w 1878256"/>
              <a:gd name="connsiteY2" fmla="*/ 45021 h 1603537"/>
              <a:gd name="connsiteX3" fmla="*/ 1567477 w 1878256"/>
              <a:gd name="connsiteY3" fmla="*/ 103479 h 1603537"/>
              <a:gd name="connsiteX4" fmla="*/ 1606106 w 1878256"/>
              <a:gd name="connsiteY4" fmla="*/ 181838 h 1603537"/>
              <a:gd name="connsiteX5" fmla="*/ 1871527 w 1878256"/>
              <a:gd name="connsiteY5" fmla="*/ 1200502 h 1603537"/>
              <a:gd name="connsiteX6" fmla="*/ 1875266 w 1878256"/>
              <a:gd name="connsiteY6" fmla="*/ 1288811 h 1603537"/>
              <a:gd name="connsiteX7" fmla="*/ 1841621 w 1878256"/>
              <a:gd name="connsiteY7" fmla="*/ 1364682 h 1603537"/>
              <a:gd name="connsiteX8" fmla="*/ 1778069 w 1878256"/>
              <a:gd name="connsiteY8" fmla="*/ 1421897 h 1603537"/>
              <a:gd name="connsiteX9" fmla="*/ 1689595 w 1878256"/>
              <a:gd name="connsiteY9" fmla="*/ 1451747 h 1603537"/>
              <a:gd name="connsiteX10" fmla="*/ 517007 w 1878256"/>
              <a:gd name="connsiteY10" fmla="*/ 1601002 h 1603537"/>
              <a:gd name="connsiteX11" fmla="*/ 416072 w 1878256"/>
              <a:gd name="connsiteY11" fmla="*/ 1594783 h 1603537"/>
              <a:gd name="connsiteX12" fmla="*/ 326352 w 1878256"/>
              <a:gd name="connsiteY12" fmla="*/ 1556226 h 1603537"/>
              <a:gd name="connsiteX13" fmla="*/ 257816 w 1878256"/>
              <a:gd name="connsiteY13" fmla="*/ 1490305 h 1603537"/>
              <a:gd name="connsiteX14" fmla="*/ 220433 w 1878256"/>
              <a:gd name="connsiteY14" fmla="*/ 1404483 h 1603537"/>
              <a:gd name="connsiteX15" fmla="*/ 3610 w 1878256"/>
              <a:gd name="connsiteY15" fmla="*/ 354725 h 1603537"/>
              <a:gd name="connsiteX16" fmla="*/ 6102 w 1878256"/>
              <a:gd name="connsiteY16" fmla="*/ 270147 h 1603537"/>
              <a:gd name="connsiteX17" fmla="*/ 43485 w 1878256"/>
              <a:gd name="connsiteY17" fmla="*/ 198007 h 1603537"/>
              <a:gd name="connsiteX18" fmla="*/ 110775 w 1878256"/>
              <a:gd name="connsiteY18" fmla="*/ 144524 h 1603537"/>
              <a:gd name="connsiteX19" fmla="*/ 199249 w 1878256"/>
              <a:gd name="connsiteY19" fmla="*/ 119649 h 1603537"/>
              <a:gd name="connsiteX20" fmla="*/ 1323239 w 1878256"/>
              <a:gd name="connsiteY20" fmla="*/ 1489 h 1603537"/>
              <a:gd name="connsiteX21" fmla="*/ 1371059 w 1878256"/>
              <a:gd name="connsiteY21" fmla="*/ 867 h 1603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878256" h="1603537">
                <a:moveTo>
                  <a:pt x="1371059" y="867"/>
                </a:moveTo>
                <a:cubicBezTo>
                  <a:pt x="1386791" y="2111"/>
                  <a:pt x="1402367" y="4598"/>
                  <a:pt x="1417944" y="7708"/>
                </a:cubicBezTo>
                <a:cubicBezTo>
                  <a:pt x="1446604" y="15170"/>
                  <a:pt x="1476511" y="27608"/>
                  <a:pt x="1501433" y="45021"/>
                </a:cubicBezTo>
                <a:cubicBezTo>
                  <a:pt x="1527601" y="61191"/>
                  <a:pt x="1550031" y="81091"/>
                  <a:pt x="1567477" y="103479"/>
                </a:cubicBezTo>
                <a:cubicBezTo>
                  <a:pt x="1584922" y="127111"/>
                  <a:pt x="1598629" y="153231"/>
                  <a:pt x="1606106" y="181838"/>
                </a:cubicBezTo>
                <a:lnTo>
                  <a:pt x="1871527" y="1200502"/>
                </a:lnTo>
                <a:cubicBezTo>
                  <a:pt x="1879004" y="1230353"/>
                  <a:pt x="1880250" y="1260204"/>
                  <a:pt x="1875266" y="1288811"/>
                </a:cubicBezTo>
                <a:cubicBezTo>
                  <a:pt x="1869035" y="1316174"/>
                  <a:pt x="1857820" y="1342294"/>
                  <a:pt x="1841621" y="1364682"/>
                </a:cubicBezTo>
                <a:cubicBezTo>
                  <a:pt x="1825421" y="1388314"/>
                  <a:pt x="1804237" y="1408215"/>
                  <a:pt x="1778069" y="1421897"/>
                </a:cubicBezTo>
                <a:cubicBezTo>
                  <a:pt x="1753147" y="1438066"/>
                  <a:pt x="1721994" y="1448016"/>
                  <a:pt x="1689595" y="1451747"/>
                </a:cubicBezTo>
                <a:lnTo>
                  <a:pt x="517007" y="1601002"/>
                </a:lnTo>
                <a:cubicBezTo>
                  <a:pt x="482116" y="1605977"/>
                  <a:pt x="448471" y="1603490"/>
                  <a:pt x="416072" y="1594783"/>
                </a:cubicBezTo>
                <a:cubicBezTo>
                  <a:pt x="384919" y="1587321"/>
                  <a:pt x="353766" y="1574883"/>
                  <a:pt x="326352" y="1556226"/>
                </a:cubicBezTo>
                <a:cubicBezTo>
                  <a:pt x="300184" y="1538813"/>
                  <a:pt x="276508" y="1516425"/>
                  <a:pt x="257816" y="1490305"/>
                </a:cubicBezTo>
                <a:cubicBezTo>
                  <a:pt x="240371" y="1464185"/>
                  <a:pt x="226663" y="1435578"/>
                  <a:pt x="220433" y="1404483"/>
                </a:cubicBezTo>
                <a:lnTo>
                  <a:pt x="3610" y="354725"/>
                </a:lnTo>
                <a:cubicBezTo>
                  <a:pt x="-2621" y="324874"/>
                  <a:pt x="-129" y="296267"/>
                  <a:pt x="6102" y="270147"/>
                </a:cubicBezTo>
                <a:cubicBezTo>
                  <a:pt x="13579" y="244028"/>
                  <a:pt x="26040" y="219152"/>
                  <a:pt x="43485" y="198007"/>
                </a:cubicBezTo>
                <a:cubicBezTo>
                  <a:pt x="62177" y="176863"/>
                  <a:pt x="84607" y="158206"/>
                  <a:pt x="110775" y="144524"/>
                </a:cubicBezTo>
                <a:cubicBezTo>
                  <a:pt x="136943" y="132087"/>
                  <a:pt x="166850" y="122136"/>
                  <a:pt x="199249" y="119649"/>
                </a:cubicBezTo>
                <a:lnTo>
                  <a:pt x="1323239" y="1489"/>
                </a:lnTo>
                <a:cubicBezTo>
                  <a:pt x="1339439" y="-377"/>
                  <a:pt x="1355327" y="-377"/>
                  <a:pt x="1371059" y="86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Freeform 86">
            <a:extLst>
              <a:ext uri="{FF2B5EF4-FFF2-40B4-BE49-F238E27FC236}">
                <a16:creationId xmlns:a16="http://schemas.microsoft.com/office/drawing/2014/main" id="{924A611C-46B0-1744-9505-E0EE8D77F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437" y="6303208"/>
            <a:ext cx="455921" cy="796490"/>
          </a:xfrm>
          <a:custGeom>
            <a:avLst/>
            <a:gdLst>
              <a:gd name="T0" fmla="*/ 218 w 368"/>
              <a:gd name="T1" fmla="*/ 6 h 641"/>
              <a:gd name="T2" fmla="*/ 218 w 368"/>
              <a:gd name="T3" fmla="*/ 6 h 641"/>
              <a:gd name="T4" fmla="*/ 250 w 368"/>
              <a:gd name="T5" fmla="*/ 3 h 641"/>
              <a:gd name="T6" fmla="*/ 250 w 368"/>
              <a:gd name="T7" fmla="*/ 3 h 641"/>
              <a:gd name="T8" fmla="*/ 276 w 368"/>
              <a:gd name="T9" fmla="*/ 1 h 641"/>
              <a:gd name="T10" fmla="*/ 276 w 368"/>
              <a:gd name="T11" fmla="*/ 1 h 641"/>
              <a:gd name="T12" fmla="*/ 296 w 368"/>
              <a:gd name="T13" fmla="*/ 0 h 641"/>
              <a:gd name="T14" fmla="*/ 296 w 368"/>
              <a:gd name="T15" fmla="*/ 0 h 641"/>
              <a:gd name="T16" fmla="*/ 309 w 368"/>
              <a:gd name="T17" fmla="*/ 0 h 641"/>
              <a:gd name="T18" fmla="*/ 334 w 368"/>
              <a:gd name="T19" fmla="*/ 103 h 641"/>
              <a:gd name="T20" fmla="*/ 267 w 368"/>
              <a:gd name="T21" fmla="*/ 110 h 641"/>
              <a:gd name="T22" fmla="*/ 267 w 368"/>
              <a:gd name="T23" fmla="*/ 110 h 641"/>
              <a:gd name="T24" fmla="*/ 242 w 368"/>
              <a:gd name="T25" fmla="*/ 117 h 641"/>
              <a:gd name="T26" fmla="*/ 242 w 368"/>
              <a:gd name="T27" fmla="*/ 117 h 641"/>
              <a:gd name="T28" fmla="*/ 228 w 368"/>
              <a:gd name="T29" fmla="*/ 130 h 641"/>
              <a:gd name="T30" fmla="*/ 228 w 368"/>
              <a:gd name="T31" fmla="*/ 130 h 641"/>
              <a:gd name="T32" fmla="*/ 224 w 368"/>
              <a:gd name="T33" fmla="*/ 149 h 641"/>
              <a:gd name="T34" fmla="*/ 224 w 368"/>
              <a:gd name="T35" fmla="*/ 149 h 641"/>
              <a:gd name="T36" fmla="*/ 226 w 368"/>
              <a:gd name="T37" fmla="*/ 175 h 641"/>
              <a:gd name="T38" fmla="*/ 243 w 368"/>
              <a:gd name="T39" fmla="*/ 247 h 641"/>
              <a:gd name="T40" fmla="*/ 365 w 368"/>
              <a:gd name="T41" fmla="*/ 234 h 641"/>
              <a:gd name="T42" fmla="*/ 367 w 368"/>
              <a:gd name="T43" fmla="*/ 346 h 641"/>
              <a:gd name="T44" fmla="*/ 269 w 368"/>
              <a:gd name="T45" fmla="*/ 357 h 641"/>
              <a:gd name="T46" fmla="*/ 332 w 368"/>
              <a:gd name="T47" fmla="*/ 625 h 641"/>
              <a:gd name="T48" fmla="*/ 209 w 368"/>
              <a:gd name="T49" fmla="*/ 640 h 641"/>
              <a:gd name="T50" fmla="*/ 147 w 368"/>
              <a:gd name="T51" fmla="*/ 372 h 641"/>
              <a:gd name="T52" fmla="*/ 24 w 368"/>
              <a:gd name="T53" fmla="*/ 386 h 641"/>
              <a:gd name="T54" fmla="*/ 0 w 368"/>
              <a:gd name="T55" fmla="*/ 276 h 641"/>
              <a:gd name="T56" fmla="*/ 122 w 368"/>
              <a:gd name="T57" fmla="*/ 262 h 641"/>
              <a:gd name="T58" fmla="*/ 100 w 368"/>
              <a:gd name="T59" fmla="*/ 171 h 641"/>
              <a:gd name="T60" fmla="*/ 100 w 368"/>
              <a:gd name="T61" fmla="*/ 171 h 641"/>
              <a:gd name="T62" fmla="*/ 96 w 368"/>
              <a:gd name="T63" fmla="*/ 103 h 641"/>
              <a:gd name="T64" fmla="*/ 96 w 368"/>
              <a:gd name="T65" fmla="*/ 103 h 641"/>
              <a:gd name="T66" fmla="*/ 115 w 368"/>
              <a:gd name="T67" fmla="*/ 53 h 641"/>
              <a:gd name="T68" fmla="*/ 115 w 368"/>
              <a:gd name="T69" fmla="*/ 53 h 641"/>
              <a:gd name="T70" fmla="*/ 156 w 368"/>
              <a:gd name="T71" fmla="*/ 21 h 641"/>
              <a:gd name="T72" fmla="*/ 156 w 368"/>
              <a:gd name="T73" fmla="*/ 21 h 641"/>
              <a:gd name="T74" fmla="*/ 218 w 368"/>
              <a:gd name="T75" fmla="*/ 6 h 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68" h="641">
                <a:moveTo>
                  <a:pt x="218" y="6"/>
                </a:moveTo>
                <a:lnTo>
                  <a:pt x="218" y="6"/>
                </a:lnTo>
                <a:cubicBezTo>
                  <a:pt x="229" y="5"/>
                  <a:pt x="240" y="4"/>
                  <a:pt x="250" y="3"/>
                </a:cubicBezTo>
                <a:lnTo>
                  <a:pt x="250" y="3"/>
                </a:lnTo>
                <a:cubicBezTo>
                  <a:pt x="259" y="2"/>
                  <a:pt x="268" y="2"/>
                  <a:pt x="276" y="1"/>
                </a:cubicBezTo>
                <a:lnTo>
                  <a:pt x="276" y="1"/>
                </a:lnTo>
                <a:cubicBezTo>
                  <a:pt x="284" y="0"/>
                  <a:pt x="291" y="0"/>
                  <a:pt x="296" y="0"/>
                </a:cubicBezTo>
                <a:lnTo>
                  <a:pt x="296" y="0"/>
                </a:lnTo>
                <a:cubicBezTo>
                  <a:pt x="302" y="0"/>
                  <a:pt x="306" y="0"/>
                  <a:pt x="309" y="0"/>
                </a:cubicBezTo>
                <a:lnTo>
                  <a:pt x="334" y="103"/>
                </a:lnTo>
                <a:lnTo>
                  <a:pt x="267" y="110"/>
                </a:lnTo>
                <a:lnTo>
                  <a:pt x="267" y="110"/>
                </a:lnTo>
                <a:cubicBezTo>
                  <a:pt x="257" y="112"/>
                  <a:pt x="249" y="114"/>
                  <a:pt x="242" y="117"/>
                </a:cubicBezTo>
                <a:lnTo>
                  <a:pt x="242" y="117"/>
                </a:lnTo>
                <a:cubicBezTo>
                  <a:pt x="236" y="120"/>
                  <a:pt x="231" y="125"/>
                  <a:pt x="228" y="130"/>
                </a:cubicBezTo>
                <a:lnTo>
                  <a:pt x="228" y="130"/>
                </a:lnTo>
                <a:cubicBezTo>
                  <a:pt x="225" y="136"/>
                  <a:pt x="224" y="142"/>
                  <a:pt x="224" y="149"/>
                </a:cubicBezTo>
                <a:lnTo>
                  <a:pt x="224" y="149"/>
                </a:lnTo>
                <a:cubicBezTo>
                  <a:pt x="223" y="156"/>
                  <a:pt x="224" y="166"/>
                  <a:pt x="226" y="175"/>
                </a:cubicBezTo>
                <a:lnTo>
                  <a:pt x="243" y="247"/>
                </a:lnTo>
                <a:lnTo>
                  <a:pt x="365" y="234"/>
                </a:lnTo>
                <a:lnTo>
                  <a:pt x="367" y="346"/>
                </a:lnTo>
                <a:lnTo>
                  <a:pt x="269" y="357"/>
                </a:lnTo>
                <a:lnTo>
                  <a:pt x="332" y="625"/>
                </a:lnTo>
                <a:lnTo>
                  <a:pt x="209" y="640"/>
                </a:lnTo>
                <a:lnTo>
                  <a:pt x="147" y="372"/>
                </a:lnTo>
                <a:lnTo>
                  <a:pt x="24" y="386"/>
                </a:lnTo>
                <a:lnTo>
                  <a:pt x="0" y="276"/>
                </a:lnTo>
                <a:lnTo>
                  <a:pt x="122" y="262"/>
                </a:lnTo>
                <a:lnTo>
                  <a:pt x="100" y="171"/>
                </a:lnTo>
                <a:lnTo>
                  <a:pt x="100" y="171"/>
                </a:lnTo>
                <a:cubicBezTo>
                  <a:pt x="95" y="144"/>
                  <a:pt x="93" y="122"/>
                  <a:pt x="96" y="103"/>
                </a:cubicBezTo>
                <a:lnTo>
                  <a:pt x="96" y="103"/>
                </a:lnTo>
                <a:cubicBezTo>
                  <a:pt x="98" y="83"/>
                  <a:pt x="105" y="67"/>
                  <a:pt x="115" y="53"/>
                </a:cubicBezTo>
                <a:lnTo>
                  <a:pt x="115" y="53"/>
                </a:lnTo>
                <a:cubicBezTo>
                  <a:pt x="125" y="40"/>
                  <a:pt x="139" y="29"/>
                  <a:pt x="156" y="21"/>
                </a:cubicBezTo>
                <a:lnTo>
                  <a:pt x="156" y="21"/>
                </a:lnTo>
                <a:cubicBezTo>
                  <a:pt x="173" y="13"/>
                  <a:pt x="194" y="8"/>
                  <a:pt x="218" y="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1" name="Freeform 87">
            <a:extLst>
              <a:ext uri="{FF2B5EF4-FFF2-40B4-BE49-F238E27FC236}">
                <a16:creationId xmlns:a16="http://schemas.microsoft.com/office/drawing/2014/main" id="{234D1555-5BC9-8040-BD07-1E59C7B93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1386" y="6209821"/>
            <a:ext cx="1922566" cy="1609464"/>
          </a:xfrm>
          <a:custGeom>
            <a:avLst/>
            <a:gdLst>
              <a:gd name="T0" fmla="*/ 1534 w 1543"/>
              <a:gd name="T1" fmla="*/ 860 h 1294"/>
              <a:gd name="T2" fmla="*/ 1526 w 1543"/>
              <a:gd name="T3" fmla="*/ 872 h 1294"/>
              <a:gd name="T4" fmla="*/ 1518 w 1543"/>
              <a:gd name="T5" fmla="*/ 881 h 1294"/>
              <a:gd name="T6" fmla="*/ 1509 w 1543"/>
              <a:gd name="T7" fmla="*/ 892 h 1294"/>
              <a:gd name="T8" fmla="*/ 1489 w 1543"/>
              <a:gd name="T9" fmla="*/ 908 h 1294"/>
              <a:gd name="T10" fmla="*/ 1488 w 1543"/>
              <a:gd name="T11" fmla="*/ 909 h 1294"/>
              <a:gd name="T12" fmla="*/ 1467 w 1543"/>
              <a:gd name="T13" fmla="*/ 921 h 1294"/>
              <a:gd name="T14" fmla="*/ 1454 w 1543"/>
              <a:gd name="T15" fmla="*/ 927 h 1294"/>
              <a:gd name="T16" fmla="*/ 1441 w 1543"/>
              <a:gd name="T17" fmla="*/ 932 h 1294"/>
              <a:gd name="T18" fmla="*/ 1438 w 1543"/>
              <a:gd name="T19" fmla="*/ 933 h 1294"/>
              <a:gd name="T20" fmla="*/ 1427 w 1543"/>
              <a:gd name="T21" fmla="*/ 936 h 1294"/>
              <a:gd name="T22" fmla="*/ 1420 w 1543"/>
              <a:gd name="T23" fmla="*/ 938 h 1294"/>
              <a:gd name="T24" fmla="*/ 1405 w 1543"/>
              <a:gd name="T25" fmla="*/ 940 h 1294"/>
              <a:gd name="T26" fmla="*/ 383 w 1543"/>
              <a:gd name="T27" fmla="*/ 1055 h 1294"/>
              <a:gd name="T28" fmla="*/ 311 w 1543"/>
              <a:gd name="T29" fmla="*/ 1024 h 1294"/>
              <a:gd name="T30" fmla="*/ 226 w 1543"/>
              <a:gd name="T31" fmla="*/ 902 h 1294"/>
              <a:gd name="T32" fmla="*/ 50 w 1543"/>
              <a:gd name="T33" fmla="*/ 43 h 1294"/>
              <a:gd name="T34" fmla="*/ 49 w 1543"/>
              <a:gd name="T35" fmla="*/ 28 h 1294"/>
              <a:gd name="T36" fmla="*/ 52 w 1543"/>
              <a:gd name="T37" fmla="*/ 0 h 1294"/>
              <a:gd name="T38" fmla="*/ 3 w 1543"/>
              <a:gd name="T39" fmla="*/ 260 h 1294"/>
              <a:gd name="T40" fmla="*/ 0 w 1543"/>
              <a:gd name="T41" fmla="*/ 288 h 1294"/>
              <a:gd name="T42" fmla="*/ 2 w 1543"/>
              <a:gd name="T43" fmla="*/ 301 h 1294"/>
              <a:gd name="T44" fmla="*/ 169 w 1543"/>
              <a:gd name="T45" fmla="*/ 1137 h 1294"/>
              <a:gd name="T46" fmla="*/ 250 w 1543"/>
              <a:gd name="T47" fmla="*/ 1254 h 1294"/>
              <a:gd name="T48" fmla="*/ 319 w 1543"/>
              <a:gd name="T49" fmla="*/ 1285 h 1294"/>
              <a:gd name="T50" fmla="*/ 1303 w 1543"/>
              <a:gd name="T51" fmla="*/ 1170 h 1294"/>
              <a:gd name="T52" fmla="*/ 1314 w 1543"/>
              <a:gd name="T53" fmla="*/ 1168 h 1294"/>
              <a:gd name="T54" fmla="*/ 1318 w 1543"/>
              <a:gd name="T55" fmla="*/ 1168 h 1294"/>
              <a:gd name="T56" fmla="*/ 1325 w 1543"/>
              <a:gd name="T57" fmla="*/ 1166 h 1294"/>
              <a:gd name="T58" fmla="*/ 1329 w 1543"/>
              <a:gd name="T59" fmla="*/ 1165 h 1294"/>
              <a:gd name="T60" fmla="*/ 1335 w 1543"/>
              <a:gd name="T61" fmla="*/ 1163 h 1294"/>
              <a:gd name="T62" fmla="*/ 1338 w 1543"/>
              <a:gd name="T63" fmla="*/ 1162 h 1294"/>
              <a:gd name="T64" fmla="*/ 1342 w 1543"/>
              <a:gd name="T65" fmla="*/ 1160 h 1294"/>
              <a:gd name="T66" fmla="*/ 1347 w 1543"/>
              <a:gd name="T67" fmla="*/ 1159 h 1294"/>
              <a:gd name="T68" fmla="*/ 1363 w 1543"/>
              <a:gd name="T69" fmla="*/ 1151 h 1294"/>
              <a:gd name="T70" fmla="*/ 1369 w 1543"/>
              <a:gd name="T71" fmla="*/ 1149 h 1294"/>
              <a:gd name="T72" fmla="*/ 1384 w 1543"/>
              <a:gd name="T73" fmla="*/ 1139 h 1294"/>
              <a:gd name="T74" fmla="*/ 1386 w 1543"/>
              <a:gd name="T75" fmla="*/ 1138 h 1294"/>
              <a:gd name="T76" fmla="*/ 1398 w 1543"/>
              <a:gd name="T77" fmla="*/ 1128 h 1294"/>
              <a:gd name="T78" fmla="*/ 1400 w 1543"/>
              <a:gd name="T79" fmla="*/ 1126 h 1294"/>
              <a:gd name="T80" fmla="*/ 1413 w 1543"/>
              <a:gd name="T81" fmla="*/ 1113 h 1294"/>
              <a:gd name="T82" fmla="*/ 1415 w 1543"/>
              <a:gd name="T83" fmla="*/ 1110 h 1294"/>
              <a:gd name="T84" fmla="*/ 1420 w 1543"/>
              <a:gd name="T85" fmla="*/ 1104 h 1294"/>
              <a:gd name="T86" fmla="*/ 1425 w 1543"/>
              <a:gd name="T87" fmla="*/ 1097 h 1294"/>
              <a:gd name="T88" fmla="*/ 1436 w 1543"/>
              <a:gd name="T89" fmla="*/ 1076 h 1294"/>
              <a:gd name="T90" fmla="*/ 1542 w 1543"/>
              <a:gd name="T91" fmla="*/ 845 h 1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543" h="1294">
                <a:moveTo>
                  <a:pt x="1535" y="858"/>
                </a:moveTo>
                <a:lnTo>
                  <a:pt x="1535" y="858"/>
                </a:lnTo>
                <a:cubicBezTo>
                  <a:pt x="1535" y="858"/>
                  <a:pt x="1535" y="859"/>
                  <a:pt x="1534" y="860"/>
                </a:cubicBezTo>
                <a:lnTo>
                  <a:pt x="1534" y="860"/>
                </a:lnTo>
                <a:cubicBezTo>
                  <a:pt x="1532" y="864"/>
                  <a:pt x="1529" y="868"/>
                  <a:pt x="1526" y="872"/>
                </a:cubicBezTo>
                <a:lnTo>
                  <a:pt x="1526" y="872"/>
                </a:lnTo>
                <a:cubicBezTo>
                  <a:pt x="1525" y="873"/>
                  <a:pt x="1525" y="874"/>
                  <a:pt x="1525" y="874"/>
                </a:cubicBezTo>
                <a:lnTo>
                  <a:pt x="1525" y="874"/>
                </a:lnTo>
                <a:cubicBezTo>
                  <a:pt x="1523" y="877"/>
                  <a:pt x="1520" y="879"/>
                  <a:pt x="1518" y="881"/>
                </a:cubicBezTo>
                <a:lnTo>
                  <a:pt x="1518" y="881"/>
                </a:lnTo>
                <a:cubicBezTo>
                  <a:pt x="1515" y="885"/>
                  <a:pt x="1512" y="888"/>
                  <a:pt x="1509" y="892"/>
                </a:cubicBezTo>
                <a:lnTo>
                  <a:pt x="1509" y="892"/>
                </a:lnTo>
                <a:cubicBezTo>
                  <a:pt x="1507" y="893"/>
                  <a:pt x="1506" y="894"/>
                  <a:pt x="1505" y="896"/>
                </a:cubicBezTo>
                <a:lnTo>
                  <a:pt x="1505" y="896"/>
                </a:lnTo>
                <a:cubicBezTo>
                  <a:pt x="1500" y="900"/>
                  <a:pt x="1495" y="904"/>
                  <a:pt x="1489" y="908"/>
                </a:cubicBezTo>
                <a:lnTo>
                  <a:pt x="1489" y="908"/>
                </a:lnTo>
                <a:cubicBezTo>
                  <a:pt x="1489" y="908"/>
                  <a:pt x="1488" y="908"/>
                  <a:pt x="1488" y="909"/>
                </a:cubicBezTo>
                <a:lnTo>
                  <a:pt x="1488" y="909"/>
                </a:lnTo>
                <a:cubicBezTo>
                  <a:pt x="1483" y="912"/>
                  <a:pt x="1478" y="916"/>
                  <a:pt x="1473" y="918"/>
                </a:cubicBezTo>
                <a:lnTo>
                  <a:pt x="1473" y="918"/>
                </a:lnTo>
                <a:cubicBezTo>
                  <a:pt x="1471" y="919"/>
                  <a:pt x="1469" y="920"/>
                  <a:pt x="1467" y="921"/>
                </a:cubicBezTo>
                <a:lnTo>
                  <a:pt x="1467" y="921"/>
                </a:lnTo>
                <a:cubicBezTo>
                  <a:pt x="1463" y="924"/>
                  <a:pt x="1459" y="926"/>
                  <a:pt x="1454" y="927"/>
                </a:cubicBezTo>
                <a:lnTo>
                  <a:pt x="1454" y="927"/>
                </a:lnTo>
                <a:cubicBezTo>
                  <a:pt x="1451" y="929"/>
                  <a:pt x="1448" y="930"/>
                  <a:pt x="1445" y="931"/>
                </a:cubicBezTo>
                <a:lnTo>
                  <a:pt x="1445" y="931"/>
                </a:lnTo>
                <a:cubicBezTo>
                  <a:pt x="1444" y="931"/>
                  <a:pt x="1442" y="932"/>
                  <a:pt x="1441" y="932"/>
                </a:cubicBezTo>
                <a:lnTo>
                  <a:pt x="1441" y="932"/>
                </a:lnTo>
                <a:cubicBezTo>
                  <a:pt x="1440" y="932"/>
                  <a:pt x="1439" y="933"/>
                  <a:pt x="1438" y="933"/>
                </a:cubicBezTo>
                <a:lnTo>
                  <a:pt x="1438" y="933"/>
                </a:lnTo>
                <a:cubicBezTo>
                  <a:pt x="1435" y="934"/>
                  <a:pt x="1433" y="935"/>
                  <a:pt x="1431" y="935"/>
                </a:cubicBezTo>
                <a:lnTo>
                  <a:pt x="1431" y="935"/>
                </a:lnTo>
                <a:cubicBezTo>
                  <a:pt x="1429" y="935"/>
                  <a:pt x="1428" y="936"/>
                  <a:pt x="1427" y="936"/>
                </a:cubicBezTo>
                <a:lnTo>
                  <a:pt x="1427" y="936"/>
                </a:lnTo>
                <a:cubicBezTo>
                  <a:pt x="1425" y="937"/>
                  <a:pt x="1422" y="937"/>
                  <a:pt x="1420" y="938"/>
                </a:cubicBezTo>
                <a:lnTo>
                  <a:pt x="1420" y="938"/>
                </a:lnTo>
                <a:cubicBezTo>
                  <a:pt x="1418" y="938"/>
                  <a:pt x="1417" y="938"/>
                  <a:pt x="1416" y="938"/>
                </a:cubicBezTo>
                <a:lnTo>
                  <a:pt x="1416" y="938"/>
                </a:lnTo>
                <a:cubicBezTo>
                  <a:pt x="1412" y="939"/>
                  <a:pt x="1409" y="940"/>
                  <a:pt x="1405" y="940"/>
                </a:cubicBezTo>
                <a:lnTo>
                  <a:pt x="464" y="1060"/>
                </a:lnTo>
                <a:lnTo>
                  <a:pt x="464" y="1060"/>
                </a:lnTo>
                <a:cubicBezTo>
                  <a:pt x="436" y="1064"/>
                  <a:pt x="409" y="1062"/>
                  <a:pt x="383" y="1055"/>
                </a:cubicBezTo>
                <a:lnTo>
                  <a:pt x="383" y="1055"/>
                </a:lnTo>
                <a:cubicBezTo>
                  <a:pt x="358" y="1049"/>
                  <a:pt x="333" y="1039"/>
                  <a:pt x="311" y="1024"/>
                </a:cubicBezTo>
                <a:lnTo>
                  <a:pt x="311" y="1024"/>
                </a:lnTo>
                <a:cubicBezTo>
                  <a:pt x="290" y="1010"/>
                  <a:pt x="271" y="992"/>
                  <a:pt x="256" y="971"/>
                </a:cubicBezTo>
                <a:lnTo>
                  <a:pt x="256" y="971"/>
                </a:lnTo>
                <a:cubicBezTo>
                  <a:pt x="242" y="950"/>
                  <a:pt x="231" y="927"/>
                  <a:pt x="226" y="902"/>
                </a:cubicBezTo>
                <a:lnTo>
                  <a:pt x="52" y="58"/>
                </a:lnTo>
                <a:lnTo>
                  <a:pt x="52" y="58"/>
                </a:lnTo>
                <a:cubicBezTo>
                  <a:pt x="52" y="53"/>
                  <a:pt x="50" y="48"/>
                  <a:pt x="50" y="43"/>
                </a:cubicBezTo>
                <a:lnTo>
                  <a:pt x="50" y="43"/>
                </a:lnTo>
                <a:cubicBezTo>
                  <a:pt x="50" y="38"/>
                  <a:pt x="49" y="33"/>
                  <a:pt x="49" y="28"/>
                </a:cubicBezTo>
                <a:lnTo>
                  <a:pt x="49" y="28"/>
                </a:lnTo>
                <a:cubicBezTo>
                  <a:pt x="49" y="23"/>
                  <a:pt x="49" y="19"/>
                  <a:pt x="50" y="14"/>
                </a:cubicBezTo>
                <a:lnTo>
                  <a:pt x="50" y="14"/>
                </a:lnTo>
                <a:cubicBezTo>
                  <a:pt x="50" y="9"/>
                  <a:pt x="51" y="5"/>
                  <a:pt x="52" y="0"/>
                </a:cubicBezTo>
                <a:lnTo>
                  <a:pt x="52" y="0"/>
                </a:lnTo>
                <a:cubicBezTo>
                  <a:pt x="36" y="87"/>
                  <a:pt x="19" y="173"/>
                  <a:pt x="3" y="260"/>
                </a:cubicBezTo>
                <a:lnTo>
                  <a:pt x="3" y="260"/>
                </a:lnTo>
                <a:cubicBezTo>
                  <a:pt x="2" y="264"/>
                  <a:pt x="2" y="269"/>
                  <a:pt x="1" y="273"/>
                </a:cubicBezTo>
                <a:lnTo>
                  <a:pt x="1" y="273"/>
                </a:lnTo>
                <a:cubicBezTo>
                  <a:pt x="1" y="278"/>
                  <a:pt x="0" y="283"/>
                  <a:pt x="0" y="288"/>
                </a:cubicBezTo>
                <a:lnTo>
                  <a:pt x="0" y="288"/>
                </a:lnTo>
                <a:cubicBezTo>
                  <a:pt x="0" y="292"/>
                  <a:pt x="1" y="297"/>
                  <a:pt x="2" y="301"/>
                </a:cubicBezTo>
                <a:lnTo>
                  <a:pt x="2" y="301"/>
                </a:lnTo>
                <a:cubicBezTo>
                  <a:pt x="2" y="306"/>
                  <a:pt x="3" y="311"/>
                  <a:pt x="3" y="316"/>
                </a:cubicBezTo>
                <a:lnTo>
                  <a:pt x="169" y="1137"/>
                </a:lnTo>
                <a:lnTo>
                  <a:pt x="169" y="1137"/>
                </a:lnTo>
                <a:cubicBezTo>
                  <a:pt x="173" y="1161"/>
                  <a:pt x="184" y="1184"/>
                  <a:pt x="198" y="1203"/>
                </a:cubicBezTo>
                <a:lnTo>
                  <a:pt x="198" y="1203"/>
                </a:lnTo>
                <a:cubicBezTo>
                  <a:pt x="212" y="1223"/>
                  <a:pt x="230" y="1241"/>
                  <a:pt x="250" y="1254"/>
                </a:cubicBezTo>
                <a:lnTo>
                  <a:pt x="250" y="1254"/>
                </a:lnTo>
                <a:cubicBezTo>
                  <a:pt x="271" y="1269"/>
                  <a:pt x="295" y="1279"/>
                  <a:pt x="319" y="1285"/>
                </a:cubicBezTo>
                <a:lnTo>
                  <a:pt x="319" y="1285"/>
                </a:lnTo>
                <a:cubicBezTo>
                  <a:pt x="345" y="1291"/>
                  <a:pt x="371" y="1293"/>
                  <a:pt x="397" y="1289"/>
                </a:cubicBezTo>
                <a:lnTo>
                  <a:pt x="1303" y="1170"/>
                </a:lnTo>
                <a:lnTo>
                  <a:pt x="1303" y="1170"/>
                </a:lnTo>
                <a:cubicBezTo>
                  <a:pt x="1307" y="1170"/>
                  <a:pt x="1310" y="1169"/>
                  <a:pt x="1313" y="1168"/>
                </a:cubicBezTo>
                <a:lnTo>
                  <a:pt x="1313" y="1168"/>
                </a:lnTo>
                <a:cubicBezTo>
                  <a:pt x="1314" y="1168"/>
                  <a:pt x="1314" y="1168"/>
                  <a:pt x="1314" y="1168"/>
                </a:cubicBezTo>
                <a:lnTo>
                  <a:pt x="1314" y="1168"/>
                </a:lnTo>
                <a:cubicBezTo>
                  <a:pt x="1316" y="1168"/>
                  <a:pt x="1316" y="1168"/>
                  <a:pt x="1318" y="1168"/>
                </a:cubicBezTo>
                <a:lnTo>
                  <a:pt x="1318" y="1168"/>
                </a:lnTo>
                <a:cubicBezTo>
                  <a:pt x="1319" y="1167"/>
                  <a:pt x="1321" y="1167"/>
                  <a:pt x="1323" y="1166"/>
                </a:cubicBezTo>
                <a:lnTo>
                  <a:pt x="1323" y="1166"/>
                </a:lnTo>
                <a:cubicBezTo>
                  <a:pt x="1323" y="1166"/>
                  <a:pt x="1324" y="1166"/>
                  <a:pt x="1325" y="1166"/>
                </a:cubicBezTo>
                <a:lnTo>
                  <a:pt x="1325" y="1166"/>
                </a:lnTo>
                <a:cubicBezTo>
                  <a:pt x="1326" y="1166"/>
                  <a:pt x="1327" y="1165"/>
                  <a:pt x="1329" y="1165"/>
                </a:cubicBezTo>
                <a:lnTo>
                  <a:pt x="1329" y="1165"/>
                </a:lnTo>
                <a:cubicBezTo>
                  <a:pt x="1330" y="1165"/>
                  <a:pt x="1330" y="1165"/>
                  <a:pt x="1332" y="1164"/>
                </a:cubicBezTo>
                <a:lnTo>
                  <a:pt x="1332" y="1164"/>
                </a:lnTo>
                <a:cubicBezTo>
                  <a:pt x="1333" y="1164"/>
                  <a:pt x="1334" y="1163"/>
                  <a:pt x="1335" y="1163"/>
                </a:cubicBezTo>
                <a:lnTo>
                  <a:pt x="1335" y="1163"/>
                </a:lnTo>
                <a:cubicBezTo>
                  <a:pt x="1336" y="1163"/>
                  <a:pt x="1338" y="1162"/>
                  <a:pt x="1338" y="1162"/>
                </a:cubicBezTo>
                <a:lnTo>
                  <a:pt x="1338" y="1162"/>
                </a:lnTo>
                <a:cubicBezTo>
                  <a:pt x="1339" y="1162"/>
                  <a:pt x="1340" y="1162"/>
                  <a:pt x="1340" y="1162"/>
                </a:cubicBezTo>
                <a:lnTo>
                  <a:pt x="1340" y="1162"/>
                </a:lnTo>
                <a:cubicBezTo>
                  <a:pt x="1341" y="1161"/>
                  <a:pt x="1341" y="1161"/>
                  <a:pt x="1342" y="1160"/>
                </a:cubicBezTo>
                <a:lnTo>
                  <a:pt x="1342" y="1160"/>
                </a:lnTo>
                <a:cubicBezTo>
                  <a:pt x="1344" y="1160"/>
                  <a:pt x="1346" y="1159"/>
                  <a:pt x="1347" y="1159"/>
                </a:cubicBezTo>
                <a:lnTo>
                  <a:pt x="1347" y="1159"/>
                </a:lnTo>
                <a:cubicBezTo>
                  <a:pt x="1349" y="1158"/>
                  <a:pt x="1350" y="1157"/>
                  <a:pt x="1351" y="1157"/>
                </a:cubicBezTo>
                <a:lnTo>
                  <a:pt x="1351" y="1157"/>
                </a:lnTo>
                <a:cubicBezTo>
                  <a:pt x="1355" y="1155"/>
                  <a:pt x="1360" y="1154"/>
                  <a:pt x="1363" y="1151"/>
                </a:cubicBezTo>
                <a:lnTo>
                  <a:pt x="1363" y="1151"/>
                </a:lnTo>
                <a:cubicBezTo>
                  <a:pt x="1365" y="1150"/>
                  <a:pt x="1367" y="1149"/>
                  <a:pt x="1369" y="1149"/>
                </a:cubicBezTo>
                <a:lnTo>
                  <a:pt x="1369" y="1149"/>
                </a:lnTo>
                <a:cubicBezTo>
                  <a:pt x="1370" y="1148"/>
                  <a:pt x="1371" y="1148"/>
                  <a:pt x="1372" y="1147"/>
                </a:cubicBezTo>
                <a:lnTo>
                  <a:pt x="1372" y="1147"/>
                </a:lnTo>
                <a:cubicBezTo>
                  <a:pt x="1376" y="1144"/>
                  <a:pt x="1380" y="1142"/>
                  <a:pt x="1384" y="1139"/>
                </a:cubicBezTo>
                <a:lnTo>
                  <a:pt x="1384" y="1139"/>
                </a:lnTo>
                <a:cubicBezTo>
                  <a:pt x="1384" y="1139"/>
                  <a:pt x="1385" y="1139"/>
                  <a:pt x="1386" y="1138"/>
                </a:cubicBezTo>
                <a:lnTo>
                  <a:pt x="1386" y="1138"/>
                </a:lnTo>
                <a:lnTo>
                  <a:pt x="1386" y="1138"/>
                </a:lnTo>
                <a:lnTo>
                  <a:pt x="1386" y="1138"/>
                </a:lnTo>
                <a:cubicBezTo>
                  <a:pt x="1390" y="1135"/>
                  <a:pt x="1395" y="1132"/>
                  <a:pt x="1398" y="1128"/>
                </a:cubicBezTo>
                <a:lnTo>
                  <a:pt x="1398" y="1128"/>
                </a:lnTo>
                <a:cubicBezTo>
                  <a:pt x="1399" y="1127"/>
                  <a:pt x="1399" y="1127"/>
                  <a:pt x="1400" y="1126"/>
                </a:cubicBezTo>
                <a:lnTo>
                  <a:pt x="1400" y="1126"/>
                </a:lnTo>
                <a:cubicBezTo>
                  <a:pt x="1401" y="1125"/>
                  <a:pt x="1403" y="1124"/>
                  <a:pt x="1404" y="1122"/>
                </a:cubicBezTo>
                <a:lnTo>
                  <a:pt x="1404" y="1122"/>
                </a:lnTo>
                <a:cubicBezTo>
                  <a:pt x="1407" y="1119"/>
                  <a:pt x="1410" y="1116"/>
                  <a:pt x="1413" y="1113"/>
                </a:cubicBezTo>
                <a:lnTo>
                  <a:pt x="1413" y="1113"/>
                </a:lnTo>
                <a:cubicBezTo>
                  <a:pt x="1414" y="1112"/>
                  <a:pt x="1415" y="1111"/>
                  <a:pt x="1415" y="1110"/>
                </a:cubicBezTo>
                <a:lnTo>
                  <a:pt x="1415" y="1110"/>
                </a:lnTo>
                <a:cubicBezTo>
                  <a:pt x="1416" y="1110"/>
                  <a:pt x="1417" y="1109"/>
                  <a:pt x="1417" y="1108"/>
                </a:cubicBezTo>
                <a:lnTo>
                  <a:pt x="1417" y="1108"/>
                </a:lnTo>
                <a:cubicBezTo>
                  <a:pt x="1418" y="1107"/>
                  <a:pt x="1419" y="1105"/>
                  <a:pt x="1420" y="1104"/>
                </a:cubicBezTo>
                <a:lnTo>
                  <a:pt x="1420" y="1104"/>
                </a:lnTo>
                <a:cubicBezTo>
                  <a:pt x="1422" y="1102"/>
                  <a:pt x="1423" y="1100"/>
                  <a:pt x="1425" y="1097"/>
                </a:cubicBezTo>
                <a:lnTo>
                  <a:pt x="1425" y="1097"/>
                </a:lnTo>
                <a:cubicBezTo>
                  <a:pt x="1426" y="1096"/>
                  <a:pt x="1427" y="1094"/>
                  <a:pt x="1428" y="1092"/>
                </a:cubicBezTo>
                <a:lnTo>
                  <a:pt x="1428" y="1092"/>
                </a:lnTo>
                <a:cubicBezTo>
                  <a:pt x="1431" y="1087"/>
                  <a:pt x="1434" y="1082"/>
                  <a:pt x="1436" y="1076"/>
                </a:cubicBezTo>
                <a:lnTo>
                  <a:pt x="1436" y="1076"/>
                </a:lnTo>
                <a:lnTo>
                  <a:pt x="1436" y="1076"/>
                </a:lnTo>
                <a:lnTo>
                  <a:pt x="1542" y="845"/>
                </a:lnTo>
                <a:lnTo>
                  <a:pt x="1542" y="845"/>
                </a:lnTo>
                <a:cubicBezTo>
                  <a:pt x="1540" y="849"/>
                  <a:pt x="1538" y="853"/>
                  <a:pt x="1535" y="858"/>
                </a:cubicBezTo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E10A97D2-6BEB-7141-A2F2-5FA12CD1A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004" y="8529179"/>
            <a:ext cx="1506314" cy="1633002"/>
          </a:xfrm>
          <a:custGeom>
            <a:avLst/>
            <a:gdLst>
              <a:gd name="connsiteX0" fmla="*/ 204537 w 1506314"/>
              <a:gd name="connsiteY0" fmla="*/ 1204 h 1633002"/>
              <a:gd name="connsiteX1" fmla="*/ 275463 w 1506314"/>
              <a:gd name="connsiteY1" fmla="*/ 6191 h 1633002"/>
              <a:gd name="connsiteX2" fmla="*/ 356343 w 1506314"/>
              <a:gd name="connsiteY2" fmla="*/ 36112 h 1633002"/>
              <a:gd name="connsiteX3" fmla="*/ 1318193 w 1506314"/>
              <a:gd name="connsiteY3" fmla="*/ 544769 h 1633002"/>
              <a:gd name="connsiteX4" fmla="*/ 1394096 w 1506314"/>
              <a:gd name="connsiteY4" fmla="*/ 597131 h 1633002"/>
              <a:gd name="connsiteX5" fmla="*/ 1455067 w 1506314"/>
              <a:gd name="connsiteY5" fmla="*/ 660713 h 1633002"/>
              <a:gd name="connsiteX6" fmla="*/ 1493640 w 1506314"/>
              <a:gd name="connsiteY6" fmla="*/ 729282 h 1633002"/>
              <a:gd name="connsiteX7" fmla="*/ 1506084 w 1506314"/>
              <a:gd name="connsiteY7" fmla="*/ 794111 h 1633002"/>
              <a:gd name="connsiteX8" fmla="*/ 1468754 w 1506314"/>
              <a:gd name="connsiteY8" fmla="*/ 1542136 h 1633002"/>
              <a:gd name="connsiteX9" fmla="*/ 1448845 w 1506314"/>
              <a:gd name="connsiteY9" fmla="*/ 1598238 h 1633002"/>
              <a:gd name="connsiteX10" fmla="*/ 1400317 w 1506314"/>
              <a:gd name="connsiteY10" fmla="*/ 1628159 h 1633002"/>
              <a:gd name="connsiteX11" fmla="*/ 1330636 w 1506314"/>
              <a:gd name="connsiteY11" fmla="*/ 1629405 h 1633002"/>
              <a:gd name="connsiteX12" fmla="*/ 1247267 w 1506314"/>
              <a:gd name="connsiteY12" fmla="*/ 1600731 h 1633002"/>
              <a:gd name="connsiteX13" fmla="*/ 197072 w 1506314"/>
              <a:gd name="connsiteY13" fmla="*/ 1072127 h 1633002"/>
              <a:gd name="connsiteX14" fmla="*/ 112459 w 1506314"/>
              <a:gd name="connsiteY14" fmla="*/ 1014778 h 1633002"/>
              <a:gd name="connsiteX15" fmla="*/ 47755 w 1506314"/>
              <a:gd name="connsiteY15" fmla="*/ 943716 h 1633002"/>
              <a:gd name="connsiteX16" fmla="*/ 7937 w 1506314"/>
              <a:gd name="connsiteY16" fmla="*/ 867667 h 1633002"/>
              <a:gd name="connsiteX17" fmla="*/ 1715 w 1506314"/>
              <a:gd name="connsiteY17" fmla="*/ 796604 h 1633002"/>
              <a:gd name="connsiteX18" fmla="*/ 127390 w 1506314"/>
              <a:gd name="connsiteY18" fmla="*/ 69773 h 1633002"/>
              <a:gd name="connsiteX19" fmla="*/ 152276 w 1506314"/>
              <a:gd name="connsiteY19" fmla="*/ 22398 h 1633002"/>
              <a:gd name="connsiteX20" fmla="*/ 204537 w 1506314"/>
              <a:gd name="connsiteY20" fmla="*/ 1204 h 163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506314" h="1633002">
                <a:moveTo>
                  <a:pt x="204537" y="1204"/>
                </a:moveTo>
                <a:cubicBezTo>
                  <a:pt x="225691" y="-1289"/>
                  <a:pt x="249332" y="-42"/>
                  <a:pt x="275463" y="6191"/>
                </a:cubicBezTo>
                <a:cubicBezTo>
                  <a:pt x="300349" y="11178"/>
                  <a:pt x="328968" y="22398"/>
                  <a:pt x="356343" y="36112"/>
                </a:cubicBezTo>
                <a:lnTo>
                  <a:pt x="1318193" y="544769"/>
                </a:lnTo>
                <a:cubicBezTo>
                  <a:pt x="1345568" y="559730"/>
                  <a:pt x="1370454" y="577184"/>
                  <a:pt x="1394096" y="597131"/>
                </a:cubicBezTo>
                <a:cubicBezTo>
                  <a:pt x="1417738" y="615832"/>
                  <a:pt x="1437647" y="638272"/>
                  <a:pt x="1455067" y="660713"/>
                </a:cubicBezTo>
                <a:cubicBezTo>
                  <a:pt x="1471243" y="683154"/>
                  <a:pt x="1484930" y="705595"/>
                  <a:pt x="1493640" y="729282"/>
                </a:cubicBezTo>
                <a:cubicBezTo>
                  <a:pt x="1503595" y="750476"/>
                  <a:pt x="1507328" y="772917"/>
                  <a:pt x="1506084" y="794111"/>
                </a:cubicBezTo>
                <a:lnTo>
                  <a:pt x="1468754" y="1542136"/>
                </a:lnTo>
                <a:cubicBezTo>
                  <a:pt x="1467510" y="1564577"/>
                  <a:pt x="1460044" y="1583277"/>
                  <a:pt x="1448845" y="1598238"/>
                </a:cubicBezTo>
                <a:cubicBezTo>
                  <a:pt x="1437647" y="1613198"/>
                  <a:pt x="1420226" y="1621925"/>
                  <a:pt x="1400317" y="1628159"/>
                </a:cubicBezTo>
                <a:cubicBezTo>
                  <a:pt x="1380408" y="1634392"/>
                  <a:pt x="1356767" y="1634392"/>
                  <a:pt x="1330636" y="1629405"/>
                </a:cubicBezTo>
                <a:cubicBezTo>
                  <a:pt x="1304506" y="1625665"/>
                  <a:pt x="1277131" y="1615692"/>
                  <a:pt x="1247267" y="1600731"/>
                </a:cubicBezTo>
                <a:lnTo>
                  <a:pt x="197072" y="1072127"/>
                </a:lnTo>
                <a:cubicBezTo>
                  <a:pt x="167208" y="1055920"/>
                  <a:pt x="138589" y="1037219"/>
                  <a:pt x="112459" y="1014778"/>
                </a:cubicBezTo>
                <a:cubicBezTo>
                  <a:pt x="87572" y="992337"/>
                  <a:pt x="65175" y="968650"/>
                  <a:pt x="47755" y="943716"/>
                </a:cubicBezTo>
                <a:cubicBezTo>
                  <a:pt x="29090" y="918782"/>
                  <a:pt x="16647" y="892601"/>
                  <a:pt x="7937" y="867667"/>
                </a:cubicBezTo>
                <a:cubicBezTo>
                  <a:pt x="471" y="842733"/>
                  <a:pt x="-2018" y="817798"/>
                  <a:pt x="1715" y="796604"/>
                </a:cubicBezTo>
                <a:lnTo>
                  <a:pt x="127390" y="69773"/>
                </a:lnTo>
                <a:cubicBezTo>
                  <a:pt x="129879" y="49826"/>
                  <a:pt x="138589" y="33619"/>
                  <a:pt x="152276" y="22398"/>
                </a:cubicBezTo>
                <a:cubicBezTo>
                  <a:pt x="165964" y="11178"/>
                  <a:pt x="183384" y="3698"/>
                  <a:pt x="204537" y="120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3" name="Freeform 89">
            <a:extLst>
              <a:ext uri="{FF2B5EF4-FFF2-40B4-BE49-F238E27FC236}">
                <a16:creationId xmlns:a16="http://schemas.microsoft.com/office/drawing/2014/main" id="{D4AE1CB8-99BB-534F-BF8C-BA7845DE3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4799" y="9038742"/>
            <a:ext cx="510852" cy="461416"/>
          </a:xfrm>
          <a:custGeom>
            <a:avLst/>
            <a:gdLst>
              <a:gd name="T0" fmla="*/ 302 w 410"/>
              <a:gd name="T1" fmla="*/ 87 h 372"/>
              <a:gd name="T2" fmla="*/ 359 w 410"/>
              <a:gd name="T3" fmla="*/ 143 h 372"/>
              <a:gd name="T4" fmla="*/ 407 w 410"/>
              <a:gd name="T5" fmla="*/ 263 h 372"/>
              <a:gd name="T6" fmla="*/ 393 w 410"/>
              <a:gd name="T7" fmla="*/ 312 h 372"/>
              <a:gd name="T8" fmla="*/ 305 w 410"/>
              <a:gd name="T9" fmla="*/ 356 h 372"/>
              <a:gd name="T10" fmla="*/ 230 w 410"/>
              <a:gd name="T11" fmla="*/ 333 h 372"/>
              <a:gd name="T12" fmla="*/ 189 w 410"/>
              <a:gd name="T13" fmla="*/ 304 h 372"/>
              <a:gd name="T14" fmla="*/ 172 w 410"/>
              <a:gd name="T15" fmla="*/ 285 h 372"/>
              <a:gd name="T16" fmla="*/ 140 w 410"/>
              <a:gd name="T17" fmla="*/ 304 h 372"/>
              <a:gd name="T18" fmla="*/ 125 w 410"/>
              <a:gd name="T19" fmla="*/ 331 h 372"/>
              <a:gd name="T20" fmla="*/ 69 w 410"/>
              <a:gd name="T21" fmla="*/ 371 h 372"/>
              <a:gd name="T22" fmla="*/ 68 w 410"/>
              <a:gd name="T23" fmla="*/ 370 h 372"/>
              <a:gd name="T24" fmla="*/ 65 w 410"/>
              <a:gd name="T25" fmla="*/ 370 h 372"/>
              <a:gd name="T26" fmla="*/ 64 w 410"/>
              <a:gd name="T27" fmla="*/ 370 h 372"/>
              <a:gd name="T28" fmla="*/ 63 w 410"/>
              <a:gd name="T29" fmla="*/ 368 h 372"/>
              <a:gd name="T30" fmla="*/ 63 w 410"/>
              <a:gd name="T31" fmla="*/ 368 h 372"/>
              <a:gd name="T32" fmla="*/ 61 w 410"/>
              <a:gd name="T33" fmla="*/ 354 h 372"/>
              <a:gd name="T34" fmla="*/ 61 w 410"/>
              <a:gd name="T35" fmla="*/ 342 h 372"/>
              <a:gd name="T36" fmla="*/ 62 w 410"/>
              <a:gd name="T37" fmla="*/ 318 h 372"/>
              <a:gd name="T38" fmla="*/ 72 w 410"/>
              <a:gd name="T39" fmla="*/ 280 h 372"/>
              <a:gd name="T40" fmla="*/ 107 w 410"/>
              <a:gd name="T41" fmla="*/ 203 h 372"/>
              <a:gd name="T42" fmla="*/ 124 w 410"/>
              <a:gd name="T43" fmla="*/ 171 h 372"/>
              <a:gd name="T44" fmla="*/ 118 w 410"/>
              <a:gd name="T45" fmla="*/ 148 h 372"/>
              <a:gd name="T46" fmla="*/ 118 w 410"/>
              <a:gd name="T47" fmla="*/ 137 h 372"/>
              <a:gd name="T48" fmla="*/ 127 w 410"/>
              <a:gd name="T49" fmla="*/ 107 h 372"/>
              <a:gd name="T50" fmla="*/ 142 w 410"/>
              <a:gd name="T51" fmla="*/ 98 h 372"/>
              <a:gd name="T52" fmla="*/ 183 w 410"/>
              <a:gd name="T53" fmla="*/ 104 h 372"/>
              <a:gd name="T54" fmla="*/ 197 w 410"/>
              <a:gd name="T55" fmla="*/ 114 h 372"/>
              <a:gd name="T56" fmla="*/ 216 w 410"/>
              <a:gd name="T57" fmla="*/ 141 h 372"/>
              <a:gd name="T58" fmla="*/ 218 w 410"/>
              <a:gd name="T59" fmla="*/ 157 h 372"/>
              <a:gd name="T60" fmla="*/ 200 w 410"/>
              <a:gd name="T61" fmla="*/ 194 h 372"/>
              <a:gd name="T62" fmla="*/ 189 w 410"/>
              <a:gd name="T63" fmla="*/ 211 h 372"/>
              <a:gd name="T64" fmla="*/ 185 w 410"/>
              <a:gd name="T65" fmla="*/ 247 h 372"/>
              <a:gd name="T66" fmla="*/ 195 w 410"/>
              <a:gd name="T67" fmla="*/ 263 h 372"/>
              <a:gd name="T68" fmla="*/ 228 w 410"/>
              <a:gd name="T69" fmla="*/ 291 h 372"/>
              <a:gd name="T70" fmla="*/ 275 w 410"/>
              <a:gd name="T71" fmla="*/ 301 h 372"/>
              <a:gd name="T72" fmla="*/ 327 w 410"/>
              <a:gd name="T73" fmla="*/ 255 h 372"/>
              <a:gd name="T74" fmla="*/ 335 w 410"/>
              <a:gd name="T75" fmla="*/ 222 h 372"/>
              <a:gd name="T76" fmla="*/ 306 w 410"/>
              <a:gd name="T77" fmla="*/ 141 h 372"/>
              <a:gd name="T78" fmla="*/ 268 w 410"/>
              <a:gd name="T79" fmla="*/ 105 h 372"/>
              <a:gd name="T80" fmla="*/ 161 w 410"/>
              <a:gd name="T81" fmla="*/ 52 h 372"/>
              <a:gd name="T82" fmla="*/ 112 w 410"/>
              <a:gd name="T83" fmla="*/ 49 h 372"/>
              <a:gd name="T84" fmla="*/ 60 w 410"/>
              <a:gd name="T85" fmla="*/ 102 h 372"/>
              <a:gd name="T86" fmla="*/ 61 w 410"/>
              <a:gd name="T87" fmla="*/ 123 h 372"/>
              <a:gd name="T88" fmla="*/ 76 w 410"/>
              <a:gd name="T89" fmla="*/ 157 h 372"/>
              <a:gd name="T90" fmla="*/ 79 w 410"/>
              <a:gd name="T91" fmla="*/ 167 h 372"/>
              <a:gd name="T92" fmla="*/ 72 w 410"/>
              <a:gd name="T93" fmla="*/ 180 h 372"/>
              <a:gd name="T94" fmla="*/ 66 w 410"/>
              <a:gd name="T95" fmla="*/ 186 h 372"/>
              <a:gd name="T96" fmla="*/ 38 w 410"/>
              <a:gd name="T97" fmla="*/ 168 h 372"/>
              <a:gd name="T98" fmla="*/ 18 w 410"/>
              <a:gd name="T99" fmla="*/ 141 h 372"/>
              <a:gd name="T100" fmla="*/ 2 w 410"/>
              <a:gd name="T101" fmla="*/ 66 h 372"/>
              <a:gd name="T102" fmla="*/ 28 w 410"/>
              <a:gd name="T103" fmla="*/ 19 h 372"/>
              <a:gd name="T104" fmla="*/ 153 w 410"/>
              <a:gd name="T105" fmla="*/ 1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410" h="372">
                <a:moveTo>
                  <a:pt x="232" y="42"/>
                </a:moveTo>
                <a:lnTo>
                  <a:pt x="232" y="42"/>
                </a:lnTo>
                <a:cubicBezTo>
                  <a:pt x="257" y="54"/>
                  <a:pt x="280" y="70"/>
                  <a:pt x="302" y="87"/>
                </a:cubicBezTo>
                <a:lnTo>
                  <a:pt x="302" y="87"/>
                </a:lnTo>
                <a:cubicBezTo>
                  <a:pt x="323" y="104"/>
                  <a:pt x="342" y="123"/>
                  <a:pt x="359" y="143"/>
                </a:cubicBezTo>
                <a:lnTo>
                  <a:pt x="359" y="143"/>
                </a:lnTo>
                <a:cubicBezTo>
                  <a:pt x="374" y="162"/>
                  <a:pt x="387" y="183"/>
                  <a:pt x="396" y="203"/>
                </a:cubicBezTo>
                <a:lnTo>
                  <a:pt x="396" y="203"/>
                </a:lnTo>
                <a:cubicBezTo>
                  <a:pt x="404" y="224"/>
                  <a:pt x="409" y="244"/>
                  <a:pt x="407" y="263"/>
                </a:cubicBezTo>
                <a:lnTo>
                  <a:pt x="407" y="263"/>
                </a:lnTo>
                <a:cubicBezTo>
                  <a:pt x="405" y="281"/>
                  <a:pt x="401" y="298"/>
                  <a:pt x="393" y="312"/>
                </a:cubicBezTo>
                <a:lnTo>
                  <a:pt x="393" y="312"/>
                </a:lnTo>
                <a:cubicBezTo>
                  <a:pt x="384" y="327"/>
                  <a:pt x="373" y="339"/>
                  <a:pt x="359" y="346"/>
                </a:cubicBezTo>
                <a:lnTo>
                  <a:pt x="359" y="346"/>
                </a:lnTo>
                <a:cubicBezTo>
                  <a:pt x="344" y="355"/>
                  <a:pt x="326" y="358"/>
                  <a:pt x="305" y="356"/>
                </a:cubicBezTo>
                <a:lnTo>
                  <a:pt x="305" y="356"/>
                </a:lnTo>
                <a:cubicBezTo>
                  <a:pt x="283" y="355"/>
                  <a:pt x="258" y="347"/>
                  <a:pt x="230" y="333"/>
                </a:cubicBezTo>
                <a:lnTo>
                  <a:pt x="230" y="333"/>
                </a:lnTo>
                <a:cubicBezTo>
                  <a:pt x="224" y="329"/>
                  <a:pt x="216" y="325"/>
                  <a:pt x="209" y="320"/>
                </a:cubicBezTo>
                <a:lnTo>
                  <a:pt x="209" y="320"/>
                </a:lnTo>
                <a:cubicBezTo>
                  <a:pt x="202" y="315"/>
                  <a:pt x="195" y="310"/>
                  <a:pt x="189" y="304"/>
                </a:cubicBezTo>
                <a:lnTo>
                  <a:pt x="189" y="304"/>
                </a:lnTo>
                <a:cubicBezTo>
                  <a:pt x="183" y="298"/>
                  <a:pt x="176" y="292"/>
                  <a:pt x="172" y="285"/>
                </a:cubicBezTo>
                <a:lnTo>
                  <a:pt x="172" y="285"/>
                </a:lnTo>
                <a:cubicBezTo>
                  <a:pt x="166" y="279"/>
                  <a:pt x="162" y="273"/>
                  <a:pt x="159" y="266"/>
                </a:cubicBezTo>
                <a:lnTo>
                  <a:pt x="159" y="266"/>
                </a:lnTo>
                <a:cubicBezTo>
                  <a:pt x="151" y="281"/>
                  <a:pt x="145" y="293"/>
                  <a:pt x="140" y="304"/>
                </a:cubicBezTo>
                <a:lnTo>
                  <a:pt x="140" y="304"/>
                </a:lnTo>
                <a:cubicBezTo>
                  <a:pt x="135" y="314"/>
                  <a:pt x="131" y="323"/>
                  <a:pt x="125" y="331"/>
                </a:cubicBezTo>
                <a:lnTo>
                  <a:pt x="125" y="331"/>
                </a:lnTo>
                <a:cubicBezTo>
                  <a:pt x="120" y="338"/>
                  <a:pt x="113" y="345"/>
                  <a:pt x="104" y="351"/>
                </a:cubicBezTo>
                <a:lnTo>
                  <a:pt x="104" y="351"/>
                </a:lnTo>
                <a:cubicBezTo>
                  <a:pt x="96" y="358"/>
                  <a:pt x="85" y="364"/>
                  <a:pt x="69" y="371"/>
                </a:cubicBezTo>
                <a:lnTo>
                  <a:pt x="69" y="371"/>
                </a:lnTo>
                <a:cubicBezTo>
                  <a:pt x="68" y="371"/>
                  <a:pt x="68" y="371"/>
                  <a:pt x="68" y="370"/>
                </a:cubicBezTo>
                <a:lnTo>
                  <a:pt x="68" y="370"/>
                </a:lnTo>
                <a:cubicBezTo>
                  <a:pt x="67" y="370"/>
                  <a:pt x="66" y="370"/>
                  <a:pt x="66" y="370"/>
                </a:cubicBezTo>
                <a:lnTo>
                  <a:pt x="66" y="370"/>
                </a:lnTo>
                <a:cubicBezTo>
                  <a:pt x="66" y="370"/>
                  <a:pt x="66" y="370"/>
                  <a:pt x="65" y="370"/>
                </a:cubicBezTo>
                <a:lnTo>
                  <a:pt x="65" y="370"/>
                </a:lnTo>
                <a:lnTo>
                  <a:pt x="64" y="370"/>
                </a:lnTo>
                <a:lnTo>
                  <a:pt x="64" y="370"/>
                </a:lnTo>
                <a:lnTo>
                  <a:pt x="64" y="370"/>
                </a:lnTo>
                <a:lnTo>
                  <a:pt x="64" y="370"/>
                </a:lnTo>
                <a:cubicBezTo>
                  <a:pt x="64" y="369"/>
                  <a:pt x="64" y="369"/>
                  <a:pt x="63" y="368"/>
                </a:cubicBezTo>
                <a:lnTo>
                  <a:pt x="63" y="368"/>
                </a:lnTo>
                <a:lnTo>
                  <a:pt x="63" y="368"/>
                </a:lnTo>
                <a:lnTo>
                  <a:pt x="63" y="368"/>
                </a:lnTo>
                <a:cubicBezTo>
                  <a:pt x="63" y="367"/>
                  <a:pt x="62" y="367"/>
                  <a:pt x="61" y="366"/>
                </a:cubicBezTo>
                <a:lnTo>
                  <a:pt x="61" y="366"/>
                </a:lnTo>
                <a:cubicBezTo>
                  <a:pt x="61" y="362"/>
                  <a:pt x="61" y="358"/>
                  <a:pt x="61" y="354"/>
                </a:cubicBezTo>
                <a:lnTo>
                  <a:pt x="61" y="354"/>
                </a:lnTo>
                <a:cubicBezTo>
                  <a:pt x="61" y="350"/>
                  <a:pt x="61" y="346"/>
                  <a:pt x="61" y="342"/>
                </a:cubicBezTo>
                <a:lnTo>
                  <a:pt x="61" y="342"/>
                </a:lnTo>
                <a:cubicBezTo>
                  <a:pt x="61" y="338"/>
                  <a:pt x="61" y="334"/>
                  <a:pt x="61" y="330"/>
                </a:cubicBezTo>
                <a:lnTo>
                  <a:pt x="61" y="330"/>
                </a:lnTo>
                <a:cubicBezTo>
                  <a:pt x="61" y="326"/>
                  <a:pt x="62" y="322"/>
                  <a:pt x="62" y="318"/>
                </a:cubicBezTo>
                <a:lnTo>
                  <a:pt x="62" y="318"/>
                </a:lnTo>
                <a:cubicBezTo>
                  <a:pt x="64" y="306"/>
                  <a:pt x="67" y="293"/>
                  <a:pt x="72" y="280"/>
                </a:cubicBezTo>
                <a:lnTo>
                  <a:pt x="72" y="280"/>
                </a:lnTo>
                <a:cubicBezTo>
                  <a:pt x="76" y="267"/>
                  <a:pt x="82" y="253"/>
                  <a:pt x="88" y="241"/>
                </a:cubicBezTo>
                <a:lnTo>
                  <a:pt x="88" y="241"/>
                </a:lnTo>
                <a:cubicBezTo>
                  <a:pt x="94" y="228"/>
                  <a:pt x="101" y="215"/>
                  <a:pt x="107" y="203"/>
                </a:cubicBezTo>
                <a:lnTo>
                  <a:pt x="107" y="203"/>
                </a:lnTo>
                <a:cubicBezTo>
                  <a:pt x="113" y="192"/>
                  <a:pt x="120" y="181"/>
                  <a:pt x="124" y="171"/>
                </a:cubicBezTo>
                <a:lnTo>
                  <a:pt x="124" y="171"/>
                </a:lnTo>
                <a:cubicBezTo>
                  <a:pt x="122" y="167"/>
                  <a:pt x="121" y="163"/>
                  <a:pt x="121" y="159"/>
                </a:cubicBezTo>
                <a:lnTo>
                  <a:pt x="121" y="159"/>
                </a:lnTo>
                <a:cubicBezTo>
                  <a:pt x="120" y="155"/>
                  <a:pt x="119" y="151"/>
                  <a:pt x="118" y="148"/>
                </a:cubicBezTo>
                <a:lnTo>
                  <a:pt x="118" y="148"/>
                </a:lnTo>
                <a:cubicBezTo>
                  <a:pt x="118" y="144"/>
                  <a:pt x="118" y="140"/>
                  <a:pt x="118" y="137"/>
                </a:cubicBezTo>
                <a:lnTo>
                  <a:pt x="118" y="137"/>
                </a:lnTo>
                <a:cubicBezTo>
                  <a:pt x="118" y="134"/>
                  <a:pt x="118" y="130"/>
                  <a:pt x="119" y="127"/>
                </a:cubicBezTo>
                <a:lnTo>
                  <a:pt x="119" y="127"/>
                </a:lnTo>
                <a:cubicBezTo>
                  <a:pt x="120" y="118"/>
                  <a:pt x="122" y="112"/>
                  <a:pt x="127" y="107"/>
                </a:cubicBezTo>
                <a:lnTo>
                  <a:pt x="127" y="107"/>
                </a:lnTo>
                <a:cubicBezTo>
                  <a:pt x="131" y="102"/>
                  <a:pt x="136" y="99"/>
                  <a:pt x="142" y="98"/>
                </a:cubicBezTo>
                <a:lnTo>
                  <a:pt x="142" y="98"/>
                </a:lnTo>
                <a:cubicBezTo>
                  <a:pt x="148" y="96"/>
                  <a:pt x="155" y="96"/>
                  <a:pt x="162" y="97"/>
                </a:cubicBezTo>
                <a:lnTo>
                  <a:pt x="162" y="97"/>
                </a:lnTo>
                <a:cubicBezTo>
                  <a:pt x="168" y="98"/>
                  <a:pt x="176" y="101"/>
                  <a:pt x="183" y="104"/>
                </a:cubicBezTo>
                <a:lnTo>
                  <a:pt x="183" y="104"/>
                </a:lnTo>
                <a:cubicBezTo>
                  <a:pt x="187" y="107"/>
                  <a:pt x="192" y="110"/>
                  <a:pt x="197" y="114"/>
                </a:cubicBezTo>
                <a:lnTo>
                  <a:pt x="197" y="114"/>
                </a:lnTo>
                <a:cubicBezTo>
                  <a:pt x="201" y="118"/>
                  <a:pt x="205" y="122"/>
                  <a:pt x="209" y="126"/>
                </a:cubicBezTo>
                <a:lnTo>
                  <a:pt x="209" y="126"/>
                </a:lnTo>
                <a:cubicBezTo>
                  <a:pt x="212" y="131"/>
                  <a:pt x="214" y="136"/>
                  <a:pt x="216" y="141"/>
                </a:cubicBezTo>
                <a:lnTo>
                  <a:pt x="216" y="141"/>
                </a:lnTo>
                <a:cubicBezTo>
                  <a:pt x="218" y="146"/>
                  <a:pt x="219" y="151"/>
                  <a:pt x="218" y="157"/>
                </a:cubicBezTo>
                <a:lnTo>
                  <a:pt x="218" y="157"/>
                </a:lnTo>
                <a:cubicBezTo>
                  <a:pt x="217" y="165"/>
                  <a:pt x="214" y="171"/>
                  <a:pt x="211" y="177"/>
                </a:cubicBezTo>
                <a:lnTo>
                  <a:pt x="211" y="177"/>
                </a:lnTo>
                <a:cubicBezTo>
                  <a:pt x="208" y="183"/>
                  <a:pt x="204" y="189"/>
                  <a:pt x="200" y="194"/>
                </a:cubicBezTo>
                <a:lnTo>
                  <a:pt x="200" y="194"/>
                </a:lnTo>
                <a:cubicBezTo>
                  <a:pt x="196" y="200"/>
                  <a:pt x="192" y="205"/>
                  <a:pt x="189" y="211"/>
                </a:cubicBezTo>
                <a:lnTo>
                  <a:pt x="189" y="211"/>
                </a:lnTo>
                <a:cubicBezTo>
                  <a:pt x="185" y="218"/>
                  <a:pt x="183" y="224"/>
                  <a:pt x="183" y="231"/>
                </a:cubicBezTo>
                <a:lnTo>
                  <a:pt x="183" y="231"/>
                </a:lnTo>
                <a:cubicBezTo>
                  <a:pt x="182" y="236"/>
                  <a:pt x="183" y="242"/>
                  <a:pt x="185" y="247"/>
                </a:cubicBezTo>
                <a:lnTo>
                  <a:pt x="185" y="247"/>
                </a:lnTo>
                <a:cubicBezTo>
                  <a:pt x="187" y="252"/>
                  <a:pt x="190" y="258"/>
                  <a:pt x="195" y="263"/>
                </a:cubicBezTo>
                <a:lnTo>
                  <a:pt x="195" y="263"/>
                </a:lnTo>
                <a:cubicBezTo>
                  <a:pt x="198" y="269"/>
                  <a:pt x="204" y="274"/>
                  <a:pt x="209" y="279"/>
                </a:cubicBezTo>
                <a:lnTo>
                  <a:pt x="209" y="279"/>
                </a:lnTo>
                <a:cubicBezTo>
                  <a:pt x="215" y="283"/>
                  <a:pt x="221" y="287"/>
                  <a:pt x="228" y="291"/>
                </a:cubicBezTo>
                <a:lnTo>
                  <a:pt x="228" y="291"/>
                </a:lnTo>
                <a:cubicBezTo>
                  <a:pt x="246" y="300"/>
                  <a:pt x="262" y="303"/>
                  <a:pt x="275" y="301"/>
                </a:cubicBezTo>
                <a:lnTo>
                  <a:pt x="275" y="301"/>
                </a:lnTo>
                <a:cubicBezTo>
                  <a:pt x="288" y="300"/>
                  <a:pt x="299" y="294"/>
                  <a:pt x="307" y="285"/>
                </a:cubicBezTo>
                <a:lnTo>
                  <a:pt x="307" y="285"/>
                </a:lnTo>
                <a:cubicBezTo>
                  <a:pt x="316" y="277"/>
                  <a:pt x="323" y="266"/>
                  <a:pt x="327" y="255"/>
                </a:cubicBezTo>
                <a:lnTo>
                  <a:pt x="327" y="255"/>
                </a:lnTo>
                <a:cubicBezTo>
                  <a:pt x="331" y="243"/>
                  <a:pt x="334" y="231"/>
                  <a:pt x="335" y="222"/>
                </a:cubicBezTo>
                <a:lnTo>
                  <a:pt x="335" y="222"/>
                </a:lnTo>
                <a:cubicBezTo>
                  <a:pt x="336" y="208"/>
                  <a:pt x="334" y="194"/>
                  <a:pt x="329" y="181"/>
                </a:cubicBezTo>
                <a:lnTo>
                  <a:pt x="329" y="181"/>
                </a:lnTo>
                <a:cubicBezTo>
                  <a:pt x="324" y="167"/>
                  <a:pt x="316" y="154"/>
                  <a:pt x="306" y="141"/>
                </a:cubicBezTo>
                <a:lnTo>
                  <a:pt x="306" y="141"/>
                </a:lnTo>
                <a:cubicBezTo>
                  <a:pt x="296" y="128"/>
                  <a:pt x="283" y="116"/>
                  <a:pt x="268" y="105"/>
                </a:cubicBezTo>
                <a:lnTo>
                  <a:pt x="268" y="105"/>
                </a:lnTo>
                <a:cubicBezTo>
                  <a:pt x="254" y="94"/>
                  <a:pt x="237" y="83"/>
                  <a:pt x="220" y="74"/>
                </a:cubicBezTo>
                <a:lnTo>
                  <a:pt x="220" y="74"/>
                </a:lnTo>
                <a:cubicBezTo>
                  <a:pt x="199" y="63"/>
                  <a:pt x="179" y="56"/>
                  <a:pt x="161" y="52"/>
                </a:cubicBezTo>
                <a:lnTo>
                  <a:pt x="161" y="52"/>
                </a:lnTo>
                <a:cubicBezTo>
                  <a:pt x="143" y="47"/>
                  <a:pt x="126" y="46"/>
                  <a:pt x="112" y="49"/>
                </a:cubicBezTo>
                <a:lnTo>
                  <a:pt x="112" y="49"/>
                </a:lnTo>
                <a:cubicBezTo>
                  <a:pt x="98" y="51"/>
                  <a:pt x="86" y="57"/>
                  <a:pt x="77" y="65"/>
                </a:cubicBezTo>
                <a:lnTo>
                  <a:pt x="77" y="65"/>
                </a:lnTo>
                <a:cubicBezTo>
                  <a:pt x="68" y="74"/>
                  <a:pt x="62" y="86"/>
                  <a:pt x="60" y="102"/>
                </a:cubicBezTo>
                <a:lnTo>
                  <a:pt x="60" y="102"/>
                </a:lnTo>
                <a:cubicBezTo>
                  <a:pt x="59" y="109"/>
                  <a:pt x="60" y="116"/>
                  <a:pt x="61" y="123"/>
                </a:cubicBezTo>
                <a:lnTo>
                  <a:pt x="61" y="123"/>
                </a:lnTo>
                <a:cubicBezTo>
                  <a:pt x="63" y="130"/>
                  <a:pt x="66" y="137"/>
                  <a:pt x="69" y="143"/>
                </a:cubicBezTo>
                <a:lnTo>
                  <a:pt x="69" y="143"/>
                </a:lnTo>
                <a:cubicBezTo>
                  <a:pt x="71" y="148"/>
                  <a:pt x="74" y="154"/>
                  <a:pt x="76" y="157"/>
                </a:cubicBezTo>
                <a:lnTo>
                  <a:pt x="76" y="157"/>
                </a:lnTo>
                <a:cubicBezTo>
                  <a:pt x="78" y="162"/>
                  <a:pt x="79" y="165"/>
                  <a:pt x="79" y="167"/>
                </a:cubicBezTo>
                <a:lnTo>
                  <a:pt x="79" y="167"/>
                </a:lnTo>
                <a:cubicBezTo>
                  <a:pt x="79" y="168"/>
                  <a:pt x="78" y="170"/>
                  <a:pt x="77" y="173"/>
                </a:cubicBezTo>
                <a:lnTo>
                  <a:pt x="77" y="173"/>
                </a:lnTo>
                <a:cubicBezTo>
                  <a:pt x="76" y="175"/>
                  <a:pt x="74" y="178"/>
                  <a:pt x="72" y="180"/>
                </a:cubicBezTo>
                <a:lnTo>
                  <a:pt x="72" y="180"/>
                </a:lnTo>
                <a:cubicBezTo>
                  <a:pt x="70" y="183"/>
                  <a:pt x="69" y="184"/>
                  <a:pt x="66" y="186"/>
                </a:cubicBezTo>
                <a:lnTo>
                  <a:pt x="66" y="186"/>
                </a:lnTo>
                <a:cubicBezTo>
                  <a:pt x="64" y="187"/>
                  <a:pt x="61" y="187"/>
                  <a:pt x="59" y="186"/>
                </a:cubicBezTo>
                <a:lnTo>
                  <a:pt x="59" y="186"/>
                </a:lnTo>
                <a:cubicBezTo>
                  <a:pt x="52" y="182"/>
                  <a:pt x="46" y="177"/>
                  <a:pt x="38" y="168"/>
                </a:cubicBezTo>
                <a:lnTo>
                  <a:pt x="38" y="168"/>
                </a:lnTo>
                <a:cubicBezTo>
                  <a:pt x="31" y="161"/>
                  <a:pt x="24" y="151"/>
                  <a:pt x="18" y="141"/>
                </a:cubicBezTo>
                <a:lnTo>
                  <a:pt x="18" y="141"/>
                </a:lnTo>
                <a:cubicBezTo>
                  <a:pt x="12" y="130"/>
                  <a:pt x="7" y="118"/>
                  <a:pt x="4" y="105"/>
                </a:cubicBezTo>
                <a:lnTo>
                  <a:pt x="4" y="105"/>
                </a:lnTo>
                <a:cubicBezTo>
                  <a:pt x="1" y="93"/>
                  <a:pt x="0" y="79"/>
                  <a:pt x="2" y="66"/>
                </a:cubicBezTo>
                <a:lnTo>
                  <a:pt x="2" y="66"/>
                </a:lnTo>
                <a:cubicBezTo>
                  <a:pt x="5" y="44"/>
                  <a:pt x="14" y="29"/>
                  <a:pt x="28" y="19"/>
                </a:cubicBezTo>
                <a:lnTo>
                  <a:pt x="28" y="19"/>
                </a:lnTo>
                <a:cubicBezTo>
                  <a:pt x="42" y="8"/>
                  <a:pt x="60" y="3"/>
                  <a:pt x="82" y="1"/>
                </a:cubicBezTo>
                <a:lnTo>
                  <a:pt x="82" y="1"/>
                </a:lnTo>
                <a:cubicBezTo>
                  <a:pt x="103" y="0"/>
                  <a:pt x="127" y="3"/>
                  <a:pt x="153" y="10"/>
                </a:cubicBezTo>
                <a:lnTo>
                  <a:pt x="153" y="10"/>
                </a:lnTo>
                <a:cubicBezTo>
                  <a:pt x="179" y="17"/>
                  <a:pt x="206" y="28"/>
                  <a:pt x="232" y="4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4" name="Freeform 90">
            <a:extLst>
              <a:ext uri="{FF2B5EF4-FFF2-40B4-BE49-F238E27FC236}">
                <a16:creationId xmlns:a16="http://schemas.microsoft.com/office/drawing/2014/main" id="{FDA0EED0-B3AA-6141-B6AC-6F303BAAB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399" y="8560848"/>
            <a:ext cx="1785242" cy="2010455"/>
          </a:xfrm>
          <a:custGeom>
            <a:avLst/>
            <a:gdLst>
              <a:gd name="T0" fmla="*/ 1419 w 1432"/>
              <a:gd name="T1" fmla="*/ 1267 h 1614"/>
              <a:gd name="T2" fmla="*/ 1410 w 1432"/>
              <a:gd name="T3" fmla="*/ 1272 h 1614"/>
              <a:gd name="T4" fmla="*/ 1397 w 1432"/>
              <a:gd name="T5" fmla="*/ 1277 h 1614"/>
              <a:gd name="T6" fmla="*/ 1374 w 1432"/>
              <a:gd name="T7" fmla="*/ 1281 h 1614"/>
              <a:gd name="T8" fmla="*/ 1358 w 1432"/>
              <a:gd name="T9" fmla="*/ 1281 h 1614"/>
              <a:gd name="T10" fmla="*/ 1342 w 1432"/>
              <a:gd name="T11" fmla="*/ 1280 h 1614"/>
              <a:gd name="T12" fmla="*/ 1325 w 1432"/>
              <a:gd name="T13" fmla="*/ 1277 h 1614"/>
              <a:gd name="T14" fmla="*/ 1306 w 1432"/>
              <a:gd name="T15" fmla="*/ 1271 h 1614"/>
              <a:gd name="T16" fmla="*/ 1285 w 1432"/>
              <a:gd name="T17" fmla="*/ 1263 h 1614"/>
              <a:gd name="T18" fmla="*/ 409 w 1432"/>
              <a:gd name="T19" fmla="*/ 821 h 1614"/>
              <a:gd name="T20" fmla="*/ 385 w 1432"/>
              <a:gd name="T21" fmla="*/ 806 h 1614"/>
              <a:gd name="T22" fmla="*/ 359 w 1432"/>
              <a:gd name="T23" fmla="*/ 786 h 1614"/>
              <a:gd name="T24" fmla="*/ 333 w 1432"/>
              <a:gd name="T25" fmla="*/ 760 h 1614"/>
              <a:gd name="T26" fmla="*/ 317 w 1432"/>
              <a:gd name="T27" fmla="*/ 743 h 1614"/>
              <a:gd name="T28" fmla="*/ 297 w 1432"/>
              <a:gd name="T29" fmla="*/ 714 h 1614"/>
              <a:gd name="T30" fmla="*/ 287 w 1432"/>
              <a:gd name="T31" fmla="*/ 697 h 1614"/>
              <a:gd name="T32" fmla="*/ 276 w 1432"/>
              <a:gd name="T33" fmla="*/ 669 h 1614"/>
              <a:gd name="T34" fmla="*/ 271 w 1432"/>
              <a:gd name="T35" fmla="*/ 652 h 1614"/>
              <a:gd name="T36" fmla="*/ 268 w 1432"/>
              <a:gd name="T37" fmla="*/ 629 h 1614"/>
              <a:gd name="T38" fmla="*/ 371 w 1432"/>
              <a:gd name="T39" fmla="*/ 28 h 1614"/>
              <a:gd name="T40" fmla="*/ 378 w 1432"/>
              <a:gd name="T41" fmla="*/ 6 h 1614"/>
              <a:gd name="T42" fmla="*/ 123 w 1432"/>
              <a:gd name="T43" fmla="*/ 355 h 1614"/>
              <a:gd name="T44" fmla="*/ 116 w 1432"/>
              <a:gd name="T45" fmla="*/ 376 h 1614"/>
              <a:gd name="T46" fmla="*/ 0 w 1432"/>
              <a:gd name="T47" fmla="*/ 979 h 1614"/>
              <a:gd name="T48" fmla="*/ 0 w 1432"/>
              <a:gd name="T49" fmla="*/ 993 h 1614"/>
              <a:gd name="T50" fmla="*/ 2 w 1432"/>
              <a:gd name="T51" fmla="*/ 1007 h 1614"/>
              <a:gd name="T52" fmla="*/ 5 w 1432"/>
              <a:gd name="T53" fmla="*/ 1022 h 1614"/>
              <a:gd name="T54" fmla="*/ 9 w 1432"/>
              <a:gd name="T55" fmla="*/ 1031 h 1614"/>
              <a:gd name="T56" fmla="*/ 12 w 1432"/>
              <a:gd name="T57" fmla="*/ 1040 h 1614"/>
              <a:gd name="T58" fmla="*/ 19 w 1432"/>
              <a:gd name="T59" fmla="*/ 1054 h 1614"/>
              <a:gd name="T60" fmla="*/ 26 w 1432"/>
              <a:gd name="T61" fmla="*/ 1068 h 1614"/>
              <a:gd name="T62" fmla="*/ 35 w 1432"/>
              <a:gd name="T63" fmla="*/ 1081 h 1614"/>
              <a:gd name="T64" fmla="*/ 38 w 1432"/>
              <a:gd name="T65" fmla="*/ 1087 h 1614"/>
              <a:gd name="T66" fmla="*/ 49 w 1432"/>
              <a:gd name="T67" fmla="*/ 1100 h 1614"/>
              <a:gd name="T68" fmla="*/ 61 w 1432"/>
              <a:gd name="T69" fmla="*/ 1114 h 1614"/>
              <a:gd name="T70" fmla="*/ 73 w 1432"/>
              <a:gd name="T71" fmla="*/ 1127 h 1614"/>
              <a:gd name="T72" fmla="*/ 86 w 1432"/>
              <a:gd name="T73" fmla="*/ 1139 h 1614"/>
              <a:gd name="T74" fmla="*/ 101 w 1432"/>
              <a:gd name="T75" fmla="*/ 1151 h 1614"/>
              <a:gd name="T76" fmla="*/ 118 w 1432"/>
              <a:gd name="T77" fmla="*/ 1163 h 1614"/>
              <a:gd name="T78" fmla="*/ 135 w 1432"/>
              <a:gd name="T79" fmla="*/ 1174 h 1614"/>
              <a:gd name="T80" fmla="*/ 989 w 1432"/>
              <a:gd name="T81" fmla="*/ 1594 h 1614"/>
              <a:gd name="T82" fmla="*/ 997 w 1432"/>
              <a:gd name="T83" fmla="*/ 1597 h 1614"/>
              <a:gd name="T84" fmla="*/ 1007 w 1432"/>
              <a:gd name="T85" fmla="*/ 1601 h 1614"/>
              <a:gd name="T86" fmla="*/ 1022 w 1432"/>
              <a:gd name="T87" fmla="*/ 1605 h 1614"/>
              <a:gd name="T88" fmla="*/ 1030 w 1432"/>
              <a:gd name="T89" fmla="*/ 1608 h 1614"/>
              <a:gd name="T90" fmla="*/ 1040 w 1432"/>
              <a:gd name="T91" fmla="*/ 1610 h 1614"/>
              <a:gd name="T92" fmla="*/ 1051 w 1432"/>
              <a:gd name="T93" fmla="*/ 1612 h 1614"/>
              <a:gd name="T94" fmla="*/ 1063 w 1432"/>
              <a:gd name="T95" fmla="*/ 1613 h 1614"/>
              <a:gd name="T96" fmla="*/ 1073 w 1432"/>
              <a:gd name="T97" fmla="*/ 1613 h 1614"/>
              <a:gd name="T98" fmla="*/ 1078 w 1432"/>
              <a:gd name="T99" fmla="*/ 1613 h 1614"/>
              <a:gd name="T100" fmla="*/ 1087 w 1432"/>
              <a:gd name="T101" fmla="*/ 1612 h 1614"/>
              <a:gd name="T102" fmla="*/ 1095 w 1432"/>
              <a:gd name="T103" fmla="*/ 1610 h 1614"/>
              <a:gd name="T104" fmla="*/ 1106 w 1432"/>
              <a:gd name="T105" fmla="*/ 1607 h 1614"/>
              <a:gd name="T106" fmla="*/ 1112 w 1432"/>
              <a:gd name="T107" fmla="*/ 1605 h 1614"/>
              <a:gd name="T108" fmla="*/ 1118 w 1432"/>
              <a:gd name="T109" fmla="*/ 1602 h 1614"/>
              <a:gd name="T110" fmla="*/ 1127 w 1432"/>
              <a:gd name="T111" fmla="*/ 1597 h 1614"/>
              <a:gd name="T112" fmla="*/ 1133 w 1432"/>
              <a:gd name="T113" fmla="*/ 1593 h 1614"/>
              <a:gd name="T114" fmla="*/ 1136 w 1432"/>
              <a:gd name="T115" fmla="*/ 1589 h 1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432" h="1614">
                <a:moveTo>
                  <a:pt x="1426" y="1261"/>
                </a:moveTo>
                <a:lnTo>
                  <a:pt x="1426" y="1261"/>
                </a:lnTo>
                <a:cubicBezTo>
                  <a:pt x="1426" y="1261"/>
                  <a:pt x="1425" y="1262"/>
                  <a:pt x="1424" y="1262"/>
                </a:cubicBezTo>
                <a:lnTo>
                  <a:pt x="1424" y="1262"/>
                </a:lnTo>
                <a:cubicBezTo>
                  <a:pt x="1422" y="1264"/>
                  <a:pt x="1421" y="1266"/>
                  <a:pt x="1419" y="1267"/>
                </a:cubicBezTo>
                <a:lnTo>
                  <a:pt x="1419" y="1267"/>
                </a:lnTo>
                <a:cubicBezTo>
                  <a:pt x="1419" y="1267"/>
                  <a:pt x="1418" y="1267"/>
                  <a:pt x="1417" y="1267"/>
                </a:cubicBezTo>
                <a:lnTo>
                  <a:pt x="1417" y="1267"/>
                </a:lnTo>
                <a:cubicBezTo>
                  <a:pt x="1416" y="1268"/>
                  <a:pt x="1415" y="1269"/>
                  <a:pt x="1413" y="1270"/>
                </a:cubicBezTo>
                <a:lnTo>
                  <a:pt x="1413" y="1270"/>
                </a:lnTo>
                <a:cubicBezTo>
                  <a:pt x="1412" y="1271"/>
                  <a:pt x="1411" y="1271"/>
                  <a:pt x="1410" y="1272"/>
                </a:cubicBezTo>
                <a:lnTo>
                  <a:pt x="1410" y="1272"/>
                </a:lnTo>
                <a:cubicBezTo>
                  <a:pt x="1409" y="1273"/>
                  <a:pt x="1407" y="1273"/>
                  <a:pt x="1405" y="1274"/>
                </a:cubicBezTo>
                <a:lnTo>
                  <a:pt x="1405" y="1274"/>
                </a:lnTo>
                <a:cubicBezTo>
                  <a:pt x="1405" y="1274"/>
                  <a:pt x="1404" y="1274"/>
                  <a:pt x="1402" y="1275"/>
                </a:cubicBezTo>
                <a:lnTo>
                  <a:pt x="1402" y="1275"/>
                </a:lnTo>
                <a:cubicBezTo>
                  <a:pt x="1401" y="1276"/>
                  <a:pt x="1399" y="1277"/>
                  <a:pt x="1397" y="1277"/>
                </a:cubicBezTo>
                <a:lnTo>
                  <a:pt x="1397" y="1277"/>
                </a:lnTo>
                <a:cubicBezTo>
                  <a:pt x="1396" y="1277"/>
                  <a:pt x="1396" y="1278"/>
                  <a:pt x="1394" y="1278"/>
                </a:cubicBezTo>
                <a:lnTo>
                  <a:pt x="1394" y="1278"/>
                </a:lnTo>
                <a:cubicBezTo>
                  <a:pt x="1389" y="1279"/>
                  <a:pt x="1383" y="1280"/>
                  <a:pt x="1377" y="1281"/>
                </a:cubicBezTo>
                <a:lnTo>
                  <a:pt x="1377" y="1281"/>
                </a:lnTo>
                <a:cubicBezTo>
                  <a:pt x="1376" y="1281"/>
                  <a:pt x="1375" y="1281"/>
                  <a:pt x="1374" y="1281"/>
                </a:cubicBezTo>
                <a:lnTo>
                  <a:pt x="1374" y="1281"/>
                </a:lnTo>
                <a:cubicBezTo>
                  <a:pt x="1372" y="1281"/>
                  <a:pt x="1370" y="1281"/>
                  <a:pt x="1368" y="1281"/>
                </a:cubicBezTo>
                <a:lnTo>
                  <a:pt x="1368" y="1281"/>
                </a:lnTo>
                <a:cubicBezTo>
                  <a:pt x="1366" y="1281"/>
                  <a:pt x="1365" y="1281"/>
                  <a:pt x="1364" y="1281"/>
                </a:cubicBezTo>
                <a:lnTo>
                  <a:pt x="1364" y="1281"/>
                </a:lnTo>
                <a:cubicBezTo>
                  <a:pt x="1362" y="1281"/>
                  <a:pt x="1360" y="1281"/>
                  <a:pt x="1358" y="1281"/>
                </a:cubicBezTo>
                <a:lnTo>
                  <a:pt x="1358" y="1281"/>
                </a:lnTo>
                <a:cubicBezTo>
                  <a:pt x="1357" y="1281"/>
                  <a:pt x="1355" y="1281"/>
                  <a:pt x="1354" y="1281"/>
                </a:cubicBezTo>
                <a:lnTo>
                  <a:pt x="1354" y="1281"/>
                </a:lnTo>
                <a:cubicBezTo>
                  <a:pt x="1352" y="1281"/>
                  <a:pt x="1350" y="1281"/>
                  <a:pt x="1348" y="1281"/>
                </a:cubicBezTo>
                <a:lnTo>
                  <a:pt x="1348" y="1281"/>
                </a:lnTo>
                <a:cubicBezTo>
                  <a:pt x="1347" y="1281"/>
                  <a:pt x="1345" y="1280"/>
                  <a:pt x="1342" y="1280"/>
                </a:cubicBezTo>
                <a:lnTo>
                  <a:pt x="1342" y="1280"/>
                </a:lnTo>
                <a:cubicBezTo>
                  <a:pt x="1341" y="1279"/>
                  <a:pt x="1339" y="1279"/>
                  <a:pt x="1337" y="1279"/>
                </a:cubicBezTo>
                <a:lnTo>
                  <a:pt x="1337" y="1279"/>
                </a:lnTo>
                <a:cubicBezTo>
                  <a:pt x="1335" y="1279"/>
                  <a:pt x="1333" y="1278"/>
                  <a:pt x="1331" y="1278"/>
                </a:cubicBezTo>
                <a:lnTo>
                  <a:pt x="1331" y="1278"/>
                </a:lnTo>
                <a:cubicBezTo>
                  <a:pt x="1329" y="1278"/>
                  <a:pt x="1327" y="1277"/>
                  <a:pt x="1325" y="1277"/>
                </a:cubicBezTo>
                <a:lnTo>
                  <a:pt x="1325" y="1277"/>
                </a:lnTo>
                <a:cubicBezTo>
                  <a:pt x="1323" y="1277"/>
                  <a:pt x="1321" y="1276"/>
                  <a:pt x="1318" y="1275"/>
                </a:cubicBezTo>
                <a:lnTo>
                  <a:pt x="1318" y="1275"/>
                </a:lnTo>
                <a:cubicBezTo>
                  <a:pt x="1317" y="1274"/>
                  <a:pt x="1315" y="1274"/>
                  <a:pt x="1313" y="1273"/>
                </a:cubicBezTo>
                <a:lnTo>
                  <a:pt x="1313" y="1273"/>
                </a:lnTo>
                <a:cubicBezTo>
                  <a:pt x="1311" y="1273"/>
                  <a:pt x="1308" y="1272"/>
                  <a:pt x="1306" y="1271"/>
                </a:cubicBezTo>
                <a:lnTo>
                  <a:pt x="1306" y="1271"/>
                </a:lnTo>
                <a:cubicBezTo>
                  <a:pt x="1303" y="1270"/>
                  <a:pt x="1301" y="1269"/>
                  <a:pt x="1298" y="1268"/>
                </a:cubicBezTo>
                <a:lnTo>
                  <a:pt x="1298" y="1268"/>
                </a:lnTo>
                <a:cubicBezTo>
                  <a:pt x="1297" y="1268"/>
                  <a:pt x="1296" y="1268"/>
                  <a:pt x="1296" y="1268"/>
                </a:cubicBezTo>
                <a:lnTo>
                  <a:pt x="1296" y="1268"/>
                </a:lnTo>
                <a:cubicBezTo>
                  <a:pt x="1292" y="1266"/>
                  <a:pt x="1289" y="1265"/>
                  <a:pt x="1285" y="1263"/>
                </a:cubicBezTo>
                <a:lnTo>
                  <a:pt x="1285" y="1263"/>
                </a:lnTo>
                <a:cubicBezTo>
                  <a:pt x="1284" y="1263"/>
                  <a:pt x="1283" y="1262"/>
                  <a:pt x="1282" y="1262"/>
                </a:cubicBezTo>
                <a:lnTo>
                  <a:pt x="1282" y="1262"/>
                </a:lnTo>
                <a:cubicBezTo>
                  <a:pt x="1279" y="1260"/>
                  <a:pt x="1275" y="1259"/>
                  <a:pt x="1271" y="1256"/>
                </a:cubicBezTo>
                <a:lnTo>
                  <a:pt x="427" y="832"/>
                </a:lnTo>
                <a:lnTo>
                  <a:pt x="427" y="832"/>
                </a:lnTo>
                <a:cubicBezTo>
                  <a:pt x="421" y="829"/>
                  <a:pt x="415" y="825"/>
                  <a:pt x="409" y="821"/>
                </a:cubicBezTo>
                <a:lnTo>
                  <a:pt x="409" y="821"/>
                </a:lnTo>
                <a:cubicBezTo>
                  <a:pt x="407" y="820"/>
                  <a:pt x="405" y="819"/>
                  <a:pt x="404" y="818"/>
                </a:cubicBezTo>
                <a:lnTo>
                  <a:pt x="404" y="818"/>
                </a:lnTo>
                <a:cubicBezTo>
                  <a:pt x="399" y="815"/>
                  <a:pt x="396" y="813"/>
                  <a:pt x="391" y="810"/>
                </a:cubicBezTo>
                <a:lnTo>
                  <a:pt x="391" y="810"/>
                </a:lnTo>
                <a:cubicBezTo>
                  <a:pt x="389" y="809"/>
                  <a:pt x="387" y="807"/>
                  <a:pt x="385" y="806"/>
                </a:cubicBezTo>
                <a:lnTo>
                  <a:pt x="385" y="806"/>
                </a:lnTo>
                <a:cubicBezTo>
                  <a:pt x="382" y="804"/>
                  <a:pt x="378" y="801"/>
                  <a:pt x="375" y="799"/>
                </a:cubicBezTo>
                <a:lnTo>
                  <a:pt x="375" y="799"/>
                </a:lnTo>
                <a:cubicBezTo>
                  <a:pt x="372" y="797"/>
                  <a:pt x="371" y="795"/>
                  <a:pt x="368" y="793"/>
                </a:cubicBezTo>
                <a:lnTo>
                  <a:pt x="368" y="793"/>
                </a:lnTo>
                <a:cubicBezTo>
                  <a:pt x="365" y="791"/>
                  <a:pt x="362" y="789"/>
                  <a:pt x="359" y="786"/>
                </a:cubicBezTo>
                <a:lnTo>
                  <a:pt x="359" y="786"/>
                </a:lnTo>
                <a:cubicBezTo>
                  <a:pt x="354" y="782"/>
                  <a:pt x="350" y="777"/>
                  <a:pt x="346" y="774"/>
                </a:cubicBezTo>
                <a:lnTo>
                  <a:pt x="346" y="774"/>
                </a:lnTo>
                <a:cubicBezTo>
                  <a:pt x="344" y="773"/>
                  <a:pt x="343" y="771"/>
                  <a:pt x="342" y="770"/>
                </a:cubicBezTo>
                <a:lnTo>
                  <a:pt x="342" y="770"/>
                </a:lnTo>
                <a:cubicBezTo>
                  <a:pt x="339" y="767"/>
                  <a:pt x="336" y="764"/>
                  <a:pt x="333" y="760"/>
                </a:cubicBezTo>
                <a:lnTo>
                  <a:pt x="333" y="760"/>
                </a:lnTo>
                <a:cubicBezTo>
                  <a:pt x="331" y="759"/>
                  <a:pt x="330" y="758"/>
                  <a:pt x="329" y="757"/>
                </a:cubicBezTo>
                <a:lnTo>
                  <a:pt x="329" y="757"/>
                </a:lnTo>
                <a:cubicBezTo>
                  <a:pt x="326" y="753"/>
                  <a:pt x="323" y="750"/>
                  <a:pt x="320" y="746"/>
                </a:cubicBezTo>
                <a:lnTo>
                  <a:pt x="320" y="746"/>
                </a:lnTo>
                <a:cubicBezTo>
                  <a:pt x="319" y="745"/>
                  <a:pt x="319" y="744"/>
                  <a:pt x="317" y="743"/>
                </a:cubicBezTo>
                <a:lnTo>
                  <a:pt x="317" y="743"/>
                </a:lnTo>
                <a:cubicBezTo>
                  <a:pt x="314" y="739"/>
                  <a:pt x="311" y="734"/>
                  <a:pt x="308" y="730"/>
                </a:cubicBezTo>
                <a:lnTo>
                  <a:pt x="308" y="730"/>
                </a:lnTo>
                <a:cubicBezTo>
                  <a:pt x="307" y="729"/>
                  <a:pt x="306" y="728"/>
                  <a:pt x="306" y="727"/>
                </a:cubicBezTo>
                <a:lnTo>
                  <a:pt x="306" y="727"/>
                </a:lnTo>
                <a:cubicBezTo>
                  <a:pt x="303" y="723"/>
                  <a:pt x="300" y="719"/>
                  <a:pt x="297" y="714"/>
                </a:cubicBezTo>
                <a:lnTo>
                  <a:pt x="297" y="714"/>
                </a:lnTo>
                <a:cubicBezTo>
                  <a:pt x="297" y="714"/>
                  <a:pt x="297" y="713"/>
                  <a:pt x="296" y="713"/>
                </a:cubicBezTo>
                <a:lnTo>
                  <a:pt x="296" y="713"/>
                </a:lnTo>
                <a:cubicBezTo>
                  <a:pt x="294" y="709"/>
                  <a:pt x="291" y="705"/>
                  <a:pt x="289" y="700"/>
                </a:cubicBezTo>
                <a:lnTo>
                  <a:pt x="289" y="700"/>
                </a:lnTo>
                <a:cubicBezTo>
                  <a:pt x="289" y="699"/>
                  <a:pt x="288" y="698"/>
                  <a:pt x="287" y="697"/>
                </a:cubicBezTo>
                <a:lnTo>
                  <a:pt x="287" y="697"/>
                </a:lnTo>
                <a:cubicBezTo>
                  <a:pt x="285" y="693"/>
                  <a:pt x="283" y="688"/>
                  <a:pt x="281" y="684"/>
                </a:cubicBezTo>
                <a:lnTo>
                  <a:pt x="281" y="684"/>
                </a:lnTo>
                <a:cubicBezTo>
                  <a:pt x="281" y="683"/>
                  <a:pt x="281" y="682"/>
                  <a:pt x="280" y="681"/>
                </a:cubicBezTo>
                <a:lnTo>
                  <a:pt x="280" y="681"/>
                </a:lnTo>
                <a:cubicBezTo>
                  <a:pt x="278" y="677"/>
                  <a:pt x="277" y="674"/>
                  <a:pt x="276" y="669"/>
                </a:cubicBezTo>
                <a:lnTo>
                  <a:pt x="276" y="669"/>
                </a:lnTo>
                <a:cubicBezTo>
                  <a:pt x="275" y="669"/>
                  <a:pt x="275" y="668"/>
                  <a:pt x="275" y="667"/>
                </a:cubicBezTo>
                <a:lnTo>
                  <a:pt x="275" y="667"/>
                </a:lnTo>
                <a:cubicBezTo>
                  <a:pt x="274" y="664"/>
                  <a:pt x="273" y="662"/>
                  <a:pt x="273" y="659"/>
                </a:cubicBezTo>
                <a:lnTo>
                  <a:pt x="273" y="659"/>
                </a:lnTo>
                <a:cubicBezTo>
                  <a:pt x="272" y="656"/>
                  <a:pt x="272" y="654"/>
                  <a:pt x="271" y="652"/>
                </a:cubicBezTo>
                <a:lnTo>
                  <a:pt x="271" y="652"/>
                </a:lnTo>
                <a:cubicBezTo>
                  <a:pt x="270" y="650"/>
                  <a:pt x="270" y="647"/>
                  <a:pt x="270" y="643"/>
                </a:cubicBezTo>
                <a:lnTo>
                  <a:pt x="270" y="643"/>
                </a:lnTo>
                <a:cubicBezTo>
                  <a:pt x="270" y="642"/>
                  <a:pt x="269" y="640"/>
                  <a:pt x="269" y="638"/>
                </a:cubicBezTo>
                <a:lnTo>
                  <a:pt x="269" y="638"/>
                </a:lnTo>
                <a:cubicBezTo>
                  <a:pt x="268" y="635"/>
                  <a:pt x="268" y="632"/>
                  <a:pt x="268" y="629"/>
                </a:cubicBezTo>
                <a:lnTo>
                  <a:pt x="268" y="629"/>
                </a:lnTo>
                <a:cubicBezTo>
                  <a:pt x="268" y="627"/>
                  <a:pt x="268" y="625"/>
                  <a:pt x="268" y="624"/>
                </a:cubicBezTo>
                <a:lnTo>
                  <a:pt x="268" y="624"/>
                </a:lnTo>
                <a:cubicBezTo>
                  <a:pt x="268" y="619"/>
                  <a:pt x="269" y="615"/>
                  <a:pt x="270" y="611"/>
                </a:cubicBezTo>
                <a:lnTo>
                  <a:pt x="371" y="28"/>
                </a:lnTo>
                <a:lnTo>
                  <a:pt x="371" y="28"/>
                </a:lnTo>
                <a:cubicBezTo>
                  <a:pt x="371" y="25"/>
                  <a:pt x="372" y="22"/>
                  <a:pt x="372" y="20"/>
                </a:cubicBezTo>
                <a:lnTo>
                  <a:pt x="372" y="20"/>
                </a:lnTo>
                <a:cubicBezTo>
                  <a:pt x="373" y="17"/>
                  <a:pt x="374" y="15"/>
                  <a:pt x="375" y="13"/>
                </a:cubicBezTo>
                <a:lnTo>
                  <a:pt x="375" y="13"/>
                </a:lnTo>
                <a:cubicBezTo>
                  <a:pt x="376" y="10"/>
                  <a:pt x="377" y="9"/>
                  <a:pt x="378" y="6"/>
                </a:cubicBezTo>
                <a:lnTo>
                  <a:pt x="378" y="6"/>
                </a:lnTo>
                <a:cubicBezTo>
                  <a:pt x="379" y="4"/>
                  <a:pt x="380" y="3"/>
                  <a:pt x="382" y="0"/>
                </a:cubicBezTo>
                <a:lnTo>
                  <a:pt x="382" y="0"/>
                </a:lnTo>
                <a:lnTo>
                  <a:pt x="382" y="0"/>
                </a:lnTo>
                <a:lnTo>
                  <a:pt x="127" y="349"/>
                </a:lnTo>
                <a:lnTo>
                  <a:pt x="127" y="349"/>
                </a:lnTo>
                <a:cubicBezTo>
                  <a:pt x="125" y="351"/>
                  <a:pt x="124" y="352"/>
                  <a:pt x="123" y="355"/>
                </a:cubicBezTo>
                <a:lnTo>
                  <a:pt x="123" y="355"/>
                </a:lnTo>
                <a:cubicBezTo>
                  <a:pt x="122" y="357"/>
                  <a:pt x="121" y="359"/>
                  <a:pt x="120" y="361"/>
                </a:cubicBezTo>
                <a:lnTo>
                  <a:pt x="120" y="361"/>
                </a:lnTo>
                <a:cubicBezTo>
                  <a:pt x="119" y="363"/>
                  <a:pt x="118" y="366"/>
                  <a:pt x="117" y="368"/>
                </a:cubicBezTo>
                <a:lnTo>
                  <a:pt x="117" y="368"/>
                </a:lnTo>
                <a:cubicBezTo>
                  <a:pt x="116" y="371"/>
                  <a:pt x="116" y="374"/>
                  <a:pt x="116" y="376"/>
                </a:cubicBezTo>
                <a:lnTo>
                  <a:pt x="2" y="965"/>
                </a:lnTo>
                <a:lnTo>
                  <a:pt x="2" y="965"/>
                </a:lnTo>
                <a:cubicBezTo>
                  <a:pt x="1" y="969"/>
                  <a:pt x="1" y="974"/>
                  <a:pt x="0" y="979"/>
                </a:cubicBezTo>
                <a:lnTo>
                  <a:pt x="0" y="979"/>
                </a:lnTo>
                <a:lnTo>
                  <a:pt x="0" y="979"/>
                </a:lnTo>
                <a:lnTo>
                  <a:pt x="0" y="979"/>
                </a:lnTo>
                <a:cubicBezTo>
                  <a:pt x="0" y="980"/>
                  <a:pt x="0" y="982"/>
                  <a:pt x="0" y="984"/>
                </a:cubicBezTo>
                <a:lnTo>
                  <a:pt x="0" y="984"/>
                </a:lnTo>
                <a:cubicBezTo>
                  <a:pt x="0" y="986"/>
                  <a:pt x="0" y="989"/>
                  <a:pt x="0" y="992"/>
                </a:cubicBezTo>
                <a:lnTo>
                  <a:pt x="0" y="992"/>
                </a:lnTo>
                <a:cubicBezTo>
                  <a:pt x="0" y="993"/>
                  <a:pt x="0" y="993"/>
                  <a:pt x="0" y="993"/>
                </a:cubicBezTo>
                <a:lnTo>
                  <a:pt x="0" y="993"/>
                </a:lnTo>
                <a:cubicBezTo>
                  <a:pt x="1" y="995"/>
                  <a:pt x="1" y="996"/>
                  <a:pt x="1" y="999"/>
                </a:cubicBezTo>
                <a:lnTo>
                  <a:pt x="1" y="999"/>
                </a:lnTo>
                <a:cubicBezTo>
                  <a:pt x="1" y="1001"/>
                  <a:pt x="1" y="1004"/>
                  <a:pt x="2" y="1007"/>
                </a:cubicBezTo>
                <a:lnTo>
                  <a:pt x="2" y="1007"/>
                </a:lnTo>
                <a:lnTo>
                  <a:pt x="2" y="1007"/>
                </a:lnTo>
                <a:lnTo>
                  <a:pt x="2" y="1007"/>
                </a:lnTo>
                <a:cubicBezTo>
                  <a:pt x="2" y="1009"/>
                  <a:pt x="3" y="1012"/>
                  <a:pt x="4" y="1014"/>
                </a:cubicBezTo>
                <a:lnTo>
                  <a:pt x="4" y="1014"/>
                </a:lnTo>
                <a:cubicBezTo>
                  <a:pt x="4" y="1016"/>
                  <a:pt x="5" y="1018"/>
                  <a:pt x="5" y="1021"/>
                </a:cubicBezTo>
                <a:lnTo>
                  <a:pt x="5" y="1021"/>
                </a:lnTo>
                <a:lnTo>
                  <a:pt x="5" y="1022"/>
                </a:lnTo>
                <a:lnTo>
                  <a:pt x="5" y="1022"/>
                </a:lnTo>
                <a:lnTo>
                  <a:pt x="5" y="1023"/>
                </a:lnTo>
                <a:lnTo>
                  <a:pt x="5" y="1023"/>
                </a:lnTo>
                <a:cubicBezTo>
                  <a:pt x="6" y="1023"/>
                  <a:pt x="6" y="1023"/>
                  <a:pt x="6" y="1024"/>
                </a:cubicBezTo>
                <a:lnTo>
                  <a:pt x="6" y="1024"/>
                </a:lnTo>
                <a:cubicBezTo>
                  <a:pt x="7" y="1026"/>
                  <a:pt x="7" y="1028"/>
                  <a:pt x="9" y="1031"/>
                </a:cubicBezTo>
                <a:lnTo>
                  <a:pt x="9" y="1031"/>
                </a:lnTo>
                <a:cubicBezTo>
                  <a:pt x="9" y="1032"/>
                  <a:pt x="10" y="1034"/>
                  <a:pt x="10" y="1036"/>
                </a:cubicBezTo>
                <a:lnTo>
                  <a:pt x="10" y="1036"/>
                </a:lnTo>
                <a:cubicBezTo>
                  <a:pt x="11" y="1037"/>
                  <a:pt x="11" y="1038"/>
                  <a:pt x="12" y="1038"/>
                </a:cubicBezTo>
                <a:lnTo>
                  <a:pt x="12" y="1038"/>
                </a:lnTo>
                <a:cubicBezTo>
                  <a:pt x="12" y="1039"/>
                  <a:pt x="12" y="1040"/>
                  <a:pt x="12" y="1040"/>
                </a:cubicBezTo>
                <a:lnTo>
                  <a:pt x="12" y="1040"/>
                </a:lnTo>
                <a:cubicBezTo>
                  <a:pt x="14" y="1043"/>
                  <a:pt x="15" y="1047"/>
                  <a:pt x="16" y="1049"/>
                </a:cubicBezTo>
                <a:lnTo>
                  <a:pt x="16" y="1049"/>
                </a:lnTo>
                <a:cubicBezTo>
                  <a:pt x="16" y="1051"/>
                  <a:pt x="17" y="1051"/>
                  <a:pt x="17" y="1052"/>
                </a:cubicBezTo>
                <a:lnTo>
                  <a:pt x="17" y="1052"/>
                </a:lnTo>
                <a:cubicBezTo>
                  <a:pt x="18" y="1053"/>
                  <a:pt x="18" y="1054"/>
                  <a:pt x="19" y="1054"/>
                </a:cubicBezTo>
                <a:lnTo>
                  <a:pt x="19" y="1054"/>
                </a:lnTo>
                <a:cubicBezTo>
                  <a:pt x="20" y="1056"/>
                  <a:pt x="20" y="1058"/>
                  <a:pt x="21" y="1059"/>
                </a:cubicBezTo>
                <a:lnTo>
                  <a:pt x="21" y="1059"/>
                </a:lnTo>
                <a:cubicBezTo>
                  <a:pt x="22" y="1062"/>
                  <a:pt x="24" y="1065"/>
                  <a:pt x="26" y="1067"/>
                </a:cubicBezTo>
                <a:lnTo>
                  <a:pt x="26" y="1067"/>
                </a:lnTo>
                <a:cubicBezTo>
                  <a:pt x="26" y="1068"/>
                  <a:pt x="26" y="1068"/>
                  <a:pt x="26" y="1068"/>
                </a:cubicBezTo>
                <a:lnTo>
                  <a:pt x="26" y="1068"/>
                </a:lnTo>
                <a:lnTo>
                  <a:pt x="26" y="1068"/>
                </a:lnTo>
                <a:lnTo>
                  <a:pt x="26" y="1068"/>
                </a:lnTo>
                <a:cubicBezTo>
                  <a:pt x="28" y="1072"/>
                  <a:pt x="30" y="1075"/>
                  <a:pt x="32" y="1078"/>
                </a:cubicBezTo>
                <a:lnTo>
                  <a:pt x="32" y="1078"/>
                </a:lnTo>
                <a:cubicBezTo>
                  <a:pt x="33" y="1079"/>
                  <a:pt x="33" y="1080"/>
                  <a:pt x="35" y="1081"/>
                </a:cubicBezTo>
                <a:lnTo>
                  <a:pt x="35" y="1081"/>
                </a:lnTo>
                <a:cubicBezTo>
                  <a:pt x="35" y="1082"/>
                  <a:pt x="35" y="1083"/>
                  <a:pt x="35" y="1083"/>
                </a:cubicBezTo>
                <a:lnTo>
                  <a:pt x="35" y="1083"/>
                </a:lnTo>
                <a:cubicBezTo>
                  <a:pt x="36" y="1084"/>
                  <a:pt x="36" y="1084"/>
                  <a:pt x="37" y="1084"/>
                </a:cubicBezTo>
                <a:lnTo>
                  <a:pt x="37" y="1084"/>
                </a:lnTo>
                <a:cubicBezTo>
                  <a:pt x="37" y="1085"/>
                  <a:pt x="38" y="1086"/>
                  <a:pt x="38" y="1087"/>
                </a:cubicBezTo>
                <a:lnTo>
                  <a:pt x="38" y="1087"/>
                </a:lnTo>
                <a:cubicBezTo>
                  <a:pt x="40" y="1090"/>
                  <a:pt x="43" y="1093"/>
                  <a:pt x="45" y="1096"/>
                </a:cubicBezTo>
                <a:lnTo>
                  <a:pt x="45" y="1096"/>
                </a:lnTo>
                <a:lnTo>
                  <a:pt x="46" y="1097"/>
                </a:lnTo>
                <a:lnTo>
                  <a:pt x="46" y="1097"/>
                </a:lnTo>
                <a:cubicBezTo>
                  <a:pt x="47" y="1098"/>
                  <a:pt x="48" y="1099"/>
                  <a:pt x="49" y="1100"/>
                </a:cubicBezTo>
                <a:lnTo>
                  <a:pt x="49" y="1100"/>
                </a:lnTo>
                <a:cubicBezTo>
                  <a:pt x="51" y="1103"/>
                  <a:pt x="53" y="1105"/>
                  <a:pt x="54" y="1107"/>
                </a:cubicBezTo>
                <a:lnTo>
                  <a:pt x="54" y="1107"/>
                </a:lnTo>
                <a:cubicBezTo>
                  <a:pt x="55" y="1108"/>
                  <a:pt x="56" y="1109"/>
                  <a:pt x="57" y="1110"/>
                </a:cubicBezTo>
                <a:lnTo>
                  <a:pt x="57" y="1110"/>
                </a:lnTo>
                <a:cubicBezTo>
                  <a:pt x="58" y="1111"/>
                  <a:pt x="59" y="1113"/>
                  <a:pt x="61" y="1114"/>
                </a:cubicBezTo>
                <a:lnTo>
                  <a:pt x="61" y="1114"/>
                </a:lnTo>
                <a:cubicBezTo>
                  <a:pt x="62" y="1116"/>
                  <a:pt x="63" y="1117"/>
                  <a:pt x="64" y="1118"/>
                </a:cubicBezTo>
                <a:lnTo>
                  <a:pt x="64" y="1118"/>
                </a:lnTo>
                <a:cubicBezTo>
                  <a:pt x="66" y="1120"/>
                  <a:pt x="68" y="1122"/>
                  <a:pt x="70" y="1124"/>
                </a:cubicBezTo>
                <a:lnTo>
                  <a:pt x="70" y="1124"/>
                </a:lnTo>
                <a:cubicBezTo>
                  <a:pt x="71" y="1125"/>
                  <a:pt x="72" y="1126"/>
                  <a:pt x="73" y="1127"/>
                </a:cubicBezTo>
                <a:lnTo>
                  <a:pt x="73" y="1127"/>
                </a:lnTo>
                <a:cubicBezTo>
                  <a:pt x="74" y="1127"/>
                  <a:pt x="74" y="1128"/>
                  <a:pt x="75" y="1128"/>
                </a:cubicBezTo>
                <a:lnTo>
                  <a:pt x="75" y="1128"/>
                </a:lnTo>
                <a:cubicBezTo>
                  <a:pt x="78" y="1132"/>
                  <a:pt x="82" y="1135"/>
                  <a:pt x="85" y="1139"/>
                </a:cubicBezTo>
                <a:lnTo>
                  <a:pt x="85" y="1139"/>
                </a:lnTo>
                <a:cubicBezTo>
                  <a:pt x="86" y="1139"/>
                  <a:pt x="86" y="1139"/>
                  <a:pt x="86" y="1139"/>
                </a:cubicBezTo>
                <a:lnTo>
                  <a:pt x="86" y="1139"/>
                </a:lnTo>
                <a:cubicBezTo>
                  <a:pt x="86" y="1139"/>
                  <a:pt x="86" y="1139"/>
                  <a:pt x="86" y="1140"/>
                </a:cubicBezTo>
                <a:lnTo>
                  <a:pt x="86" y="1140"/>
                </a:lnTo>
                <a:cubicBezTo>
                  <a:pt x="89" y="1141"/>
                  <a:pt x="92" y="1144"/>
                  <a:pt x="95" y="1146"/>
                </a:cubicBezTo>
                <a:lnTo>
                  <a:pt x="95" y="1146"/>
                </a:lnTo>
                <a:cubicBezTo>
                  <a:pt x="97" y="1148"/>
                  <a:pt x="99" y="1150"/>
                  <a:pt x="101" y="1151"/>
                </a:cubicBezTo>
                <a:lnTo>
                  <a:pt x="101" y="1151"/>
                </a:lnTo>
                <a:cubicBezTo>
                  <a:pt x="101" y="1151"/>
                  <a:pt x="101" y="1151"/>
                  <a:pt x="101" y="1152"/>
                </a:cubicBezTo>
                <a:lnTo>
                  <a:pt x="101" y="1152"/>
                </a:lnTo>
                <a:cubicBezTo>
                  <a:pt x="105" y="1154"/>
                  <a:pt x="108" y="1157"/>
                  <a:pt x="112" y="1158"/>
                </a:cubicBezTo>
                <a:lnTo>
                  <a:pt x="112" y="1158"/>
                </a:lnTo>
                <a:cubicBezTo>
                  <a:pt x="114" y="1160"/>
                  <a:pt x="116" y="1162"/>
                  <a:pt x="118" y="1163"/>
                </a:cubicBezTo>
                <a:lnTo>
                  <a:pt x="118" y="1163"/>
                </a:lnTo>
                <a:lnTo>
                  <a:pt x="118" y="1163"/>
                </a:lnTo>
                <a:lnTo>
                  <a:pt x="118" y="1163"/>
                </a:lnTo>
                <a:cubicBezTo>
                  <a:pt x="122" y="1166"/>
                  <a:pt x="126" y="1168"/>
                  <a:pt x="130" y="1170"/>
                </a:cubicBezTo>
                <a:lnTo>
                  <a:pt x="130" y="1170"/>
                </a:lnTo>
                <a:cubicBezTo>
                  <a:pt x="131" y="1171"/>
                  <a:pt x="133" y="1173"/>
                  <a:pt x="135" y="1174"/>
                </a:cubicBezTo>
                <a:lnTo>
                  <a:pt x="135" y="1174"/>
                </a:lnTo>
                <a:lnTo>
                  <a:pt x="135" y="1174"/>
                </a:lnTo>
                <a:lnTo>
                  <a:pt x="135" y="1174"/>
                </a:lnTo>
                <a:cubicBezTo>
                  <a:pt x="141" y="1177"/>
                  <a:pt x="147" y="1180"/>
                  <a:pt x="153" y="1183"/>
                </a:cubicBezTo>
                <a:lnTo>
                  <a:pt x="981" y="1589"/>
                </a:lnTo>
                <a:lnTo>
                  <a:pt x="981" y="1589"/>
                </a:lnTo>
                <a:cubicBezTo>
                  <a:pt x="983" y="1591"/>
                  <a:pt x="986" y="1593"/>
                  <a:pt x="989" y="1594"/>
                </a:cubicBezTo>
                <a:lnTo>
                  <a:pt x="989" y="1594"/>
                </a:lnTo>
                <a:cubicBezTo>
                  <a:pt x="990" y="1594"/>
                  <a:pt x="991" y="1594"/>
                  <a:pt x="992" y="1595"/>
                </a:cubicBezTo>
                <a:lnTo>
                  <a:pt x="992" y="1595"/>
                </a:lnTo>
                <a:cubicBezTo>
                  <a:pt x="993" y="1595"/>
                  <a:pt x="994" y="1596"/>
                  <a:pt x="994" y="1596"/>
                </a:cubicBezTo>
                <a:lnTo>
                  <a:pt x="994" y="1596"/>
                </a:lnTo>
                <a:cubicBezTo>
                  <a:pt x="996" y="1596"/>
                  <a:pt x="996" y="1597"/>
                  <a:pt x="997" y="1597"/>
                </a:cubicBezTo>
                <a:lnTo>
                  <a:pt x="997" y="1597"/>
                </a:lnTo>
                <a:cubicBezTo>
                  <a:pt x="1000" y="1598"/>
                  <a:pt x="1002" y="1599"/>
                  <a:pt x="1005" y="1600"/>
                </a:cubicBezTo>
                <a:lnTo>
                  <a:pt x="1005" y="1600"/>
                </a:lnTo>
                <a:lnTo>
                  <a:pt x="1005" y="1601"/>
                </a:lnTo>
                <a:lnTo>
                  <a:pt x="1005" y="1601"/>
                </a:lnTo>
                <a:cubicBezTo>
                  <a:pt x="1006" y="1601"/>
                  <a:pt x="1007" y="1601"/>
                  <a:pt x="1007" y="1601"/>
                </a:cubicBezTo>
                <a:lnTo>
                  <a:pt x="1007" y="1601"/>
                </a:lnTo>
                <a:cubicBezTo>
                  <a:pt x="1009" y="1602"/>
                  <a:pt x="1011" y="1602"/>
                  <a:pt x="1013" y="1603"/>
                </a:cubicBezTo>
                <a:lnTo>
                  <a:pt x="1013" y="1603"/>
                </a:lnTo>
                <a:cubicBezTo>
                  <a:pt x="1014" y="1603"/>
                  <a:pt x="1014" y="1604"/>
                  <a:pt x="1015" y="1604"/>
                </a:cubicBezTo>
                <a:lnTo>
                  <a:pt x="1015" y="1604"/>
                </a:lnTo>
                <a:cubicBezTo>
                  <a:pt x="1018" y="1604"/>
                  <a:pt x="1020" y="1605"/>
                  <a:pt x="1022" y="1605"/>
                </a:cubicBezTo>
                <a:lnTo>
                  <a:pt x="1022" y="1605"/>
                </a:lnTo>
                <a:cubicBezTo>
                  <a:pt x="1023" y="1606"/>
                  <a:pt x="1024" y="1607"/>
                  <a:pt x="1026" y="1607"/>
                </a:cubicBezTo>
                <a:lnTo>
                  <a:pt x="1026" y="1607"/>
                </a:lnTo>
                <a:cubicBezTo>
                  <a:pt x="1026" y="1607"/>
                  <a:pt x="1027" y="1607"/>
                  <a:pt x="1028" y="1607"/>
                </a:cubicBezTo>
                <a:lnTo>
                  <a:pt x="1028" y="1607"/>
                </a:lnTo>
                <a:cubicBezTo>
                  <a:pt x="1029" y="1607"/>
                  <a:pt x="1029" y="1608"/>
                  <a:pt x="1030" y="1608"/>
                </a:cubicBezTo>
                <a:lnTo>
                  <a:pt x="1030" y="1608"/>
                </a:lnTo>
                <a:cubicBezTo>
                  <a:pt x="1032" y="1608"/>
                  <a:pt x="1033" y="1608"/>
                  <a:pt x="1034" y="1608"/>
                </a:cubicBezTo>
                <a:lnTo>
                  <a:pt x="1034" y="1608"/>
                </a:lnTo>
                <a:cubicBezTo>
                  <a:pt x="1035" y="1609"/>
                  <a:pt x="1037" y="1609"/>
                  <a:pt x="1038" y="1610"/>
                </a:cubicBezTo>
                <a:lnTo>
                  <a:pt x="1038" y="1610"/>
                </a:lnTo>
                <a:cubicBezTo>
                  <a:pt x="1038" y="1610"/>
                  <a:pt x="1039" y="1610"/>
                  <a:pt x="1040" y="1610"/>
                </a:cubicBezTo>
                <a:lnTo>
                  <a:pt x="1040" y="1610"/>
                </a:lnTo>
                <a:cubicBezTo>
                  <a:pt x="1042" y="1610"/>
                  <a:pt x="1044" y="1610"/>
                  <a:pt x="1046" y="1611"/>
                </a:cubicBezTo>
                <a:lnTo>
                  <a:pt x="1046" y="1611"/>
                </a:lnTo>
                <a:cubicBezTo>
                  <a:pt x="1047" y="1611"/>
                  <a:pt x="1048" y="1612"/>
                  <a:pt x="1049" y="1612"/>
                </a:cubicBezTo>
                <a:lnTo>
                  <a:pt x="1049" y="1612"/>
                </a:lnTo>
                <a:cubicBezTo>
                  <a:pt x="1050" y="1612"/>
                  <a:pt x="1051" y="1612"/>
                  <a:pt x="1051" y="1612"/>
                </a:cubicBezTo>
                <a:lnTo>
                  <a:pt x="1051" y="1612"/>
                </a:lnTo>
                <a:cubicBezTo>
                  <a:pt x="1053" y="1612"/>
                  <a:pt x="1055" y="1612"/>
                  <a:pt x="1057" y="1612"/>
                </a:cubicBezTo>
                <a:lnTo>
                  <a:pt x="1057" y="1612"/>
                </a:lnTo>
                <a:cubicBezTo>
                  <a:pt x="1059" y="1612"/>
                  <a:pt x="1060" y="1613"/>
                  <a:pt x="1061" y="1613"/>
                </a:cubicBezTo>
                <a:lnTo>
                  <a:pt x="1061" y="1613"/>
                </a:lnTo>
                <a:cubicBezTo>
                  <a:pt x="1062" y="1613"/>
                  <a:pt x="1062" y="1613"/>
                  <a:pt x="1063" y="1613"/>
                </a:cubicBezTo>
                <a:lnTo>
                  <a:pt x="1063" y="1613"/>
                </a:lnTo>
                <a:cubicBezTo>
                  <a:pt x="1064" y="1613"/>
                  <a:pt x="1065" y="1613"/>
                  <a:pt x="1066" y="1613"/>
                </a:cubicBezTo>
                <a:lnTo>
                  <a:pt x="1066" y="1613"/>
                </a:lnTo>
                <a:cubicBezTo>
                  <a:pt x="1068" y="1613"/>
                  <a:pt x="1069" y="1613"/>
                  <a:pt x="1070" y="1613"/>
                </a:cubicBezTo>
                <a:lnTo>
                  <a:pt x="1070" y="1613"/>
                </a:lnTo>
                <a:cubicBezTo>
                  <a:pt x="1071" y="1613"/>
                  <a:pt x="1072" y="1613"/>
                  <a:pt x="1073" y="1613"/>
                </a:cubicBezTo>
                <a:lnTo>
                  <a:pt x="1073" y="1613"/>
                </a:lnTo>
                <a:lnTo>
                  <a:pt x="1075" y="1613"/>
                </a:lnTo>
                <a:lnTo>
                  <a:pt x="1075" y="1613"/>
                </a:lnTo>
                <a:lnTo>
                  <a:pt x="1076" y="1613"/>
                </a:lnTo>
                <a:lnTo>
                  <a:pt x="1076" y="1613"/>
                </a:lnTo>
                <a:cubicBezTo>
                  <a:pt x="1077" y="1613"/>
                  <a:pt x="1077" y="1613"/>
                  <a:pt x="1078" y="1613"/>
                </a:cubicBezTo>
                <a:lnTo>
                  <a:pt x="1078" y="1613"/>
                </a:lnTo>
                <a:cubicBezTo>
                  <a:pt x="1080" y="1613"/>
                  <a:pt x="1081" y="1612"/>
                  <a:pt x="1083" y="1612"/>
                </a:cubicBezTo>
                <a:lnTo>
                  <a:pt x="1083" y="1612"/>
                </a:lnTo>
                <a:cubicBezTo>
                  <a:pt x="1084" y="1612"/>
                  <a:pt x="1085" y="1612"/>
                  <a:pt x="1085" y="1612"/>
                </a:cubicBezTo>
                <a:lnTo>
                  <a:pt x="1085" y="1612"/>
                </a:lnTo>
                <a:cubicBezTo>
                  <a:pt x="1086" y="1612"/>
                  <a:pt x="1086" y="1612"/>
                  <a:pt x="1087" y="1612"/>
                </a:cubicBezTo>
                <a:lnTo>
                  <a:pt x="1087" y="1612"/>
                </a:lnTo>
                <a:cubicBezTo>
                  <a:pt x="1089" y="1612"/>
                  <a:pt x="1092" y="1611"/>
                  <a:pt x="1095" y="1610"/>
                </a:cubicBezTo>
                <a:lnTo>
                  <a:pt x="1095" y="1610"/>
                </a:lnTo>
                <a:lnTo>
                  <a:pt x="1095" y="1610"/>
                </a:lnTo>
                <a:lnTo>
                  <a:pt x="1095" y="1610"/>
                </a:lnTo>
                <a:lnTo>
                  <a:pt x="1095" y="1610"/>
                </a:lnTo>
                <a:cubicBezTo>
                  <a:pt x="1097" y="1610"/>
                  <a:pt x="1100" y="1609"/>
                  <a:pt x="1103" y="1608"/>
                </a:cubicBezTo>
                <a:lnTo>
                  <a:pt x="1103" y="1608"/>
                </a:lnTo>
                <a:lnTo>
                  <a:pt x="1103" y="1608"/>
                </a:lnTo>
                <a:lnTo>
                  <a:pt x="1103" y="1608"/>
                </a:lnTo>
                <a:cubicBezTo>
                  <a:pt x="1104" y="1608"/>
                  <a:pt x="1105" y="1608"/>
                  <a:pt x="1106" y="1607"/>
                </a:cubicBezTo>
                <a:lnTo>
                  <a:pt x="1106" y="1607"/>
                </a:lnTo>
                <a:cubicBezTo>
                  <a:pt x="1107" y="1607"/>
                  <a:pt x="1109" y="1607"/>
                  <a:pt x="1110" y="1606"/>
                </a:cubicBezTo>
                <a:lnTo>
                  <a:pt x="1110" y="1606"/>
                </a:lnTo>
                <a:cubicBezTo>
                  <a:pt x="1111" y="1605"/>
                  <a:pt x="1111" y="1605"/>
                  <a:pt x="1111" y="1605"/>
                </a:cubicBezTo>
                <a:lnTo>
                  <a:pt x="1111" y="1605"/>
                </a:lnTo>
                <a:cubicBezTo>
                  <a:pt x="1112" y="1605"/>
                  <a:pt x="1112" y="1605"/>
                  <a:pt x="1112" y="1605"/>
                </a:cubicBezTo>
                <a:lnTo>
                  <a:pt x="1112" y="1605"/>
                </a:lnTo>
                <a:cubicBezTo>
                  <a:pt x="1113" y="1605"/>
                  <a:pt x="1114" y="1604"/>
                  <a:pt x="1114" y="1604"/>
                </a:cubicBezTo>
                <a:lnTo>
                  <a:pt x="1114" y="1604"/>
                </a:lnTo>
                <a:cubicBezTo>
                  <a:pt x="1115" y="1604"/>
                  <a:pt x="1116" y="1603"/>
                  <a:pt x="1117" y="1603"/>
                </a:cubicBezTo>
                <a:lnTo>
                  <a:pt x="1117" y="1603"/>
                </a:lnTo>
                <a:cubicBezTo>
                  <a:pt x="1118" y="1602"/>
                  <a:pt x="1118" y="1602"/>
                  <a:pt x="1118" y="1602"/>
                </a:cubicBezTo>
                <a:lnTo>
                  <a:pt x="1118" y="1602"/>
                </a:lnTo>
                <a:cubicBezTo>
                  <a:pt x="1120" y="1601"/>
                  <a:pt x="1121" y="1601"/>
                  <a:pt x="1122" y="1600"/>
                </a:cubicBezTo>
                <a:lnTo>
                  <a:pt x="1122" y="1600"/>
                </a:lnTo>
                <a:cubicBezTo>
                  <a:pt x="1122" y="1600"/>
                  <a:pt x="1123" y="1599"/>
                  <a:pt x="1124" y="1599"/>
                </a:cubicBezTo>
                <a:lnTo>
                  <a:pt x="1124" y="1599"/>
                </a:lnTo>
                <a:cubicBezTo>
                  <a:pt x="1125" y="1598"/>
                  <a:pt x="1126" y="1598"/>
                  <a:pt x="1127" y="1597"/>
                </a:cubicBezTo>
                <a:lnTo>
                  <a:pt x="1127" y="1597"/>
                </a:lnTo>
                <a:cubicBezTo>
                  <a:pt x="1127" y="1597"/>
                  <a:pt x="1127" y="1597"/>
                  <a:pt x="1128" y="1596"/>
                </a:cubicBezTo>
                <a:lnTo>
                  <a:pt x="1128" y="1596"/>
                </a:lnTo>
                <a:lnTo>
                  <a:pt x="1128" y="1596"/>
                </a:lnTo>
                <a:lnTo>
                  <a:pt x="1128" y="1596"/>
                </a:lnTo>
                <a:cubicBezTo>
                  <a:pt x="1129" y="1595"/>
                  <a:pt x="1131" y="1594"/>
                  <a:pt x="1133" y="1593"/>
                </a:cubicBezTo>
                <a:lnTo>
                  <a:pt x="1133" y="1593"/>
                </a:lnTo>
                <a:lnTo>
                  <a:pt x="1133" y="1592"/>
                </a:lnTo>
                <a:lnTo>
                  <a:pt x="1133" y="1592"/>
                </a:lnTo>
                <a:cubicBezTo>
                  <a:pt x="1134" y="1591"/>
                  <a:pt x="1134" y="1591"/>
                  <a:pt x="1134" y="1591"/>
                </a:cubicBezTo>
                <a:lnTo>
                  <a:pt x="1134" y="1591"/>
                </a:lnTo>
                <a:cubicBezTo>
                  <a:pt x="1135" y="1590"/>
                  <a:pt x="1136" y="1589"/>
                  <a:pt x="1136" y="1589"/>
                </a:cubicBezTo>
                <a:lnTo>
                  <a:pt x="1136" y="1589"/>
                </a:lnTo>
                <a:cubicBezTo>
                  <a:pt x="1138" y="1588"/>
                  <a:pt x="1139" y="1587"/>
                  <a:pt x="1140" y="1585"/>
                </a:cubicBezTo>
                <a:lnTo>
                  <a:pt x="1431" y="1256"/>
                </a:lnTo>
                <a:lnTo>
                  <a:pt x="1431" y="1256"/>
                </a:lnTo>
                <a:cubicBezTo>
                  <a:pt x="1429" y="1257"/>
                  <a:pt x="1427" y="1259"/>
                  <a:pt x="1426" y="1261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F034729B-A986-5843-B532-DE12B7160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830" y="7062879"/>
            <a:ext cx="1984568" cy="1709200"/>
          </a:xfrm>
          <a:custGeom>
            <a:avLst/>
            <a:gdLst>
              <a:gd name="connsiteX0" fmla="*/ 633112 w 1984568"/>
              <a:gd name="connsiteY0" fmla="*/ 2103 h 1709200"/>
              <a:gd name="connsiteX1" fmla="*/ 725309 w 1984568"/>
              <a:gd name="connsiteY1" fmla="*/ 5839 h 1709200"/>
              <a:gd name="connsiteX2" fmla="*/ 1814241 w 1984568"/>
              <a:gd name="connsiteY2" fmla="*/ 252452 h 1709200"/>
              <a:gd name="connsiteX3" fmla="*/ 1898963 w 1984568"/>
              <a:gd name="connsiteY3" fmla="*/ 289817 h 1709200"/>
              <a:gd name="connsiteX4" fmla="*/ 1957521 w 1984568"/>
              <a:gd name="connsiteY4" fmla="*/ 350847 h 1709200"/>
              <a:gd name="connsiteX5" fmla="*/ 1983685 w 1984568"/>
              <a:gd name="connsiteY5" fmla="*/ 426824 h 1709200"/>
              <a:gd name="connsiteX6" fmla="*/ 1972472 w 1984568"/>
              <a:gd name="connsiteY6" fmla="*/ 511519 h 1709200"/>
              <a:gd name="connsiteX7" fmla="*/ 1604927 w 1984568"/>
              <a:gd name="connsiteY7" fmla="*/ 1540315 h 1709200"/>
              <a:gd name="connsiteX8" fmla="*/ 1555090 w 1984568"/>
              <a:gd name="connsiteY8" fmla="*/ 1621273 h 1709200"/>
              <a:gd name="connsiteX9" fmla="*/ 1477843 w 1984568"/>
              <a:gd name="connsiteY9" fmla="*/ 1679813 h 1709200"/>
              <a:gd name="connsiteX10" fmla="*/ 1384399 w 1984568"/>
              <a:gd name="connsiteY10" fmla="*/ 1707214 h 1709200"/>
              <a:gd name="connsiteX11" fmla="*/ 1284726 w 1984568"/>
              <a:gd name="connsiteY11" fmla="*/ 1700986 h 1709200"/>
              <a:gd name="connsiteX12" fmla="*/ 157172 w 1984568"/>
              <a:gd name="connsiteY12" fmla="*/ 1412027 h 1709200"/>
              <a:gd name="connsiteX13" fmla="*/ 74941 w 1984568"/>
              <a:gd name="connsiteY13" fmla="*/ 1372170 h 1709200"/>
              <a:gd name="connsiteX14" fmla="*/ 21367 w 1984568"/>
              <a:gd name="connsiteY14" fmla="*/ 1307403 h 1709200"/>
              <a:gd name="connsiteX15" fmla="*/ 186 w 1984568"/>
              <a:gd name="connsiteY15" fmla="*/ 1227690 h 1709200"/>
              <a:gd name="connsiteX16" fmla="*/ 16383 w 1984568"/>
              <a:gd name="connsiteY16" fmla="*/ 1140504 h 1709200"/>
              <a:gd name="connsiteX17" fmla="*/ 422552 w 1984568"/>
              <a:gd name="connsiteY17" fmla="*/ 154056 h 1709200"/>
              <a:gd name="connsiteX18" fmla="*/ 472389 w 1984568"/>
              <a:gd name="connsiteY18" fmla="*/ 80570 h 1709200"/>
              <a:gd name="connsiteX19" fmla="*/ 545897 w 1984568"/>
              <a:gd name="connsiteY19" fmla="*/ 28259 h 1709200"/>
              <a:gd name="connsiteX20" fmla="*/ 633112 w 1984568"/>
              <a:gd name="connsiteY20" fmla="*/ 2103 h 170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984568" h="1709200">
                <a:moveTo>
                  <a:pt x="633112" y="2103"/>
                </a:moveTo>
                <a:cubicBezTo>
                  <a:pt x="663014" y="-1634"/>
                  <a:pt x="694162" y="-388"/>
                  <a:pt x="725309" y="5839"/>
                </a:cubicBezTo>
                <a:lnTo>
                  <a:pt x="1814241" y="252452"/>
                </a:lnTo>
                <a:cubicBezTo>
                  <a:pt x="1846634" y="259925"/>
                  <a:pt x="1875290" y="272380"/>
                  <a:pt x="1898963" y="289817"/>
                </a:cubicBezTo>
                <a:cubicBezTo>
                  <a:pt x="1922635" y="306009"/>
                  <a:pt x="1942570" y="327182"/>
                  <a:pt x="1957521" y="350847"/>
                </a:cubicBezTo>
                <a:cubicBezTo>
                  <a:pt x="1971226" y="374512"/>
                  <a:pt x="1981193" y="400668"/>
                  <a:pt x="1983685" y="426824"/>
                </a:cubicBezTo>
                <a:cubicBezTo>
                  <a:pt x="1986177" y="454225"/>
                  <a:pt x="1983685" y="482872"/>
                  <a:pt x="1972472" y="511519"/>
                </a:cubicBezTo>
                <a:lnTo>
                  <a:pt x="1604927" y="1540315"/>
                </a:lnTo>
                <a:cubicBezTo>
                  <a:pt x="1593713" y="1570207"/>
                  <a:pt x="1577516" y="1597609"/>
                  <a:pt x="1555090" y="1621273"/>
                </a:cubicBezTo>
                <a:cubicBezTo>
                  <a:pt x="1533909" y="1644938"/>
                  <a:pt x="1506499" y="1664866"/>
                  <a:pt x="1477843" y="1679813"/>
                </a:cubicBezTo>
                <a:cubicBezTo>
                  <a:pt x="1449187" y="1693513"/>
                  <a:pt x="1416793" y="1703477"/>
                  <a:pt x="1384399" y="1707214"/>
                </a:cubicBezTo>
                <a:cubicBezTo>
                  <a:pt x="1350760" y="1710951"/>
                  <a:pt x="1317120" y="1709705"/>
                  <a:pt x="1284726" y="1700986"/>
                </a:cubicBezTo>
                <a:lnTo>
                  <a:pt x="157172" y="1412027"/>
                </a:lnTo>
                <a:cubicBezTo>
                  <a:pt x="124778" y="1403308"/>
                  <a:pt x="97368" y="1389607"/>
                  <a:pt x="74941" y="1372170"/>
                </a:cubicBezTo>
                <a:cubicBezTo>
                  <a:pt x="51269" y="1354733"/>
                  <a:pt x="33826" y="1332314"/>
                  <a:pt x="21367" y="1307403"/>
                </a:cubicBezTo>
                <a:cubicBezTo>
                  <a:pt x="7662" y="1283739"/>
                  <a:pt x="1432" y="1256337"/>
                  <a:pt x="186" y="1227690"/>
                </a:cubicBezTo>
                <a:cubicBezTo>
                  <a:pt x="-1060" y="1199044"/>
                  <a:pt x="3924" y="1170397"/>
                  <a:pt x="16383" y="1140504"/>
                </a:cubicBezTo>
                <a:lnTo>
                  <a:pt x="422552" y="154056"/>
                </a:lnTo>
                <a:cubicBezTo>
                  <a:pt x="433765" y="126654"/>
                  <a:pt x="451208" y="101744"/>
                  <a:pt x="472389" y="80570"/>
                </a:cubicBezTo>
                <a:cubicBezTo>
                  <a:pt x="492323" y="59397"/>
                  <a:pt x="518487" y="41959"/>
                  <a:pt x="545897" y="28259"/>
                </a:cubicBezTo>
                <a:cubicBezTo>
                  <a:pt x="572062" y="15803"/>
                  <a:pt x="601964" y="5839"/>
                  <a:pt x="633112" y="210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6" name="Freeform 93">
            <a:extLst>
              <a:ext uri="{FF2B5EF4-FFF2-40B4-BE49-F238E27FC236}">
                <a16:creationId xmlns:a16="http://schemas.microsoft.com/office/drawing/2014/main" id="{6C3E5763-4ABF-A04B-A339-715A35EB2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549" y="7583083"/>
            <a:ext cx="856915" cy="554799"/>
          </a:xfrm>
          <a:custGeom>
            <a:avLst/>
            <a:gdLst>
              <a:gd name="T0" fmla="*/ 556 w 690"/>
              <a:gd name="T1" fmla="*/ 72 h 446"/>
              <a:gd name="T2" fmla="*/ 577 w 690"/>
              <a:gd name="T3" fmla="*/ 84 h 446"/>
              <a:gd name="T4" fmla="*/ 605 w 690"/>
              <a:gd name="T5" fmla="*/ 117 h 446"/>
              <a:gd name="T6" fmla="*/ 627 w 690"/>
              <a:gd name="T7" fmla="*/ 117 h 446"/>
              <a:gd name="T8" fmla="*/ 668 w 690"/>
              <a:gd name="T9" fmla="*/ 113 h 446"/>
              <a:gd name="T10" fmla="*/ 689 w 690"/>
              <a:gd name="T11" fmla="*/ 109 h 446"/>
              <a:gd name="T12" fmla="*/ 657 w 690"/>
              <a:gd name="T13" fmla="*/ 138 h 446"/>
              <a:gd name="T14" fmla="*/ 637 w 690"/>
              <a:gd name="T15" fmla="*/ 147 h 446"/>
              <a:gd name="T16" fmla="*/ 634 w 690"/>
              <a:gd name="T17" fmla="*/ 157 h 446"/>
              <a:gd name="T18" fmla="*/ 652 w 690"/>
              <a:gd name="T19" fmla="*/ 157 h 446"/>
              <a:gd name="T20" fmla="*/ 689 w 690"/>
              <a:gd name="T21" fmla="*/ 154 h 446"/>
              <a:gd name="T22" fmla="*/ 671 w 690"/>
              <a:gd name="T23" fmla="*/ 166 h 446"/>
              <a:gd name="T24" fmla="*/ 632 w 690"/>
              <a:gd name="T25" fmla="*/ 187 h 446"/>
              <a:gd name="T26" fmla="*/ 610 w 690"/>
              <a:gd name="T27" fmla="*/ 194 h 446"/>
              <a:gd name="T28" fmla="*/ 609 w 690"/>
              <a:gd name="T29" fmla="*/ 202 h 446"/>
              <a:gd name="T30" fmla="*/ 607 w 690"/>
              <a:gd name="T31" fmla="*/ 205 h 446"/>
              <a:gd name="T32" fmla="*/ 544 w 690"/>
              <a:gd name="T33" fmla="*/ 309 h 446"/>
              <a:gd name="T34" fmla="*/ 443 w 690"/>
              <a:gd name="T35" fmla="*/ 392 h 446"/>
              <a:gd name="T36" fmla="*/ 158 w 690"/>
              <a:gd name="T37" fmla="*/ 430 h 446"/>
              <a:gd name="T38" fmla="*/ 111 w 690"/>
              <a:gd name="T39" fmla="*/ 415 h 446"/>
              <a:gd name="T40" fmla="*/ 32 w 690"/>
              <a:gd name="T41" fmla="*/ 369 h 446"/>
              <a:gd name="T42" fmla="*/ 0 w 690"/>
              <a:gd name="T43" fmla="*/ 339 h 446"/>
              <a:gd name="T44" fmla="*/ 13 w 690"/>
              <a:gd name="T45" fmla="*/ 343 h 446"/>
              <a:gd name="T46" fmla="*/ 20 w 690"/>
              <a:gd name="T47" fmla="*/ 345 h 446"/>
              <a:gd name="T48" fmla="*/ 68 w 690"/>
              <a:gd name="T49" fmla="*/ 353 h 446"/>
              <a:gd name="T50" fmla="*/ 109 w 690"/>
              <a:gd name="T51" fmla="*/ 354 h 446"/>
              <a:gd name="T52" fmla="*/ 188 w 690"/>
              <a:gd name="T53" fmla="*/ 336 h 446"/>
              <a:gd name="T54" fmla="*/ 154 w 690"/>
              <a:gd name="T55" fmla="*/ 322 h 446"/>
              <a:gd name="T56" fmla="*/ 114 w 690"/>
              <a:gd name="T57" fmla="*/ 270 h 446"/>
              <a:gd name="T58" fmla="*/ 110 w 690"/>
              <a:gd name="T59" fmla="*/ 237 h 446"/>
              <a:gd name="T60" fmla="*/ 119 w 690"/>
              <a:gd name="T61" fmla="*/ 241 h 446"/>
              <a:gd name="T62" fmla="*/ 125 w 690"/>
              <a:gd name="T63" fmla="*/ 243 h 446"/>
              <a:gd name="T64" fmla="*/ 138 w 690"/>
              <a:gd name="T65" fmla="*/ 246 h 446"/>
              <a:gd name="T66" fmla="*/ 146 w 690"/>
              <a:gd name="T67" fmla="*/ 247 h 446"/>
              <a:gd name="T68" fmla="*/ 162 w 690"/>
              <a:gd name="T69" fmla="*/ 248 h 446"/>
              <a:gd name="T70" fmla="*/ 130 w 690"/>
              <a:gd name="T71" fmla="*/ 226 h 446"/>
              <a:gd name="T72" fmla="*/ 103 w 690"/>
              <a:gd name="T73" fmla="*/ 161 h 446"/>
              <a:gd name="T74" fmla="*/ 110 w 690"/>
              <a:gd name="T75" fmla="*/ 123 h 446"/>
              <a:gd name="T76" fmla="*/ 131 w 690"/>
              <a:gd name="T77" fmla="*/ 137 h 446"/>
              <a:gd name="T78" fmla="*/ 144 w 690"/>
              <a:gd name="T79" fmla="*/ 142 h 446"/>
              <a:gd name="T80" fmla="*/ 143 w 690"/>
              <a:gd name="T81" fmla="*/ 126 h 446"/>
              <a:gd name="T82" fmla="*/ 135 w 690"/>
              <a:gd name="T83" fmla="*/ 101 h 446"/>
              <a:gd name="T84" fmla="*/ 141 w 690"/>
              <a:gd name="T85" fmla="*/ 48 h 446"/>
              <a:gd name="T86" fmla="*/ 147 w 690"/>
              <a:gd name="T87" fmla="*/ 35 h 446"/>
              <a:gd name="T88" fmla="*/ 166 w 690"/>
              <a:gd name="T89" fmla="*/ 10 h 446"/>
              <a:gd name="T90" fmla="*/ 177 w 690"/>
              <a:gd name="T91" fmla="*/ 0 h 446"/>
              <a:gd name="T92" fmla="*/ 250 w 690"/>
              <a:gd name="T93" fmla="*/ 101 h 446"/>
              <a:gd name="T94" fmla="*/ 305 w 690"/>
              <a:gd name="T95" fmla="*/ 138 h 446"/>
              <a:gd name="T96" fmla="*/ 372 w 690"/>
              <a:gd name="T97" fmla="*/ 159 h 446"/>
              <a:gd name="T98" fmla="*/ 374 w 690"/>
              <a:gd name="T99" fmla="*/ 153 h 446"/>
              <a:gd name="T100" fmla="*/ 377 w 690"/>
              <a:gd name="T101" fmla="*/ 141 h 446"/>
              <a:gd name="T102" fmla="*/ 402 w 690"/>
              <a:gd name="T103" fmla="*/ 102 h 446"/>
              <a:gd name="T104" fmla="*/ 485 w 690"/>
              <a:gd name="T105" fmla="*/ 61 h 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690" h="446">
                <a:moveTo>
                  <a:pt x="533" y="64"/>
                </a:moveTo>
                <a:lnTo>
                  <a:pt x="533" y="64"/>
                </a:lnTo>
                <a:cubicBezTo>
                  <a:pt x="541" y="65"/>
                  <a:pt x="549" y="69"/>
                  <a:pt x="556" y="72"/>
                </a:cubicBezTo>
                <a:lnTo>
                  <a:pt x="556" y="72"/>
                </a:lnTo>
                <a:cubicBezTo>
                  <a:pt x="564" y="75"/>
                  <a:pt x="571" y="79"/>
                  <a:pt x="577" y="84"/>
                </a:cubicBezTo>
                <a:lnTo>
                  <a:pt x="577" y="84"/>
                </a:lnTo>
                <a:cubicBezTo>
                  <a:pt x="583" y="88"/>
                  <a:pt x="588" y="93"/>
                  <a:pt x="593" y="99"/>
                </a:cubicBezTo>
                <a:lnTo>
                  <a:pt x="593" y="99"/>
                </a:lnTo>
                <a:cubicBezTo>
                  <a:pt x="598" y="105"/>
                  <a:pt x="602" y="110"/>
                  <a:pt x="605" y="117"/>
                </a:cubicBezTo>
                <a:lnTo>
                  <a:pt x="605" y="117"/>
                </a:lnTo>
                <a:cubicBezTo>
                  <a:pt x="613" y="117"/>
                  <a:pt x="619" y="117"/>
                  <a:pt x="627" y="117"/>
                </a:cubicBezTo>
                <a:lnTo>
                  <a:pt x="627" y="117"/>
                </a:lnTo>
                <a:cubicBezTo>
                  <a:pt x="634" y="117"/>
                  <a:pt x="641" y="116"/>
                  <a:pt x="648" y="116"/>
                </a:cubicBezTo>
                <a:lnTo>
                  <a:pt x="648" y="116"/>
                </a:lnTo>
                <a:cubicBezTo>
                  <a:pt x="655" y="115"/>
                  <a:pt x="662" y="114"/>
                  <a:pt x="668" y="113"/>
                </a:cubicBezTo>
                <a:lnTo>
                  <a:pt x="668" y="113"/>
                </a:lnTo>
                <a:cubicBezTo>
                  <a:pt x="676" y="112"/>
                  <a:pt x="682" y="111"/>
                  <a:pt x="689" y="109"/>
                </a:cubicBezTo>
                <a:lnTo>
                  <a:pt x="689" y="109"/>
                </a:lnTo>
                <a:cubicBezTo>
                  <a:pt x="684" y="114"/>
                  <a:pt x="679" y="120"/>
                  <a:pt x="674" y="124"/>
                </a:cubicBezTo>
                <a:lnTo>
                  <a:pt x="674" y="124"/>
                </a:lnTo>
                <a:cubicBezTo>
                  <a:pt x="669" y="129"/>
                  <a:pt x="663" y="133"/>
                  <a:pt x="657" y="138"/>
                </a:cubicBezTo>
                <a:lnTo>
                  <a:pt x="657" y="138"/>
                </a:lnTo>
                <a:cubicBezTo>
                  <a:pt x="651" y="141"/>
                  <a:pt x="644" y="145"/>
                  <a:pt x="637" y="147"/>
                </a:cubicBezTo>
                <a:lnTo>
                  <a:pt x="637" y="147"/>
                </a:lnTo>
                <a:cubicBezTo>
                  <a:pt x="630" y="151"/>
                  <a:pt x="623" y="153"/>
                  <a:pt x="616" y="155"/>
                </a:cubicBezTo>
                <a:lnTo>
                  <a:pt x="616" y="155"/>
                </a:lnTo>
                <a:cubicBezTo>
                  <a:pt x="622" y="155"/>
                  <a:pt x="628" y="156"/>
                  <a:pt x="634" y="157"/>
                </a:cubicBezTo>
                <a:lnTo>
                  <a:pt x="634" y="157"/>
                </a:lnTo>
                <a:cubicBezTo>
                  <a:pt x="640" y="157"/>
                  <a:pt x="646" y="157"/>
                  <a:pt x="652" y="157"/>
                </a:cubicBezTo>
                <a:lnTo>
                  <a:pt x="652" y="157"/>
                </a:lnTo>
                <a:cubicBezTo>
                  <a:pt x="658" y="157"/>
                  <a:pt x="665" y="157"/>
                  <a:pt x="671" y="156"/>
                </a:cubicBezTo>
                <a:lnTo>
                  <a:pt x="671" y="156"/>
                </a:lnTo>
                <a:cubicBezTo>
                  <a:pt x="677" y="155"/>
                  <a:pt x="683" y="155"/>
                  <a:pt x="689" y="154"/>
                </a:cubicBezTo>
                <a:lnTo>
                  <a:pt x="689" y="154"/>
                </a:lnTo>
                <a:cubicBezTo>
                  <a:pt x="683" y="158"/>
                  <a:pt x="678" y="163"/>
                  <a:pt x="671" y="166"/>
                </a:cubicBezTo>
                <a:lnTo>
                  <a:pt x="671" y="166"/>
                </a:lnTo>
                <a:cubicBezTo>
                  <a:pt x="665" y="170"/>
                  <a:pt x="658" y="174"/>
                  <a:pt x="652" y="177"/>
                </a:cubicBezTo>
                <a:lnTo>
                  <a:pt x="652" y="177"/>
                </a:lnTo>
                <a:cubicBezTo>
                  <a:pt x="645" y="180"/>
                  <a:pt x="639" y="184"/>
                  <a:pt x="632" y="187"/>
                </a:cubicBezTo>
                <a:lnTo>
                  <a:pt x="632" y="187"/>
                </a:lnTo>
                <a:cubicBezTo>
                  <a:pt x="624" y="190"/>
                  <a:pt x="618" y="192"/>
                  <a:pt x="610" y="194"/>
                </a:cubicBezTo>
                <a:lnTo>
                  <a:pt x="610" y="194"/>
                </a:lnTo>
                <a:cubicBezTo>
                  <a:pt x="610" y="196"/>
                  <a:pt x="610" y="197"/>
                  <a:pt x="609" y="198"/>
                </a:cubicBezTo>
                <a:lnTo>
                  <a:pt x="609" y="198"/>
                </a:lnTo>
                <a:cubicBezTo>
                  <a:pt x="609" y="199"/>
                  <a:pt x="609" y="201"/>
                  <a:pt x="609" y="202"/>
                </a:cubicBezTo>
                <a:lnTo>
                  <a:pt x="609" y="202"/>
                </a:lnTo>
                <a:cubicBezTo>
                  <a:pt x="608" y="203"/>
                  <a:pt x="607" y="204"/>
                  <a:pt x="607" y="205"/>
                </a:cubicBezTo>
                <a:lnTo>
                  <a:pt x="607" y="205"/>
                </a:lnTo>
                <a:cubicBezTo>
                  <a:pt x="607" y="206"/>
                  <a:pt x="606" y="207"/>
                  <a:pt x="606" y="209"/>
                </a:cubicBezTo>
                <a:lnTo>
                  <a:pt x="606" y="209"/>
                </a:lnTo>
                <a:cubicBezTo>
                  <a:pt x="593" y="243"/>
                  <a:pt x="572" y="278"/>
                  <a:pt x="544" y="309"/>
                </a:cubicBezTo>
                <a:lnTo>
                  <a:pt x="544" y="309"/>
                </a:lnTo>
                <a:cubicBezTo>
                  <a:pt x="517" y="341"/>
                  <a:pt x="483" y="369"/>
                  <a:pt x="443" y="392"/>
                </a:cubicBezTo>
                <a:lnTo>
                  <a:pt x="443" y="392"/>
                </a:lnTo>
                <a:cubicBezTo>
                  <a:pt x="404" y="414"/>
                  <a:pt x="359" y="430"/>
                  <a:pt x="311" y="437"/>
                </a:cubicBezTo>
                <a:lnTo>
                  <a:pt x="311" y="437"/>
                </a:lnTo>
                <a:cubicBezTo>
                  <a:pt x="264" y="445"/>
                  <a:pt x="212" y="444"/>
                  <a:pt x="158" y="430"/>
                </a:cubicBezTo>
                <a:lnTo>
                  <a:pt x="158" y="430"/>
                </a:lnTo>
                <a:cubicBezTo>
                  <a:pt x="142" y="426"/>
                  <a:pt x="127" y="421"/>
                  <a:pt x="111" y="415"/>
                </a:cubicBezTo>
                <a:lnTo>
                  <a:pt x="111" y="415"/>
                </a:lnTo>
                <a:cubicBezTo>
                  <a:pt x="97" y="409"/>
                  <a:pt x="83" y="402"/>
                  <a:pt x="69" y="394"/>
                </a:cubicBezTo>
                <a:lnTo>
                  <a:pt x="69" y="394"/>
                </a:lnTo>
                <a:cubicBezTo>
                  <a:pt x="56" y="387"/>
                  <a:pt x="43" y="378"/>
                  <a:pt x="32" y="369"/>
                </a:cubicBezTo>
                <a:lnTo>
                  <a:pt x="32" y="369"/>
                </a:lnTo>
                <a:cubicBezTo>
                  <a:pt x="20" y="360"/>
                  <a:pt x="10" y="349"/>
                  <a:pt x="0" y="339"/>
                </a:cubicBezTo>
                <a:lnTo>
                  <a:pt x="0" y="339"/>
                </a:lnTo>
                <a:cubicBezTo>
                  <a:pt x="2" y="340"/>
                  <a:pt x="4" y="340"/>
                  <a:pt x="7" y="341"/>
                </a:cubicBezTo>
                <a:lnTo>
                  <a:pt x="7" y="341"/>
                </a:lnTo>
                <a:cubicBezTo>
                  <a:pt x="9" y="342"/>
                  <a:pt x="11" y="342"/>
                  <a:pt x="13" y="343"/>
                </a:cubicBezTo>
                <a:lnTo>
                  <a:pt x="13" y="343"/>
                </a:lnTo>
                <a:cubicBezTo>
                  <a:pt x="15" y="344"/>
                  <a:pt x="18" y="344"/>
                  <a:pt x="20" y="345"/>
                </a:cubicBezTo>
                <a:lnTo>
                  <a:pt x="20" y="345"/>
                </a:lnTo>
                <a:cubicBezTo>
                  <a:pt x="22" y="346"/>
                  <a:pt x="25" y="346"/>
                  <a:pt x="27" y="347"/>
                </a:cubicBezTo>
                <a:lnTo>
                  <a:pt x="27" y="347"/>
                </a:lnTo>
                <a:cubicBezTo>
                  <a:pt x="40" y="350"/>
                  <a:pt x="54" y="352"/>
                  <a:pt x="68" y="353"/>
                </a:cubicBezTo>
                <a:lnTo>
                  <a:pt x="68" y="353"/>
                </a:lnTo>
                <a:cubicBezTo>
                  <a:pt x="81" y="355"/>
                  <a:pt x="95" y="355"/>
                  <a:pt x="109" y="354"/>
                </a:cubicBezTo>
                <a:lnTo>
                  <a:pt x="109" y="354"/>
                </a:lnTo>
                <a:cubicBezTo>
                  <a:pt x="122" y="353"/>
                  <a:pt x="136" y="351"/>
                  <a:pt x="149" y="348"/>
                </a:cubicBezTo>
                <a:lnTo>
                  <a:pt x="149" y="348"/>
                </a:lnTo>
                <a:cubicBezTo>
                  <a:pt x="163" y="345"/>
                  <a:pt x="175" y="341"/>
                  <a:pt x="188" y="336"/>
                </a:cubicBezTo>
                <a:lnTo>
                  <a:pt x="188" y="336"/>
                </a:lnTo>
                <a:cubicBezTo>
                  <a:pt x="175" y="333"/>
                  <a:pt x="164" y="329"/>
                  <a:pt x="154" y="322"/>
                </a:cubicBezTo>
                <a:lnTo>
                  <a:pt x="154" y="322"/>
                </a:lnTo>
                <a:cubicBezTo>
                  <a:pt x="144" y="316"/>
                  <a:pt x="136" y="308"/>
                  <a:pt x="129" y="299"/>
                </a:cubicBezTo>
                <a:lnTo>
                  <a:pt x="129" y="299"/>
                </a:lnTo>
                <a:cubicBezTo>
                  <a:pt x="122" y="290"/>
                  <a:pt x="117" y="280"/>
                  <a:pt x="114" y="270"/>
                </a:cubicBezTo>
                <a:lnTo>
                  <a:pt x="114" y="270"/>
                </a:lnTo>
                <a:cubicBezTo>
                  <a:pt x="110" y="259"/>
                  <a:pt x="109" y="248"/>
                  <a:pt x="110" y="237"/>
                </a:cubicBezTo>
                <a:lnTo>
                  <a:pt x="110" y="237"/>
                </a:lnTo>
                <a:cubicBezTo>
                  <a:pt x="111" y="238"/>
                  <a:pt x="112" y="239"/>
                  <a:pt x="114" y="239"/>
                </a:cubicBezTo>
                <a:lnTo>
                  <a:pt x="114" y="239"/>
                </a:lnTo>
                <a:cubicBezTo>
                  <a:pt x="116" y="240"/>
                  <a:pt x="117" y="240"/>
                  <a:pt x="119" y="241"/>
                </a:cubicBezTo>
                <a:lnTo>
                  <a:pt x="119" y="241"/>
                </a:lnTo>
                <a:cubicBezTo>
                  <a:pt x="121" y="242"/>
                  <a:pt x="123" y="242"/>
                  <a:pt x="125" y="243"/>
                </a:cubicBezTo>
                <a:lnTo>
                  <a:pt x="125" y="243"/>
                </a:lnTo>
                <a:cubicBezTo>
                  <a:pt x="127" y="243"/>
                  <a:pt x="128" y="244"/>
                  <a:pt x="130" y="244"/>
                </a:cubicBezTo>
                <a:lnTo>
                  <a:pt x="130" y="244"/>
                </a:lnTo>
                <a:cubicBezTo>
                  <a:pt x="133" y="245"/>
                  <a:pt x="135" y="245"/>
                  <a:pt x="138" y="246"/>
                </a:cubicBezTo>
                <a:lnTo>
                  <a:pt x="138" y="246"/>
                </a:lnTo>
                <a:cubicBezTo>
                  <a:pt x="141" y="246"/>
                  <a:pt x="143" y="246"/>
                  <a:pt x="146" y="247"/>
                </a:cubicBezTo>
                <a:lnTo>
                  <a:pt x="146" y="247"/>
                </a:lnTo>
                <a:cubicBezTo>
                  <a:pt x="149" y="247"/>
                  <a:pt x="151" y="248"/>
                  <a:pt x="154" y="248"/>
                </a:cubicBezTo>
                <a:lnTo>
                  <a:pt x="154" y="248"/>
                </a:lnTo>
                <a:cubicBezTo>
                  <a:pt x="157" y="248"/>
                  <a:pt x="159" y="248"/>
                  <a:pt x="162" y="248"/>
                </a:cubicBezTo>
                <a:lnTo>
                  <a:pt x="162" y="248"/>
                </a:lnTo>
                <a:cubicBezTo>
                  <a:pt x="150" y="242"/>
                  <a:pt x="139" y="235"/>
                  <a:pt x="130" y="226"/>
                </a:cubicBezTo>
                <a:lnTo>
                  <a:pt x="130" y="226"/>
                </a:lnTo>
                <a:cubicBezTo>
                  <a:pt x="122" y="217"/>
                  <a:pt x="115" y="207"/>
                  <a:pt x="110" y="196"/>
                </a:cubicBezTo>
                <a:lnTo>
                  <a:pt x="110" y="196"/>
                </a:lnTo>
                <a:cubicBezTo>
                  <a:pt x="106" y="185"/>
                  <a:pt x="103" y="173"/>
                  <a:pt x="103" y="161"/>
                </a:cubicBezTo>
                <a:lnTo>
                  <a:pt x="103" y="161"/>
                </a:lnTo>
                <a:cubicBezTo>
                  <a:pt x="103" y="149"/>
                  <a:pt x="105" y="136"/>
                  <a:pt x="110" y="123"/>
                </a:cubicBezTo>
                <a:lnTo>
                  <a:pt x="110" y="123"/>
                </a:lnTo>
                <a:cubicBezTo>
                  <a:pt x="113" y="125"/>
                  <a:pt x="117" y="128"/>
                  <a:pt x="120" y="130"/>
                </a:cubicBezTo>
                <a:lnTo>
                  <a:pt x="120" y="130"/>
                </a:lnTo>
                <a:cubicBezTo>
                  <a:pt x="124" y="133"/>
                  <a:pt x="128" y="135"/>
                  <a:pt x="131" y="137"/>
                </a:cubicBezTo>
                <a:lnTo>
                  <a:pt x="131" y="137"/>
                </a:lnTo>
                <a:cubicBezTo>
                  <a:pt x="136" y="139"/>
                  <a:pt x="140" y="141"/>
                  <a:pt x="144" y="142"/>
                </a:cubicBezTo>
                <a:lnTo>
                  <a:pt x="144" y="142"/>
                </a:lnTo>
                <a:cubicBezTo>
                  <a:pt x="149" y="144"/>
                  <a:pt x="153" y="146"/>
                  <a:pt x="158" y="147"/>
                </a:cubicBezTo>
                <a:lnTo>
                  <a:pt x="158" y="147"/>
                </a:lnTo>
                <a:cubicBezTo>
                  <a:pt x="152" y="141"/>
                  <a:pt x="147" y="133"/>
                  <a:pt x="143" y="126"/>
                </a:cubicBezTo>
                <a:lnTo>
                  <a:pt x="143" y="126"/>
                </a:lnTo>
                <a:cubicBezTo>
                  <a:pt x="139" y="118"/>
                  <a:pt x="136" y="110"/>
                  <a:pt x="135" y="101"/>
                </a:cubicBezTo>
                <a:lnTo>
                  <a:pt x="135" y="101"/>
                </a:lnTo>
                <a:cubicBezTo>
                  <a:pt x="133" y="93"/>
                  <a:pt x="133" y="84"/>
                  <a:pt x="134" y="75"/>
                </a:cubicBezTo>
                <a:lnTo>
                  <a:pt x="134" y="75"/>
                </a:lnTo>
                <a:cubicBezTo>
                  <a:pt x="135" y="67"/>
                  <a:pt x="137" y="58"/>
                  <a:pt x="141" y="48"/>
                </a:cubicBezTo>
                <a:lnTo>
                  <a:pt x="141" y="48"/>
                </a:lnTo>
                <a:cubicBezTo>
                  <a:pt x="142" y="44"/>
                  <a:pt x="145" y="39"/>
                  <a:pt x="147" y="35"/>
                </a:cubicBezTo>
                <a:lnTo>
                  <a:pt x="147" y="35"/>
                </a:lnTo>
                <a:cubicBezTo>
                  <a:pt x="150" y="31"/>
                  <a:pt x="152" y="26"/>
                  <a:pt x="155" y="22"/>
                </a:cubicBezTo>
                <a:lnTo>
                  <a:pt x="155" y="22"/>
                </a:lnTo>
                <a:cubicBezTo>
                  <a:pt x="158" y="18"/>
                  <a:pt x="162" y="14"/>
                  <a:pt x="166" y="10"/>
                </a:cubicBezTo>
                <a:lnTo>
                  <a:pt x="166" y="10"/>
                </a:lnTo>
                <a:cubicBezTo>
                  <a:pt x="169" y="7"/>
                  <a:pt x="173" y="4"/>
                  <a:pt x="177" y="0"/>
                </a:cubicBezTo>
                <a:lnTo>
                  <a:pt x="177" y="0"/>
                </a:lnTo>
                <a:cubicBezTo>
                  <a:pt x="185" y="19"/>
                  <a:pt x="195" y="37"/>
                  <a:pt x="207" y="54"/>
                </a:cubicBezTo>
                <a:lnTo>
                  <a:pt x="207" y="54"/>
                </a:lnTo>
                <a:cubicBezTo>
                  <a:pt x="220" y="71"/>
                  <a:pt x="233" y="87"/>
                  <a:pt x="250" y="101"/>
                </a:cubicBezTo>
                <a:lnTo>
                  <a:pt x="250" y="101"/>
                </a:lnTo>
                <a:cubicBezTo>
                  <a:pt x="267" y="115"/>
                  <a:pt x="285" y="128"/>
                  <a:pt x="305" y="138"/>
                </a:cubicBezTo>
                <a:lnTo>
                  <a:pt x="305" y="138"/>
                </a:lnTo>
                <a:cubicBezTo>
                  <a:pt x="325" y="149"/>
                  <a:pt x="347" y="158"/>
                  <a:pt x="371" y="165"/>
                </a:cubicBezTo>
                <a:lnTo>
                  <a:pt x="371" y="165"/>
                </a:lnTo>
                <a:cubicBezTo>
                  <a:pt x="371" y="163"/>
                  <a:pt x="372" y="161"/>
                  <a:pt x="372" y="159"/>
                </a:cubicBezTo>
                <a:lnTo>
                  <a:pt x="372" y="159"/>
                </a:lnTo>
                <a:cubicBezTo>
                  <a:pt x="372" y="157"/>
                  <a:pt x="373" y="155"/>
                  <a:pt x="374" y="153"/>
                </a:cubicBezTo>
                <a:lnTo>
                  <a:pt x="374" y="153"/>
                </a:lnTo>
                <a:cubicBezTo>
                  <a:pt x="374" y="151"/>
                  <a:pt x="374" y="149"/>
                  <a:pt x="375" y="147"/>
                </a:cubicBezTo>
                <a:lnTo>
                  <a:pt x="375" y="147"/>
                </a:lnTo>
                <a:cubicBezTo>
                  <a:pt x="376" y="145"/>
                  <a:pt x="377" y="142"/>
                  <a:pt x="377" y="141"/>
                </a:cubicBezTo>
                <a:lnTo>
                  <a:pt x="377" y="141"/>
                </a:lnTo>
                <a:cubicBezTo>
                  <a:pt x="383" y="126"/>
                  <a:pt x="392" y="113"/>
                  <a:pt x="402" y="102"/>
                </a:cubicBezTo>
                <a:lnTo>
                  <a:pt x="402" y="102"/>
                </a:lnTo>
                <a:cubicBezTo>
                  <a:pt x="413" y="91"/>
                  <a:pt x="426" y="82"/>
                  <a:pt x="440" y="75"/>
                </a:cubicBezTo>
                <a:lnTo>
                  <a:pt x="440" y="75"/>
                </a:lnTo>
                <a:cubicBezTo>
                  <a:pt x="454" y="68"/>
                  <a:pt x="469" y="63"/>
                  <a:pt x="485" y="61"/>
                </a:cubicBezTo>
                <a:lnTo>
                  <a:pt x="485" y="61"/>
                </a:lnTo>
                <a:cubicBezTo>
                  <a:pt x="501" y="59"/>
                  <a:pt x="517" y="60"/>
                  <a:pt x="533" y="6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7" name="Freeform 94">
            <a:extLst>
              <a:ext uri="{FF2B5EF4-FFF2-40B4-BE49-F238E27FC236}">
                <a16:creationId xmlns:a16="http://schemas.microsoft.com/office/drawing/2014/main" id="{3DD17387-1476-404B-9295-CF427C031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4244" y="7478716"/>
            <a:ext cx="2026936" cy="1581997"/>
          </a:xfrm>
          <a:custGeom>
            <a:avLst/>
            <a:gdLst>
              <a:gd name="T0" fmla="*/ 1578 w 1625"/>
              <a:gd name="T1" fmla="*/ 0 h 1269"/>
              <a:gd name="T2" fmla="*/ 1579 w 1625"/>
              <a:gd name="T3" fmla="*/ 37 h 1269"/>
              <a:gd name="T4" fmla="*/ 1275 w 1625"/>
              <a:gd name="T5" fmla="*/ 902 h 1269"/>
              <a:gd name="T6" fmla="*/ 1266 w 1625"/>
              <a:gd name="T7" fmla="*/ 921 h 1269"/>
              <a:gd name="T8" fmla="*/ 1258 w 1625"/>
              <a:gd name="T9" fmla="*/ 938 h 1269"/>
              <a:gd name="T10" fmla="*/ 1247 w 1625"/>
              <a:gd name="T11" fmla="*/ 953 h 1269"/>
              <a:gd name="T12" fmla="*/ 1234 w 1625"/>
              <a:gd name="T13" fmla="*/ 968 h 1269"/>
              <a:gd name="T14" fmla="*/ 1221 w 1625"/>
              <a:gd name="T15" fmla="*/ 981 h 1269"/>
              <a:gd name="T16" fmla="*/ 1206 w 1625"/>
              <a:gd name="T17" fmla="*/ 994 h 1269"/>
              <a:gd name="T18" fmla="*/ 1190 w 1625"/>
              <a:gd name="T19" fmla="*/ 1005 h 1269"/>
              <a:gd name="T20" fmla="*/ 1172 w 1625"/>
              <a:gd name="T21" fmla="*/ 1014 h 1269"/>
              <a:gd name="T22" fmla="*/ 1155 w 1625"/>
              <a:gd name="T23" fmla="*/ 1022 h 1269"/>
              <a:gd name="T24" fmla="*/ 1136 w 1625"/>
              <a:gd name="T25" fmla="*/ 1028 h 1269"/>
              <a:gd name="T26" fmla="*/ 1116 w 1625"/>
              <a:gd name="T27" fmla="*/ 1033 h 1269"/>
              <a:gd name="T28" fmla="*/ 1097 w 1625"/>
              <a:gd name="T29" fmla="*/ 1036 h 1269"/>
              <a:gd name="T30" fmla="*/ 1076 w 1625"/>
              <a:gd name="T31" fmla="*/ 1038 h 1269"/>
              <a:gd name="T32" fmla="*/ 1057 w 1625"/>
              <a:gd name="T33" fmla="*/ 1038 h 1269"/>
              <a:gd name="T34" fmla="*/ 1035 w 1625"/>
              <a:gd name="T35" fmla="*/ 1035 h 1269"/>
              <a:gd name="T36" fmla="*/ 113 w 1625"/>
              <a:gd name="T37" fmla="*/ 799 h 1269"/>
              <a:gd name="T38" fmla="*/ 43 w 1625"/>
              <a:gd name="T39" fmla="*/ 764 h 1269"/>
              <a:gd name="T40" fmla="*/ 8 w 1625"/>
              <a:gd name="T41" fmla="*/ 723 h 1269"/>
              <a:gd name="T42" fmla="*/ 121 w 1625"/>
              <a:gd name="T43" fmla="*/ 974 h 1269"/>
              <a:gd name="T44" fmla="*/ 176 w 1625"/>
              <a:gd name="T45" fmla="*/ 1020 h 1269"/>
              <a:gd name="T46" fmla="*/ 1085 w 1625"/>
              <a:gd name="T47" fmla="*/ 1262 h 1269"/>
              <a:gd name="T48" fmla="*/ 1106 w 1625"/>
              <a:gd name="T49" fmla="*/ 1266 h 1269"/>
              <a:gd name="T50" fmla="*/ 1123 w 1625"/>
              <a:gd name="T51" fmla="*/ 1268 h 1269"/>
              <a:gd name="T52" fmla="*/ 1134 w 1625"/>
              <a:gd name="T53" fmla="*/ 1268 h 1269"/>
              <a:gd name="T54" fmla="*/ 1144 w 1625"/>
              <a:gd name="T55" fmla="*/ 1268 h 1269"/>
              <a:gd name="T56" fmla="*/ 1161 w 1625"/>
              <a:gd name="T57" fmla="*/ 1267 h 1269"/>
              <a:gd name="T58" fmla="*/ 1165 w 1625"/>
              <a:gd name="T59" fmla="*/ 1267 h 1269"/>
              <a:gd name="T60" fmla="*/ 1182 w 1625"/>
              <a:gd name="T61" fmla="*/ 1264 h 1269"/>
              <a:gd name="T62" fmla="*/ 1192 w 1625"/>
              <a:gd name="T63" fmla="*/ 1262 h 1269"/>
              <a:gd name="T64" fmla="*/ 1200 w 1625"/>
              <a:gd name="T65" fmla="*/ 1259 h 1269"/>
              <a:gd name="T66" fmla="*/ 1208 w 1625"/>
              <a:gd name="T67" fmla="*/ 1257 h 1269"/>
              <a:gd name="T68" fmla="*/ 1218 w 1625"/>
              <a:gd name="T69" fmla="*/ 1253 h 1269"/>
              <a:gd name="T70" fmla="*/ 1230 w 1625"/>
              <a:gd name="T71" fmla="*/ 1247 h 1269"/>
              <a:gd name="T72" fmla="*/ 1235 w 1625"/>
              <a:gd name="T73" fmla="*/ 1245 h 1269"/>
              <a:gd name="T74" fmla="*/ 1237 w 1625"/>
              <a:gd name="T75" fmla="*/ 1244 h 1269"/>
              <a:gd name="T76" fmla="*/ 1249 w 1625"/>
              <a:gd name="T77" fmla="*/ 1237 h 1269"/>
              <a:gd name="T78" fmla="*/ 1251 w 1625"/>
              <a:gd name="T79" fmla="*/ 1236 h 1269"/>
              <a:gd name="T80" fmla="*/ 1262 w 1625"/>
              <a:gd name="T81" fmla="*/ 1229 h 1269"/>
              <a:gd name="T82" fmla="*/ 1266 w 1625"/>
              <a:gd name="T83" fmla="*/ 1225 h 1269"/>
              <a:gd name="T84" fmla="*/ 1273 w 1625"/>
              <a:gd name="T85" fmla="*/ 1221 h 1269"/>
              <a:gd name="T86" fmla="*/ 1280 w 1625"/>
              <a:gd name="T87" fmla="*/ 1214 h 1269"/>
              <a:gd name="T88" fmla="*/ 1284 w 1625"/>
              <a:gd name="T89" fmla="*/ 1211 h 1269"/>
              <a:gd name="T90" fmla="*/ 1293 w 1625"/>
              <a:gd name="T91" fmla="*/ 1201 h 1269"/>
              <a:gd name="T92" fmla="*/ 1294 w 1625"/>
              <a:gd name="T93" fmla="*/ 1200 h 1269"/>
              <a:gd name="T94" fmla="*/ 1300 w 1625"/>
              <a:gd name="T95" fmla="*/ 1193 h 1269"/>
              <a:gd name="T96" fmla="*/ 1306 w 1625"/>
              <a:gd name="T97" fmla="*/ 1186 h 1269"/>
              <a:gd name="T98" fmla="*/ 1311 w 1625"/>
              <a:gd name="T99" fmla="*/ 1179 h 1269"/>
              <a:gd name="T100" fmla="*/ 1317 w 1625"/>
              <a:gd name="T101" fmla="*/ 1170 h 1269"/>
              <a:gd name="T102" fmla="*/ 1323 w 1625"/>
              <a:gd name="T103" fmla="*/ 1159 h 1269"/>
              <a:gd name="T104" fmla="*/ 1326 w 1625"/>
              <a:gd name="T105" fmla="*/ 1153 h 1269"/>
              <a:gd name="T106" fmla="*/ 1615 w 1625"/>
              <a:gd name="T107" fmla="*/ 335 h 1269"/>
              <a:gd name="T108" fmla="*/ 1623 w 1625"/>
              <a:gd name="T109" fmla="*/ 297 h 1269"/>
              <a:gd name="T110" fmla="*/ 1622 w 1625"/>
              <a:gd name="T111" fmla="*/ 260 h 1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5" h="1269">
                <a:moveTo>
                  <a:pt x="1622" y="260"/>
                </a:moveTo>
                <a:lnTo>
                  <a:pt x="1622" y="260"/>
                </a:lnTo>
                <a:cubicBezTo>
                  <a:pt x="1607" y="173"/>
                  <a:pt x="1592" y="87"/>
                  <a:pt x="1578" y="0"/>
                </a:cubicBezTo>
                <a:lnTo>
                  <a:pt x="1578" y="0"/>
                </a:lnTo>
                <a:cubicBezTo>
                  <a:pt x="1579" y="6"/>
                  <a:pt x="1580" y="12"/>
                  <a:pt x="1580" y="18"/>
                </a:cubicBezTo>
                <a:lnTo>
                  <a:pt x="1580" y="18"/>
                </a:lnTo>
                <a:cubicBezTo>
                  <a:pt x="1580" y="25"/>
                  <a:pt x="1580" y="31"/>
                  <a:pt x="1579" y="37"/>
                </a:cubicBezTo>
                <a:lnTo>
                  <a:pt x="1579" y="37"/>
                </a:lnTo>
                <a:cubicBezTo>
                  <a:pt x="1579" y="44"/>
                  <a:pt x="1578" y="51"/>
                  <a:pt x="1576" y="57"/>
                </a:cubicBezTo>
                <a:lnTo>
                  <a:pt x="1576" y="57"/>
                </a:lnTo>
                <a:cubicBezTo>
                  <a:pt x="1575" y="63"/>
                  <a:pt x="1573" y="69"/>
                  <a:pt x="1570" y="76"/>
                </a:cubicBezTo>
                <a:lnTo>
                  <a:pt x="1275" y="902"/>
                </a:lnTo>
                <a:lnTo>
                  <a:pt x="1275" y="902"/>
                </a:lnTo>
                <a:cubicBezTo>
                  <a:pt x="1273" y="907"/>
                  <a:pt x="1271" y="913"/>
                  <a:pt x="1269" y="918"/>
                </a:cubicBezTo>
                <a:lnTo>
                  <a:pt x="1269" y="918"/>
                </a:lnTo>
                <a:cubicBezTo>
                  <a:pt x="1268" y="919"/>
                  <a:pt x="1267" y="920"/>
                  <a:pt x="1266" y="921"/>
                </a:cubicBezTo>
                <a:lnTo>
                  <a:pt x="1266" y="921"/>
                </a:lnTo>
                <a:cubicBezTo>
                  <a:pt x="1264" y="927"/>
                  <a:pt x="1261" y="932"/>
                  <a:pt x="1259" y="936"/>
                </a:cubicBezTo>
                <a:lnTo>
                  <a:pt x="1259" y="936"/>
                </a:lnTo>
                <a:cubicBezTo>
                  <a:pt x="1258" y="937"/>
                  <a:pt x="1258" y="937"/>
                  <a:pt x="1258" y="938"/>
                </a:cubicBezTo>
                <a:lnTo>
                  <a:pt x="1258" y="938"/>
                </a:lnTo>
                <a:cubicBezTo>
                  <a:pt x="1254" y="943"/>
                  <a:pt x="1251" y="948"/>
                  <a:pt x="1248" y="953"/>
                </a:cubicBezTo>
                <a:lnTo>
                  <a:pt x="1248" y="953"/>
                </a:lnTo>
                <a:lnTo>
                  <a:pt x="1247" y="953"/>
                </a:lnTo>
                <a:lnTo>
                  <a:pt x="1247" y="953"/>
                </a:lnTo>
                <a:cubicBezTo>
                  <a:pt x="1243" y="958"/>
                  <a:pt x="1240" y="963"/>
                  <a:pt x="1235" y="967"/>
                </a:cubicBezTo>
                <a:lnTo>
                  <a:pt x="1235" y="967"/>
                </a:lnTo>
                <a:cubicBezTo>
                  <a:pt x="1235" y="967"/>
                  <a:pt x="1235" y="968"/>
                  <a:pt x="1234" y="968"/>
                </a:cubicBezTo>
                <a:lnTo>
                  <a:pt x="1234" y="968"/>
                </a:lnTo>
                <a:cubicBezTo>
                  <a:pt x="1230" y="972"/>
                  <a:pt x="1226" y="976"/>
                  <a:pt x="1222" y="981"/>
                </a:cubicBezTo>
                <a:lnTo>
                  <a:pt x="1222" y="981"/>
                </a:lnTo>
                <a:cubicBezTo>
                  <a:pt x="1221" y="981"/>
                  <a:pt x="1221" y="981"/>
                  <a:pt x="1221" y="981"/>
                </a:cubicBezTo>
                <a:lnTo>
                  <a:pt x="1221" y="981"/>
                </a:lnTo>
                <a:cubicBezTo>
                  <a:pt x="1216" y="986"/>
                  <a:pt x="1212" y="989"/>
                  <a:pt x="1207" y="993"/>
                </a:cubicBezTo>
                <a:lnTo>
                  <a:pt x="1207" y="993"/>
                </a:lnTo>
                <a:cubicBezTo>
                  <a:pt x="1206" y="993"/>
                  <a:pt x="1206" y="994"/>
                  <a:pt x="1206" y="994"/>
                </a:cubicBezTo>
                <a:lnTo>
                  <a:pt x="1206" y="994"/>
                </a:lnTo>
                <a:cubicBezTo>
                  <a:pt x="1201" y="997"/>
                  <a:pt x="1196" y="1000"/>
                  <a:pt x="1191" y="1004"/>
                </a:cubicBezTo>
                <a:lnTo>
                  <a:pt x="1191" y="1004"/>
                </a:lnTo>
                <a:cubicBezTo>
                  <a:pt x="1190" y="1004"/>
                  <a:pt x="1190" y="1004"/>
                  <a:pt x="1190" y="1005"/>
                </a:cubicBezTo>
                <a:lnTo>
                  <a:pt x="1190" y="1005"/>
                </a:lnTo>
                <a:cubicBezTo>
                  <a:pt x="1185" y="1008"/>
                  <a:pt x="1179" y="1011"/>
                  <a:pt x="1174" y="1013"/>
                </a:cubicBezTo>
                <a:lnTo>
                  <a:pt x="1174" y="1013"/>
                </a:lnTo>
                <a:cubicBezTo>
                  <a:pt x="1173" y="1014"/>
                  <a:pt x="1173" y="1014"/>
                  <a:pt x="1172" y="1014"/>
                </a:cubicBezTo>
                <a:lnTo>
                  <a:pt x="1172" y="1014"/>
                </a:lnTo>
                <a:cubicBezTo>
                  <a:pt x="1167" y="1017"/>
                  <a:pt x="1161" y="1019"/>
                  <a:pt x="1155" y="1022"/>
                </a:cubicBezTo>
                <a:lnTo>
                  <a:pt x="1155" y="1022"/>
                </a:lnTo>
                <a:lnTo>
                  <a:pt x="1155" y="1022"/>
                </a:lnTo>
                <a:lnTo>
                  <a:pt x="1155" y="1022"/>
                </a:lnTo>
                <a:cubicBezTo>
                  <a:pt x="1149" y="1024"/>
                  <a:pt x="1143" y="1026"/>
                  <a:pt x="1137" y="1028"/>
                </a:cubicBezTo>
                <a:lnTo>
                  <a:pt x="1137" y="1028"/>
                </a:lnTo>
                <a:cubicBezTo>
                  <a:pt x="1136" y="1028"/>
                  <a:pt x="1136" y="1028"/>
                  <a:pt x="1136" y="1028"/>
                </a:cubicBezTo>
                <a:lnTo>
                  <a:pt x="1136" y="1028"/>
                </a:lnTo>
                <a:cubicBezTo>
                  <a:pt x="1130" y="1030"/>
                  <a:pt x="1124" y="1032"/>
                  <a:pt x="1118" y="1033"/>
                </a:cubicBezTo>
                <a:lnTo>
                  <a:pt x="1118" y="1033"/>
                </a:lnTo>
                <a:cubicBezTo>
                  <a:pt x="1117" y="1033"/>
                  <a:pt x="1116" y="1033"/>
                  <a:pt x="1116" y="1033"/>
                </a:cubicBezTo>
                <a:lnTo>
                  <a:pt x="1116" y="1033"/>
                </a:lnTo>
                <a:cubicBezTo>
                  <a:pt x="1110" y="1035"/>
                  <a:pt x="1105" y="1035"/>
                  <a:pt x="1100" y="1036"/>
                </a:cubicBezTo>
                <a:lnTo>
                  <a:pt x="1100" y="1036"/>
                </a:lnTo>
                <a:cubicBezTo>
                  <a:pt x="1099" y="1036"/>
                  <a:pt x="1098" y="1036"/>
                  <a:pt x="1097" y="1036"/>
                </a:cubicBezTo>
                <a:lnTo>
                  <a:pt x="1097" y="1036"/>
                </a:lnTo>
                <a:cubicBezTo>
                  <a:pt x="1091" y="1037"/>
                  <a:pt x="1085" y="1038"/>
                  <a:pt x="1080" y="1038"/>
                </a:cubicBezTo>
                <a:lnTo>
                  <a:pt x="1080" y="1038"/>
                </a:lnTo>
                <a:cubicBezTo>
                  <a:pt x="1078" y="1038"/>
                  <a:pt x="1077" y="1038"/>
                  <a:pt x="1076" y="1038"/>
                </a:cubicBezTo>
                <a:lnTo>
                  <a:pt x="1076" y="1038"/>
                </a:lnTo>
                <a:cubicBezTo>
                  <a:pt x="1070" y="1038"/>
                  <a:pt x="1065" y="1038"/>
                  <a:pt x="1059" y="1038"/>
                </a:cubicBezTo>
                <a:lnTo>
                  <a:pt x="1059" y="1038"/>
                </a:lnTo>
                <a:cubicBezTo>
                  <a:pt x="1059" y="1038"/>
                  <a:pt x="1058" y="1038"/>
                  <a:pt x="1057" y="1038"/>
                </a:cubicBezTo>
                <a:lnTo>
                  <a:pt x="1057" y="1038"/>
                </a:lnTo>
                <a:cubicBezTo>
                  <a:pt x="1051" y="1037"/>
                  <a:pt x="1045" y="1036"/>
                  <a:pt x="1040" y="1036"/>
                </a:cubicBezTo>
                <a:lnTo>
                  <a:pt x="1040" y="1036"/>
                </a:lnTo>
                <a:cubicBezTo>
                  <a:pt x="1039" y="1035"/>
                  <a:pt x="1037" y="1035"/>
                  <a:pt x="1035" y="1035"/>
                </a:cubicBezTo>
                <a:lnTo>
                  <a:pt x="1035" y="1035"/>
                </a:lnTo>
                <a:cubicBezTo>
                  <a:pt x="1029" y="1034"/>
                  <a:pt x="1024" y="1033"/>
                  <a:pt x="1018" y="1031"/>
                </a:cubicBezTo>
                <a:lnTo>
                  <a:pt x="113" y="799"/>
                </a:lnTo>
                <a:lnTo>
                  <a:pt x="113" y="799"/>
                </a:lnTo>
                <a:cubicBezTo>
                  <a:pt x="99" y="796"/>
                  <a:pt x="87" y="791"/>
                  <a:pt x="75" y="785"/>
                </a:cubicBezTo>
                <a:lnTo>
                  <a:pt x="75" y="785"/>
                </a:lnTo>
                <a:cubicBezTo>
                  <a:pt x="63" y="779"/>
                  <a:pt x="53" y="772"/>
                  <a:pt x="43" y="764"/>
                </a:cubicBezTo>
                <a:lnTo>
                  <a:pt x="43" y="764"/>
                </a:lnTo>
                <a:cubicBezTo>
                  <a:pt x="34" y="756"/>
                  <a:pt x="25" y="747"/>
                  <a:pt x="18" y="738"/>
                </a:cubicBezTo>
                <a:lnTo>
                  <a:pt x="18" y="738"/>
                </a:lnTo>
                <a:cubicBezTo>
                  <a:pt x="14" y="733"/>
                  <a:pt x="11" y="728"/>
                  <a:pt x="8" y="723"/>
                </a:cubicBezTo>
                <a:lnTo>
                  <a:pt x="8" y="723"/>
                </a:lnTo>
                <a:cubicBezTo>
                  <a:pt x="5" y="718"/>
                  <a:pt x="2" y="712"/>
                  <a:pt x="0" y="707"/>
                </a:cubicBezTo>
                <a:lnTo>
                  <a:pt x="104" y="943"/>
                </a:lnTo>
                <a:lnTo>
                  <a:pt x="104" y="943"/>
                </a:lnTo>
                <a:cubicBezTo>
                  <a:pt x="108" y="954"/>
                  <a:pt x="114" y="964"/>
                  <a:pt x="121" y="974"/>
                </a:cubicBezTo>
                <a:lnTo>
                  <a:pt x="121" y="974"/>
                </a:lnTo>
                <a:cubicBezTo>
                  <a:pt x="128" y="983"/>
                  <a:pt x="136" y="992"/>
                  <a:pt x="146" y="1000"/>
                </a:cubicBezTo>
                <a:lnTo>
                  <a:pt x="146" y="1000"/>
                </a:lnTo>
                <a:cubicBezTo>
                  <a:pt x="155" y="1007"/>
                  <a:pt x="165" y="1015"/>
                  <a:pt x="176" y="1020"/>
                </a:cubicBezTo>
                <a:lnTo>
                  <a:pt x="176" y="1020"/>
                </a:lnTo>
                <a:cubicBezTo>
                  <a:pt x="188" y="1025"/>
                  <a:pt x="200" y="1030"/>
                  <a:pt x="213" y="1034"/>
                </a:cubicBezTo>
                <a:lnTo>
                  <a:pt x="1085" y="1262"/>
                </a:lnTo>
                <a:lnTo>
                  <a:pt x="1085" y="1262"/>
                </a:lnTo>
                <a:cubicBezTo>
                  <a:pt x="1091" y="1263"/>
                  <a:pt x="1097" y="1264"/>
                  <a:pt x="1102" y="1265"/>
                </a:cubicBezTo>
                <a:lnTo>
                  <a:pt x="1102" y="1265"/>
                </a:lnTo>
                <a:cubicBezTo>
                  <a:pt x="1103" y="1266"/>
                  <a:pt x="1104" y="1266"/>
                  <a:pt x="1106" y="1266"/>
                </a:cubicBezTo>
                <a:lnTo>
                  <a:pt x="1106" y="1266"/>
                </a:lnTo>
                <a:cubicBezTo>
                  <a:pt x="1108" y="1266"/>
                  <a:pt x="1109" y="1266"/>
                  <a:pt x="1109" y="1266"/>
                </a:cubicBezTo>
                <a:lnTo>
                  <a:pt x="1109" y="1266"/>
                </a:lnTo>
                <a:cubicBezTo>
                  <a:pt x="1114" y="1267"/>
                  <a:pt x="1119" y="1268"/>
                  <a:pt x="1123" y="1268"/>
                </a:cubicBezTo>
                <a:lnTo>
                  <a:pt x="1123" y="1268"/>
                </a:lnTo>
                <a:cubicBezTo>
                  <a:pt x="1124" y="1268"/>
                  <a:pt x="1125" y="1268"/>
                  <a:pt x="1125" y="1268"/>
                </a:cubicBezTo>
                <a:lnTo>
                  <a:pt x="1125" y="1268"/>
                </a:lnTo>
                <a:cubicBezTo>
                  <a:pt x="1128" y="1268"/>
                  <a:pt x="1132" y="1268"/>
                  <a:pt x="1134" y="1268"/>
                </a:cubicBezTo>
                <a:lnTo>
                  <a:pt x="1134" y="1268"/>
                </a:lnTo>
                <a:cubicBezTo>
                  <a:pt x="1136" y="1268"/>
                  <a:pt x="1139" y="1268"/>
                  <a:pt x="1141" y="1268"/>
                </a:cubicBezTo>
                <a:lnTo>
                  <a:pt x="1141" y="1268"/>
                </a:lnTo>
                <a:cubicBezTo>
                  <a:pt x="1142" y="1268"/>
                  <a:pt x="1143" y="1268"/>
                  <a:pt x="1144" y="1268"/>
                </a:cubicBezTo>
                <a:lnTo>
                  <a:pt x="1144" y="1268"/>
                </a:lnTo>
                <a:cubicBezTo>
                  <a:pt x="1149" y="1268"/>
                  <a:pt x="1154" y="1268"/>
                  <a:pt x="1159" y="1268"/>
                </a:cubicBezTo>
                <a:lnTo>
                  <a:pt x="1159" y="1268"/>
                </a:lnTo>
                <a:cubicBezTo>
                  <a:pt x="1160" y="1268"/>
                  <a:pt x="1160" y="1267"/>
                  <a:pt x="1161" y="1267"/>
                </a:cubicBezTo>
                <a:lnTo>
                  <a:pt x="1161" y="1267"/>
                </a:lnTo>
                <a:lnTo>
                  <a:pt x="1162" y="1267"/>
                </a:lnTo>
                <a:lnTo>
                  <a:pt x="1162" y="1267"/>
                </a:lnTo>
                <a:cubicBezTo>
                  <a:pt x="1162" y="1267"/>
                  <a:pt x="1164" y="1267"/>
                  <a:pt x="1165" y="1267"/>
                </a:cubicBezTo>
                <a:lnTo>
                  <a:pt x="1165" y="1267"/>
                </a:lnTo>
                <a:cubicBezTo>
                  <a:pt x="1169" y="1266"/>
                  <a:pt x="1174" y="1265"/>
                  <a:pt x="1179" y="1264"/>
                </a:cubicBezTo>
                <a:lnTo>
                  <a:pt x="1179" y="1264"/>
                </a:lnTo>
                <a:cubicBezTo>
                  <a:pt x="1180" y="1264"/>
                  <a:pt x="1181" y="1264"/>
                  <a:pt x="1182" y="1264"/>
                </a:cubicBezTo>
                <a:lnTo>
                  <a:pt x="1182" y="1264"/>
                </a:lnTo>
                <a:lnTo>
                  <a:pt x="1183" y="1263"/>
                </a:lnTo>
                <a:lnTo>
                  <a:pt x="1183" y="1263"/>
                </a:lnTo>
                <a:cubicBezTo>
                  <a:pt x="1186" y="1263"/>
                  <a:pt x="1189" y="1262"/>
                  <a:pt x="1192" y="1262"/>
                </a:cubicBezTo>
                <a:lnTo>
                  <a:pt x="1192" y="1262"/>
                </a:lnTo>
                <a:cubicBezTo>
                  <a:pt x="1195" y="1261"/>
                  <a:pt x="1196" y="1260"/>
                  <a:pt x="1199" y="1260"/>
                </a:cubicBezTo>
                <a:lnTo>
                  <a:pt x="1199" y="1260"/>
                </a:lnTo>
                <a:cubicBezTo>
                  <a:pt x="1199" y="1259"/>
                  <a:pt x="1199" y="1259"/>
                  <a:pt x="1200" y="1259"/>
                </a:cubicBezTo>
                <a:lnTo>
                  <a:pt x="1200" y="1259"/>
                </a:lnTo>
                <a:cubicBezTo>
                  <a:pt x="1200" y="1259"/>
                  <a:pt x="1200" y="1259"/>
                  <a:pt x="1201" y="1259"/>
                </a:cubicBezTo>
                <a:lnTo>
                  <a:pt x="1201" y="1259"/>
                </a:lnTo>
                <a:cubicBezTo>
                  <a:pt x="1203" y="1258"/>
                  <a:pt x="1206" y="1257"/>
                  <a:pt x="1208" y="1257"/>
                </a:cubicBezTo>
                <a:lnTo>
                  <a:pt x="1208" y="1257"/>
                </a:lnTo>
                <a:cubicBezTo>
                  <a:pt x="1212" y="1255"/>
                  <a:pt x="1214" y="1254"/>
                  <a:pt x="1217" y="1253"/>
                </a:cubicBezTo>
                <a:lnTo>
                  <a:pt x="1217" y="1253"/>
                </a:lnTo>
                <a:lnTo>
                  <a:pt x="1217" y="1253"/>
                </a:lnTo>
                <a:lnTo>
                  <a:pt x="1218" y="1253"/>
                </a:lnTo>
                <a:lnTo>
                  <a:pt x="1218" y="1253"/>
                </a:lnTo>
                <a:cubicBezTo>
                  <a:pt x="1219" y="1252"/>
                  <a:pt x="1222" y="1251"/>
                  <a:pt x="1224" y="1251"/>
                </a:cubicBezTo>
                <a:lnTo>
                  <a:pt x="1224" y="1251"/>
                </a:lnTo>
                <a:cubicBezTo>
                  <a:pt x="1226" y="1249"/>
                  <a:pt x="1228" y="1248"/>
                  <a:pt x="1230" y="1247"/>
                </a:cubicBezTo>
                <a:lnTo>
                  <a:pt x="1230" y="1247"/>
                </a:lnTo>
                <a:cubicBezTo>
                  <a:pt x="1232" y="1247"/>
                  <a:pt x="1233" y="1246"/>
                  <a:pt x="1234" y="1246"/>
                </a:cubicBezTo>
                <a:lnTo>
                  <a:pt x="1234" y="1246"/>
                </a:lnTo>
                <a:cubicBezTo>
                  <a:pt x="1234" y="1246"/>
                  <a:pt x="1234" y="1246"/>
                  <a:pt x="1235" y="1245"/>
                </a:cubicBezTo>
                <a:lnTo>
                  <a:pt x="1235" y="1245"/>
                </a:lnTo>
                <a:lnTo>
                  <a:pt x="1235" y="1245"/>
                </a:lnTo>
                <a:lnTo>
                  <a:pt x="1235" y="1245"/>
                </a:lnTo>
                <a:cubicBezTo>
                  <a:pt x="1236" y="1244"/>
                  <a:pt x="1237" y="1244"/>
                  <a:pt x="1237" y="1244"/>
                </a:cubicBezTo>
                <a:lnTo>
                  <a:pt x="1237" y="1244"/>
                </a:lnTo>
                <a:cubicBezTo>
                  <a:pt x="1239" y="1242"/>
                  <a:pt x="1242" y="1242"/>
                  <a:pt x="1243" y="1241"/>
                </a:cubicBezTo>
                <a:lnTo>
                  <a:pt x="1243" y="1241"/>
                </a:lnTo>
                <a:cubicBezTo>
                  <a:pt x="1246" y="1240"/>
                  <a:pt x="1248" y="1238"/>
                  <a:pt x="1249" y="1237"/>
                </a:cubicBezTo>
                <a:lnTo>
                  <a:pt x="1249" y="1237"/>
                </a:lnTo>
                <a:cubicBezTo>
                  <a:pt x="1250" y="1236"/>
                  <a:pt x="1250" y="1236"/>
                  <a:pt x="1251" y="1236"/>
                </a:cubicBezTo>
                <a:lnTo>
                  <a:pt x="1251" y="1236"/>
                </a:lnTo>
                <a:lnTo>
                  <a:pt x="1251" y="1236"/>
                </a:lnTo>
                <a:cubicBezTo>
                  <a:pt x="1253" y="1235"/>
                  <a:pt x="1254" y="1234"/>
                  <a:pt x="1256" y="1233"/>
                </a:cubicBezTo>
                <a:lnTo>
                  <a:pt x="1256" y="1233"/>
                </a:lnTo>
                <a:cubicBezTo>
                  <a:pt x="1258" y="1231"/>
                  <a:pt x="1260" y="1230"/>
                  <a:pt x="1262" y="1229"/>
                </a:cubicBezTo>
                <a:lnTo>
                  <a:pt x="1262" y="1229"/>
                </a:lnTo>
                <a:cubicBezTo>
                  <a:pt x="1263" y="1228"/>
                  <a:pt x="1265" y="1227"/>
                  <a:pt x="1266" y="1226"/>
                </a:cubicBezTo>
                <a:lnTo>
                  <a:pt x="1266" y="1226"/>
                </a:lnTo>
                <a:cubicBezTo>
                  <a:pt x="1266" y="1225"/>
                  <a:pt x="1266" y="1225"/>
                  <a:pt x="1266" y="1225"/>
                </a:cubicBezTo>
                <a:lnTo>
                  <a:pt x="1266" y="1225"/>
                </a:lnTo>
                <a:lnTo>
                  <a:pt x="1267" y="1225"/>
                </a:lnTo>
                <a:lnTo>
                  <a:pt x="1267" y="1225"/>
                </a:lnTo>
                <a:cubicBezTo>
                  <a:pt x="1269" y="1224"/>
                  <a:pt x="1271" y="1222"/>
                  <a:pt x="1273" y="1221"/>
                </a:cubicBezTo>
                <a:lnTo>
                  <a:pt x="1273" y="1221"/>
                </a:lnTo>
                <a:cubicBezTo>
                  <a:pt x="1275" y="1219"/>
                  <a:pt x="1277" y="1217"/>
                  <a:pt x="1279" y="1216"/>
                </a:cubicBezTo>
                <a:lnTo>
                  <a:pt x="1279" y="1216"/>
                </a:lnTo>
                <a:cubicBezTo>
                  <a:pt x="1279" y="1215"/>
                  <a:pt x="1279" y="1214"/>
                  <a:pt x="1280" y="1214"/>
                </a:cubicBezTo>
                <a:lnTo>
                  <a:pt x="1280" y="1214"/>
                </a:lnTo>
                <a:cubicBezTo>
                  <a:pt x="1281" y="1214"/>
                  <a:pt x="1281" y="1213"/>
                  <a:pt x="1281" y="1213"/>
                </a:cubicBezTo>
                <a:lnTo>
                  <a:pt x="1281" y="1213"/>
                </a:lnTo>
                <a:cubicBezTo>
                  <a:pt x="1282" y="1213"/>
                  <a:pt x="1283" y="1211"/>
                  <a:pt x="1284" y="1211"/>
                </a:cubicBezTo>
                <a:lnTo>
                  <a:pt x="1284" y="1211"/>
                </a:lnTo>
                <a:cubicBezTo>
                  <a:pt x="1286" y="1209"/>
                  <a:pt x="1287" y="1208"/>
                  <a:pt x="1289" y="1206"/>
                </a:cubicBezTo>
                <a:lnTo>
                  <a:pt x="1289" y="1206"/>
                </a:lnTo>
                <a:cubicBezTo>
                  <a:pt x="1290" y="1204"/>
                  <a:pt x="1292" y="1203"/>
                  <a:pt x="1293" y="1201"/>
                </a:cubicBezTo>
                <a:lnTo>
                  <a:pt x="1293" y="1201"/>
                </a:lnTo>
                <a:cubicBezTo>
                  <a:pt x="1293" y="1201"/>
                  <a:pt x="1293" y="1201"/>
                  <a:pt x="1294" y="1200"/>
                </a:cubicBezTo>
                <a:lnTo>
                  <a:pt x="1294" y="1200"/>
                </a:lnTo>
                <a:lnTo>
                  <a:pt x="1294" y="1200"/>
                </a:lnTo>
                <a:lnTo>
                  <a:pt x="1294" y="1200"/>
                </a:lnTo>
                <a:lnTo>
                  <a:pt x="1295" y="1200"/>
                </a:lnTo>
                <a:lnTo>
                  <a:pt x="1295" y="1200"/>
                </a:lnTo>
                <a:cubicBezTo>
                  <a:pt x="1297" y="1197"/>
                  <a:pt x="1298" y="1195"/>
                  <a:pt x="1300" y="1193"/>
                </a:cubicBezTo>
                <a:lnTo>
                  <a:pt x="1300" y="1193"/>
                </a:lnTo>
                <a:cubicBezTo>
                  <a:pt x="1302" y="1191"/>
                  <a:pt x="1304" y="1189"/>
                  <a:pt x="1306" y="1187"/>
                </a:cubicBezTo>
                <a:lnTo>
                  <a:pt x="1306" y="1187"/>
                </a:lnTo>
                <a:cubicBezTo>
                  <a:pt x="1306" y="1186"/>
                  <a:pt x="1306" y="1186"/>
                  <a:pt x="1306" y="1186"/>
                </a:cubicBezTo>
                <a:lnTo>
                  <a:pt x="1306" y="1186"/>
                </a:lnTo>
                <a:lnTo>
                  <a:pt x="1306" y="1186"/>
                </a:lnTo>
                <a:lnTo>
                  <a:pt x="1306" y="1186"/>
                </a:lnTo>
                <a:cubicBezTo>
                  <a:pt x="1308" y="1184"/>
                  <a:pt x="1309" y="1182"/>
                  <a:pt x="1311" y="1179"/>
                </a:cubicBezTo>
                <a:lnTo>
                  <a:pt x="1311" y="1179"/>
                </a:lnTo>
                <a:cubicBezTo>
                  <a:pt x="1312" y="1177"/>
                  <a:pt x="1314" y="1175"/>
                  <a:pt x="1316" y="1172"/>
                </a:cubicBezTo>
                <a:lnTo>
                  <a:pt x="1316" y="1172"/>
                </a:lnTo>
                <a:cubicBezTo>
                  <a:pt x="1316" y="1172"/>
                  <a:pt x="1316" y="1171"/>
                  <a:pt x="1317" y="1170"/>
                </a:cubicBezTo>
                <a:lnTo>
                  <a:pt x="1317" y="1170"/>
                </a:lnTo>
                <a:lnTo>
                  <a:pt x="1317" y="1170"/>
                </a:lnTo>
                <a:lnTo>
                  <a:pt x="1317" y="1170"/>
                </a:lnTo>
                <a:cubicBezTo>
                  <a:pt x="1319" y="1166"/>
                  <a:pt x="1321" y="1163"/>
                  <a:pt x="1323" y="1159"/>
                </a:cubicBezTo>
                <a:lnTo>
                  <a:pt x="1323" y="1159"/>
                </a:lnTo>
                <a:cubicBezTo>
                  <a:pt x="1323" y="1158"/>
                  <a:pt x="1323" y="1157"/>
                  <a:pt x="1324" y="1156"/>
                </a:cubicBezTo>
                <a:lnTo>
                  <a:pt x="1324" y="1156"/>
                </a:lnTo>
                <a:cubicBezTo>
                  <a:pt x="1325" y="1155"/>
                  <a:pt x="1325" y="1154"/>
                  <a:pt x="1326" y="1153"/>
                </a:cubicBezTo>
                <a:lnTo>
                  <a:pt x="1326" y="1153"/>
                </a:lnTo>
                <a:cubicBezTo>
                  <a:pt x="1327" y="1151"/>
                  <a:pt x="1327" y="1149"/>
                  <a:pt x="1328" y="1148"/>
                </a:cubicBezTo>
                <a:lnTo>
                  <a:pt x="1328" y="1148"/>
                </a:lnTo>
                <a:cubicBezTo>
                  <a:pt x="1329" y="1145"/>
                  <a:pt x="1331" y="1141"/>
                  <a:pt x="1332" y="1137"/>
                </a:cubicBezTo>
                <a:lnTo>
                  <a:pt x="1615" y="335"/>
                </a:lnTo>
                <a:lnTo>
                  <a:pt x="1615" y="335"/>
                </a:lnTo>
                <a:cubicBezTo>
                  <a:pt x="1618" y="329"/>
                  <a:pt x="1619" y="322"/>
                  <a:pt x="1621" y="316"/>
                </a:cubicBezTo>
                <a:lnTo>
                  <a:pt x="1621" y="316"/>
                </a:lnTo>
                <a:cubicBezTo>
                  <a:pt x="1622" y="310"/>
                  <a:pt x="1623" y="303"/>
                  <a:pt x="1623" y="297"/>
                </a:cubicBezTo>
                <a:lnTo>
                  <a:pt x="1623" y="297"/>
                </a:lnTo>
                <a:cubicBezTo>
                  <a:pt x="1624" y="291"/>
                  <a:pt x="1624" y="285"/>
                  <a:pt x="1624" y="279"/>
                </a:cubicBezTo>
                <a:lnTo>
                  <a:pt x="1624" y="279"/>
                </a:lnTo>
                <a:cubicBezTo>
                  <a:pt x="1624" y="273"/>
                  <a:pt x="1623" y="266"/>
                  <a:pt x="1622" y="260"/>
                </a:cubicBezTo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15D0435C-AD1D-8C48-A4D6-CFC281DD1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426" y="4371354"/>
            <a:ext cx="1662082" cy="1648164"/>
          </a:xfrm>
          <a:custGeom>
            <a:avLst/>
            <a:gdLst>
              <a:gd name="connsiteX0" fmla="*/ 238180 w 1662082"/>
              <a:gd name="connsiteY0" fmla="*/ 329 h 1648164"/>
              <a:gd name="connsiteX1" fmla="*/ 285903 w 1662082"/>
              <a:gd name="connsiteY1" fmla="*/ 2043 h 1648164"/>
              <a:gd name="connsiteX2" fmla="*/ 1412548 w 1662082"/>
              <a:gd name="connsiteY2" fmla="*/ 142944 h 1648164"/>
              <a:gd name="connsiteX3" fmla="*/ 1502381 w 1662082"/>
              <a:gd name="connsiteY3" fmla="*/ 171623 h 1648164"/>
              <a:gd name="connsiteX4" fmla="*/ 1577241 w 1662082"/>
              <a:gd name="connsiteY4" fmla="*/ 225240 h 1648164"/>
              <a:gd name="connsiteX5" fmla="*/ 1627148 w 1662082"/>
              <a:gd name="connsiteY5" fmla="*/ 298808 h 1648164"/>
              <a:gd name="connsiteX6" fmla="*/ 1645863 w 1662082"/>
              <a:gd name="connsiteY6" fmla="*/ 383598 h 1648164"/>
              <a:gd name="connsiteX7" fmla="*/ 1662082 w 1662082"/>
              <a:gd name="connsiteY7" fmla="*/ 1442226 h 1648164"/>
              <a:gd name="connsiteX8" fmla="*/ 1644615 w 1662082"/>
              <a:gd name="connsiteY8" fmla="*/ 1529510 h 1648164"/>
              <a:gd name="connsiteX9" fmla="*/ 1594708 w 1662082"/>
              <a:gd name="connsiteY9" fmla="*/ 1596843 h 1648164"/>
              <a:gd name="connsiteX10" fmla="*/ 1518600 w 1662082"/>
              <a:gd name="connsiteY10" fmla="*/ 1637991 h 1648164"/>
              <a:gd name="connsiteX11" fmla="*/ 1423778 w 1662082"/>
              <a:gd name="connsiteY11" fmla="*/ 1646720 h 1648164"/>
              <a:gd name="connsiteX12" fmla="*/ 242235 w 1662082"/>
              <a:gd name="connsiteY12" fmla="*/ 1524522 h 1648164"/>
              <a:gd name="connsiteX13" fmla="*/ 144917 w 1662082"/>
              <a:gd name="connsiteY13" fmla="*/ 1494596 h 1648164"/>
              <a:gd name="connsiteX14" fmla="*/ 67561 w 1662082"/>
              <a:gd name="connsiteY14" fmla="*/ 1437238 h 1648164"/>
              <a:gd name="connsiteX15" fmla="*/ 16407 w 1662082"/>
              <a:gd name="connsiteY15" fmla="*/ 1356189 h 1648164"/>
              <a:gd name="connsiteX16" fmla="*/ 187 w 1662082"/>
              <a:gd name="connsiteY16" fmla="*/ 1263918 h 1648164"/>
              <a:gd name="connsiteX17" fmla="*/ 38865 w 1662082"/>
              <a:gd name="connsiteY17" fmla="*/ 187833 h 1648164"/>
              <a:gd name="connsiteX18" fmla="*/ 61323 w 1662082"/>
              <a:gd name="connsiteY18" fmla="*/ 105537 h 1648164"/>
              <a:gd name="connsiteX19" fmla="*/ 114973 w 1662082"/>
              <a:gd name="connsiteY19" fmla="*/ 43191 h 1648164"/>
              <a:gd name="connsiteX20" fmla="*/ 192328 w 1662082"/>
              <a:gd name="connsiteY20" fmla="*/ 7031 h 1648164"/>
              <a:gd name="connsiteX21" fmla="*/ 238180 w 1662082"/>
              <a:gd name="connsiteY21" fmla="*/ 329 h 1648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662082" h="1648164">
                <a:moveTo>
                  <a:pt x="238180" y="329"/>
                </a:moveTo>
                <a:cubicBezTo>
                  <a:pt x="253776" y="-451"/>
                  <a:pt x="269684" y="173"/>
                  <a:pt x="285903" y="2043"/>
                </a:cubicBezTo>
                <a:lnTo>
                  <a:pt x="1412548" y="142944"/>
                </a:lnTo>
                <a:cubicBezTo>
                  <a:pt x="1444988" y="146685"/>
                  <a:pt x="1474932" y="156660"/>
                  <a:pt x="1502381" y="171623"/>
                </a:cubicBezTo>
                <a:cubicBezTo>
                  <a:pt x="1531077" y="185339"/>
                  <a:pt x="1556030" y="202796"/>
                  <a:pt x="1577241" y="225240"/>
                </a:cubicBezTo>
                <a:cubicBezTo>
                  <a:pt x="1598451" y="246438"/>
                  <a:pt x="1614671" y="271376"/>
                  <a:pt x="1627148" y="298808"/>
                </a:cubicBezTo>
                <a:cubicBezTo>
                  <a:pt x="1639624" y="324993"/>
                  <a:pt x="1645863" y="353672"/>
                  <a:pt x="1645863" y="383598"/>
                </a:cubicBezTo>
                <a:lnTo>
                  <a:pt x="1662082" y="1442226"/>
                </a:lnTo>
                <a:cubicBezTo>
                  <a:pt x="1662082" y="1473399"/>
                  <a:pt x="1655844" y="1503325"/>
                  <a:pt x="1644615" y="1529510"/>
                </a:cubicBezTo>
                <a:cubicBezTo>
                  <a:pt x="1632138" y="1554448"/>
                  <a:pt x="1615918" y="1578139"/>
                  <a:pt x="1594708" y="1596843"/>
                </a:cubicBezTo>
                <a:cubicBezTo>
                  <a:pt x="1572250" y="1615547"/>
                  <a:pt x="1547297" y="1629263"/>
                  <a:pt x="1518600" y="1637991"/>
                </a:cubicBezTo>
                <a:cubicBezTo>
                  <a:pt x="1488656" y="1646720"/>
                  <a:pt x="1457464" y="1650460"/>
                  <a:pt x="1423778" y="1646720"/>
                </a:cubicBezTo>
                <a:lnTo>
                  <a:pt x="242235" y="1524522"/>
                </a:lnTo>
                <a:cubicBezTo>
                  <a:pt x="208548" y="1519535"/>
                  <a:pt x="174861" y="1509559"/>
                  <a:pt x="144917" y="1494596"/>
                </a:cubicBezTo>
                <a:cubicBezTo>
                  <a:pt x="116220" y="1480880"/>
                  <a:pt x="90019" y="1460930"/>
                  <a:pt x="67561" y="1437238"/>
                </a:cubicBezTo>
                <a:cubicBezTo>
                  <a:pt x="45103" y="1413547"/>
                  <a:pt x="27636" y="1386115"/>
                  <a:pt x="16407" y="1356189"/>
                </a:cubicBezTo>
                <a:cubicBezTo>
                  <a:pt x="3930" y="1327510"/>
                  <a:pt x="-1061" y="1296337"/>
                  <a:pt x="187" y="1263918"/>
                </a:cubicBezTo>
                <a:lnTo>
                  <a:pt x="38865" y="187833"/>
                </a:lnTo>
                <a:cubicBezTo>
                  <a:pt x="40112" y="156660"/>
                  <a:pt x="47598" y="129228"/>
                  <a:pt x="61323" y="105537"/>
                </a:cubicBezTo>
                <a:cubicBezTo>
                  <a:pt x="75047" y="81845"/>
                  <a:pt x="92514" y="60648"/>
                  <a:pt x="114973" y="43191"/>
                </a:cubicBezTo>
                <a:cubicBezTo>
                  <a:pt x="137431" y="26981"/>
                  <a:pt x="163632" y="14512"/>
                  <a:pt x="192328" y="7031"/>
                </a:cubicBezTo>
                <a:cubicBezTo>
                  <a:pt x="207300" y="3290"/>
                  <a:pt x="222584" y="1108"/>
                  <a:pt x="238180" y="3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45A28DCD-84BF-E049-A8A5-0064D119C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2275" y="4845275"/>
            <a:ext cx="740319" cy="678635"/>
          </a:xfrm>
          <a:custGeom>
            <a:avLst/>
            <a:gdLst>
              <a:gd name="connsiteX0" fmla="*/ 249796 w 740319"/>
              <a:gd name="connsiteY0" fmla="*/ 167065 h 678635"/>
              <a:gd name="connsiteX1" fmla="*/ 254752 w 740319"/>
              <a:gd name="connsiteY1" fmla="*/ 167065 h 678635"/>
              <a:gd name="connsiteX2" fmla="*/ 259709 w 740319"/>
              <a:gd name="connsiteY2" fmla="*/ 167065 h 678635"/>
              <a:gd name="connsiteX3" fmla="*/ 263427 w 740319"/>
              <a:gd name="connsiteY3" fmla="*/ 168310 h 678635"/>
              <a:gd name="connsiteX4" fmla="*/ 268383 w 740319"/>
              <a:gd name="connsiteY4" fmla="*/ 169555 h 678635"/>
              <a:gd name="connsiteX5" fmla="*/ 272101 w 740319"/>
              <a:gd name="connsiteY5" fmla="*/ 169555 h 678635"/>
              <a:gd name="connsiteX6" fmla="*/ 277058 w 740319"/>
              <a:gd name="connsiteY6" fmla="*/ 169555 h 678635"/>
              <a:gd name="connsiteX7" fmla="*/ 282014 w 740319"/>
              <a:gd name="connsiteY7" fmla="*/ 172045 h 678635"/>
              <a:gd name="connsiteX8" fmla="*/ 286971 w 740319"/>
              <a:gd name="connsiteY8" fmla="*/ 177024 h 678635"/>
              <a:gd name="connsiteX9" fmla="*/ 291928 w 740319"/>
              <a:gd name="connsiteY9" fmla="*/ 186983 h 678635"/>
              <a:gd name="connsiteX10" fmla="*/ 299363 w 740319"/>
              <a:gd name="connsiteY10" fmla="*/ 203165 h 678635"/>
              <a:gd name="connsiteX11" fmla="*/ 308037 w 740319"/>
              <a:gd name="connsiteY11" fmla="*/ 224328 h 678635"/>
              <a:gd name="connsiteX12" fmla="*/ 315472 w 740319"/>
              <a:gd name="connsiteY12" fmla="*/ 241755 h 678635"/>
              <a:gd name="connsiteX13" fmla="*/ 319190 w 740319"/>
              <a:gd name="connsiteY13" fmla="*/ 251714 h 678635"/>
              <a:gd name="connsiteX14" fmla="*/ 321668 w 740319"/>
              <a:gd name="connsiteY14" fmla="*/ 255448 h 678635"/>
              <a:gd name="connsiteX15" fmla="*/ 321668 w 740319"/>
              <a:gd name="connsiteY15" fmla="*/ 259183 h 678635"/>
              <a:gd name="connsiteX16" fmla="*/ 321668 w 740319"/>
              <a:gd name="connsiteY16" fmla="*/ 262918 h 678635"/>
              <a:gd name="connsiteX17" fmla="*/ 320429 w 740319"/>
              <a:gd name="connsiteY17" fmla="*/ 266652 h 678635"/>
              <a:gd name="connsiteX18" fmla="*/ 317951 w 740319"/>
              <a:gd name="connsiteY18" fmla="*/ 270387 h 678635"/>
              <a:gd name="connsiteX19" fmla="*/ 316711 w 740319"/>
              <a:gd name="connsiteY19" fmla="*/ 272876 h 678635"/>
              <a:gd name="connsiteX20" fmla="*/ 314233 w 740319"/>
              <a:gd name="connsiteY20" fmla="*/ 276611 h 678635"/>
              <a:gd name="connsiteX21" fmla="*/ 310515 w 740319"/>
              <a:gd name="connsiteY21" fmla="*/ 279100 h 678635"/>
              <a:gd name="connsiteX22" fmla="*/ 308037 w 740319"/>
              <a:gd name="connsiteY22" fmla="*/ 282835 h 678635"/>
              <a:gd name="connsiteX23" fmla="*/ 304320 w 740319"/>
              <a:gd name="connsiteY23" fmla="*/ 286569 h 678635"/>
              <a:gd name="connsiteX24" fmla="*/ 300602 w 740319"/>
              <a:gd name="connsiteY24" fmla="*/ 290304 h 678635"/>
              <a:gd name="connsiteX25" fmla="*/ 296885 w 740319"/>
              <a:gd name="connsiteY25" fmla="*/ 292794 h 678635"/>
              <a:gd name="connsiteX26" fmla="*/ 294406 w 740319"/>
              <a:gd name="connsiteY26" fmla="*/ 295283 h 678635"/>
              <a:gd name="connsiteX27" fmla="*/ 291928 w 740319"/>
              <a:gd name="connsiteY27" fmla="*/ 299018 h 678635"/>
              <a:gd name="connsiteX28" fmla="*/ 290689 w 740319"/>
              <a:gd name="connsiteY28" fmla="*/ 303997 h 678635"/>
              <a:gd name="connsiteX29" fmla="*/ 293167 w 740319"/>
              <a:gd name="connsiteY29" fmla="*/ 308976 h 678635"/>
              <a:gd name="connsiteX30" fmla="*/ 299363 w 740319"/>
              <a:gd name="connsiteY30" fmla="*/ 320180 h 678635"/>
              <a:gd name="connsiteX31" fmla="*/ 310515 w 740319"/>
              <a:gd name="connsiteY31" fmla="*/ 336363 h 678635"/>
              <a:gd name="connsiteX32" fmla="*/ 324146 w 740319"/>
              <a:gd name="connsiteY32" fmla="*/ 353790 h 678635"/>
              <a:gd name="connsiteX33" fmla="*/ 342734 w 740319"/>
              <a:gd name="connsiteY33" fmla="*/ 373708 h 678635"/>
              <a:gd name="connsiteX34" fmla="*/ 367518 w 740319"/>
              <a:gd name="connsiteY34" fmla="*/ 394870 h 678635"/>
              <a:gd name="connsiteX35" fmla="*/ 388584 w 740319"/>
              <a:gd name="connsiteY35" fmla="*/ 409808 h 678635"/>
              <a:gd name="connsiteX36" fmla="*/ 405932 w 740319"/>
              <a:gd name="connsiteY36" fmla="*/ 418522 h 678635"/>
              <a:gd name="connsiteX37" fmla="*/ 415846 w 740319"/>
              <a:gd name="connsiteY37" fmla="*/ 423501 h 678635"/>
              <a:gd name="connsiteX38" fmla="*/ 418324 w 740319"/>
              <a:gd name="connsiteY38" fmla="*/ 425991 h 678635"/>
              <a:gd name="connsiteX39" fmla="*/ 420802 w 740319"/>
              <a:gd name="connsiteY39" fmla="*/ 427236 h 678635"/>
              <a:gd name="connsiteX40" fmla="*/ 423281 w 740319"/>
              <a:gd name="connsiteY40" fmla="*/ 428480 h 678635"/>
              <a:gd name="connsiteX41" fmla="*/ 425759 w 740319"/>
              <a:gd name="connsiteY41" fmla="*/ 428480 h 678635"/>
              <a:gd name="connsiteX42" fmla="*/ 428237 w 740319"/>
              <a:gd name="connsiteY42" fmla="*/ 428480 h 678635"/>
              <a:gd name="connsiteX43" fmla="*/ 430716 w 740319"/>
              <a:gd name="connsiteY43" fmla="*/ 427236 h 678635"/>
              <a:gd name="connsiteX44" fmla="*/ 433194 w 740319"/>
              <a:gd name="connsiteY44" fmla="*/ 425991 h 678635"/>
              <a:gd name="connsiteX45" fmla="*/ 434433 w 740319"/>
              <a:gd name="connsiteY45" fmla="*/ 423501 h 678635"/>
              <a:gd name="connsiteX46" fmla="*/ 440629 w 740319"/>
              <a:gd name="connsiteY46" fmla="*/ 418522 h 678635"/>
              <a:gd name="connsiteX47" fmla="*/ 449303 w 740319"/>
              <a:gd name="connsiteY47" fmla="*/ 409808 h 678635"/>
              <a:gd name="connsiteX48" fmla="*/ 457978 w 740319"/>
              <a:gd name="connsiteY48" fmla="*/ 402339 h 678635"/>
              <a:gd name="connsiteX49" fmla="*/ 464174 w 740319"/>
              <a:gd name="connsiteY49" fmla="*/ 394870 h 678635"/>
              <a:gd name="connsiteX50" fmla="*/ 466652 w 740319"/>
              <a:gd name="connsiteY50" fmla="*/ 391135 h 678635"/>
              <a:gd name="connsiteX51" fmla="*/ 469130 w 740319"/>
              <a:gd name="connsiteY51" fmla="*/ 389891 h 678635"/>
              <a:gd name="connsiteX52" fmla="*/ 472848 w 740319"/>
              <a:gd name="connsiteY52" fmla="*/ 388646 h 678635"/>
              <a:gd name="connsiteX53" fmla="*/ 475326 w 740319"/>
              <a:gd name="connsiteY53" fmla="*/ 388646 h 678635"/>
              <a:gd name="connsiteX54" fmla="*/ 477805 w 740319"/>
              <a:gd name="connsiteY54" fmla="*/ 389891 h 678635"/>
              <a:gd name="connsiteX55" fmla="*/ 480283 w 740319"/>
              <a:gd name="connsiteY55" fmla="*/ 391135 h 678635"/>
              <a:gd name="connsiteX56" fmla="*/ 481522 w 740319"/>
              <a:gd name="connsiteY56" fmla="*/ 391135 h 678635"/>
              <a:gd name="connsiteX57" fmla="*/ 484000 w 740319"/>
              <a:gd name="connsiteY57" fmla="*/ 393625 h 678635"/>
              <a:gd name="connsiteX58" fmla="*/ 496392 w 740319"/>
              <a:gd name="connsiteY58" fmla="*/ 398604 h 678635"/>
              <a:gd name="connsiteX59" fmla="*/ 514980 w 740319"/>
              <a:gd name="connsiteY59" fmla="*/ 408563 h 678635"/>
              <a:gd name="connsiteX60" fmla="*/ 534807 w 740319"/>
              <a:gd name="connsiteY60" fmla="*/ 419767 h 678635"/>
              <a:gd name="connsiteX61" fmla="*/ 545959 w 740319"/>
              <a:gd name="connsiteY61" fmla="*/ 427236 h 678635"/>
              <a:gd name="connsiteX62" fmla="*/ 552155 w 740319"/>
              <a:gd name="connsiteY62" fmla="*/ 430970 h 678635"/>
              <a:gd name="connsiteX63" fmla="*/ 558351 w 740319"/>
              <a:gd name="connsiteY63" fmla="*/ 433460 h 678635"/>
              <a:gd name="connsiteX64" fmla="*/ 560829 w 740319"/>
              <a:gd name="connsiteY64" fmla="*/ 435949 h 678635"/>
              <a:gd name="connsiteX65" fmla="*/ 564547 w 740319"/>
              <a:gd name="connsiteY65" fmla="*/ 438439 h 678635"/>
              <a:gd name="connsiteX66" fmla="*/ 564547 w 740319"/>
              <a:gd name="connsiteY66" fmla="*/ 443419 h 678635"/>
              <a:gd name="connsiteX67" fmla="*/ 564547 w 740319"/>
              <a:gd name="connsiteY67" fmla="*/ 453377 h 678635"/>
              <a:gd name="connsiteX68" fmla="*/ 562068 w 740319"/>
              <a:gd name="connsiteY68" fmla="*/ 465826 h 678635"/>
              <a:gd name="connsiteX69" fmla="*/ 558351 w 740319"/>
              <a:gd name="connsiteY69" fmla="*/ 479519 h 678635"/>
              <a:gd name="connsiteX70" fmla="*/ 548437 w 740319"/>
              <a:gd name="connsiteY70" fmla="*/ 491967 h 678635"/>
              <a:gd name="connsiteX71" fmla="*/ 531089 w 740319"/>
              <a:gd name="connsiteY71" fmla="*/ 501926 h 678635"/>
              <a:gd name="connsiteX72" fmla="*/ 512501 w 740319"/>
              <a:gd name="connsiteY72" fmla="*/ 509395 h 678635"/>
              <a:gd name="connsiteX73" fmla="*/ 496392 w 740319"/>
              <a:gd name="connsiteY73" fmla="*/ 511884 h 678635"/>
              <a:gd name="connsiteX74" fmla="*/ 491436 w 740319"/>
              <a:gd name="connsiteY74" fmla="*/ 511884 h 678635"/>
              <a:gd name="connsiteX75" fmla="*/ 486479 w 740319"/>
              <a:gd name="connsiteY75" fmla="*/ 511884 h 678635"/>
              <a:gd name="connsiteX76" fmla="*/ 480283 w 740319"/>
              <a:gd name="connsiteY76" fmla="*/ 511884 h 678635"/>
              <a:gd name="connsiteX77" fmla="*/ 475326 w 740319"/>
              <a:gd name="connsiteY77" fmla="*/ 510640 h 678635"/>
              <a:gd name="connsiteX78" fmla="*/ 466652 w 740319"/>
              <a:gd name="connsiteY78" fmla="*/ 510640 h 678635"/>
              <a:gd name="connsiteX79" fmla="*/ 457978 w 740319"/>
              <a:gd name="connsiteY79" fmla="*/ 508150 h 678635"/>
              <a:gd name="connsiteX80" fmla="*/ 448064 w 740319"/>
              <a:gd name="connsiteY80" fmla="*/ 505660 h 678635"/>
              <a:gd name="connsiteX81" fmla="*/ 439390 w 740319"/>
              <a:gd name="connsiteY81" fmla="*/ 501926 h 678635"/>
              <a:gd name="connsiteX82" fmla="*/ 429477 w 740319"/>
              <a:gd name="connsiteY82" fmla="*/ 498191 h 678635"/>
              <a:gd name="connsiteX83" fmla="*/ 417085 w 740319"/>
              <a:gd name="connsiteY83" fmla="*/ 493212 h 678635"/>
              <a:gd name="connsiteX84" fmla="*/ 403454 w 740319"/>
              <a:gd name="connsiteY84" fmla="*/ 485743 h 678635"/>
              <a:gd name="connsiteX85" fmla="*/ 388584 w 740319"/>
              <a:gd name="connsiteY85" fmla="*/ 478274 h 678635"/>
              <a:gd name="connsiteX86" fmla="*/ 325386 w 740319"/>
              <a:gd name="connsiteY86" fmla="*/ 435949 h 678635"/>
              <a:gd name="connsiteX87" fmla="*/ 278297 w 740319"/>
              <a:gd name="connsiteY87" fmla="*/ 389891 h 678635"/>
              <a:gd name="connsiteX88" fmla="*/ 247317 w 740319"/>
              <a:gd name="connsiteY88" fmla="*/ 351301 h 678635"/>
              <a:gd name="connsiteX89" fmla="*/ 233686 w 740319"/>
              <a:gd name="connsiteY89" fmla="*/ 332628 h 678635"/>
              <a:gd name="connsiteX90" fmla="*/ 226251 w 740319"/>
              <a:gd name="connsiteY90" fmla="*/ 321425 h 678635"/>
              <a:gd name="connsiteX91" fmla="*/ 213860 w 740319"/>
              <a:gd name="connsiteY91" fmla="*/ 300263 h 678635"/>
              <a:gd name="connsiteX92" fmla="*/ 202707 w 740319"/>
              <a:gd name="connsiteY92" fmla="*/ 271631 h 678635"/>
              <a:gd name="connsiteX93" fmla="*/ 197750 w 740319"/>
              <a:gd name="connsiteY93" fmla="*/ 241755 h 678635"/>
              <a:gd name="connsiteX94" fmla="*/ 202707 w 740319"/>
              <a:gd name="connsiteY94" fmla="*/ 214369 h 678635"/>
              <a:gd name="connsiteX95" fmla="*/ 211381 w 740319"/>
              <a:gd name="connsiteY95" fmla="*/ 195696 h 678635"/>
              <a:gd name="connsiteX96" fmla="*/ 222534 w 740319"/>
              <a:gd name="connsiteY96" fmla="*/ 183248 h 678635"/>
              <a:gd name="connsiteX97" fmla="*/ 231208 w 740319"/>
              <a:gd name="connsiteY97" fmla="*/ 174534 h 678635"/>
              <a:gd name="connsiteX98" fmla="*/ 237404 w 740319"/>
              <a:gd name="connsiteY98" fmla="*/ 170800 h 678635"/>
              <a:gd name="connsiteX99" fmla="*/ 243600 w 740319"/>
              <a:gd name="connsiteY99" fmla="*/ 168310 h 678635"/>
              <a:gd name="connsiteX100" fmla="*/ 249796 w 740319"/>
              <a:gd name="connsiteY100" fmla="*/ 167065 h 678635"/>
              <a:gd name="connsiteX101" fmla="*/ 320079 w 740319"/>
              <a:gd name="connsiteY101" fmla="*/ 57003 h 678635"/>
              <a:gd name="connsiteX102" fmla="*/ 262533 w 740319"/>
              <a:gd name="connsiteY102" fmla="*/ 66315 h 678635"/>
              <a:gd name="connsiteX103" fmla="*/ 166727 w 740319"/>
              <a:gd name="connsiteY103" fmla="*/ 113498 h 678635"/>
              <a:gd name="connsiteX104" fmla="*/ 99539 w 740319"/>
              <a:gd name="connsiteY104" fmla="*/ 195446 h 678635"/>
              <a:gd name="connsiteX105" fmla="*/ 73410 w 740319"/>
              <a:gd name="connsiteY105" fmla="*/ 300986 h 678635"/>
              <a:gd name="connsiteX106" fmla="*/ 75898 w 740319"/>
              <a:gd name="connsiteY106" fmla="*/ 340719 h 678635"/>
              <a:gd name="connsiteX107" fmla="*/ 83364 w 740319"/>
              <a:gd name="connsiteY107" fmla="*/ 380451 h 678635"/>
              <a:gd name="connsiteX108" fmla="*/ 98295 w 740319"/>
              <a:gd name="connsiteY108" fmla="*/ 418942 h 678635"/>
              <a:gd name="connsiteX109" fmla="*/ 116958 w 740319"/>
              <a:gd name="connsiteY109" fmla="*/ 456191 h 678635"/>
              <a:gd name="connsiteX110" fmla="*/ 124424 w 740319"/>
              <a:gd name="connsiteY110" fmla="*/ 467366 h 678635"/>
              <a:gd name="connsiteX111" fmla="*/ 90829 w 740319"/>
              <a:gd name="connsiteY111" fmla="*/ 569181 h 678635"/>
              <a:gd name="connsiteX112" fmla="*/ 207787 w 740319"/>
              <a:gd name="connsiteY112" fmla="*/ 553040 h 678635"/>
              <a:gd name="connsiteX113" fmla="*/ 218985 w 740319"/>
              <a:gd name="connsiteY113" fmla="*/ 560489 h 678635"/>
              <a:gd name="connsiteX114" fmla="*/ 255068 w 740319"/>
              <a:gd name="connsiteY114" fmla="*/ 582839 h 678635"/>
              <a:gd name="connsiteX115" fmla="*/ 293639 w 740319"/>
              <a:gd name="connsiteY115" fmla="*/ 598980 h 678635"/>
              <a:gd name="connsiteX116" fmla="*/ 333455 w 740319"/>
              <a:gd name="connsiteY116" fmla="*/ 611397 h 678635"/>
              <a:gd name="connsiteX117" fmla="*/ 374514 w 740319"/>
              <a:gd name="connsiteY117" fmla="*/ 617605 h 678635"/>
              <a:gd name="connsiteX118" fmla="*/ 493961 w 740319"/>
              <a:gd name="connsiteY118" fmla="*/ 608914 h 678635"/>
              <a:gd name="connsiteX119" fmla="*/ 589767 w 740319"/>
              <a:gd name="connsiteY119" fmla="*/ 558006 h 678635"/>
              <a:gd name="connsiteX120" fmla="*/ 654467 w 740319"/>
              <a:gd name="connsiteY120" fmla="*/ 477299 h 678635"/>
              <a:gd name="connsiteX121" fmla="*/ 679351 w 740319"/>
              <a:gd name="connsiteY121" fmla="*/ 370518 h 678635"/>
              <a:gd name="connsiteX122" fmla="*/ 673130 w 740319"/>
              <a:gd name="connsiteY122" fmla="*/ 314644 h 678635"/>
              <a:gd name="connsiteX123" fmla="*/ 656955 w 740319"/>
              <a:gd name="connsiteY123" fmla="*/ 261253 h 678635"/>
              <a:gd name="connsiteX124" fmla="*/ 628338 w 740319"/>
              <a:gd name="connsiteY124" fmla="*/ 210346 h 678635"/>
              <a:gd name="connsiteX125" fmla="*/ 592255 w 740319"/>
              <a:gd name="connsiteY125" fmla="*/ 164405 h 678635"/>
              <a:gd name="connsiteX126" fmla="*/ 546218 w 740319"/>
              <a:gd name="connsiteY126" fmla="*/ 124673 h 678635"/>
              <a:gd name="connsiteX127" fmla="*/ 495205 w 740319"/>
              <a:gd name="connsiteY127" fmla="*/ 92390 h 678635"/>
              <a:gd name="connsiteX128" fmla="*/ 439215 w 740319"/>
              <a:gd name="connsiteY128" fmla="*/ 70040 h 678635"/>
              <a:gd name="connsiteX129" fmla="*/ 379491 w 740319"/>
              <a:gd name="connsiteY129" fmla="*/ 58865 h 678635"/>
              <a:gd name="connsiteX130" fmla="*/ 320079 w 740319"/>
              <a:gd name="connsiteY130" fmla="*/ 57003 h 678635"/>
              <a:gd name="connsiteX131" fmla="*/ 308103 w 740319"/>
              <a:gd name="connsiteY131" fmla="*/ 819 h 678635"/>
              <a:gd name="connsiteX132" fmla="*/ 380736 w 740319"/>
              <a:gd name="connsiteY132" fmla="*/ 2991 h 678635"/>
              <a:gd name="connsiteX133" fmla="*/ 451657 w 740319"/>
              <a:gd name="connsiteY133" fmla="*/ 16650 h 678635"/>
              <a:gd name="connsiteX134" fmla="*/ 518845 w 740319"/>
              <a:gd name="connsiteY134" fmla="*/ 43966 h 678635"/>
              <a:gd name="connsiteX135" fmla="*/ 579813 w 740319"/>
              <a:gd name="connsiteY135" fmla="*/ 81215 h 678635"/>
              <a:gd name="connsiteX136" fmla="*/ 634559 w 740319"/>
              <a:gd name="connsiteY136" fmla="*/ 129639 h 678635"/>
              <a:gd name="connsiteX137" fmla="*/ 679351 w 740319"/>
              <a:gd name="connsiteY137" fmla="*/ 185513 h 678635"/>
              <a:gd name="connsiteX138" fmla="*/ 712946 w 740319"/>
              <a:gd name="connsiteY138" fmla="*/ 246354 h 678635"/>
              <a:gd name="connsiteX139" fmla="*/ 732853 w 740319"/>
              <a:gd name="connsiteY139" fmla="*/ 310919 h 678635"/>
              <a:gd name="connsiteX140" fmla="*/ 740319 w 740319"/>
              <a:gd name="connsiteY140" fmla="*/ 377968 h 678635"/>
              <a:gd name="connsiteX141" fmla="*/ 711701 w 740319"/>
              <a:gd name="connsiteY141" fmla="*/ 504616 h 678635"/>
              <a:gd name="connsiteX142" fmla="*/ 633315 w 740319"/>
              <a:gd name="connsiteY142" fmla="*/ 603947 h 678635"/>
              <a:gd name="connsiteX143" fmla="*/ 517601 w 740319"/>
              <a:gd name="connsiteY143" fmla="*/ 664788 h 678635"/>
              <a:gd name="connsiteX144" fmla="*/ 374514 w 740319"/>
              <a:gd name="connsiteY144" fmla="*/ 675962 h 678635"/>
              <a:gd name="connsiteX145" fmla="*/ 327234 w 740319"/>
              <a:gd name="connsiteY145" fmla="*/ 668512 h 678635"/>
              <a:gd name="connsiteX146" fmla="*/ 282441 w 740319"/>
              <a:gd name="connsiteY146" fmla="*/ 654854 h 678635"/>
              <a:gd name="connsiteX147" fmla="*/ 238893 w 740319"/>
              <a:gd name="connsiteY147" fmla="*/ 636230 h 678635"/>
              <a:gd name="connsiteX148" fmla="*/ 197833 w 740319"/>
              <a:gd name="connsiteY148" fmla="*/ 615122 h 678635"/>
              <a:gd name="connsiteX149" fmla="*/ 0 w 740319"/>
              <a:gd name="connsiteY149" fmla="*/ 641196 h 678635"/>
              <a:gd name="connsiteX150" fmla="*/ 57235 w 740319"/>
              <a:gd name="connsiteY150" fmla="*/ 469850 h 678635"/>
              <a:gd name="connsiteX151" fmla="*/ 36083 w 740319"/>
              <a:gd name="connsiteY151" fmla="*/ 426392 h 678635"/>
              <a:gd name="connsiteX152" fmla="*/ 21152 w 740319"/>
              <a:gd name="connsiteY152" fmla="*/ 382934 h 678635"/>
              <a:gd name="connsiteX153" fmla="*/ 13687 w 740319"/>
              <a:gd name="connsiteY153" fmla="*/ 338235 h 678635"/>
              <a:gd name="connsiteX154" fmla="*/ 11198 w 740319"/>
              <a:gd name="connsiteY154" fmla="*/ 293536 h 678635"/>
              <a:gd name="connsiteX155" fmla="*/ 43548 w 740319"/>
              <a:gd name="connsiteY155" fmla="*/ 165647 h 678635"/>
              <a:gd name="connsiteX156" fmla="*/ 123179 w 740319"/>
              <a:gd name="connsiteY156" fmla="*/ 68799 h 678635"/>
              <a:gd name="connsiteX157" fmla="*/ 240137 w 740319"/>
              <a:gd name="connsiteY157" fmla="*/ 11683 h 678635"/>
              <a:gd name="connsiteX158" fmla="*/ 308103 w 740319"/>
              <a:gd name="connsiteY158" fmla="*/ 819 h 67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</a:cxnLst>
            <a:rect l="l" t="t" r="r" b="b"/>
            <a:pathLst>
              <a:path w="740319" h="678635">
                <a:moveTo>
                  <a:pt x="249796" y="167065"/>
                </a:moveTo>
                <a:cubicBezTo>
                  <a:pt x="252274" y="167065"/>
                  <a:pt x="253513" y="167065"/>
                  <a:pt x="254752" y="167065"/>
                </a:cubicBezTo>
                <a:cubicBezTo>
                  <a:pt x="257231" y="167065"/>
                  <a:pt x="258470" y="167065"/>
                  <a:pt x="259709" y="167065"/>
                </a:cubicBezTo>
                <a:cubicBezTo>
                  <a:pt x="260948" y="168310"/>
                  <a:pt x="262188" y="168310"/>
                  <a:pt x="263427" y="168310"/>
                </a:cubicBezTo>
                <a:cubicBezTo>
                  <a:pt x="265905" y="168310"/>
                  <a:pt x="267144" y="169555"/>
                  <a:pt x="268383" y="169555"/>
                </a:cubicBezTo>
                <a:cubicBezTo>
                  <a:pt x="269623" y="169555"/>
                  <a:pt x="270862" y="169555"/>
                  <a:pt x="272101" y="169555"/>
                </a:cubicBezTo>
                <a:cubicBezTo>
                  <a:pt x="273340" y="169555"/>
                  <a:pt x="274579" y="169555"/>
                  <a:pt x="277058" y="169555"/>
                </a:cubicBezTo>
                <a:cubicBezTo>
                  <a:pt x="278297" y="170800"/>
                  <a:pt x="280775" y="170800"/>
                  <a:pt x="282014" y="172045"/>
                </a:cubicBezTo>
                <a:cubicBezTo>
                  <a:pt x="283254" y="173289"/>
                  <a:pt x="285732" y="174534"/>
                  <a:pt x="286971" y="177024"/>
                </a:cubicBezTo>
                <a:cubicBezTo>
                  <a:pt x="289449" y="179514"/>
                  <a:pt x="290689" y="182003"/>
                  <a:pt x="291928" y="186983"/>
                </a:cubicBezTo>
                <a:cubicBezTo>
                  <a:pt x="294406" y="190717"/>
                  <a:pt x="296885" y="196941"/>
                  <a:pt x="299363" y="203165"/>
                </a:cubicBezTo>
                <a:cubicBezTo>
                  <a:pt x="303080" y="210634"/>
                  <a:pt x="305559" y="216859"/>
                  <a:pt x="308037" y="224328"/>
                </a:cubicBezTo>
                <a:cubicBezTo>
                  <a:pt x="310515" y="230552"/>
                  <a:pt x="314233" y="238021"/>
                  <a:pt x="315472" y="241755"/>
                </a:cubicBezTo>
                <a:cubicBezTo>
                  <a:pt x="317951" y="247979"/>
                  <a:pt x="319190" y="250469"/>
                  <a:pt x="319190" y="251714"/>
                </a:cubicBezTo>
                <a:cubicBezTo>
                  <a:pt x="320429" y="252959"/>
                  <a:pt x="320429" y="254204"/>
                  <a:pt x="321668" y="255448"/>
                </a:cubicBezTo>
                <a:cubicBezTo>
                  <a:pt x="321668" y="256693"/>
                  <a:pt x="321668" y="257938"/>
                  <a:pt x="321668" y="259183"/>
                </a:cubicBezTo>
                <a:cubicBezTo>
                  <a:pt x="321668" y="260428"/>
                  <a:pt x="321668" y="260428"/>
                  <a:pt x="321668" y="262918"/>
                </a:cubicBezTo>
                <a:cubicBezTo>
                  <a:pt x="321668" y="264162"/>
                  <a:pt x="321668" y="265407"/>
                  <a:pt x="320429" y="266652"/>
                </a:cubicBezTo>
                <a:cubicBezTo>
                  <a:pt x="319190" y="267897"/>
                  <a:pt x="319190" y="269142"/>
                  <a:pt x="317951" y="270387"/>
                </a:cubicBezTo>
                <a:cubicBezTo>
                  <a:pt x="317951" y="271631"/>
                  <a:pt x="316711" y="272876"/>
                  <a:pt x="316711" y="272876"/>
                </a:cubicBezTo>
                <a:cubicBezTo>
                  <a:pt x="315472" y="274121"/>
                  <a:pt x="314233" y="275366"/>
                  <a:pt x="314233" y="276611"/>
                </a:cubicBezTo>
                <a:cubicBezTo>
                  <a:pt x="312994" y="276611"/>
                  <a:pt x="311755" y="279100"/>
                  <a:pt x="310515" y="279100"/>
                </a:cubicBezTo>
                <a:cubicBezTo>
                  <a:pt x="310515" y="280345"/>
                  <a:pt x="308037" y="281590"/>
                  <a:pt x="308037" y="282835"/>
                </a:cubicBezTo>
                <a:cubicBezTo>
                  <a:pt x="305559" y="284080"/>
                  <a:pt x="305559" y="285325"/>
                  <a:pt x="304320" y="286569"/>
                </a:cubicBezTo>
                <a:cubicBezTo>
                  <a:pt x="303080" y="287814"/>
                  <a:pt x="301841" y="289059"/>
                  <a:pt x="300602" y="290304"/>
                </a:cubicBezTo>
                <a:cubicBezTo>
                  <a:pt x="299363" y="290304"/>
                  <a:pt x="298124" y="291549"/>
                  <a:pt x="296885" y="292794"/>
                </a:cubicBezTo>
                <a:cubicBezTo>
                  <a:pt x="296885" y="294038"/>
                  <a:pt x="294406" y="295283"/>
                  <a:pt x="294406" y="295283"/>
                </a:cubicBezTo>
                <a:cubicBezTo>
                  <a:pt x="291928" y="296528"/>
                  <a:pt x="291928" y="297773"/>
                  <a:pt x="291928" y="299018"/>
                </a:cubicBezTo>
                <a:cubicBezTo>
                  <a:pt x="290689" y="300263"/>
                  <a:pt x="290689" y="301507"/>
                  <a:pt x="290689" y="303997"/>
                </a:cubicBezTo>
                <a:cubicBezTo>
                  <a:pt x="290689" y="305242"/>
                  <a:pt x="291928" y="306487"/>
                  <a:pt x="293167" y="308976"/>
                </a:cubicBezTo>
                <a:cubicBezTo>
                  <a:pt x="294406" y="311466"/>
                  <a:pt x="296885" y="315201"/>
                  <a:pt x="299363" y="320180"/>
                </a:cubicBezTo>
                <a:cubicBezTo>
                  <a:pt x="303080" y="323914"/>
                  <a:pt x="305559" y="330139"/>
                  <a:pt x="310515" y="336363"/>
                </a:cubicBezTo>
                <a:cubicBezTo>
                  <a:pt x="314233" y="341342"/>
                  <a:pt x="319190" y="347566"/>
                  <a:pt x="324146" y="353790"/>
                </a:cubicBezTo>
                <a:cubicBezTo>
                  <a:pt x="330342" y="361259"/>
                  <a:pt x="336538" y="367484"/>
                  <a:pt x="342734" y="373708"/>
                </a:cubicBezTo>
                <a:cubicBezTo>
                  <a:pt x="351408" y="382422"/>
                  <a:pt x="360083" y="388646"/>
                  <a:pt x="367518" y="394870"/>
                </a:cubicBezTo>
                <a:cubicBezTo>
                  <a:pt x="374953" y="401094"/>
                  <a:pt x="382388" y="404829"/>
                  <a:pt x="388584" y="409808"/>
                </a:cubicBezTo>
                <a:cubicBezTo>
                  <a:pt x="394780" y="413542"/>
                  <a:pt x="400976" y="416032"/>
                  <a:pt x="405932" y="418522"/>
                </a:cubicBezTo>
                <a:cubicBezTo>
                  <a:pt x="409650" y="421011"/>
                  <a:pt x="413367" y="422256"/>
                  <a:pt x="415846" y="423501"/>
                </a:cubicBezTo>
                <a:cubicBezTo>
                  <a:pt x="417085" y="424746"/>
                  <a:pt x="417085" y="424746"/>
                  <a:pt x="418324" y="425991"/>
                </a:cubicBezTo>
                <a:cubicBezTo>
                  <a:pt x="419563" y="425991"/>
                  <a:pt x="419563" y="425991"/>
                  <a:pt x="420802" y="427236"/>
                </a:cubicBezTo>
                <a:cubicBezTo>
                  <a:pt x="422042" y="427236"/>
                  <a:pt x="422042" y="427236"/>
                  <a:pt x="423281" y="428480"/>
                </a:cubicBezTo>
                <a:cubicBezTo>
                  <a:pt x="423281" y="428480"/>
                  <a:pt x="424520" y="428480"/>
                  <a:pt x="425759" y="428480"/>
                </a:cubicBezTo>
                <a:cubicBezTo>
                  <a:pt x="425759" y="428480"/>
                  <a:pt x="426998" y="428480"/>
                  <a:pt x="428237" y="428480"/>
                </a:cubicBezTo>
                <a:cubicBezTo>
                  <a:pt x="429477" y="428480"/>
                  <a:pt x="429477" y="428480"/>
                  <a:pt x="430716" y="427236"/>
                </a:cubicBezTo>
                <a:cubicBezTo>
                  <a:pt x="430716" y="427236"/>
                  <a:pt x="431955" y="425991"/>
                  <a:pt x="433194" y="425991"/>
                </a:cubicBezTo>
                <a:cubicBezTo>
                  <a:pt x="433194" y="425991"/>
                  <a:pt x="434433" y="424746"/>
                  <a:pt x="434433" y="423501"/>
                </a:cubicBezTo>
                <a:cubicBezTo>
                  <a:pt x="436912" y="423501"/>
                  <a:pt x="439390" y="421011"/>
                  <a:pt x="440629" y="418522"/>
                </a:cubicBezTo>
                <a:cubicBezTo>
                  <a:pt x="443108" y="416032"/>
                  <a:pt x="446825" y="413542"/>
                  <a:pt x="449303" y="409808"/>
                </a:cubicBezTo>
                <a:cubicBezTo>
                  <a:pt x="453021" y="407318"/>
                  <a:pt x="455499" y="403584"/>
                  <a:pt x="457978" y="402339"/>
                </a:cubicBezTo>
                <a:cubicBezTo>
                  <a:pt x="460456" y="398604"/>
                  <a:pt x="461695" y="396115"/>
                  <a:pt x="464174" y="394870"/>
                </a:cubicBezTo>
                <a:cubicBezTo>
                  <a:pt x="465413" y="393625"/>
                  <a:pt x="466652" y="392380"/>
                  <a:pt x="466652" y="391135"/>
                </a:cubicBezTo>
                <a:cubicBezTo>
                  <a:pt x="467891" y="391135"/>
                  <a:pt x="467891" y="391135"/>
                  <a:pt x="469130" y="389891"/>
                </a:cubicBezTo>
                <a:cubicBezTo>
                  <a:pt x="470369" y="389891"/>
                  <a:pt x="471609" y="388646"/>
                  <a:pt x="472848" y="388646"/>
                </a:cubicBezTo>
                <a:cubicBezTo>
                  <a:pt x="472848" y="388646"/>
                  <a:pt x="474087" y="388646"/>
                  <a:pt x="475326" y="388646"/>
                </a:cubicBezTo>
                <a:cubicBezTo>
                  <a:pt x="475326" y="388646"/>
                  <a:pt x="476565" y="389891"/>
                  <a:pt x="477805" y="389891"/>
                </a:cubicBezTo>
                <a:cubicBezTo>
                  <a:pt x="477805" y="389891"/>
                  <a:pt x="479044" y="389891"/>
                  <a:pt x="480283" y="391135"/>
                </a:cubicBezTo>
                <a:lnTo>
                  <a:pt x="481522" y="391135"/>
                </a:lnTo>
                <a:cubicBezTo>
                  <a:pt x="482761" y="392380"/>
                  <a:pt x="482761" y="392380"/>
                  <a:pt x="484000" y="393625"/>
                </a:cubicBezTo>
                <a:cubicBezTo>
                  <a:pt x="486479" y="393625"/>
                  <a:pt x="491436" y="396115"/>
                  <a:pt x="496392" y="398604"/>
                </a:cubicBezTo>
                <a:cubicBezTo>
                  <a:pt x="501349" y="402339"/>
                  <a:pt x="508784" y="406073"/>
                  <a:pt x="514980" y="408563"/>
                </a:cubicBezTo>
                <a:cubicBezTo>
                  <a:pt x="521176" y="412298"/>
                  <a:pt x="528611" y="416032"/>
                  <a:pt x="534807" y="419767"/>
                </a:cubicBezTo>
                <a:cubicBezTo>
                  <a:pt x="539763" y="423501"/>
                  <a:pt x="544720" y="425991"/>
                  <a:pt x="545959" y="427236"/>
                </a:cubicBezTo>
                <a:cubicBezTo>
                  <a:pt x="548437" y="428480"/>
                  <a:pt x="550916" y="429725"/>
                  <a:pt x="552155" y="430970"/>
                </a:cubicBezTo>
                <a:cubicBezTo>
                  <a:pt x="553394" y="432215"/>
                  <a:pt x="555873" y="432215"/>
                  <a:pt x="558351" y="433460"/>
                </a:cubicBezTo>
                <a:cubicBezTo>
                  <a:pt x="558351" y="434705"/>
                  <a:pt x="559590" y="435949"/>
                  <a:pt x="560829" y="435949"/>
                </a:cubicBezTo>
                <a:cubicBezTo>
                  <a:pt x="562068" y="437194"/>
                  <a:pt x="563308" y="437194"/>
                  <a:pt x="564547" y="438439"/>
                </a:cubicBezTo>
                <a:cubicBezTo>
                  <a:pt x="564547" y="439684"/>
                  <a:pt x="564547" y="442174"/>
                  <a:pt x="564547" y="443419"/>
                </a:cubicBezTo>
                <a:cubicBezTo>
                  <a:pt x="564547" y="445908"/>
                  <a:pt x="564547" y="449643"/>
                  <a:pt x="564547" y="453377"/>
                </a:cubicBezTo>
                <a:cubicBezTo>
                  <a:pt x="564547" y="457112"/>
                  <a:pt x="564547" y="460846"/>
                  <a:pt x="562068" y="465826"/>
                </a:cubicBezTo>
                <a:cubicBezTo>
                  <a:pt x="560829" y="468315"/>
                  <a:pt x="559590" y="473295"/>
                  <a:pt x="558351" y="479519"/>
                </a:cubicBezTo>
                <a:cubicBezTo>
                  <a:pt x="555873" y="483253"/>
                  <a:pt x="552155" y="488233"/>
                  <a:pt x="548437" y="491967"/>
                </a:cubicBezTo>
                <a:cubicBezTo>
                  <a:pt x="542242" y="495702"/>
                  <a:pt x="537285" y="499436"/>
                  <a:pt x="531089" y="501926"/>
                </a:cubicBezTo>
                <a:cubicBezTo>
                  <a:pt x="524893" y="505660"/>
                  <a:pt x="518697" y="508150"/>
                  <a:pt x="512501" y="509395"/>
                </a:cubicBezTo>
                <a:cubicBezTo>
                  <a:pt x="506306" y="510640"/>
                  <a:pt x="501349" y="511884"/>
                  <a:pt x="496392" y="511884"/>
                </a:cubicBezTo>
                <a:cubicBezTo>
                  <a:pt x="495153" y="511884"/>
                  <a:pt x="493914" y="511884"/>
                  <a:pt x="491436" y="511884"/>
                </a:cubicBezTo>
                <a:cubicBezTo>
                  <a:pt x="488957" y="511884"/>
                  <a:pt x="487718" y="511884"/>
                  <a:pt x="486479" y="511884"/>
                </a:cubicBezTo>
                <a:cubicBezTo>
                  <a:pt x="484000" y="511884"/>
                  <a:pt x="482761" y="511884"/>
                  <a:pt x="480283" y="511884"/>
                </a:cubicBezTo>
                <a:cubicBezTo>
                  <a:pt x="479044" y="511884"/>
                  <a:pt x="476565" y="511884"/>
                  <a:pt x="475326" y="510640"/>
                </a:cubicBezTo>
                <a:cubicBezTo>
                  <a:pt x="472848" y="510640"/>
                  <a:pt x="469130" y="510640"/>
                  <a:pt x="466652" y="510640"/>
                </a:cubicBezTo>
                <a:cubicBezTo>
                  <a:pt x="464174" y="509395"/>
                  <a:pt x="460456" y="508150"/>
                  <a:pt x="457978" y="508150"/>
                </a:cubicBezTo>
                <a:cubicBezTo>
                  <a:pt x="454260" y="506905"/>
                  <a:pt x="451782" y="506905"/>
                  <a:pt x="448064" y="505660"/>
                </a:cubicBezTo>
                <a:cubicBezTo>
                  <a:pt x="445586" y="504415"/>
                  <a:pt x="443108" y="503171"/>
                  <a:pt x="439390" y="501926"/>
                </a:cubicBezTo>
                <a:cubicBezTo>
                  <a:pt x="435673" y="500681"/>
                  <a:pt x="433194" y="499436"/>
                  <a:pt x="429477" y="498191"/>
                </a:cubicBezTo>
                <a:cubicBezTo>
                  <a:pt x="425759" y="495702"/>
                  <a:pt x="420802" y="494457"/>
                  <a:pt x="417085" y="493212"/>
                </a:cubicBezTo>
                <a:cubicBezTo>
                  <a:pt x="412128" y="490722"/>
                  <a:pt x="408411" y="488233"/>
                  <a:pt x="403454" y="485743"/>
                </a:cubicBezTo>
                <a:cubicBezTo>
                  <a:pt x="397258" y="483253"/>
                  <a:pt x="393540" y="480764"/>
                  <a:pt x="388584" y="478274"/>
                </a:cubicBezTo>
                <a:cubicBezTo>
                  <a:pt x="365039" y="467070"/>
                  <a:pt x="343973" y="452132"/>
                  <a:pt x="325386" y="435949"/>
                </a:cubicBezTo>
                <a:cubicBezTo>
                  <a:pt x="308037" y="421011"/>
                  <a:pt x="291928" y="404829"/>
                  <a:pt x="278297" y="389891"/>
                </a:cubicBezTo>
                <a:cubicBezTo>
                  <a:pt x="265905" y="374953"/>
                  <a:pt x="254752" y="361259"/>
                  <a:pt x="247317" y="351301"/>
                </a:cubicBezTo>
                <a:cubicBezTo>
                  <a:pt x="239882" y="341342"/>
                  <a:pt x="234926" y="333873"/>
                  <a:pt x="233686" y="332628"/>
                </a:cubicBezTo>
                <a:cubicBezTo>
                  <a:pt x="232447" y="331383"/>
                  <a:pt x="229969" y="327649"/>
                  <a:pt x="226251" y="321425"/>
                </a:cubicBezTo>
                <a:cubicBezTo>
                  <a:pt x="222534" y="316445"/>
                  <a:pt x="218816" y="308976"/>
                  <a:pt x="213860" y="300263"/>
                </a:cubicBezTo>
                <a:cubicBezTo>
                  <a:pt x="210142" y="291549"/>
                  <a:pt x="205185" y="282835"/>
                  <a:pt x="202707" y="271631"/>
                </a:cubicBezTo>
                <a:cubicBezTo>
                  <a:pt x="198989" y="261673"/>
                  <a:pt x="197750" y="251714"/>
                  <a:pt x="197750" y="241755"/>
                </a:cubicBezTo>
                <a:cubicBezTo>
                  <a:pt x="197750" y="230552"/>
                  <a:pt x="200229" y="221838"/>
                  <a:pt x="202707" y="214369"/>
                </a:cubicBezTo>
                <a:cubicBezTo>
                  <a:pt x="205185" y="206900"/>
                  <a:pt x="207664" y="200676"/>
                  <a:pt x="211381" y="195696"/>
                </a:cubicBezTo>
                <a:cubicBezTo>
                  <a:pt x="215099" y="190717"/>
                  <a:pt x="218816" y="185738"/>
                  <a:pt x="222534" y="183248"/>
                </a:cubicBezTo>
                <a:cubicBezTo>
                  <a:pt x="226251" y="179514"/>
                  <a:pt x="228730" y="177024"/>
                  <a:pt x="231208" y="174534"/>
                </a:cubicBezTo>
                <a:cubicBezTo>
                  <a:pt x="232447" y="173289"/>
                  <a:pt x="234926" y="172045"/>
                  <a:pt x="237404" y="170800"/>
                </a:cubicBezTo>
                <a:cubicBezTo>
                  <a:pt x="239882" y="169555"/>
                  <a:pt x="241121" y="168310"/>
                  <a:pt x="243600" y="168310"/>
                </a:cubicBezTo>
                <a:cubicBezTo>
                  <a:pt x="246078" y="167065"/>
                  <a:pt x="247317" y="167065"/>
                  <a:pt x="249796" y="167065"/>
                </a:cubicBezTo>
                <a:close/>
                <a:moveTo>
                  <a:pt x="320079" y="57003"/>
                </a:moveTo>
                <a:cubicBezTo>
                  <a:pt x="300482" y="58245"/>
                  <a:pt x="281197" y="61349"/>
                  <a:pt x="262533" y="66315"/>
                </a:cubicBezTo>
                <a:cubicBezTo>
                  <a:pt x="227695" y="76248"/>
                  <a:pt x="194101" y="92390"/>
                  <a:pt x="166727" y="113498"/>
                </a:cubicBezTo>
                <a:cubicBezTo>
                  <a:pt x="138110" y="135847"/>
                  <a:pt x="115714" y="163164"/>
                  <a:pt x="99539" y="195446"/>
                </a:cubicBezTo>
                <a:cubicBezTo>
                  <a:pt x="83364" y="226487"/>
                  <a:pt x="74654" y="262495"/>
                  <a:pt x="73410" y="300986"/>
                </a:cubicBezTo>
                <a:cubicBezTo>
                  <a:pt x="72166" y="314644"/>
                  <a:pt x="73410" y="327060"/>
                  <a:pt x="75898" y="340719"/>
                </a:cubicBezTo>
                <a:cubicBezTo>
                  <a:pt x="77143" y="353135"/>
                  <a:pt x="79631" y="366793"/>
                  <a:pt x="83364" y="380451"/>
                </a:cubicBezTo>
                <a:cubicBezTo>
                  <a:pt x="87097" y="392868"/>
                  <a:pt x="92074" y="406526"/>
                  <a:pt x="98295" y="418942"/>
                </a:cubicBezTo>
                <a:cubicBezTo>
                  <a:pt x="103272" y="431359"/>
                  <a:pt x="109493" y="443775"/>
                  <a:pt x="116958" y="456191"/>
                </a:cubicBezTo>
                <a:lnTo>
                  <a:pt x="124424" y="467366"/>
                </a:lnTo>
                <a:lnTo>
                  <a:pt x="90829" y="569181"/>
                </a:lnTo>
                <a:lnTo>
                  <a:pt x="207787" y="553040"/>
                </a:lnTo>
                <a:lnTo>
                  <a:pt x="218985" y="560489"/>
                </a:lnTo>
                <a:cubicBezTo>
                  <a:pt x="231428" y="569181"/>
                  <a:pt x="242626" y="576631"/>
                  <a:pt x="255068" y="582839"/>
                </a:cubicBezTo>
                <a:cubicBezTo>
                  <a:pt x="267510" y="587806"/>
                  <a:pt x="279953" y="594014"/>
                  <a:pt x="293639" y="598980"/>
                </a:cubicBezTo>
                <a:cubicBezTo>
                  <a:pt x="307326" y="603947"/>
                  <a:pt x="319768" y="607672"/>
                  <a:pt x="333455" y="611397"/>
                </a:cubicBezTo>
                <a:cubicBezTo>
                  <a:pt x="347141" y="613880"/>
                  <a:pt x="360828" y="616363"/>
                  <a:pt x="374514" y="617605"/>
                </a:cubicBezTo>
                <a:cubicBezTo>
                  <a:pt x="416818" y="622572"/>
                  <a:pt x="456634" y="618847"/>
                  <a:pt x="493961" y="608914"/>
                </a:cubicBezTo>
                <a:cubicBezTo>
                  <a:pt x="530043" y="597739"/>
                  <a:pt x="562393" y="581597"/>
                  <a:pt x="589767" y="558006"/>
                </a:cubicBezTo>
                <a:cubicBezTo>
                  <a:pt x="617140" y="535657"/>
                  <a:pt x="639536" y="508340"/>
                  <a:pt x="654467" y="477299"/>
                </a:cubicBezTo>
                <a:cubicBezTo>
                  <a:pt x="670642" y="445017"/>
                  <a:pt x="679351" y="409009"/>
                  <a:pt x="679351" y="370518"/>
                </a:cubicBezTo>
                <a:cubicBezTo>
                  <a:pt x="679351" y="351893"/>
                  <a:pt x="676863" y="333269"/>
                  <a:pt x="673130" y="314644"/>
                </a:cubicBezTo>
                <a:cubicBezTo>
                  <a:pt x="669397" y="297261"/>
                  <a:pt x="664421" y="278636"/>
                  <a:pt x="656955" y="261253"/>
                </a:cubicBezTo>
                <a:cubicBezTo>
                  <a:pt x="648245" y="243870"/>
                  <a:pt x="639536" y="226487"/>
                  <a:pt x="628338" y="210346"/>
                </a:cubicBezTo>
                <a:cubicBezTo>
                  <a:pt x="618384" y="194205"/>
                  <a:pt x="605942" y="179305"/>
                  <a:pt x="592255" y="164405"/>
                </a:cubicBezTo>
                <a:cubicBezTo>
                  <a:pt x="578568" y="149505"/>
                  <a:pt x="562393" y="135847"/>
                  <a:pt x="546218" y="124673"/>
                </a:cubicBezTo>
                <a:cubicBezTo>
                  <a:pt x="530043" y="112256"/>
                  <a:pt x="512624" y="101081"/>
                  <a:pt x="495205" y="92390"/>
                </a:cubicBezTo>
                <a:cubicBezTo>
                  <a:pt x="477786" y="83698"/>
                  <a:pt x="457878" y="76248"/>
                  <a:pt x="439215" y="70040"/>
                </a:cubicBezTo>
                <a:cubicBezTo>
                  <a:pt x="420551" y="65074"/>
                  <a:pt x="400643" y="60107"/>
                  <a:pt x="379491" y="58865"/>
                </a:cubicBezTo>
                <a:cubicBezTo>
                  <a:pt x="359584" y="56382"/>
                  <a:pt x="339676" y="55761"/>
                  <a:pt x="320079" y="57003"/>
                </a:cubicBezTo>
                <a:close/>
                <a:moveTo>
                  <a:pt x="308103" y="819"/>
                </a:moveTo>
                <a:cubicBezTo>
                  <a:pt x="331588" y="-733"/>
                  <a:pt x="355851" y="-113"/>
                  <a:pt x="380736" y="2991"/>
                </a:cubicBezTo>
                <a:cubicBezTo>
                  <a:pt x="405620" y="5475"/>
                  <a:pt x="429261" y="10441"/>
                  <a:pt x="451657" y="16650"/>
                </a:cubicBezTo>
                <a:cubicBezTo>
                  <a:pt x="474053" y="24099"/>
                  <a:pt x="497694" y="32791"/>
                  <a:pt x="518845" y="43966"/>
                </a:cubicBezTo>
                <a:cubicBezTo>
                  <a:pt x="539997" y="55141"/>
                  <a:pt x="561149" y="67557"/>
                  <a:pt x="579813" y="81215"/>
                </a:cubicBezTo>
                <a:cubicBezTo>
                  <a:pt x="599720" y="96115"/>
                  <a:pt x="618384" y="112256"/>
                  <a:pt x="634559" y="129639"/>
                </a:cubicBezTo>
                <a:cubicBezTo>
                  <a:pt x="651978" y="147022"/>
                  <a:pt x="666909" y="165647"/>
                  <a:pt x="679351" y="185513"/>
                </a:cubicBezTo>
                <a:cubicBezTo>
                  <a:pt x="693038" y="205379"/>
                  <a:pt x="704236" y="225246"/>
                  <a:pt x="712946" y="246354"/>
                </a:cubicBezTo>
                <a:cubicBezTo>
                  <a:pt x="721655" y="267462"/>
                  <a:pt x="729121" y="288570"/>
                  <a:pt x="732853" y="310919"/>
                </a:cubicBezTo>
                <a:cubicBezTo>
                  <a:pt x="737830" y="332027"/>
                  <a:pt x="740319" y="355618"/>
                  <a:pt x="740319" y="377968"/>
                </a:cubicBezTo>
                <a:cubicBezTo>
                  <a:pt x="740319" y="423909"/>
                  <a:pt x="730365" y="466125"/>
                  <a:pt x="711701" y="504616"/>
                </a:cubicBezTo>
                <a:cubicBezTo>
                  <a:pt x="693038" y="543106"/>
                  <a:pt x="665665" y="576631"/>
                  <a:pt x="633315" y="603947"/>
                </a:cubicBezTo>
                <a:cubicBezTo>
                  <a:pt x="599720" y="631263"/>
                  <a:pt x="561149" y="652371"/>
                  <a:pt x="517601" y="664788"/>
                </a:cubicBezTo>
                <a:cubicBezTo>
                  <a:pt x="472809" y="677204"/>
                  <a:pt x="424284" y="682171"/>
                  <a:pt x="374514" y="675962"/>
                </a:cubicBezTo>
                <a:cubicBezTo>
                  <a:pt x="358339" y="673479"/>
                  <a:pt x="342164" y="672237"/>
                  <a:pt x="327234" y="668512"/>
                </a:cubicBezTo>
                <a:cubicBezTo>
                  <a:pt x="312303" y="664788"/>
                  <a:pt x="298616" y="661063"/>
                  <a:pt x="282441" y="654854"/>
                </a:cubicBezTo>
                <a:cubicBezTo>
                  <a:pt x="268755" y="649888"/>
                  <a:pt x="253824" y="643680"/>
                  <a:pt x="238893" y="636230"/>
                </a:cubicBezTo>
                <a:cubicBezTo>
                  <a:pt x="225206" y="631263"/>
                  <a:pt x="211520" y="622572"/>
                  <a:pt x="197833" y="615122"/>
                </a:cubicBezTo>
                <a:lnTo>
                  <a:pt x="0" y="641196"/>
                </a:lnTo>
                <a:lnTo>
                  <a:pt x="57235" y="469850"/>
                </a:lnTo>
                <a:cubicBezTo>
                  <a:pt x="48525" y="454950"/>
                  <a:pt x="42304" y="441292"/>
                  <a:pt x="36083" y="426392"/>
                </a:cubicBezTo>
                <a:cubicBezTo>
                  <a:pt x="29862" y="412734"/>
                  <a:pt x="26129" y="397834"/>
                  <a:pt x="21152" y="382934"/>
                </a:cubicBezTo>
                <a:cubicBezTo>
                  <a:pt x="18664" y="368035"/>
                  <a:pt x="14931" y="353135"/>
                  <a:pt x="13687" y="338235"/>
                </a:cubicBezTo>
                <a:cubicBezTo>
                  <a:pt x="12443" y="323336"/>
                  <a:pt x="11198" y="308436"/>
                  <a:pt x="11198" y="293536"/>
                </a:cubicBezTo>
                <a:cubicBezTo>
                  <a:pt x="12443" y="247595"/>
                  <a:pt x="23641" y="204138"/>
                  <a:pt x="43548" y="165647"/>
                </a:cubicBezTo>
                <a:cubicBezTo>
                  <a:pt x="62212" y="128397"/>
                  <a:pt x="89585" y="94873"/>
                  <a:pt x="123179" y="68799"/>
                </a:cubicBezTo>
                <a:cubicBezTo>
                  <a:pt x="156774" y="42724"/>
                  <a:pt x="196589" y="22858"/>
                  <a:pt x="240137" y="11683"/>
                </a:cubicBezTo>
                <a:cubicBezTo>
                  <a:pt x="261911" y="6096"/>
                  <a:pt x="284619" y="2371"/>
                  <a:pt x="308103" y="8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0" name="Freeform 99">
            <a:extLst>
              <a:ext uri="{FF2B5EF4-FFF2-40B4-BE49-F238E27FC236}">
                <a16:creationId xmlns:a16="http://schemas.microsoft.com/office/drawing/2014/main" id="{24C63C6C-8066-1F48-BD43-D9B73AE01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026" y="4495994"/>
            <a:ext cx="1746789" cy="1774256"/>
          </a:xfrm>
          <a:custGeom>
            <a:avLst/>
            <a:gdLst>
              <a:gd name="T0" fmla="*/ 1373 w 1404"/>
              <a:gd name="T1" fmla="*/ 1187 h 1424"/>
              <a:gd name="T2" fmla="*/ 1336 w 1404"/>
              <a:gd name="T3" fmla="*/ 1209 h 1424"/>
              <a:gd name="T4" fmla="*/ 1292 w 1404"/>
              <a:gd name="T5" fmla="*/ 1221 h 1424"/>
              <a:gd name="T6" fmla="*/ 296 w 1404"/>
              <a:gd name="T7" fmla="*/ 1124 h 1424"/>
              <a:gd name="T8" fmla="*/ 218 w 1404"/>
              <a:gd name="T9" fmla="*/ 1100 h 1424"/>
              <a:gd name="T10" fmla="*/ 156 w 1404"/>
              <a:gd name="T11" fmla="*/ 1054 h 1424"/>
              <a:gd name="T12" fmla="*/ 115 w 1404"/>
              <a:gd name="T13" fmla="*/ 989 h 1424"/>
              <a:gd name="T14" fmla="*/ 102 w 1404"/>
              <a:gd name="T15" fmla="*/ 915 h 1424"/>
              <a:gd name="T16" fmla="*/ 133 w 1404"/>
              <a:gd name="T17" fmla="*/ 52 h 1424"/>
              <a:gd name="T18" fmla="*/ 134 w 1404"/>
              <a:gd name="T19" fmla="*/ 38 h 1424"/>
              <a:gd name="T20" fmla="*/ 137 w 1404"/>
              <a:gd name="T21" fmla="*/ 25 h 1424"/>
              <a:gd name="T22" fmla="*/ 140 w 1404"/>
              <a:gd name="T23" fmla="*/ 12 h 1424"/>
              <a:gd name="T24" fmla="*/ 144 w 1404"/>
              <a:gd name="T25" fmla="*/ 0 h 1424"/>
              <a:gd name="T26" fmla="*/ 127 w 1404"/>
              <a:gd name="T27" fmla="*/ 40 h 1424"/>
              <a:gd name="T28" fmla="*/ 126 w 1404"/>
              <a:gd name="T29" fmla="*/ 45 h 1424"/>
              <a:gd name="T30" fmla="*/ 122 w 1404"/>
              <a:gd name="T31" fmla="*/ 55 h 1424"/>
              <a:gd name="T32" fmla="*/ 112 w 1404"/>
              <a:gd name="T33" fmla="*/ 78 h 1424"/>
              <a:gd name="T34" fmla="*/ 110 w 1404"/>
              <a:gd name="T35" fmla="*/ 83 h 1424"/>
              <a:gd name="T36" fmla="*/ 93 w 1404"/>
              <a:gd name="T37" fmla="*/ 124 h 1424"/>
              <a:gd name="T38" fmla="*/ 84 w 1404"/>
              <a:gd name="T39" fmla="*/ 146 h 1424"/>
              <a:gd name="T40" fmla="*/ 84 w 1404"/>
              <a:gd name="T41" fmla="*/ 146 h 1424"/>
              <a:gd name="T42" fmla="*/ 84 w 1404"/>
              <a:gd name="T43" fmla="*/ 147 h 1424"/>
              <a:gd name="T44" fmla="*/ 53 w 1404"/>
              <a:gd name="T45" fmla="*/ 220 h 1424"/>
              <a:gd name="T46" fmla="*/ 45 w 1404"/>
              <a:gd name="T47" fmla="*/ 240 h 1424"/>
              <a:gd name="T48" fmla="*/ 41 w 1404"/>
              <a:gd name="T49" fmla="*/ 252 h 1424"/>
              <a:gd name="T50" fmla="*/ 38 w 1404"/>
              <a:gd name="T51" fmla="*/ 264 h 1424"/>
              <a:gd name="T52" fmla="*/ 36 w 1404"/>
              <a:gd name="T53" fmla="*/ 277 h 1424"/>
              <a:gd name="T54" fmla="*/ 34 w 1404"/>
              <a:gd name="T55" fmla="*/ 291 h 1424"/>
              <a:gd name="T56" fmla="*/ 1 w 1404"/>
              <a:gd name="T57" fmla="*/ 1128 h 1424"/>
              <a:gd name="T58" fmla="*/ 13 w 1404"/>
              <a:gd name="T59" fmla="*/ 1200 h 1424"/>
              <a:gd name="T60" fmla="*/ 53 w 1404"/>
              <a:gd name="T61" fmla="*/ 1262 h 1424"/>
              <a:gd name="T62" fmla="*/ 113 w 1404"/>
              <a:gd name="T63" fmla="*/ 1308 h 1424"/>
              <a:gd name="T64" fmla="*/ 1100 w 1404"/>
              <a:gd name="T65" fmla="*/ 1421 h 1424"/>
              <a:gd name="T66" fmla="*/ 1147 w 1404"/>
              <a:gd name="T67" fmla="*/ 1420 h 1424"/>
              <a:gd name="T68" fmla="*/ 1190 w 1404"/>
              <a:gd name="T69" fmla="*/ 1408 h 1424"/>
              <a:gd name="T70" fmla="*/ 1226 w 1404"/>
              <a:gd name="T71" fmla="*/ 1386 h 1424"/>
              <a:gd name="T72" fmla="*/ 1254 w 1404"/>
              <a:gd name="T73" fmla="*/ 1357 h 1424"/>
              <a:gd name="T74" fmla="*/ 1403 w 1404"/>
              <a:gd name="T75" fmla="*/ 1156 h 1424"/>
              <a:gd name="T76" fmla="*/ 1373 w 1404"/>
              <a:gd name="T77" fmla="*/ 1187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04" h="1424">
                <a:moveTo>
                  <a:pt x="1373" y="1187"/>
                </a:moveTo>
                <a:lnTo>
                  <a:pt x="1373" y="1187"/>
                </a:lnTo>
                <a:cubicBezTo>
                  <a:pt x="1362" y="1196"/>
                  <a:pt x="1349" y="1204"/>
                  <a:pt x="1336" y="1209"/>
                </a:cubicBezTo>
                <a:lnTo>
                  <a:pt x="1336" y="1209"/>
                </a:lnTo>
                <a:cubicBezTo>
                  <a:pt x="1322" y="1215"/>
                  <a:pt x="1308" y="1219"/>
                  <a:pt x="1292" y="1221"/>
                </a:cubicBezTo>
                <a:lnTo>
                  <a:pt x="1292" y="1221"/>
                </a:lnTo>
                <a:cubicBezTo>
                  <a:pt x="1276" y="1223"/>
                  <a:pt x="1260" y="1224"/>
                  <a:pt x="1243" y="1222"/>
                </a:cubicBezTo>
                <a:lnTo>
                  <a:pt x="296" y="1124"/>
                </a:lnTo>
                <a:lnTo>
                  <a:pt x="296" y="1124"/>
                </a:lnTo>
                <a:cubicBezTo>
                  <a:pt x="269" y="1120"/>
                  <a:pt x="242" y="1112"/>
                  <a:pt x="218" y="1100"/>
                </a:cubicBezTo>
                <a:lnTo>
                  <a:pt x="218" y="1100"/>
                </a:lnTo>
                <a:cubicBezTo>
                  <a:pt x="195" y="1089"/>
                  <a:pt x="174" y="1073"/>
                  <a:pt x="156" y="1054"/>
                </a:cubicBezTo>
                <a:lnTo>
                  <a:pt x="156" y="1054"/>
                </a:lnTo>
                <a:cubicBezTo>
                  <a:pt x="138" y="1035"/>
                  <a:pt x="124" y="1013"/>
                  <a:pt x="115" y="989"/>
                </a:cubicBezTo>
                <a:lnTo>
                  <a:pt x="115" y="989"/>
                </a:lnTo>
                <a:cubicBezTo>
                  <a:pt x="105" y="966"/>
                  <a:pt x="101" y="941"/>
                  <a:pt x="102" y="915"/>
                </a:cubicBezTo>
                <a:lnTo>
                  <a:pt x="133" y="52"/>
                </a:lnTo>
                <a:lnTo>
                  <a:pt x="133" y="52"/>
                </a:lnTo>
                <a:cubicBezTo>
                  <a:pt x="133" y="47"/>
                  <a:pt x="133" y="43"/>
                  <a:pt x="134" y="38"/>
                </a:cubicBezTo>
                <a:lnTo>
                  <a:pt x="134" y="38"/>
                </a:lnTo>
                <a:cubicBezTo>
                  <a:pt x="135" y="34"/>
                  <a:pt x="135" y="29"/>
                  <a:pt x="137" y="25"/>
                </a:cubicBezTo>
                <a:lnTo>
                  <a:pt x="137" y="25"/>
                </a:lnTo>
                <a:cubicBezTo>
                  <a:pt x="138" y="21"/>
                  <a:pt x="138" y="16"/>
                  <a:pt x="140" y="12"/>
                </a:cubicBezTo>
                <a:lnTo>
                  <a:pt x="140" y="12"/>
                </a:lnTo>
                <a:cubicBezTo>
                  <a:pt x="141" y="8"/>
                  <a:pt x="143" y="4"/>
                  <a:pt x="144" y="0"/>
                </a:cubicBezTo>
                <a:lnTo>
                  <a:pt x="144" y="0"/>
                </a:lnTo>
                <a:cubicBezTo>
                  <a:pt x="143" y="2"/>
                  <a:pt x="143" y="4"/>
                  <a:pt x="141" y="7"/>
                </a:cubicBezTo>
                <a:lnTo>
                  <a:pt x="127" y="40"/>
                </a:lnTo>
                <a:lnTo>
                  <a:pt x="127" y="40"/>
                </a:lnTo>
                <a:cubicBezTo>
                  <a:pt x="127" y="42"/>
                  <a:pt x="126" y="44"/>
                  <a:pt x="126" y="45"/>
                </a:cubicBezTo>
                <a:lnTo>
                  <a:pt x="122" y="55"/>
                </a:lnTo>
                <a:lnTo>
                  <a:pt x="122" y="55"/>
                </a:lnTo>
                <a:cubicBezTo>
                  <a:pt x="121" y="56"/>
                  <a:pt x="121" y="56"/>
                  <a:pt x="121" y="57"/>
                </a:cubicBezTo>
                <a:lnTo>
                  <a:pt x="112" y="78"/>
                </a:lnTo>
                <a:lnTo>
                  <a:pt x="112" y="78"/>
                </a:lnTo>
                <a:cubicBezTo>
                  <a:pt x="111" y="79"/>
                  <a:pt x="111" y="81"/>
                  <a:pt x="110" y="83"/>
                </a:cubicBezTo>
                <a:lnTo>
                  <a:pt x="93" y="124"/>
                </a:lnTo>
                <a:lnTo>
                  <a:pt x="93" y="124"/>
                </a:lnTo>
                <a:cubicBezTo>
                  <a:pt x="92" y="126"/>
                  <a:pt x="91" y="130"/>
                  <a:pt x="89" y="134"/>
                </a:cubicBezTo>
                <a:lnTo>
                  <a:pt x="84" y="146"/>
                </a:lnTo>
                <a:lnTo>
                  <a:pt x="84" y="146"/>
                </a:lnTo>
                <a:lnTo>
                  <a:pt x="84" y="146"/>
                </a:lnTo>
                <a:lnTo>
                  <a:pt x="84" y="146"/>
                </a:lnTo>
                <a:cubicBezTo>
                  <a:pt x="84" y="146"/>
                  <a:pt x="84" y="146"/>
                  <a:pt x="84" y="147"/>
                </a:cubicBezTo>
                <a:lnTo>
                  <a:pt x="53" y="220"/>
                </a:lnTo>
                <a:lnTo>
                  <a:pt x="53" y="220"/>
                </a:lnTo>
                <a:cubicBezTo>
                  <a:pt x="53" y="222"/>
                  <a:pt x="52" y="224"/>
                  <a:pt x="52" y="226"/>
                </a:cubicBezTo>
                <a:lnTo>
                  <a:pt x="45" y="240"/>
                </a:lnTo>
                <a:lnTo>
                  <a:pt x="45" y="240"/>
                </a:lnTo>
                <a:cubicBezTo>
                  <a:pt x="43" y="244"/>
                  <a:pt x="42" y="248"/>
                  <a:pt x="41" y="252"/>
                </a:cubicBezTo>
                <a:lnTo>
                  <a:pt x="41" y="252"/>
                </a:lnTo>
                <a:cubicBezTo>
                  <a:pt x="40" y="256"/>
                  <a:pt x="39" y="260"/>
                  <a:pt x="38" y="264"/>
                </a:cubicBezTo>
                <a:lnTo>
                  <a:pt x="38" y="264"/>
                </a:lnTo>
                <a:cubicBezTo>
                  <a:pt x="37" y="268"/>
                  <a:pt x="36" y="273"/>
                  <a:pt x="36" y="277"/>
                </a:cubicBezTo>
                <a:lnTo>
                  <a:pt x="36" y="277"/>
                </a:lnTo>
                <a:cubicBezTo>
                  <a:pt x="35" y="281"/>
                  <a:pt x="34" y="286"/>
                  <a:pt x="34" y="291"/>
                </a:cubicBezTo>
                <a:lnTo>
                  <a:pt x="1" y="1128"/>
                </a:lnTo>
                <a:lnTo>
                  <a:pt x="1" y="1128"/>
                </a:lnTo>
                <a:cubicBezTo>
                  <a:pt x="0" y="1153"/>
                  <a:pt x="4" y="1178"/>
                  <a:pt x="13" y="1200"/>
                </a:cubicBezTo>
                <a:lnTo>
                  <a:pt x="13" y="1200"/>
                </a:lnTo>
                <a:cubicBezTo>
                  <a:pt x="22" y="1223"/>
                  <a:pt x="36" y="1244"/>
                  <a:pt x="53" y="1262"/>
                </a:cubicBezTo>
                <a:lnTo>
                  <a:pt x="53" y="1262"/>
                </a:lnTo>
                <a:cubicBezTo>
                  <a:pt x="69" y="1281"/>
                  <a:pt x="90" y="1296"/>
                  <a:pt x="113" y="1308"/>
                </a:cubicBezTo>
                <a:lnTo>
                  <a:pt x="113" y="1308"/>
                </a:lnTo>
                <a:cubicBezTo>
                  <a:pt x="135" y="1319"/>
                  <a:pt x="161" y="1326"/>
                  <a:pt x="187" y="1330"/>
                </a:cubicBezTo>
                <a:lnTo>
                  <a:pt x="1100" y="1421"/>
                </a:lnTo>
                <a:lnTo>
                  <a:pt x="1100" y="1421"/>
                </a:lnTo>
                <a:cubicBezTo>
                  <a:pt x="1116" y="1423"/>
                  <a:pt x="1132" y="1422"/>
                  <a:pt x="1147" y="1420"/>
                </a:cubicBezTo>
                <a:lnTo>
                  <a:pt x="1147" y="1420"/>
                </a:lnTo>
                <a:cubicBezTo>
                  <a:pt x="1162" y="1418"/>
                  <a:pt x="1176" y="1414"/>
                  <a:pt x="1190" y="1408"/>
                </a:cubicBezTo>
                <a:lnTo>
                  <a:pt x="1190" y="1408"/>
                </a:lnTo>
                <a:cubicBezTo>
                  <a:pt x="1202" y="1402"/>
                  <a:pt x="1215" y="1395"/>
                  <a:pt x="1226" y="1386"/>
                </a:cubicBezTo>
                <a:lnTo>
                  <a:pt x="1226" y="1386"/>
                </a:lnTo>
                <a:cubicBezTo>
                  <a:pt x="1237" y="1378"/>
                  <a:pt x="1246" y="1368"/>
                  <a:pt x="1254" y="1357"/>
                </a:cubicBezTo>
                <a:lnTo>
                  <a:pt x="1254" y="1357"/>
                </a:lnTo>
                <a:cubicBezTo>
                  <a:pt x="1304" y="1290"/>
                  <a:pt x="1354" y="1223"/>
                  <a:pt x="1403" y="1156"/>
                </a:cubicBezTo>
                <a:lnTo>
                  <a:pt x="1403" y="1156"/>
                </a:lnTo>
                <a:cubicBezTo>
                  <a:pt x="1395" y="1168"/>
                  <a:pt x="1385" y="1178"/>
                  <a:pt x="1373" y="1187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1" name="Freeform 100">
            <a:extLst>
              <a:ext uri="{FF2B5EF4-FFF2-40B4-BE49-F238E27FC236}">
                <a16:creationId xmlns:a16="http://schemas.microsoft.com/office/drawing/2014/main" id="{5E7C2A71-FDC0-2C4E-9244-A2396E688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78" y="4001617"/>
            <a:ext cx="796493" cy="752549"/>
          </a:xfrm>
          <a:custGeom>
            <a:avLst/>
            <a:gdLst>
              <a:gd name="T0" fmla="*/ 518 w 639"/>
              <a:gd name="T1" fmla="*/ 133 h 605"/>
              <a:gd name="T2" fmla="*/ 518 w 639"/>
              <a:gd name="T3" fmla="*/ 133 h 605"/>
              <a:gd name="T4" fmla="*/ 578 w 639"/>
              <a:gd name="T5" fmla="*/ 172 h 605"/>
              <a:gd name="T6" fmla="*/ 578 w 639"/>
              <a:gd name="T7" fmla="*/ 172 h 605"/>
              <a:gd name="T8" fmla="*/ 619 w 639"/>
              <a:gd name="T9" fmla="*/ 228 h 605"/>
              <a:gd name="T10" fmla="*/ 619 w 639"/>
              <a:gd name="T11" fmla="*/ 228 h 605"/>
              <a:gd name="T12" fmla="*/ 637 w 639"/>
              <a:gd name="T13" fmla="*/ 295 h 605"/>
              <a:gd name="T14" fmla="*/ 637 w 639"/>
              <a:gd name="T15" fmla="*/ 295 h 605"/>
              <a:gd name="T16" fmla="*/ 628 w 639"/>
              <a:gd name="T17" fmla="*/ 364 h 605"/>
              <a:gd name="T18" fmla="*/ 628 w 639"/>
              <a:gd name="T19" fmla="*/ 364 h 605"/>
              <a:gd name="T20" fmla="*/ 606 w 639"/>
              <a:gd name="T21" fmla="*/ 402 h 605"/>
              <a:gd name="T22" fmla="*/ 606 w 639"/>
              <a:gd name="T23" fmla="*/ 402 h 605"/>
              <a:gd name="T24" fmla="*/ 576 w 639"/>
              <a:gd name="T25" fmla="*/ 429 h 605"/>
              <a:gd name="T26" fmla="*/ 576 w 639"/>
              <a:gd name="T27" fmla="*/ 429 h 605"/>
              <a:gd name="T28" fmla="*/ 550 w 639"/>
              <a:gd name="T29" fmla="*/ 446 h 605"/>
              <a:gd name="T30" fmla="*/ 550 w 639"/>
              <a:gd name="T31" fmla="*/ 446 h 605"/>
              <a:gd name="T32" fmla="*/ 537 w 639"/>
              <a:gd name="T33" fmla="*/ 453 h 605"/>
              <a:gd name="T34" fmla="*/ 192 w 639"/>
              <a:gd name="T35" fmla="*/ 604 h 605"/>
              <a:gd name="T36" fmla="*/ 23 w 639"/>
              <a:gd name="T37" fmla="*/ 243 h 605"/>
              <a:gd name="T38" fmla="*/ 23 w 639"/>
              <a:gd name="T39" fmla="*/ 243 h 605"/>
              <a:gd name="T40" fmla="*/ 16 w 639"/>
              <a:gd name="T41" fmla="*/ 229 h 605"/>
              <a:gd name="T42" fmla="*/ 16 w 639"/>
              <a:gd name="T43" fmla="*/ 229 h 605"/>
              <a:gd name="T44" fmla="*/ 7 w 639"/>
              <a:gd name="T45" fmla="*/ 197 h 605"/>
              <a:gd name="T46" fmla="*/ 7 w 639"/>
              <a:gd name="T47" fmla="*/ 197 h 605"/>
              <a:gd name="T48" fmla="*/ 0 w 639"/>
              <a:gd name="T49" fmla="*/ 154 h 605"/>
              <a:gd name="T50" fmla="*/ 0 w 639"/>
              <a:gd name="T51" fmla="*/ 154 h 605"/>
              <a:gd name="T52" fmla="*/ 7 w 639"/>
              <a:gd name="T53" fmla="*/ 109 h 605"/>
              <a:gd name="T54" fmla="*/ 7 w 639"/>
              <a:gd name="T55" fmla="*/ 109 h 605"/>
              <a:gd name="T56" fmla="*/ 42 w 639"/>
              <a:gd name="T57" fmla="*/ 51 h 605"/>
              <a:gd name="T58" fmla="*/ 42 w 639"/>
              <a:gd name="T59" fmla="*/ 51 h 605"/>
              <a:gd name="T60" fmla="*/ 96 w 639"/>
              <a:gd name="T61" fmla="*/ 14 h 605"/>
              <a:gd name="T62" fmla="*/ 96 w 639"/>
              <a:gd name="T63" fmla="*/ 14 h 605"/>
              <a:gd name="T64" fmla="*/ 162 w 639"/>
              <a:gd name="T65" fmla="*/ 0 h 605"/>
              <a:gd name="T66" fmla="*/ 162 w 639"/>
              <a:gd name="T67" fmla="*/ 0 h 605"/>
              <a:gd name="T68" fmla="*/ 231 w 639"/>
              <a:gd name="T69" fmla="*/ 14 h 605"/>
              <a:gd name="T70" fmla="*/ 231 w 639"/>
              <a:gd name="T71" fmla="*/ 14 h 605"/>
              <a:gd name="T72" fmla="*/ 275 w 639"/>
              <a:gd name="T73" fmla="*/ 40 h 605"/>
              <a:gd name="T74" fmla="*/ 275 w 639"/>
              <a:gd name="T75" fmla="*/ 40 h 605"/>
              <a:gd name="T76" fmla="*/ 310 w 639"/>
              <a:gd name="T77" fmla="*/ 72 h 605"/>
              <a:gd name="T78" fmla="*/ 310 w 639"/>
              <a:gd name="T79" fmla="*/ 72 h 605"/>
              <a:gd name="T80" fmla="*/ 336 w 639"/>
              <a:gd name="T81" fmla="*/ 107 h 605"/>
              <a:gd name="T82" fmla="*/ 336 w 639"/>
              <a:gd name="T83" fmla="*/ 107 h 605"/>
              <a:gd name="T84" fmla="*/ 354 w 639"/>
              <a:gd name="T85" fmla="*/ 136 h 605"/>
              <a:gd name="T86" fmla="*/ 354 w 639"/>
              <a:gd name="T87" fmla="*/ 136 h 605"/>
              <a:gd name="T88" fmla="*/ 385 w 639"/>
              <a:gd name="T89" fmla="*/ 127 h 605"/>
              <a:gd name="T90" fmla="*/ 385 w 639"/>
              <a:gd name="T91" fmla="*/ 127 h 605"/>
              <a:gd name="T92" fmla="*/ 425 w 639"/>
              <a:gd name="T93" fmla="*/ 120 h 605"/>
              <a:gd name="T94" fmla="*/ 425 w 639"/>
              <a:gd name="T95" fmla="*/ 120 h 605"/>
              <a:gd name="T96" fmla="*/ 471 w 639"/>
              <a:gd name="T97" fmla="*/ 121 h 605"/>
              <a:gd name="T98" fmla="*/ 471 w 639"/>
              <a:gd name="T99" fmla="*/ 121 h 605"/>
              <a:gd name="T100" fmla="*/ 518 w 639"/>
              <a:gd name="T101" fmla="*/ 133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39" h="605">
                <a:moveTo>
                  <a:pt x="518" y="133"/>
                </a:moveTo>
                <a:lnTo>
                  <a:pt x="518" y="133"/>
                </a:lnTo>
                <a:cubicBezTo>
                  <a:pt x="541" y="142"/>
                  <a:pt x="561" y="156"/>
                  <a:pt x="578" y="172"/>
                </a:cubicBezTo>
                <a:lnTo>
                  <a:pt x="578" y="172"/>
                </a:lnTo>
                <a:cubicBezTo>
                  <a:pt x="595" y="189"/>
                  <a:pt x="609" y="208"/>
                  <a:pt x="619" y="228"/>
                </a:cubicBezTo>
                <a:lnTo>
                  <a:pt x="619" y="228"/>
                </a:lnTo>
                <a:cubicBezTo>
                  <a:pt x="629" y="250"/>
                  <a:pt x="635" y="272"/>
                  <a:pt x="637" y="295"/>
                </a:cubicBezTo>
                <a:lnTo>
                  <a:pt x="637" y="295"/>
                </a:lnTo>
                <a:cubicBezTo>
                  <a:pt x="638" y="318"/>
                  <a:pt x="636" y="341"/>
                  <a:pt x="628" y="364"/>
                </a:cubicBezTo>
                <a:lnTo>
                  <a:pt x="628" y="364"/>
                </a:lnTo>
                <a:cubicBezTo>
                  <a:pt x="624" y="378"/>
                  <a:pt x="616" y="391"/>
                  <a:pt x="606" y="402"/>
                </a:cubicBezTo>
                <a:lnTo>
                  <a:pt x="606" y="402"/>
                </a:lnTo>
                <a:cubicBezTo>
                  <a:pt x="597" y="413"/>
                  <a:pt x="587" y="422"/>
                  <a:pt x="576" y="429"/>
                </a:cubicBezTo>
                <a:lnTo>
                  <a:pt x="576" y="429"/>
                </a:lnTo>
                <a:cubicBezTo>
                  <a:pt x="567" y="436"/>
                  <a:pt x="557" y="442"/>
                  <a:pt x="550" y="446"/>
                </a:cubicBezTo>
                <a:lnTo>
                  <a:pt x="550" y="446"/>
                </a:lnTo>
                <a:cubicBezTo>
                  <a:pt x="542" y="450"/>
                  <a:pt x="537" y="452"/>
                  <a:pt x="537" y="453"/>
                </a:cubicBezTo>
                <a:lnTo>
                  <a:pt x="192" y="604"/>
                </a:lnTo>
                <a:lnTo>
                  <a:pt x="23" y="243"/>
                </a:lnTo>
                <a:lnTo>
                  <a:pt x="23" y="243"/>
                </a:lnTo>
                <a:cubicBezTo>
                  <a:pt x="22" y="242"/>
                  <a:pt x="19" y="237"/>
                  <a:pt x="16" y="229"/>
                </a:cubicBezTo>
                <a:lnTo>
                  <a:pt x="16" y="229"/>
                </a:lnTo>
                <a:cubicBezTo>
                  <a:pt x="13" y="220"/>
                  <a:pt x="10" y="209"/>
                  <a:pt x="7" y="197"/>
                </a:cubicBezTo>
                <a:lnTo>
                  <a:pt x="7" y="197"/>
                </a:lnTo>
                <a:cubicBezTo>
                  <a:pt x="3" y="183"/>
                  <a:pt x="1" y="168"/>
                  <a:pt x="0" y="154"/>
                </a:cubicBezTo>
                <a:lnTo>
                  <a:pt x="0" y="154"/>
                </a:lnTo>
                <a:cubicBezTo>
                  <a:pt x="0" y="139"/>
                  <a:pt x="1" y="124"/>
                  <a:pt x="7" y="109"/>
                </a:cubicBezTo>
                <a:lnTo>
                  <a:pt x="7" y="109"/>
                </a:lnTo>
                <a:cubicBezTo>
                  <a:pt x="14" y="87"/>
                  <a:pt x="27" y="67"/>
                  <a:pt x="42" y="51"/>
                </a:cubicBezTo>
                <a:lnTo>
                  <a:pt x="42" y="51"/>
                </a:lnTo>
                <a:cubicBezTo>
                  <a:pt x="57" y="35"/>
                  <a:pt x="76" y="22"/>
                  <a:pt x="96" y="14"/>
                </a:cubicBezTo>
                <a:lnTo>
                  <a:pt x="96" y="14"/>
                </a:lnTo>
                <a:cubicBezTo>
                  <a:pt x="117" y="5"/>
                  <a:pt x="139" y="1"/>
                  <a:pt x="162" y="0"/>
                </a:cubicBezTo>
                <a:lnTo>
                  <a:pt x="162" y="0"/>
                </a:lnTo>
                <a:cubicBezTo>
                  <a:pt x="185" y="0"/>
                  <a:pt x="208" y="5"/>
                  <a:pt x="231" y="14"/>
                </a:cubicBezTo>
                <a:lnTo>
                  <a:pt x="231" y="14"/>
                </a:lnTo>
                <a:cubicBezTo>
                  <a:pt x="247" y="21"/>
                  <a:pt x="261" y="30"/>
                  <a:pt x="275" y="40"/>
                </a:cubicBezTo>
                <a:lnTo>
                  <a:pt x="275" y="40"/>
                </a:lnTo>
                <a:cubicBezTo>
                  <a:pt x="288" y="50"/>
                  <a:pt x="300" y="61"/>
                  <a:pt x="310" y="72"/>
                </a:cubicBezTo>
                <a:lnTo>
                  <a:pt x="310" y="72"/>
                </a:lnTo>
                <a:cubicBezTo>
                  <a:pt x="320" y="84"/>
                  <a:pt x="329" y="96"/>
                  <a:pt x="336" y="107"/>
                </a:cubicBezTo>
                <a:lnTo>
                  <a:pt x="336" y="107"/>
                </a:lnTo>
                <a:cubicBezTo>
                  <a:pt x="344" y="117"/>
                  <a:pt x="349" y="127"/>
                  <a:pt x="354" y="136"/>
                </a:cubicBezTo>
                <a:lnTo>
                  <a:pt x="354" y="136"/>
                </a:lnTo>
                <a:cubicBezTo>
                  <a:pt x="362" y="133"/>
                  <a:pt x="373" y="129"/>
                  <a:pt x="385" y="127"/>
                </a:cubicBezTo>
                <a:lnTo>
                  <a:pt x="385" y="127"/>
                </a:lnTo>
                <a:cubicBezTo>
                  <a:pt x="397" y="124"/>
                  <a:pt x="410" y="121"/>
                  <a:pt x="425" y="120"/>
                </a:cubicBezTo>
                <a:lnTo>
                  <a:pt x="425" y="120"/>
                </a:lnTo>
                <a:cubicBezTo>
                  <a:pt x="439" y="119"/>
                  <a:pt x="455" y="119"/>
                  <a:pt x="471" y="121"/>
                </a:cubicBezTo>
                <a:lnTo>
                  <a:pt x="471" y="121"/>
                </a:lnTo>
                <a:cubicBezTo>
                  <a:pt x="487" y="122"/>
                  <a:pt x="502" y="126"/>
                  <a:pt x="518" y="133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CBB93DD8-9BA6-5A4B-B0EC-6AC4BCE4B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1803" y="3562173"/>
            <a:ext cx="1788477" cy="1975561"/>
          </a:xfrm>
          <a:custGeom>
            <a:avLst/>
            <a:gdLst>
              <a:gd name="connsiteX0" fmla="*/ 1242797 w 1788477"/>
              <a:gd name="connsiteY0" fmla="*/ 1554534 h 1975561"/>
              <a:gd name="connsiteX1" fmla="*/ 1629009 w 1788477"/>
              <a:gd name="connsiteY1" fmla="*/ 1708925 h 1975561"/>
              <a:gd name="connsiteX2" fmla="*/ 1671368 w 1788477"/>
              <a:gd name="connsiteY2" fmla="*/ 1720130 h 1975561"/>
              <a:gd name="connsiteX3" fmla="*/ 1712481 w 1788477"/>
              <a:gd name="connsiteY3" fmla="*/ 1722621 h 1975561"/>
              <a:gd name="connsiteX4" fmla="*/ 1752348 w 1788477"/>
              <a:gd name="connsiteY4" fmla="*/ 1715150 h 1975561"/>
              <a:gd name="connsiteX5" fmla="*/ 1788477 w 1788477"/>
              <a:gd name="connsiteY5" fmla="*/ 1700209 h 1975561"/>
              <a:gd name="connsiteX6" fmla="*/ 1589142 w 1788477"/>
              <a:gd name="connsiteY6" fmla="*/ 1812267 h 1975561"/>
              <a:gd name="connsiteX7" fmla="*/ 1571700 w 1788477"/>
              <a:gd name="connsiteY7" fmla="*/ 1819737 h 1975561"/>
              <a:gd name="connsiteX8" fmla="*/ 1554258 w 1788477"/>
              <a:gd name="connsiteY8" fmla="*/ 1825963 h 1975561"/>
              <a:gd name="connsiteX9" fmla="*/ 1515637 w 1788477"/>
              <a:gd name="connsiteY9" fmla="*/ 1833433 h 1975561"/>
              <a:gd name="connsiteX10" fmla="*/ 1475770 w 1788477"/>
              <a:gd name="connsiteY10" fmla="*/ 1832188 h 1975561"/>
              <a:gd name="connsiteX11" fmla="*/ 1435903 w 1788477"/>
              <a:gd name="connsiteY11" fmla="*/ 1819737 h 1975561"/>
              <a:gd name="connsiteX12" fmla="*/ 1064641 w 1788477"/>
              <a:gd name="connsiteY12" fmla="*/ 1674062 h 1975561"/>
              <a:gd name="connsiteX13" fmla="*/ 487957 w 1788477"/>
              <a:gd name="connsiteY13" fmla="*/ 0 h 1975561"/>
              <a:gd name="connsiteX14" fmla="*/ 480473 w 1788477"/>
              <a:gd name="connsiteY14" fmla="*/ 11201 h 1975561"/>
              <a:gd name="connsiteX15" fmla="*/ 472989 w 1788477"/>
              <a:gd name="connsiteY15" fmla="*/ 23645 h 1975561"/>
              <a:gd name="connsiteX16" fmla="*/ 465505 w 1788477"/>
              <a:gd name="connsiteY16" fmla="*/ 36090 h 1975561"/>
              <a:gd name="connsiteX17" fmla="*/ 459268 w 1788477"/>
              <a:gd name="connsiteY17" fmla="*/ 51024 h 1975561"/>
              <a:gd name="connsiteX18" fmla="*/ 146179 w 1788477"/>
              <a:gd name="connsiteY18" fmla="*/ 904746 h 1975561"/>
              <a:gd name="connsiteX19" fmla="*/ 134953 w 1788477"/>
              <a:gd name="connsiteY19" fmla="*/ 983149 h 1975561"/>
              <a:gd name="connsiteX20" fmla="*/ 153663 w 1788477"/>
              <a:gd name="connsiteY20" fmla="*/ 1057818 h 1975561"/>
              <a:gd name="connsiteX21" fmla="*/ 199816 w 1788477"/>
              <a:gd name="connsiteY21" fmla="*/ 1121287 h 1975561"/>
              <a:gd name="connsiteX22" fmla="*/ 268421 w 1788477"/>
              <a:gd name="connsiteY22" fmla="*/ 1166089 h 1975561"/>
              <a:gd name="connsiteX23" fmla="*/ 663836 w 1788477"/>
              <a:gd name="connsiteY23" fmla="*/ 1322895 h 1975561"/>
              <a:gd name="connsiteX24" fmla="*/ 756141 w 1788477"/>
              <a:gd name="connsiteY24" fmla="*/ 1798290 h 1975561"/>
              <a:gd name="connsiteX25" fmla="*/ 763625 w 1788477"/>
              <a:gd name="connsiteY25" fmla="*/ 1819447 h 1975561"/>
              <a:gd name="connsiteX26" fmla="*/ 774851 w 1788477"/>
              <a:gd name="connsiteY26" fmla="*/ 1838114 h 1975561"/>
              <a:gd name="connsiteX27" fmla="*/ 791067 w 1788477"/>
              <a:gd name="connsiteY27" fmla="*/ 1853048 h 1975561"/>
              <a:gd name="connsiteX28" fmla="*/ 809778 w 1788477"/>
              <a:gd name="connsiteY28" fmla="*/ 1863004 h 1975561"/>
              <a:gd name="connsiteX29" fmla="*/ 828488 w 1788477"/>
              <a:gd name="connsiteY29" fmla="*/ 1867982 h 1975561"/>
              <a:gd name="connsiteX30" fmla="*/ 845951 w 1788477"/>
              <a:gd name="connsiteY30" fmla="*/ 1869226 h 1975561"/>
              <a:gd name="connsiteX31" fmla="*/ 864662 w 1788477"/>
              <a:gd name="connsiteY31" fmla="*/ 1865493 h 1975561"/>
              <a:gd name="connsiteX32" fmla="*/ 882125 w 1788477"/>
              <a:gd name="connsiteY32" fmla="*/ 1856782 h 1975561"/>
              <a:gd name="connsiteX33" fmla="*/ 716225 w 1788477"/>
              <a:gd name="connsiteY33" fmla="*/ 1963808 h 1975561"/>
              <a:gd name="connsiteX34" fmla="*/ 708741 w 1788477"/>
              <a:gd name="connsiteY34" fmla="*/ 1968786 h 1975561"/>
              <a:gd name="connsiteX35" fmla="*/ 698762 w 1788477"/>
              <a:gd name="connsiteY35" fmla="*/ 1971275 h 1975561"/>
              <a:gd name="connsiteX36" fmla="*/ 681299 w 1788477"/>
              <a:gd name="connsiteY36" fmla="*/ 1975008 h 1975561"/>
              <a:gd name="connsiteX37" fmla="*/ 663836 w 1788477"/>
              <a:gd name="connsiteY37" fmla="*/ 1975008 h 1975561"/>
              <a:gd name="connsiteX38" fmla="*/ 646373 w 1788477"/>
              <a:gd name="connsiteY38" fmla="*/ 1970030 h 1975561"/>
              <a:gd name="connsiteX39" fmla="*/ 628910 w 1788477"/>
              <a:gd name="connsiteY39" fmla="*/ 1961319 h 1975561"/>
              <a:gd name="connsiteX40" fmla="*/ 613941 w 1788477"/>
              <a:gd name="connsiteY40" fmla="*/ 1946385 h 1975561"/>
              <a:gd name="connsiteX41" fmla="*/ 602715 w 1788477"/>
              <a:gd name="connsiteY41" fmla="*/ 1928962 h 1975561"/>
              <a:gd name="connsiteX42" fmla="*/ 595231 w 1788477"/>
              <a:gd name="connsiteY42" fmla="*/ 1907806 h 1975561"/>
              <a:gd name="connsiteX43" fmla="*/ 509163 w 1788477"/>
              <a:gd name="connsiteY43" fmla="*/ 1452322 h 1975561"/>
              <a:gd name="connsiteX44" fmla="*/ 127469 w 1788477"/>
              <a:gd name="connsiteY44" fmla="*/ 1300494 h 1975561"/>
              <a:gd name="connsiteX45" fmla="*/ 62606 w 1788477"/>
              <a:gd name="connsiteY45" fmla="*/ 1259426 h 1975561"/>
              <a:gd name="connsiteX46" fmla="*/ 18948 w 1788477"/>
              <a:gd name="connsiteY46" fmla="*/ 1197201 h 1975561"/>
              <a:gd name="connsiteX47" fmla="*/ 237 w 1788477"/>
              <a:gd name="connsiteY47" fmla="*/ 1126265 h 1975561"/>
              <a:gd name="connsiteX48" fmla="*/ 10216 w 1788477"/>
              <a:gd name="connsiteY48" fmla="*/ 1051596 h 1975561"/>
              <a:gd name="connsiteX49" fmla="*/ 313326 w 1788477"/>
              <a:gd name="connsiteY49" fmla="*/ 227742 h 1975561"/>
              <a:gd name="connsiteX50" fmla="*/ 319563 w 1788477"/>
              <a:gd name="connsiteY50" fmla="*/ 215297 h 1975561"/>
              <a:gd name="connsiteX51" fmla="*/ 325800 w 1788477"/>
              <a:gd name="connsiteY51" fmla="*/ 201608 h 1975561"/>
              <a:gd name="connsiteX52" fmla="*/ 333284 w 1788477"/>
              <a:gd name="connsiteY52" fmla="*/ 189163 h 1975561"/>
              <a:gd name="connsiteX53" fmla="*/ 342016 w 1788477"/>
              <a:gd name="connsiteY53" fmla="*/ 179207 h 1975561"/>
              <a:gd name="connsiteX54" fmla="*/ 411868 w 1788477"/>
              <a:gd name="connsiteY54" fmla="*/ 92093 h 1975561"/>
              <a:gd name="connsiteX55" fmla="*/ 414363 w 1788477"/>
              <a:gd name="connsiteY55" fmla="*/ 90848 h 1975561"/>
              <a:gd name="connsiteX56" fmla="*/ 414363 w 1788477"/>
              <a:gd name="connsiteY56" fmla="*/ 89604 h 197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788477" h="1975561">
                <a:moveTo>
                  <a:pt x="1242797" y="1554534"/>
                </a:moveTo>
                <a:lnTo>
                  <a:pt x="1629009" y="1708925"/>
                </a:lnTo>
                <a:cubicBezTo>
                  <a:pt x="1642713" y="1713905"/>
                  <a:pt x="1656418" y="1717640"/>
                  <a:pt x="1671368" y="1720130"/>
                </a:cubicBezTo>
                <a:cubicBezTo>
                  <a:pt x="1685072" y="1722621"/>
                  <a:pt x="1698777" y="1723866"/>
                  <a:pt x="1712481" y="1722621"/>
                </a:cubicBezTo>
                <a:cubicBezTo>
                  <a:pt x="1726185" y="1721376"/>
                  <a:pt x="1738644" y="1718885"/>
                  <a:pt x="1752348" y="1715150"/>
                </a:cubicBezTo>
                <a:cubicBezTo>
                  <a:pt x="1764806" y="1711415"/>
                  <a:pt x="1777265" y="1706435"/>
                  <a:pt x="1788477" y="1700209"/>
                </a:cubicBezTo>
                <a:lnTo>
                  <a:pt x="1589142" y="1812267"/>
                </a:lnTo>
                <a:cubicBezTo>
                  <a:pt x="1582913" y="1814757"/>
                  <a:pt x="1577930" y="1818492"/>
                  <a:pt x="1571700" y="1819737"/>
                </a:cubicBezTo>
                <a:cubicBezTo>
                  <a:pt x="1566717" y="1822227"/>
                  <a:pt x="1560488" y="1824718"/>
                  <a:pt x="1554258" y="1825963"/>
                </a:cubicBezTo>
                <a:cubicBezTo>
                  <a:pt x="1541800" y="1830943"/>
                  <a:pt x="1529342" y="1832188"/>
                  <a:pt x="1515637" y="1833433"/>
                </a:cubicBezTo>
                <a:cubicBezTo>
                  <a:pt x="1503179" y="1833433"/>
                  <a:pt x="1489475" y="1833433"/>
                  <a:pt x="1475770" y="1832188"/>
                </a:cubicBezTo>
                <a:cubicBezTo>
                  <a:pt x="1462066" y="1829698"/>
                  <a:pt x="1449607" y="1825963"/>
                  <a:pt x="1435903" y="1819737"/>
                </a:cubicBezTo>
                <a:lnTo>
                  <a:pt x="1064641" y="1674062"/>
                </a:lnTo>
                <a:close/>
                <a:moveTo>
                  <a:pt x="487957" y="0"/>
                </a:moveTo>
                <a:cubicBezTo>
                  <a:pt x="485463" y="2489"/>
                  <a:pt x="482968" y="6223"/>
                  <a:pt x="480473" y="11201"/>
                </a:cubicBezTo>
                <a:cubicBezTo>
                  <a:pt x="476731" y="14934"/>
                  <a:pt x="474236" y="18667"/>
                  <a:pt x="472989" y="23645"/>
                </a:cubicBezTo>
                <a:cubicBezTo>
                  <a:pt x="469247" y="27379"/>
                  <a:pt x="466752" y="31112"/>
                  <a:pt x="465505" y="36090"/>
                </a:cubicBezTo>
                <a:cubicBezTo>
                  <a:pt x="463010" y="41068"/>
                  <a:pt x="460515" y="44802"/>
                  <a:pt x="459268" y="51024"/>
                </a:cubicBezTo>
                <a:lnTo>
                  <a:pt x="146179" y="904746"/>
                </a:lnTo>
                <a:cubicBezTo>
                  <a:pt x="137448" y="930880"/>
                  <a:pt x="133706" y="957014"/>
                  <a:pt x="134953" y="983149"/>
                </a:cubicBezTo>
                <a:cubicBezTo>
                  <a:pt x="137448" y="1009283"/>
                  <a:pt x="143685" y="1034173"/>
                  <a:pt x="153663" y="1057818"/>
                </a:cubicBezTo>
                <a:cubicBezTo>
                  <a:pt x="166137" y="1081463"/>
                  <a:pt x="181105" y="1102620"/>
                  <a:pt x="199816" y="1121287"/>
                </a:cubicBezTo>
                <a:cubicBezTo>
                  <a:pt x="219774" y="1139954"/>
                  <a:pt x="243474" y="1154888"/>
                  <a:pt x="268421" y="1166089"/>
                </a:cubicBezTo>
                <a:lnTo>
                  <a:pt x="663836" y="1322895"/>
                </a:lnTo>
                <a:lnTo>
                  <a:pt x="756141" y="1798290"/>
                </a:lnTo>
                <a:cubicBezTo>
                  <a:pt x="757388" y="1805757"/>
                  <a:pt x="759883" y="1814469"/>
                  <a:pt x="763625" y="1819447"/>
                </a:cubicBezTo>
                <a:cubicBezTo>
                  <a:pt x="767367" y="1826914"/>
                  <a:pt x="771109" y="1833136"/>
                  <a:pt x="774851" y="1838114"/>
                </a:cubicBezTo>
                <a:cubicBezTo>
                  <a:pt x="781088" y="1844337"/>
                  <a:pt x="784830" y="1849315"/>
                  <a:pt x="791067" y="1853048"/>
                </a:cubicBezTo>
                <a:cubicBezTo>
                  <a:pt x="797304" y="1856782"/>
                  <a:pt x="803541" y="1860515"/>
                  <a:pt x="809778" y="1863004"/>
                </a:cubicBezTo>
                <a:cubicBezTo>
                  <a:pt x="816014" y="1865493"/>
                  <a:pt x="822251" y="1866737"/>
                  <a:pt x="828488" y="1867982"/>
                </a:cubicBezTo>
                <a:cubicBezTo>
                  <a:pt x="833478" y="1869226"/>
                  <a:pt x="839714" y="1869226"/>
                  <a:pt x="845951" y="1869226"/>
                </a:cubicBezTo>
                <a:cubicBezTo>
                  <a:pt x="852188" y="1867982"/>
                  <a:pt x="858425" y="1866737"/>
                  <a:pt x="864662" y="1865493"/>
                </a:cubicBezTo>
                <a:cubicBezTo>
                  <a:pt x="870899" y="1863004"/>
                  <a:pt x="875888" y="1860515"/>
                  <a:pt x="882125" y="1856782"/>
                </a:cubicBezTo>
                <a:lnTo>
                  <a:pt x="716225" y="1963808"/>
                </a:lnTo>
                <a:cubicBezTo>
                  <a:pt x="713731" y="1965052"/>
                  <a:pt x="709988" y="1967541"/>
                  <a:pt x="708741" y="1968786"/>
                </a:cubicBezTo>
                <a:cubicBezTo>
                  <a:pt x="704999" y="1970030"/>
                  <a:pt x="702504" y="1970030"/>
                  <a:pt x="698762" y="1971275"/>
                </a:cubicBezTo>
                <a:cubicBezTo>
                  <a:pt x="693773" y="1973764"/>
                  <a:pt x="687536" y="1975008"/>
                  <a:pt x="681299" y="1975008"/>
                </a:cubicBezTo>
                <a:cubicBezTo>
                  <a:pt x="676310" y="1976253"/>
                  <a:pt x="670073" y="1975008"/>
                  <a:pt x="663836" y="1975008"/>
                </a:cubicBezTo>
                <a:cubicBezTo>
                  <a:pt x="657599" y="1973764"/>
                  <a:pt x="652610" y="1972519"/>
                  <a:pt x="646373" y="1970030"/>
                </a:cubicBezTo>
                <a:cubicBezTo>
                  <a:pt x="640136" y="1967541"/>
                  <a:pt x="635146" y="1965052"/>
                  <a:pt x="628910" y="1961319"/>
                </a:cubicBezTo>
                <a:cubicBezTo>
                  <a:pt x="623920" y="1956341"/>
                  <a:pt x="617683" y="1951363"/>
                  <a:pt x="613941" y="1946385"/>
                </a:cubicBezTo>
                <a:cubicBezTo>
                  <a:pt x="610199" y="1941407"/>
                  <a:pt x="606457" y="1935184"/>
                  <a:pt x="602715" y="1928962"/>
                </a:cubicBezTo>
                <a:cubicBezTo>
                  <a:pt x="598973" y="1922740"/>
                  <a:pt x="596478" y="1916517"/>
                  <a:pt x="595231" y="1907806"/>
                </a:cubicBezTo>
                <a:lnTo>
                  <a:pt x="509163" y="1452322"/>
                </a:lnTo>
                <a:lnTo>
                  <a:pt x="127469" y="1300494"/>
                </a:lnTo>
                <a:cubicBezTo>
                  <a:pt x="103769" y="1290538"/>
                  <a:pt x="81316" y="1276848"/>
                  <a:pt x="62606" y="1259426"/>
                </a:cubicBezTo>
                <a:cubicBezTo>
                  <a:pt x="43895" y="1242003"/>
                  <a:pt x="28927" y="1219602"/>
                  <a:pt x="18948" y="1197201"/>
                </a:cubicBezTo>
                <a:cubicBezTo>
                  <a:pt x="7722" y="1174800"/>
                  <a:pt x="1485" y="1149910"/>
                  <a:pt x="237" y="1126265"/>
                </a:cubicBezTo>
                <a:cubicBezTo>
                  <a:pt x="-1010" y="1101375"/>
                  <a:pt x="2732" y="1075241"/>
                  <a:pt x="10216" y="1051596"/>
                </a:cubicBezTo>
                <a:lnTo>
                  <a:pt x="313326" y="227742"/>
                </a:lnTo>
                <a:cubicBezTo>
                  <a:pt x="315821" y="222764"/>
                  <a:pt x="317068" y="219031"/>
                  <a:pt x="319563" y="215297"/>
                </a:cubicBezTo>
                <a:cubicBezTo>
                  <a:pt x="322058" y="210319"/>
                  <a:pt x="323305" y="205341"/>
                  <a:pt x="325800" y="201608"/>
                </a:cubicBezTo>
                <a:cubicBezTo>
                  <a:pt x="328295" y="197874"/>
                  <a:pt x="330789" y="194141"/>
                  <a:pt x="333284" y="189163"/>
                </a:cubicBezTo>
                <a:cubicBezTo>
                  <a:pt x="335779" y="186674"/>
                  <a:pt x="339521" y="181696"/>
                  <a:pt x="342016" y="179207"/>
                </a:cubicBezTo>
                <a:lnTo>
                  <a:pt x="411868" y="92093"/>
                </a:lnTo>
                <a:cubicBezTo>
                  <a:pt x="413115" y="92093"/>
                  <a:pt x="413115" y="92093"/>
                  <a:pt x="414363" y="90848"/>
                </a:cubicBezTo>
                <a:cubicBezTo>
                  <a:pt x="414363" y="89604"/>
                  <a:pt x="414363" y="89604"/>
                  <a:pt x="414363" y="89604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3" name="Freeform 103">
            <a:extLst>
              <a:ext uri="{FF2B5EF4-FFF2-40B4-BE49-F238E27FC236}">
                <a16:creationId xmlns:a16="http://schemas.microsoft.com/office/drawing/2014/main" id="{B7796010-08C5-B944-8DEA-9CD29C954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626" y="3496256"/>
            <a:ext cx="2026936" cy="1939047"/>
          </a:xfrm>
          <a:custGeom>
            <a:avLst/>
            <a:gdLst>
              <a:gd name="T0" fmla="*/ 1073 w 1626"/>
              <a:gd name="T1" fmla="*/ 858 h 1557"/>
              <a:gd name="T2" fmla="*/ 1086 w 1626"/>
              <a:gd name="T3" fmla="*/ 851 h 1557"/>
              <a:gd name="T4" fmla="*/ 1112 w 1626"/>
              <a:gd name="T5" fmla="*/ 834 h 1557"/>
              <a:gd name="T6" fmla="*/ 1142 w 1626"/>
              <a:gd name="T7" fmla="*/ 807 h 1557"/>
              <a:gd name="T8" fmla="*/ 1164 w 1626"/>
              <a:gd name="T9" fmla="*/ 769 h 1557"/>
              <a:gd name="T10" fmla="*/ 1173 w 1626"/>
              <a:gd name="T11" fmla="*/ 700 h 1557"/>
              <a:gd name="T12" fmla="*/ 1155 w 1626"/>
              <a:gd name="T13" fmla="*/ 633 h 1557"/>
              <a:gd name="T14" fmla="*/ 1114 w 1626"/>
              <a:gd name="T15" fmla="*/ 577 h 1557"/>
              <a:gd name="T16" fmla="*/ 1054 w 1626"/>
              <a:gd name="T17" fmla="*/ 538 h 1557"/>
              <a:gd name="T18" fmla="*/ 1007 w 1626"/>
              <a:gd name="T19" fmla="*/ 526 h 1557"/>
              <a:gd name="T20" fmla="*/ 961 w 1626"/>
              <a:gd name="T21" fmla="*/ 525 h 1557"/>
              <a:gd name="T22" fmla="*/ 921 w 1626"/>
              <a:gd name="T23" fmla="*/ 532 h 1557"/>
              <a:gd name="T24" fmla="*/ 890 w 1626"/>
              <a:gd name="T25" fmla="*/ 541 h 1557"/>
              <a:gd name="T26" fmla="*/ 872 w 1626"/>
              <a:gd name="T27" fmla="*/ 512 h 1557"/>
              <a:gd name="T28" fmla="*/ 846 w 1626"/>
              <a:gd name="T29" fmla="*/ 477 h 1557"/>
              <a:gd name="T30" fmla="*/ 811 w 1626"/>
              <a:gd name="T31" fmla="*/ 445 h 1557"/>
              <a:gd name="T32" fmla="*/ 767 w 1626"/>
              <a:gd name="T33" fmla="*/ 419 h 1557"/>
              <a:gd name="T34" fmla="*/ 698 w 1626"/>
              <a:gd name="T35" fmla="*/ 405 h 1557"/>
              <a:gd name="T36" fmla="*/ 632 w 1626"/>
              <a:gd name="T37" fmla="*/ 419 h 1557"/>
              <a:gd name="T38" fmla="*/ 578 w 1626"/>
              <a:gd name="T39" fmla="*/ 456 h 1557"/>
              <a:gd name="T40" fmla="*/ 543 w 1626"/>
              <a:gd name="T41" fmla="*/ 514 h 1557"/>
              <a:gd name="T42" fmla="*/ 536 w 1626"/>
              <a:gd name="T43" fmla="*/ 559 h 1557"/>
              <a:gd name="T44" fmla="*/ 543 w 1626"/>
              <a:gd name="T45" fmla="*/ 602 h 1557"/>
              <a:gd name="T46" fmla="*/ 552 w 1626"/>
              <a:gd name="T47" fmla="*/ 634 h 1557"/>
              <a:gd name="T48" fmla="*/ 728 w 1626"/>
              <a:gd name="T49" fmla="*/ 1009 h 1557"/>
              <a:gd name="T50" fmla="*/ 1520 w 1626"/>
              <a:gd name="T51" fmla="*/ 455 h 1557"/>
              <a:gd name="T52" fmla="*/ 1572 w 1626"/>
              <a:gd name="T53" fmla="*/ 489 h 1557"/>
              <a:gd name="T54" fmla="*/ 1607 w 1626"/>
              <a:gd name="T55" fmla="*/ 538 h 1557"/>
              <a:gd name="T56" fmla="*/ 1623 w 1626"/>
              <a:gd name="T57" fmla="*/ 595 h 1557"/>
              <a:gd name="T58" fmla="*/ 1616 w 1626"/>
              <a:gd name="T59" fmla="*/ 655 h 1557"/>
              <a:gd name="T60" fmla="*/ 1395 w 1626"/>
              <a:gd name="T61" fmla="*/ 1338 h 1557"/>
              <a:gd name="T62" fmla="*/ 1365 w 1626"/>
              <a:gd name="T63" fmla="*/ 1390 h 1557"/>
              <a:gd name="T64" fmla="*/ 1319 w 1626"/>
              <a:gd name="T65" fmla="*/ 1425 h 1557"/>
              <a:gd name="T66" fmla="*/ 1262 w 1626"/>
              <a:gd name="T67" fmla="*/ 1438 h 1557"/>
              <a:gd name="T68" fmla="*/ 891 w 1626"/>
              <a:gd name="T69" fmla="*/ 1303 h 1557"/>
              <a:gd name="T70" fmla="*/ 606 w 1626"/>
              <a:gd name="T71" fmla="*/ 1541 h 1557"/>
              <a:gd name="T72" fmla="*/ 591 w 1626"/>
              <a:gd name="T73" fmla="*/ 1551 h 1557"/>
              <a:gd name="T74" fmla="*/ 575 w 1626"/>
              <a:gd name="T75" fmla="*/ 1555 h 1557"/>
              <a:gd name="T76" fmla="*/ 558 w 1626"/>
              <a:gd name="T77" fmla="*/ 1555 h 1557"/>
              <a:gd name="T78" fmla="*/ 542 w 1626"/>
              <a:gd name="T79" fmla="*/ 1551 h 1557"/>
              <a:gd name="T80" fmla="*/ 527 w 1626"/>
              <a:gd name="T81" fmla="*/ 1543 h 1557"/>
              <a:gd name="T82" fmla="*/ 514 w 1626"/>
              <a:gd name="T83" fmla="*/ 1531 h 1557"/>
              <a:gd name="T84" fmla="*/ 505 w 1626"/>
              <a:gd name="T85" fmla="*/ 1516 h 1557"/>
              <a:gd name="T86" fmla="*/ 425 w 1626"/>
              <a:gd name="T87" fmla="*/ 1117 h 1557"/>
              <a:gd name="T88" fmla="*/ 108 w 1626"/>
              <a:gd name="T89" fmla="*/ 991 h 1557"/>
              <a:gd name="T90" fmla="*/ 53 w 1626"/>
              <a:gd name="T91" fmla="*/ 955 h 1557"/>
              <a:gd name="T92" fmla="*/ 16 w 1626"/>
              <a:gd name="T93" fmla="*/ 904 h 1557"/>
              <a:gd name="T94" fmla="*/ 1 w 1626"/>
              <a:gd name="T95" fmla="*/ 844 h 1557"/>
              <a:gd name="T96" fmla="*/ 261 w 1626"/>
              <a:gd name="T97" fmla="*/ 95 h 1557"/>
              <a:gd name="T98" fmla="*/ 293 w 1626"/>
              <a:gd name="T99" fmla="*/ 44 h 1557"/>
              <a:gd name="T100" fmla="*/ 341 w 1626"/>
              <a:gd name="T101" fmla="*/ 11 h 1557"/>
              <a:gd name="T102" fmla="*/ 399 w 1626"/>
              <a:gd name="T103" fmla="*/ 0 h 1557"/>
              <a:gd name="T104" fmla="*/ 461 w 1626"/>
              <a:gd name="T105" fmla="*/ 13 h 1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626" h="1557">
                <a:moveTo>
                  <a:pt x="1073" y="858"/>
                </a:moveTo>
                <a:lnTo>
                  <a:pt x="1073" y="858"/>
                </a:lnTo>
                <a:cubicBezTo>
                  <a:pt x="1073" y="857"/>
                  <a:pt x="1078" y="855"/>
                  <a:pt x="1086" y="851"/>
                </a:cubicBezTo>
                <a:lnTo>
                  <a:pt x="1086" y="851"/>
                </a:lnTo>
                <a:cubicBezTo>
                  <a:pt x="1093" y="847"/>
                  <a:pt x="1103" y="841"/>
                  <a:pt x="1112" y="834"/>
                </a:cubicBezTo>
                <a:lnTo>
                  <a:pt x="1112" y="834"/>
                </a:lnTo>
                <a:cubicBezTo>
                  <a:pt x="1123" y="827"/>
                  <a:pt x="1133" y="818"/>
                  <a:pt x="1142" y="807"/>
                </a:cubicBezTo>
                <a:lnTo>
                  <a:pt x="1142" y="807"/>
                </a:lnTo>
                <a:cubicBezTo>
                  <a:pt x="1152" y="796"/>
                  <a:pt x="1160" y="783"/>
                  <a:pt x="1164" y="769"/>
                </a:cubicBezTo>
                <a:lnTo>
                  <a:pt x="1164" y="769"/>
                </a:lnTo>
                <a:cubicBezTo>
                  <a:pt x="1172" y="746"/>
                  <a:pt x="1174" y="723"/>
                  <a:pt x="1173" y="700"/>
                </a:cubicBezTo>
                <a:lnTo>
                  <a:pt x="1173" y="700"/>
                </a:lnTo>
                <a:cubicBezTo>
                  <a:pt x="1171" y="677"/>
                  <a:pt x="1165" y="655"/>
                  <a:pt x="1155" y="633"/>
                </a:cubicBezTo>
                <a:lnTo>
                  <a:pt x="1155" y="633"/>
                </a:lnTo>
                <a:cubicBezTo>
                  <a:pt x="1145" y="613"/>
                  <a:pt x="1131" y="594"/>
                  <a:pt x="1114" y="577"/>
                </a:cubicBezTo>
                <a:lnTo>
                  <a:pt x="1114" y="577"/>
                </a:lnTo>
                <a:cubicBezTo>
                  <a:pt x="1097" y="561"/>
                  <a:pt x="1077" y="547"/>
                  <a:pt x="1054" y="538"/>
                </a:cubicBezTo>
                <a:lnTo>
                  <a:pt x="1054" y="538"/>
                </a:lnTo>
                <a:cubicBezTo>
                  <a:pt x="1038" y="531"/>
                  <a:pt x="1023" y="527"/>
                  <a:pt x="1007" y="526"/>
                </a:cubicBezTo>
                <a:lnTo>
                  <a:pt x="1007" y="526"/>
                </a:lnTo>
                <a:cubicBezTo>
                  <a:pt x="991" y="524"/>
                  <a:pt x="975" y="524"/>
                  <a:pt x="961" y="525"/>
                </a:cubicBezTo>
                <a:lnTo>
                  <a:pt x="961" y="525"/>
                </a:lnTo>
                <a:cubicBezTo>
                  <a:pt x="946" y="526"/>
                  <a:pt x="933" y="529"/>
                  <a:pt x="921" y="532"/>
                </a:cubicBezTo>
                <a:lnTo>
                  <a:pt x="921" y="532"/>
                </a:lnTo>
                <a:cubicBezTo>
                  <a:pt x="909" y="534"/>
                  <a:pt x="898" y="538"/>
                  <a:pt x="890" y="541"/>
                </a:cubicBezTo>
                <a:lnTo>
                  <a:pt x="890" y="541"/>
                </a:lnTo>
                <a:cubicBezTo>
                  <a:pt x="885" y="532"/>
                  <a:pt x="880" y="522"/>
                  <a:pt x="872" y="512"/>
                </a:cubicBezTo>
                <a:lnTo>
                  <a:pt x="872" y="512"/>
                </a:lnTo>
                <a:cubicBezTo>
                  <a:pt x="865" y="501"/>
                  <a:pt x="856" y="489"/>
                  <a:pt x="846" y="477"/>
                </a:cubicBezTo>
                <a:lnTo>
                  <a:pt x="846" y="477"/>
                </a:lnTo>
                <a:cubicBezTo>
                  <a:pt x="836" y="466"/>
                  <a:pt x="824" y="455"/>
                  <a:pt x="811" y="445"/>
                </a:cubicBezTo>
                <a:lnTo>
                  <a:pt x="811" y="445"/>
                </a:lnTo>
                <a:cubicBezTo>
                  <a:pt x="797" y="435"/>
                  <a:pt x="783" y="426"/>
                  <a:pt x="767" y="419"/>
                </a:cubicBezTo>
                <a:lnTo>
                  <a:pt x="767" y="419"/>
                </a:lnTo>
                <a:cubicBezTo>
                  <a:pt x="744" y="410"/>
                  <a:pt x="721" y="405"/>
                  <a:pt x="698" y="405"/>
                </a:cubicBezTo>
                <a:lnTo>
                  <a:pt x="698" y="405"/>
                </a:lnTo>
                <a:cubicBezTo>
                  <a:pt x="675" y="406"/>
                  <a:pt x="653" y="410"/>
                  <a:pt x="632" y="419"/>
                </a:cubicBezTo>
                <a:lnTo>
                  <a:pt x="632" y="419"/>
                </a:lnTo>
                <a:cubicBezTo>
                  <a:pt x="612" y="427"/>
                  <a:pt x="593" y="440"/>
                  <a:pt x="578" y="456"/>
                </a:cubicBezTo>
                <a:lnTo>
                  <a:pt x="578" y="456"/>
                </a:lnTo>
                <a:cubicBezTo>
                  <a:pt x="563" y="472"/>
                  <a:pt x="550" y="492"/>
                  <a:pt x="543" y="514"/>
                </a:cubicBezTo>
                <a:lnTo>
                  <a:pt x="543" y="514"/>
                </a:lnTo>
                <a:cubicBezTo>
                  <a:pt x="537" y="529"/>
                  <a:pt x="536" y="544"/>
                  <a:pt x="536" y="559"/>
                </a:cubicBezTo>
                <a:lnTo>
                  <a:pt x="536" y="559"/>
                </a:lnTo>
                <a:cubicBezTo>
                  <a:pt x="537" y="573"/>
                  <a:pt x="539" y="588"/>
                  <a:pt x="543" y="602"/>
                </a:cubicBezTo>
                <a:lnTo>
                  <a:pt x="543" y="602"/>
                </a:lnTo>
                <a:cubicBezTo>
                  <a:pt x="546" y="614"/>
                  <a:pt x="549" y="625"/>
                  <a:pt x="552" y="634"/>
                </a:cubicBezTo>
                <a:lnTo>
                  <a:pt x="552" y="634"/>
                </a:lnTo>
                <a:cubicBezTo>
                  <a:pt x="555" y="642"/>
                  <a:pt x="558" y="647"/>
                  <a:pt x="559" y="648"/>
                </a:cubicBezTo>
                <a:lnTo>
                  <a:pt x="728" y="1009"/>
                </a:lnTo>
                <a:lnTo>
                  <a:pt x="1073" y="858"/>
                </a:lnTo>
                <a:close/>
                <a:moveTo>
                  <a:pt x="1520" y="455"/>
                </a:moveTo>
                <a:lnTo>
                  <a:pt x="1520" y="455"/>
                </a:lnTo>
                <a:cubicBezTo>
                  <a:pt x="1540" y="463"/>
                  <a:pt x="1558" y="474"/>
                  <a:pt x="1572" y="489"/>
                </a:cubicBezTo>
                <a:lnTo>
                  <a:pt x="1572" y="489"/>
                </a:lnTo>
                <a:cubicBezTo>
                  <a:pt x="1587" y="503"/>
                  <a:pt x="1599" y="520"/>
                  <a:pt x="1607" y="538"/>
                </a:cubicBezTo>
                <a:lnTo>
                  <a:pt x="1607" y="538"/>
                </a:lnTo>
                <a:cubicBezTo>
                  <a:pt x="1616" y="556"/>
                  <a:pt x="1621" y="576"/>
                  <a:pt x="1623" y="595"/>
                </a:cubicBezTo>
                <a:lnTo>
                  <a:pt x="1623" y="595"/>
                </a:lnTo>
                <a:cubicBezTo>
                  <a:pt x="1625" y="616"/>
                  <a:pt x="1623" y="636"/>
                  <a:pt x="1616" y="655"/>
                </a:cubicBezTo>
                <a:lnTo>
                  <a:pt x="1395" y="1338"/>
                </a:lnTo>
                <a:lnTo>
                  <a:pt x="1395" y="1338"/>
                </a:lnTo>
                <a:cubicBezTo>
                  <a:pt x="1389" y="1358"/>
                  <a:pt x="1379" y="1376"/>
                  <a:pt x="1365" y="1390"/>
                </a:cubicBezTo>
                <a:lnTo>
                  <a:pt x="1365" y="1390"/>
                </a:lnTo>
                <a:cubicBezTo>
                  <a:pt x="1352" y="1405"/>
                  <a:pt x="1336" y="1417"/>
                  <a:pt x="1319" y="1425"/>
                </a:cubicBezTo>
                <a:lnTo>
                  <a:pt x="1319" y="1425"/>
                </a:lnTo>
                <a:cubicBezTo>
                  <a:pt x="1301" y="1433"/>
                  <a:pt x="1282" y="1438"/>
                  <a:pt x="1262" y="1438"/>
                </a:cubicBezTo>
                <a:lnTo>
                  <a:pt x="1262" y="1438"/>
                </a:lnTo>
                <a:cubicBezTo>
                  <a:pt x="1242" y="1439"/>
                  <a:pt x="1221" y="1435"/>
                  <a:pt x="1201" y="1427"/>
                </a:cubicBezTo>
                <a:lnTo>
                  <a:pt x="891" y="1303"/>
                </a:lnTo>
                <a:lnTo>
                  <a:pt x="606" y="1541"/>
                </a:lnTo>
                <a:lnTo>
                  <a:pt x="606" y="1541"/>
                </a:lnTo>
                <a:cubicBezTo>
                  <a:pt x="601" y="1545"/>
                  <a:pt x="596" y="1548"/>
                  <a:pt x="591" y="1551"/>
                </a:cubicBezTo>
                <a:lnTo>
                  <a:pt x="591" y="1551"/>
                </a:lnTo>
                <a:cubicBezTo>
                  <a:pt x="585" y="1553"/>
                  <a:pt x="580" y="1554"/>
                  <a:pt x="575" y="1555"/>
                </a:cubicBezTo>
                <a:lnTo>
                  <a:pt x="575" y="1555"/>
                </a:lnTo>
                <a:cubicBezTo>
                  <a:pt x="570" y="1556"/>
                  <a:pt x="563" y="1556"/>
                  <a:pt x="558" y="1555"/>
                </a:cubicBezTo>
                <a:lnTo>
                  <a:pt x="558" y="1555"/>
                </a:lnTo>
                <a:cubicBezTo>
                  <a:pt x="552" y="1554"/>
                  <a:pt x="548" y="1553"/>
                  <a:pt x="542" y="1551"/>
                </a:cubicBezTo>
                <a:lnTo>
                  <a:pt x="542" y="1551"/>
                </a:lnTo>
                <a:cubicBezTo>
                  <a:pt x="537" y="1549"/>
                  <a:pt x="532" y="1546"/>
                  <a:pt x="527" y="1543"/>
                </a:cubicBezTo>
                <a:lnTo>
                  <a:pt x="527" y="1543"/>
                </a:lnTo>
                <a:cubicBezTo>
                  <a:pt x="522" y="1540"/>
                  <a:pt x="519" y="1536"/>
                  <a:pt x="514" y="1531"/>
                </a:cubicBezTo>
                <a:lnTo>
                  <a:pt x="514" y="1531"/>
                </a:lnTo>
                <a:cubicBezTo>
                  <a:pt x="511" y="1527"/>
                  <a:pt x="508" y="1522"/>
                  <a:pt x="505" y="1516"/>
                </a:cubicBezTo>
                <a:lnTo>
                  <a:pt x="505" y="1516"/>
                </a:lnTo>
                <a:cubicBezTo>
                  <a:pt x="502" y="1512"/>
                  <a:pt x="500" y="1505"/>
                  <a:pt x="499" y="1499"/>
                </a:cubicBezTo>
                <a:lnTo>
                  <a:pt x="425" y="1117"/>
                </a:lnTo>
                <a:lnTo>
                  <a:pt x="108" y="991"/>
                </a:lnTo>
                <a:lnTo>
                  <a:pt x="108" y="991"/>
                </a:lnTo>
                <a:cubicBezTo>
                  <a:pt x="88" y="982"/>
                  <a:pt x="69" y="970"/>
                  <a:pt x="53" y="955"/>
                </a:cubicBezTo>
                <a:lnTo>
                  <a:pt x="53" y="955"/>
                </a:lnTo>
                <a:cubicBezTo>
                  <a:pt x="38" y="940"/>
                  <a:pt x="26" y="923"/>
                  <a:pt x="16" y="904"/>
                </a:cubicBezTo>
                <a:lnTo>
                  <a:pt x="16" y="904"/>
                </a:lnTo>
                <a:cubicBezTo>
                  <a:pt x="8" y="885"/>
                  <a:pt x="3" y="865"/>
                  <a:pt x="1" y="844"/>
                </a:cubicBezTo>
                <a:lnTo>
                  <a:pt x="1" y="844"/>
                </a:lnTo>
                <a:cubicBezTo>
                  <a:pt x="0" y="823"/>
                  <a:pt x="3" y="802"/>
                  <a:pt x="10" y="781"/>
                </a:cubicBezTo>
                <a:lnTo>
                  <a:pt x="261" y="95"/>
                </a:lnTo>
                <a:lnTo>
                  <a:pt x="261" y="95"/>
                </a:lnTo>
                <a:cubicBezTo>
                  <a:pt x="268" y="74"/>
                  <a:pt x="280" y="58"/>
                  <a:pt x="293" y="44"/>
                </a:cubicBezTo>
                <a:lnTo>
                  <a:pt x="293" y="44"/>
                </a:lnTo>
                <a:cubicBezTo>
                  <a:pt x="307" y="30"/>
                  <a:pt x="323" y="19"/>
                  <a:pt x="341" y="11"/>
                </a:cubicBezTo>
                <a:lnTo>
                  <a:pt x="341" y="11"/>
                </a:lnTo>
                <a:cubicBezTo>
                  <a:pt x="359" y="4"/>
                  <a:pt x="379" y="0"/>
                  <a:pt x="399" y="0"/>
                </a:cubicBezTo>
                <a:lnTo>
                  <a:pt x="399" y="0"/>
                </a:lnTo>
                <a:cubicBezTo>
                  <a:pt x="420" y="1"/>
                  <a:pt x="440" y="5"/>
                  <a:pt x="461" y="13"/>
                </a:cubicBezTo>
                <a:lnTo>
                  <a:pt x="1520" y="455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4" name="Freeform 374">
            <a:extLst>
              <a:ext uri="{FF2B5EF4-FFF2-40B4-BE49-F238E27FC236}">
                <a16:creationId xmlns:a16="http://schemas.microsoft.com/office/drawing/2014/main" id="{19BF9FC5-C533-FE4F-AEB7-A8FF865D1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18403" y="7643508"/>
            <a:ext cx="1691858" cy="1450164"/>
          </a:xfrm>
          <a:custGeom>
            <a:avLst/>
            <a:gdLst>
              <a:gd name="T0" fmla="*/ 775 w 1356"/>
              <a:gd name="T1" fmla="*/ 0 h 1163"/>
              <a:gd name="T2" fmla="*/ 0 w 1356"/>
              <a:gd name="T3" fmla="*/ 0 h 1163"/>
              <a:gd name="T4" fmla="*/ 0 w 1356"/>
              <a:gd name="T5" fmla="*/ 1162 h 1163"/>
              <a:gd name="T6" fmla="*/ 775 w 1356"/>
              <a:gd name="T7" fmla="*/ 1162 h 1163"/>
              <a:gd name="T8" fmla="*/ 775 w 1356"/>
              <a:gd name="T9" fmla="*/ 1162 h 1163"/>
              <a:gd name="T10" fmla="*/ 1355 w 1356"/>
              <a:gd name="T11" fmla="*/ 581 h 1163"/>
              <a:gd name="T12" fmla="*/ 1355 w 1356"/>
              <a:gd name="T13" fmla="*/ 581 h 1163"/>
              <a:gd name="T14" fmla="*/ 775 w 1356"/>
              <a:gd name="T15" fmla="*/ 0 h 1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56" h="1163">
                <a:moveTo>
                  <a:pt x="775" y="0"/>
                </a:moveTo>
                <a:lnTo>
                  <a:pt x="0" y="0"/>
                </a:lnTo>
                <a:lnTo>
                  <a:pt x="0" y="1162"/>
                </a:lnTo>
                <a:lnTo>
                  <a:pt x="775" y="1162"/>
                </a:lnTo>
                <a:lnTo>
                  <a:pt x="775" y="1162"/>
                </a:lnTo>
                <a:cubicBezTo>
                  <a:pt x="1095" y="1162"/>
                  <a:pt x="1355" y="902"/>
                  <a:pt x="1355" y="581"/>
                </a:cubicBezTo>
                <a:lnTo>
                  <a:pt x="1355" y="581"/>
                </a:lnTo>
                <a:cubicBezTo>
                  <a:pt x="1355" y="260"/>
                  <a:pt x="1095" y="0"/>
                  <a:pt x="775" y="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5" name="Freeform 377">
            <a:extLst>
              <a:ext uri="{FF2B5EF4-FFF2-40B4-BE49-F238E27FC236}">
                <a16:creationId xmlns:a16="http://schemas.microsoft.com/office/drawing/2014/main" id="{198AC1B9-32BA-834B-8F52-DF4F1E7E5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48643" y="7643508"/>
            <a:ext cx="1691858" cy="1450164"/>
          </a:xfrm>
          <a:custGeom>
            <a:avLst/>
            <a:gdLst>
              <a:gd name="T0" fmla="*/ 774 w 1356"/>
              <a:gd name="T1" fmla="*/ 0 h 1163"/>
              <a:gd name="T2" fmla="*/ 0 w 1356"/>
              <a:gd name="T3" fmla="*/ 0 h 1163"/>
              <a:gd name="T4" fmla="*/ 0 w 1356"/>
              <a:gd name="T5" fmla="*/ 1162 h 1163"/>
              <a:gd name="T6" fmla="*/ 774 w 1356"/>
              <a:gd name="T7" fmla="*/ 1162 h 1163"/>
              <a:gd name="T8" fmla="*/ 774 w 1356"/>
              <a:gd name="T9" fmla="*/ 1162 h 1163"/>
              <a:gd name="T10" fmla="*/ 1355 w 1356"/>
              <a:gd name="T11" fmla="*/ 581 h 1163"/>
              <a:gd name="T12" fmla="*/ 1355 w 1356"/>
              <a:gd name="T13" fmla="*/ 581 h 1163"/>
              <a:gd name="T14" fmla="*/ 774 w 1356"/>
              <a:gd name="T15" fmla="*/ 0 h 1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56" h="1163">
                <a:moveTo>
                  <a:pt x="774" y="0"/>
                </a:moveTo>
                <a:lnTo>
                  <a:pt x="0" y="0"/>
                </a:lnTo>
                <a:lnTo>
                  <a:pt x="0" y="1162"/>
                </a:lnTo>
                <a:lnTo>
                  <a:pt x="774" y="1162"/>
                </a:lnTo>
                <a:lnTo>
                  <a:pt x="774" y="1162"/>
                </a:lnTo>
                <a:cubicBezTo>
                  <a:pt x="1095" y="1162"/>
                  <a:pt x="1355" y="902"/>
                  <a:pt x="1355" y="581"/>
                </a:cubicBezTo>
                <a:lnTo>
                  <a:pt x="1355" y="581"/>
                </a:lnTo>
                <a:cubicBezTo>
                  <a:pt x="1355" y="260"/>
                  <a:pt x="1095" y="0"/>
                  <a:pt x="774" y="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847ED-18D4-A34E-8F82-95BED6958BD5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79E538-8250-CF4C-98A9-A20E56918F46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CC159-C105-5246-8ACA-D7826B19840D}"/>
              </a:ext>
            </a:extLst>
          </p:cNvPr>
          <p:cNvSpPr txBox="1"/>
          <p:nvPr/>
        </p:nvSpPr>
        <p:spPr>
          <a:xfrm>
            <a:off x="12434208" y="4806554"/>
            <a:ext cx="3579185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Digital 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6A33FD-34E7-5742-A5B6-1774374C82BB}"/>
              </a:ext>
            </a:extLst>
          </p:cNvPr>
          <p:cNvSpPr txBox="1"/>
          <p:nvPr/>
        </p:nvSpPr>
        <p:spPr>
          <a:xfrm>
            <a:off x="12427945" y="5486367"/>
            <a:ext cx="1026499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 Turn complex data into easy to understand infographics.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6709E4-6B1E-D048-A571-5A8A434D2112}"/>
              </a:ext>
            </a:extLst>
          </p:cNvPr>
          <p:cNvSpPr txBox="1"/>
          <p:nvPr/>
        </p:nvSpPr>
        <p:spPr>
          <a:xfrm>
            <a:off x="12694585" y="7718414"/>
            <a:ext cx="1177246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bg1"/>
                </a:solidFill>
                <a:latin typeface="DM Sans" pitchFamily="2" charset="77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55DDC8-F5CC-3A4A-B15D-2B15A58A3EF4}"/>
              </a:ext>
            </a:extLst>
          </p:cNvPr>
          <p:cNvSpPr txBox="1"/>
          <p:nvPr/>
        </p:nvSpPr>
        <p:spPr>
          <a:xfrm>
            <a:off x="12429883" y="9213021"/>
            <a:ext cx="2426946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Campaign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D89B43-87EB-A748-A81B-B8DCF639FB65}"/>
              </a:ext>
            </a:extLst>
          </p:cNvPr>
          <p:cNvSpPr txBox="1"/>
          <p:nvPr/>
        </p:nvSpPr>
        <p:spPr>
          <a:xfrm>
            <a:off x="12429883" y="9898582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44D281-BFEA-0744-8887-2E0CA53F2441}"/>
              </a:ext>
            </a:extLst>
          </p:cNvPr>
          <p:cNvSpPr txBox="1"/>
          <p:nvPr/>
        </p:nvSpPr>
        <p:spPr>
          <a:xfrm>
            <a:off x="18813374" y="7718414"/>
            <a:ext cx="1392048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bg1"/>
                </a:solidFill>
                <a:latin typeface="DM Sans" pitchFamily="2" charset="77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CDD21B-EF0E-694F-A01B-2E25B5066270}"/>
              </a:ext>
            </a:extLst>
          </p:cNvPr>
          <p:cNvSpPr txBox="1"/>
          <p:nvPr/>
        </p:nvSpPr>
        <p:spPr>
          <a:xfrm>
            <a:off x="18548672" y="9213021"/>
            <a:ext cx="179921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97A0B8-0C60-DB4C-B9FE-23C30C947CB2}"/>
              </a:ext>
            </a:extLst>
          </p:cNvPr>
          <p:cNvSpPr txBox="1"/>
          <p:nvPr/>
        </p:nvSpPr>
        <p:spPr>
          <a:xfrm>
            <a:off x="18548672" y="9898582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1384382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2">
            <a:extLst>
              <a:ext uri="{FF2B5EF4-FFF2-40B4-BE49-F238E27FC236}">
                <a16:creationId xmlns:a16="http://schemas.microsoft.com/office/drawing/2014/main" id="{D7DF8854-79BF-884F-A383-666804150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" y="2682"/>
            <a:ext cx="13337115" cy="11590327"/>
          </a:xfrm>
          <a:custGeom>
            <a:avLst/>
            <a:gdLst>
              <a:gd name="T0" fmla="*/ 10480 w 10705"/>
              <a:gd name="T1" fmla="*/ 1141 h 9306"/>
              <a:gd name="T2" fmla="*/ 10480 w 10705"/>
              <a:gd name="T3" fmla="*/ 1141 h 9306"/>
              <a:gd name="T4" fmla="*/ 8604 w 10705"/>
              <a:gd name="T5" fmla="*/ 2467 h 9306"/>
              <a:gd name="T6" fmla="*/ 8604 w 10705"/>
              <a:gd name="T7" fmla="*/ 2467 h 9306"/>
              <a:gd name="T8" fmla="*/ 8865 w 10705"/>
              <a:gd name="T9" fmla="*/ 4405 h 9306"/>
              <a:gd name="T10" fmla="*/ 8865 w 10705"/>
              <a:gd name="T11" fmla="*/ 4405 h 9306"/>
              <a:gd name="T12" fmla="*/ 8909 w 10705"/>
              <a:gd name="T13" fmla="*/ 4806 h 9306"/>
              <a:gd name="T14" fmla="*/ 8909 w 10705"/>
              <a:gd name="T15" fmla="*/ 4806 h 9306"/>
              <a:gd name="T16" fmla="*/ 8862 w 10705"/>
              <a:gd name="T17" fmla="*/ 5472 h 9306"/>
              <a:gd name="T18" fmla="*/ 8862 w 10705"/>
              <a:gd name="T19" fmla="*/ 5472 h 9306"/>
              <a:gd name="T20" fmla="*/ 6039 w 10705"/>
              <a:gd name="T21" fmla="*/ 6822 h 9306"/>
              <a:gd name="T22" fmla="*/ 6039 w 10705"/>
              <a:gd name="T23" fmla="*/ 6822 h 9306"/>
              <a:gd name="T24" fmla="*/ 5505 w 10705"/>
              <a:gd name="T25" fmla="*/ 8028 h 9306"/>
              <a:gd name="T26" fmla="*/ 5505 w 10705"/>
              <a:gd name="T27" fmla="*/ 8028 h 9306"/>
              <a:gd name="T28" fmla="*/ 5396 w 10705"/>
              <a:gd name="T29" fmla="*/ 8784 h 9306"/>
              <a:gd name="T30" fmla="*/ 5396 w 10705"/>
              <a:gd name="T31" fmla="*/ 8784 h 9306"/>
              <a:gd name="T32" fmla="*/ 4692 w 10705"/>
              <a:gd name="T33" fmla="*/ 9265 h 9306"/>
              <a:gd name="T34" fmla="*/ 4692 w 10705"/>
              <a:gd name="T35" fmla="*/ 9265 h 9306"/>
              <a:gd name="T36" fmla="*/ 4344 w 10705"/>
              <a:gd name="T37" fmla="*/ 9305 h 9306"/>
              <a:gd name="T38" fmla="*/ 4344 w 10705"/>
              <a:gd name="T39" fmla="*/ 9305 h 9306"/>
              <a:gd name="T40" fmla="*/ 3934 w 10705"/>
              <a:gd name="T41" fmla="*/ 9239 h 9306"/>
              <a:gd name="T42" fmla="*/ 3934 w 10705"/>
              <a:gd name="T43" fmla="*/ 9239 h 9306"/>
              <a:gd name="T44" fmla="*/ 3860 w 10705"/>
              <a:gd name="T45" fmla="*/ 9191 h 9306"/>
              <a:gd name="T46" fmla="*/ 2879 w 10705"/>
              <a:gd name="T47" fmla="*/ 6999 h 9306"/>
              <a:gd name="T48" fmla="*/ 2879 w 10705"/>
              <a:gd name="T49" fmla="*/ 6999 h 9306"/>
              <a:gd name="T50" fmla="*/ 3404 w 10705"/>
              <a:gd name="T51" fmla="*/ 6116 h 9306"/>
              <a:gd name="T52" fmla="*/ 3404 w 10705"/>
              <a:gd name="T53" fmla="*/ 6116 h 9306"/>
              <a:gd name="T54" fmla="*/ 3417 w 10705"/>
              <a:gd name="T55" fmla="*/ 6109 h 9306"/>
              <a:gd name="T56" fmla="*/ 3417 w 10705"/>
              <a:gd name="T57" fmla="*/ 6109 h 9306"/>
              <a:gd name="T58" fmla="*/ 3938 w 10705"/>
              <a:gd name="T59" fmla="*/ 4908 h 9306"/>
              <a:gd name="T60" fmla="*/ 3938 w 10705"/>
              <a:gd name="T61" fmla="*/ 4908 h 9306"/>
              <a:gd name="T62" fmla="*/ 3860 w 10705"/>
              <a:gd name="T63" fmla="*/ 4809 h 9306"/>
              <a:gd name="T64" fmla="*/ 3860 w 10705"/>
              <a:gd name="T65" fmla="*/ 4809 h 9306"/>
              <a:gd name="T66" fmla="*/ 3311 w 10705"/>
              <a:gd name="T67" fmla="*/ 3838 h 9306"/>
              <a:gd name="T68" fmla="*/ 3311 w 10705"/>
              <a:gd name="T69" fmla="*/ 3838 h 9306"/>
              <a:gd name="T70" fmla="*/ 3318 w 10705"/>
              <a:gd name="T71" fmla="*/ 3792 h 9306"/>
              <a:gd name="T72" fmla="*/ 3318 w 10705"/>
              <a:gd name="T73" fmla="*/ 3792 h 9306"/>
              <a:gd name="T74" fmla="*/ 3104 w 10705"/>
              <a:gd name="T75" fmla="*/ 3437 h 9306"/>
              <a:gd name="T76" fmla="*/ 3104 w 10705"/>
              <a:gd name="T77" fmla="*/ 3437 h 9306"/>
              <a:gd name="T78" fmla="*/ 786 w 10705"/>
              <a:gd name="T79" fmla="*/ 3473 h 9306"/>
              <a:gd name="T80" fmla="*/ 786 w 10705"/>
              <a:gd name="T81" fmla="*/ 3473 h 9306"/>
              <a:gd name="T82" fmla="*/ 0 w 10705"/>
              <a:gd name="T83" fmla="*/ 3801 h 9306"/>
              <a:gd name="T84" fmla="*/ 0 w 10705"/>
              <a:gd name="T85" fmla="*/ 0 h 9306"/>
              <a:gd name="T86" fmla="*/ 10273 w 10705"/>
              <a:gd name="T87" fmla="*/ 0 h 9306"/>
              <a:gd name="T88" fmla="*/ 10273 w 10705"/>
              <a:gd name="T89" fmla="*/ 0 h 9306"/>
              <a:gd name="T90" fmla="*/ 10480 w 10705"/>
              <a:gd name="T91" fmla="*/ 1141 h 9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0705" h="9306">
                <a:moveTo>
                  <a:pt x="10480" y="1141"/>
                </a:moveTo>
                <a:lnTo>
                  <a:pt x="10480" y="1141"/>
                </a:lnTo>
                <a:cubicBezTo>
                  <a:pt x="10256" y="1967"/>
                  <a:pt x="9086" y="1468"/>
                  <a:pt x="8604" y="2467"/>
                </a:cubicBezTo>
                <a:lnTo>
                  <a:pt x="8604" y="2467"/>
                </a:lnTo>
                <a:cubicBezTo>
                  <a:pt x="8246" y="3207"/>
                  <a:pt x="8712" y="3579"/>
                  <a:pt x="8865" y="4405"/>
                </a:cubicBezTo>
                <a:lnTo>
                  <a:pt x="8865" y="4405"/>
                </a:lnTo>
                <a:cubicBezTo>
                  <a:pt x="8888" y="4528"/>
                  <a:pt x="8904" y="4661"/>
                  <a:pt x="8909" y="4806"/>
                </a:cubicBezTo>
                <a:lnTo>
                  <a:pt x="8909" y="4806"/>
                </a:lnTo>
                <a:cubicBezTo>
                  <a:pt x="8915" y="5002"/>
                  <a:pt x="8903" y="5222"/>
                  <a:pt x="8862" y="5472"/>
                </a:cubicBezTo>
                <a:lnTo>
                  <a:pt x="8862" y="5472"/>
                </a:lnTo>
                <a:cubicBezTo>
                  <a:pt x="8587" y="7149"/>
                  <a:pt x="6451" y="6736"/>
                  <a:pt x="6039" y="6822"/>
                </a:cubicBezTo>
                <a:lnTo>
                  <a:pt x="6039" y="6822"/>
                </a:lnTo>
                <a:cubicBezTo>
                  <a:pt x="5625" y="6908"/>
                  <a:pt x="5539" y="7184"/>
                  <a:pt x="5505" y="8028"/>
                </a:cubicBezTo>
                <a:lnTo>
                  <a:pt x="5505" y="8028"/>
                </a:lnTo>
                <a:cubicBezTo>
                  <a:pt x="5490" y="8386"/>
                  <a:pt x="5463" y="8616"/>
                  <a:pt x="5396" y="8784"/>
                </a:cubicBezTo>
                <a:lnTo>
                  <a:pt x="5396" y="8784"/>
                </a:lnTo>
                <a:cubicBezTo>
                  <a:pt x="5269" y="9052"/>
                  <a:pt x="4964" y="9193"/>
                  <a:pt x="4692" y="9265"/>
                </a:cubicBezTo>
                <a:lnTo>
                  <a:pt x="4692" y="9265"/>
                </a:lnTo>
                <a:cubicBezTo>
                  <a:pt x="4563" y="9295"/>
                  <a:pt x="4446" y="9305"/>
                  <a:pt x="4344" y="9305"/>
                </a:cubicBezTo>
                <a:lnTo>
                  <a:pt x="4344" y="9305"/>
                </a:lnTo>
                <a:cubicBezTo>
                  <a:pt x="4091" y="9305"/>
                  <a:pt x="3934" y="9239"/>
                  <a:pt x="3934" y="9239"/>
                </a:cubicBezTo>
                <a:lnTo>
                  <a:pt x="3934" y="9239"/>
                </a:lnTo>
                <a:cubicBezTo>
                  <a:pt x="3887" y="9212"/>
                  <a:pt x="3860" y="9191"/>
                  <a:pt x="3860" y="9191"/>
                </a:cubicBezTo>
                <a:lnTo>
                  <a:pt x="2879" y="6999"/>
                </a:lnTo>
                <a:lnTo>
                  <a:pt x="2879" y="6999"/>
                </a:lnTo>
                <a:cubicBezTo>
                  <a:pt x="2879" y="6999"/>
                  <a:pt x="2870" y="6409"/>
                  <a:pt x="3404" y="6116"/>
                </a:cubicBezTo>
                <a:lnTo>
                  <a:pt x="3404" y="6116"/>
                </a:lnTo>
                <a:cubicBezTo>
                  <a:pt x="3408" y="6114"/>
                  <a:pt x="3413" y="6111"/>
                  <a:pt x="3417" y="6109"/>
                </a:cubicBezTo>
                <a:lnTo>
                  <a:pt x="3417" y="6109"/>
                </a:lnTo>
                <a:cubicBezTo>
                  <a:pt x="3913" y="5834"/>
                  <a:pt x="4298" y="5425"/>
                  <a:pt x="3938" y="4908"/>
                </a:cubicBezTo>
                <a:lnTo>
                  <a:pt x="3938" y="4908"/>
                </a:lnTo>
                <a:cubicBezTo>
                  <a:pt x="3915" y="4875"/>
                  <a:pt x="3889" y="4842"/>
                  <a:pt x="3860" y="4809"/>
                </a:cubicBezTo>
                <a:lnTo>
                  <a:pt x="3860" y="4809"/>
                </a:lnTo>
                <a:cubicBezTo>
                  <a:pt x="3383" y="4256"/>
                  <a:pt x="3240" y="4354"/>
                  <a:pt x="3311" y="3838"/>
                </a:cubicBezTo>
                <a:lnTo>
                  <a:pt x="3311" y="3838"/>
                </a:lnTo>
                <a:cubicBezTo>
                  <a:pt x="3313" y="3824"/>
                  <a:pt x="3315" y="3808"/>
                  <a:pt x="3318" y="3792"/>
                </a:cubicBezTo>
                <a:lnTo>
                  <a:pt x="3318" y="3792"/>
                </a:lnTo>
                <a:cubicBezTo>
                  <a:pt x="3337" y="3663"/>
                  <a:pt x="3253" y="3541"/>
                  <a:pt x="3104" y="3437"/>
                </a:cubicBezTo>
                <a:lnTo>
                  <a:pt x="3104" y="3437"/>
                </a:lnTo>
                <a:cubicBezTo>
                  <a:pt x="2596" y="3085"/>
                  <a:pt x="1332" y="2946"/>
                  <a:pt x="786" y="3473"/>
                </a:cubicBezTo>
                <a:lnTo>
                  <a:pt x="786" y="3473"/>
                </a:lnTo>
                <a:cubicBezTo>
                  <a:pt x="503" y="3746"/>
                  <a:pt x="228" y="3816"/>
                  <a:pt x="0" y="3801"/>
                </a:cubicBezTo>
                <a:lnTo>
                  <a:pt x="0" y="0"/>
                </a:lnTo>
                <a:lnTo>
                  <a:pt x="10273" y="0"/>
                </a:lnTo>
                <a:lnTo>
                  <a:pt x="10273" y="0"/>
                </a:lnTo>
                <a:cubicBezTo>
                  <a:pt x="10273" y="0"/>
                  <a:pt x="10704" y="314"/>
                  <a:pt x="10480" y="1141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7" name="Freeform 61">
            <a:extLst>
              <a:ext uri="{FF2B5EF4-FFF2-40B4-BE49-F238E27FC236}">
                <a16:creationId xmlns:a16="http://schemas.microsoft.com/office/drawing/2014/main" id="{A011ED4C-956F-9F48-B5CE-9C7712A37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906" y="8006052"/>
            <a:ext cx="2109330" cy="3570480"/>
          </a:xfrm>
          <a:custGeom>
            <a:avLst/>
            <a:gdLst>
              <a:gd name="T0" fmla="*/ 232 w 1693"/>
              <a:gd name="T1" fmla="*/ 1627 h 2866"/>
              <a:gd name="T2" fmla="*/ 232 w 1693"/>
              <a:gd name="T3" fmla="*/ 1627 h 2866"/>
              <a:gd name="T4" fmla="*/ 1266 w 1693"/>
              <a:gd name="T5" fmla="*/ 2757 h 2866"/>
              <a:gd name="T6" fmla="*/ 1266 w 1693"/>
              <a:gd name="T7" fmla="*/ 2757 h 2866"/>
              <a:gd name="T8" fmla="*/ 1461 w 1693"/>
              <a:gd name="T9" fmla="*/ 1238 h 2866"/>
              <a:gd name="T10" fmla="*/ 1461 w 1693"/>
              <a:gd name="T11" fmla="*/ 1238 h 2866"/>
              <a:gd name="T12" fmla="*/ 426 w 1693"/>
              <a:gd name="T13" fmla="*/ 108 h 2866"/>
              <a:gd name="T14" fmla="*/ 426 w 1693"/>
              <a:gd name="T15" fmla="*/ 108 h 2866"/>
              <a:gd name="T16" fmla="*/ 232 w 1693"/>
              <a:gd name="T17" fmla="*/ 1627 h 2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93" h="2866">
                <a:moveTo>
                  <a:pt x="232" y="1627"/>
                </a:moveTo>
                <a:lnTo>
                  <a:pt x="232" y="1627"/>
                </a:lnTo>
                <a:cubicBezTo>
                  <a:pt x="464" y="2358"/>
                  <a:pt x="927" y="2865"/>
                  <a:pt x="1266" y="2757"/>
                </a:cubicBezTo>
                <a:lnTo>
                  <a:pt x="1266" y="2757"/>
                </a:lnTo>
                <a:cubicBezTo>
                  <a:pt x="1605" y="2649"/>
                  <a:pt x="1692" y="1969"/>
                  <a:pt x="1461" y="1238"/>
                </a:cubicBezTo>
                <a:lnTo>
                  <a:pt x="1461" y="1238"/>
                </a:lnTo>
                <a:cubicBezTo>
                  <a:pt x="1228" y="506"/>
                  <a:pt x="766" y="0"/>
                  <a:pt x="426" y="108"/>
                </a:cubicBezTo>
                <a:lnTo>
                  <a:pt x="426" y="108"/>
                </a:lnTo>
                <a:cubicBezTo>
                  <a:pt x="88" y="215"/>
                  <a:pt x="0" y="895"/>
                  <a:pt x="232" y="1627"/>
                </a:cubicBezTo>
              </a:path>
            </a:pathLst>
          </a:custGeom>
          <a:solidFill>
            <a:srgbClr val="F9FB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8" name="Freeform 62">
            <a:extLst>
              <a:ext uri="{FF2B5EF4-FFF2-40B4-BE49-F238E27FC236}">
                <a16:creationId xmlns:a16="http://schemas.microsoft.com/office/drawing/2014/main" id="{F2B6B1C3-A28C-5D4A-A012-491A6ACCC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3015" y="11582024"/>
            <a:ext cx="1603969" cy="1928061"/>
          </a:xfrm>
          <a:custGeom>
            <a:avLst/>
            <a:gdLst>
              <a:gd name="T0" fmla="*/ 533 w 1288"/>
              <a:gd name="T1" fmla="*/ 0 h 1547"/>
              <a:gd name="T2" fmla="*/ 533 w 1288"/>
              <a:gd name="T3" fmla="*/ 0 h 1547"/>
              <a:gd name="T4" fmla="*/ 906 w 1288"/>
              <a:gd name="T5" fmla="*/ 762 h 1547"/>
              <a:gd name="T6" fmla="*/ 906 w 1288"/>
              <a:gd name="T7" fmla="*/ 762 h 1547"/>
              <a:gd name="T8" fmla="*/ 1197 w 1288"/>
              <a:gd name="T9" fmla="*/ 1272 h 1547"/>
              <a:gd name="T10" fmla="*/ 1197 w 1288"/>
              <a:gd name="T11" fmla="*/ 1272 h 1547"/>
              <a:gd name="T12" fmla="*/ 657 w 1288"/>
              <a:gd name="T13" fmla="*/ 1546 h 1547"/>
              <a:gd name="T14" fmla="*/ 657 w 1288"/>
              <a:gd name="T15" fmla="*/ 1546 h 1547"/>
              <a:gd name="T16" fmla="*/ 0 w 1288"/>
              <a:gd name="T17" fmla="*/ 101 h 1547"/>
              <a:gd name="T18" fmla="*/ 0 w 1288"/>
              <a:gd name="T19" fmla="*/ 101 h 1547"/>
              <a:gd name="T20" fmla="*/ 533 w 1288"/>
              <a:gd name="T21" fmla="*/ 0 h 1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288" h="1547">
                <a:moveTo>
                  <a:pt x="533" y="0"/>
                </a:moveTo>
                <a:lnTo>
                  <a:pt x="533" y="0"/>
                </a:lnTo>
                <a:cubicBezTo>
                  <a:pt x="647" y="310"/>
                  <a:pt x="850" y="595"/>
                  <a:pt x="906" y="762"/>
                </a:cubicBezTo>
                <a:lnTo>
                  <a:pt x="906" y="762"/>
                </a:lnTo>
                <a:cubicBezTo>
                  <a:pt x="991" y="1019"/>
                  <a:pt x="1287" y="1066"/>
                  <a:pt x="1197" y="1272"/>
                </a:cubicBezTo>
                <a:lnTo>
                  <a:pt x="1197" y="1272"/>
                </a:lnTo>
                <a:cubicBezTo>
                  <a:pt x="1107" y="1478"/>
                  <a:pt x="657" y="1546"/>
                  <a:pt x="657" y="1546"/>
                </a:cubicBezTo>
                <a:lnTo>
                  <a:pt x="657" y="1546"/>
                </a:lnTo>
                <a:cubicBezTo>
                  <a:pt x="623" y="1512"/>
                  <a:pt x="117" y="365"/>
                  <a:pt x="0" y="101"/>
                </a:cubicBezTo>
                <a:lnTo>
                  <a:pt x="0" y="101"/>
                </a:lnTo>
                <a:cubicBezTo>
                  <a:pt x="184" y="61"/>
                  <a:pt x="361" y="28"/>
                  <a:pt x="533" y="0"/>
                </a:cubicBezTo>
              </a:path>
            </a:pathLst>
          </a:custGeom>
          <a:solidFill>
            <a:srgbClr val="D0E3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63">
            <a:extLst>
              <a:ext uri="{FF2B5EF4-FFF2-40B4-BE49-F238E27FC236}">
                <a16:creationId xmlns:a16="http://schemas.microsoft.com/office/drawing/2014/main" id="{38047339-2E12-3E42-95EB-720249A1F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138" y="9203533"/>
            <a:ext cx="1818196" cy="1818197"/>
          </a:xfrm>
          <a:custGeom>
            <a:avLst/>
            <a:gdLst>
              <a:gd name="T0" fmla="*/ 0 w 1460"/>
              <a:gd name="T1" fmla="*/ 729 h 1460"/>
              <a:gd name="T2" fmla="*/ 0 w 1460"/>
              <a:gd name="T3" fmla="*/ 729 h 1460"/>
              <a:gd name="T4" fmla="*/ 730 w 1460"/>
              <a:gd name="T5" fmla="*/ 1459 h 1460"/>
              <a:gd name="T6" fmla="*/ 730 w 1460"/>
              <a:gd name="T7" fmla="*/ 1459 h 1460"/>
              <a:gd name="T8" fmla="*/ 1459 w 1460"/>
              <a:gd name="T9" fmla="*/ 729 h 1460"/>
              <a:gd name="T10" fmla="*/ 1459 w 1460"/>
              <a:gd name="T11" fmla="*/ 729 h 1460"/>
              <a:gd name="T12" fmla="*/ 730 w 1460"/>
              <a:gd name="T13" fmla="*/ 0 h 1460"/>
              <a:gd name="T14" fmla="*/ 730 w 1460"/>
              <a:gd name="T15" fmla="*/ 0 h 1460"/>
              <a:gd name="T16" fmla="*/ 0 w 1460"/>
              <a:gd name="T17" fmla="*/ 729 h 14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60" h="1460">
                <a:moveTo>
                  <a:pt x="0" y="729"/>
                </a:moveTo>
                <a:lnTo>
                  <a:pt x="0" y="729"/>
                </a:lnTo>
                <a:cubicBezTo>
                  <a:pt x="0" y="1132"/>
                  <a:pt x="326" y="1459"/>
                  <a:pt x="730" y="1459"/>
                </a:cubicBezTo>
                <a:lnTo>
                  <a:pt x="730" y="1459"/>
                </a:lnTo>
                <a:cubicBezTo>
                  <a:pt x="1132" y="1459"/>
                  <a:pt x="1459" y="1132"/>
                  <a:pt x="1459" y="729"/>
                </a:cubicBezTo>
                <a:lnTo>
                  <a:pt x="1459" y="729"/>
                </a:lnTo>
                <a:cubicBezTo>
                  <a:pt x="1459" y="327"/>
                  <a:pt x="1132" y="0"/>
                  <a:pt x="730" y="0"/>
                </a:cubicBezTo>
                <a:lnTo>
                  <a:pt x="730" y="0"/>
                </a:lnTo>
                <a:cubicBezTo>
                  <a:pt x="326" y="0"/>
                  <a:pt x="0" y="327"/>
                  <a:pt x="0" y="729"/>
                </a:cubicBezTo>
              </a:path>
            </a:pathLst>
          </a:custGeom>
          <a:solidFill>
            <a:srgbClr val="D0E3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64">
            <a:extLst>
              <a:ext uri="{FF2B5EF4-FFF2-40B4-BE49-F238E27FC236}">
                <a16:creationId xmlns:a16="http://schemas.microsoft.com/office/drawing/2014/main" id="{080AC027-FD5D-3540-ABDF-017BDABF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3475" y="8269719"/>
            <a:ext cx="5495" cy="5491"/>
          </a:xfrm>
          <a:custGeom>
            <a:avLst/>
            <a:gdLst>
              <a:gd name="T0" fmla="*/ 1 w 2"/>
              <a:gd name="T1" fmla="*/ 0 h 1"/>
              <a:gd name="T2" fmla="*/ 1 w 2"/>
              <a:gd name="T3" fmla="*/ 0 h 1"/>
              <a:gd name="T4" fmla="*/ 1 w 2"/>
              <a:gd name="T5" fmla="*/ 0 h 1"/>
              <a:gd name="T6" fmla="*/ 0 w 2"/>
              <a:gd name="T7" fmla="*/ 0 h 1"/>
              <a:gd name="T8" fmla="*/ 0 w 2"/>
              <a:gd name="T9" fmla="*/ 0 h 1"/>
              <a:gd name="T10" fmla="*/ 1 w 2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" h="1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ubicBezTo>
                  <a:pt x="1" y="0"/>
                  <a:pt x="1" y="0"/>
                  <a:pt x="0" y="0"/>
                </a:cubicBezTo>
                <a:lnTo>
                  <a:pt x="0" y="0"/>
                </a:ln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65">
            <a:extLst>
              <a:ext uri="{FF2B5EF4-FFF2-40B4-BE49-F238E27FC236}">
                <a16:creationId xmlns:a16="http://schemas.microsoft.com/office/drawing/2014/main" id="{BF1BA2A5-A143-4542-95E8-1C2088E9E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59" y="8412534"/>
            <a:ext cx="4262604" cy="3383716"/>
          </a:xfrm>
          <a:custGeom>
            <a:avLst/>
            <a:gdLst>
              <a:gd name="T0" fmla="*/ 2515 w 3420"/>
              <a:gd name="T1" fmla="*/ 0 h 2715"/>
              <a:gd name="T2" fmla="*/ 2515 w 3420"/>
              <a:gd name="T3" fmla="*/ 0 h 2715"/>
              <a:gd name="T4" fmla="*/ 2546 w 3420"/>
              <a:gd name="T5" fmla="*/ 1302 h 2715"/>
              <a:gd name="T6" fmla="*/ 2546 w 3420"/>
              <a:gd name="T7" fmla="*/ 1302 h 2715"/>
              <a:gd name="T8" fmla="*/ 3419 w 3420"/>
              <a:gd name="T9" fmla="*/ 2440 h 2715"/>
              <a:gd name="T10" fmla="*/ 3419 w 3420"/>
              <a:gd name="T11" fmla="*/ 2440 h 2715"/>
              <a:gd name="T12" fmla="*/ 3419 w 3420"/>
              <a:gd name="T13" fmla="*/ 2440 h 2715"/>
              <a:gd name="T14" fmla="*/ 3419 w 3420"/>
              <a:gd name="T15" fmla="*/ 2440 h 2715"/>
              <a:gd name="T16" fmla="*/ 361 w 3420"/>
              <a:gd name="T17" fmla="*/ 2714 h 2715"/>
              <a:gd name="T18" fmla="*/ 361 w 3420"/>
              <a:gd name="T19" fmla="*/ 2714 h 2715"/>
              <a:gd name="T20" fmla="*/ 0 w 3420"/>
              <a:gd name="T21" fmla="*/ 1780 h 2715"/>
              <a:gd name="T22" fmla="*/ 0 w 3420"/>
              <a:gd name="T23" fmla="*/ 1780 h 2715"/>
              <a:gd name="T24" fmla="*/ 2515 w 3420"/>
              <a:gd name="T25" fmla="*/ 0 h 2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420" h="2715">
                <a:moveTo>
                  <a:pt x="2515" y="0"/>
                </a:moveTo>
                <a:lnTo>
                  <a:pt x="2515" y="0"/>
                </a:lnTo>
                <a:cubicBezTo>
                  <a:pt x="2378" y="280"/>
                  <a:pt x="2380" y="778"/>
                  <a:pt x="2546" y="1302"/>
                </a:cubicBezTo>
                <a:lnTo>
                  <a:pt x="2546" y="1302"/>
                </a:lnTo>
                <a:cubicBezTo>
                  <a:pt x="2743" y="1923"/>
                  <a:pt x="3106" y="2381"/>
                  <a:pt x="3419" y="2440"/>
                </a:cubicBezTo>
                <a:lnTo>
                  <a:pt x="3419" y="2440"/>
                </a:lnTo>
                <a:lnTo>
                  <a:pt x="3419" y="2440"/>
                </a:lnTo>
                <a:lnTo>
                  <a:pt x="3419" y="2440"/>
                </a:lnTo>
                <a:cubicBezTo>
                  <a:pt x="3419" y="2440"/>
                  <a:pt x="2125" y="2277"/>
                  <a:pt x="361" y="2714"/>
                </a:cubicBezTo>
                <a:lnTo>
                  <a:pt x="361" y="2714"/>
                </a:lnTo>
                <a:cubicBezTo>
                  <a:pt x="361" y="2714"/>
                  <a:pt x="43" y="2431"/>
                  <a:pt x="0" y="1780"/>
                </a:cubicBezTo>
                <a:lnTo>
                  <a:pt x="0" y="1780"/>
                </a:lnTo>
                <a:cubicBezTo>
                  <a:pt x="0" y="1780"/>
                  <a:pt x="1925" y="818"/>
                  <a:pt x="2515" y="0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66">
            <a:extLst>
              <a:ext uri="{FF2B5EF4-FFF2-40B4-BE49-F238E27FC236}">
                <a16:creationId xmlns:a16="http://schemas.microsoft.com/office/drawing/2014/main" id="{7632ACA5-68AE-6944-8957-6F00DC9D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26" y="11609487"/>
            <a:ext cx="494374" cy="549305"/>
          </a:xfrm>
          <a:custGeom>
            <a:avLst/>
            <a:gdLst>
              <a:gd name="T0" fmla="*/ 29 w 399"/>
              <a:gd name="T1" fmla="*/ 0 h 443"/>
              <a:gd name="T2" fmla="*/ 398 w 399"/>
              <a:gd name="T3" fmla="*/ 255 h 443"/>
              <a:gd name="T4" fmla="*/ 376 w 399"/>
              <a:gd name="T5" fmla="*/ 332 h 443"/>
              <a:gd name="T6" fmla="*/ 154 w 399"/>
              <a:gd name="T7" fmla="*/ 442 h 443"/>
              <a:gd name="T8" fmla="*/ 0 w 399"/>
              <a:gd name="T9" fmla="*/ 64 h 443"/>
              <a:gd name="T10" fmla="*/ 18 w 399"/>
              <a:gd name="T11" fmla="*/ 2 h 443"/>
              <a:gd name="T12" fmla="*/ 18 w 399"/>
              <a:gd name="T13" fmla="*/ 2 h 443"/>
              <a:gd name="T14" fmla="*/ 29 w 399"/>
              <a:gd name="T15" fmla="*/ 0 h 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99" h="443">
                <a:moveTo>
                  <a:pt x="29" y="0"/>
                </a:moveTo>
                <a:lnTo>
                  <a:pt x="398" y="255"/>
                </a:lnTo>
                <a:lnTo>
                  <a:pt x="376" y="332"/>
                </a:lnTo>
                <a:lnTo>
                  <a:pt x="154" y="442"/>
                </a:lnTo>
                <a:lnTo>
                  <a:pt x="0" y="64"/>
                </a:lnTo>
                <a:lnTo>
                  <a:pt x="18" y="2"/>
                </a:lnTo>
                <a:lnTo>
                  <a:pt x="18" y="2"/>
                </a:lnTo>
                <a:cubicBezTo>
                  <a:pt x="22" y="1"/>
                  <a:pt x="26" y="1"/>
                  <a:pt x="29" y="0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67">
            <a:extLst>
              <a:ext uri="{FF2B5EF4-FFF2-40B4-BE49-F238E27FC236}">
                <a16:creationId xmlns:a16="http://schemas.microsoft.com/office/drawing/2014/main" id="{13508CB4-EFFA-AF45-96FC-563FC13D2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2881" y="11554557"/>
            <a:ext cx="466911" cy="499865"/>
          </a:xfrm>
          <a:custGeom>
            <a:avLst/>
            <a:gdLst>
              <a:gd name="T0" fmla="*/ 261 w 375"/>
              <a:gd name="T1" fmla="*/ 0 h 401"/>
              <a:gd name="T2" fmla="*/ 374 w 375"/>
              <a:gd name="T3" fmla="*/ 297 h 401"/>
              <a:gd name="T4" fmla="*/ 168 w 375"/>
              <a:gd name="T5" fmla="*/ 400 h 401"/>
              <a:gd name="T6" fmla="*/ 0 w 375"/>
              <a:gd name="T7" fmla="*/ 43 h 401"/>
              <a:gd name="T8" fmla="*/ 0 w 375"/>
              <a:gd name="T9" fmla="*/ 43 h 401"/>
              <a:gd name="T10" fmla="*/ 261 w 375"/>
              <a:gd name="T11" fmla="*/ 0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5" h="401">
                <a:moveTo>
                  <a:pt x="261" y="0"/>
                </a:moveTo>
                <a:lnTo>
                  <a:pt x="374" y="297"/>
                </a:lnTo>
                <a:lnTo>
                  <a:pt x="168" y="400"/>
                </a:lnTo>
                <a:lnTo>
                  <a:pt x="0" y="43"/>
                </a:lnTo>
                <a:lnTo>
                  <a:pt x="0" y="43"/>
                </a:lnTo>
                <a:cubicBezTo>
                  <a:pt x="89" y="27"/>
                  <a:pt x="176" y="13"/>
                  <a:pt x="261" y="0"/>
                </a:cubicBezTo>
              </a:path>
            </a:pathLst>
          </a:custGeom>
          <a:solidFill>
            <a:srgbClr val="EEF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68">
            <a:extLst>
              <a:ext uri="{FF2B5EF4-FFF2-40B4-BE49-F238E27FC236}">
                <a16:creationId xmlns:a16="http://schemas.microsoft.com/office/drawing/2014/main" id="{76452250-74DB-414B-B2AC-B10AC596C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943" y="10818488"/>
            <a:ext cx="604235" cy="834943"/>
          </a:xfrm>
          <a:custGeom>
            <a:avLst/>
            <a:gdLst>
              <a:gd name="T0" fmla="*/ 259 w 486"/>
              <a:gd name="T1" fmla="*/ 0 h 669"/>
              <a:gd name="T2" fmla="*/ 259 w 486"/>
              <a:gd name="T3" fmla="*/ 0 h 669"/>
              <a:gd name="T4" fmla="*/ 485 w 486"/>
              <a:gd name="T5" fmla="*/ 634 h 669"/>
              <a:gd name="T6" fmla="*/ 485 w 486"/>
              <a:gd name="T7" fmla="*/ 634 h 669"/>
              <a:gd name="T8" fmla="*/ 338 w 486"/>
              <a:gd name="T9" fmla="*/ 668 h 669"/>
              <a:gd name="T10" fmla="*/ 338 w 486"/>
              <a:gd name="T11" fmla="*/ 668 h 669"/>
              <a:gd name="T12" fmla="*/ 0 w 486"/>
              <a:gd name="T13" fmla="*/ 329 h 669"/>
              <a:gd name="T14" fmla="*/ 0 w 486"/>
              <a:gd name="T15" fmla="*/ 329 h 669"/>
              <a:gd name="T16" fmla="*/ 259 w 486"/>
              <a:gd name="T17" fmla="*/ 0 h 6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86" h="669">
                <a:moveTo>
                  <a:pt x="259" y="0"/>
                </a:moveTo>
                <a:lnTo>
                  <a:pt x="259" y="0"/>
                </a:lnTo>
                <a:cubicBezTo>
                  <a:pt x="302" y="301"/>
                  <a:pt x="404" y="509"/>
                  <a:pt x="485" y="634"/>
                </a:cubicBezTo>
                <a:lnTo>
                  <a:pt x="485" y="634"/>
                </a:lnTo>
                <a:cubicBezTo>
                  <a:pt x="441" y="655"/>
                  <a:pt x="391" y="668"/>
                  <a:pt x="338" y="668"/>
                </a:cubicBezTo>
                <a:lnTo>
                  <a:pt x="338" y="668"/>
                </a:lnTo>
                <a:cubicBezTo>
                  <a:pt x="151" y="668"/>
                  <a:pt x="0" y="517"/>
                  <a:pt x="0" y="329"/>
                </a:cubicBezTo>
                <a:lnTo>
                  <a:pt x="0" y="329"/>
                </a:lnTo>
                <a:cubicBezTo>
                  <a:pt x="0" y="170"/>
                  <a:pt x="111" y="36"/>
                  <a:pt x="259" y="0"/>
                </a:cubicBezTo>
              </a:path>
            </a:pathLst>
          </a:custGeom>
          <a:solidFill>
            <a:srgbClr val="D0E3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341">
            <a:extLst>
              <a:ext uri="{FF2B5EF4-FFF2-40B4-BE49-F238E27FC236}">
                <a16:creationId xmlns:a16="http://schemas.microsoft.com/office/drawing/2014/main" id="{B99051E8-E3F4-A342-B83C-19351516B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8796" y="3287521"/>
            <a:ext cx="5218394" cy="1499603"/>
          </a:xfrm>
          <a:custGeom>
            <a:avLst/>
            <a:gdLst>
              <a:gd name="T0" fmla="*/ 4189 w 4190"/>
              <a:gd name="T1" fmla="*/ 201 h 1203"/>
              <a:gd name="T2" fmla="*/ 4189 w 4190"/>
              <a:gd name="T3" fmla="*/ 201 h 1203"/>
              <a:gd name="T4" fmla="*/ 3989 w 4190"/>
              <a:gd name="T5" fmla="*/ 401 h 1203"/>
              <a:gd name="T6" fmla="*/ 3141 w 4190"/>
              <a:gd name="T7" fmla="*/ 401 h 1203"/>
              <a:gd name="T8" fmla="*/ 3141 w 4190"/>
              <a:gd name="T9" fmla="*/ 401 h 1203"/>
              <a:gd name="T10" fmla="*/ 2962 w 4190"/>
              <a:gd name="T11" fmla="*/ 601 h 1203"/>
              <a:gd name="T12" fmla="*/ 2962 w 4190"/>
              <a:gd name="T13" fmla="*/ 601 h 1203"/>
              <a:gd name="T14" fmla="*/ 3162 w 4190"/>
              <a:gd name="T15" fmla="*/ 801 h 1203"/>
              <a:gd name="T16" fmla="*/ 3521 w 4190"/>
              <a:gd name="T17" fmla="*/ 801 h 1203"/>
              <a:gd name="T18" fmla="*/ 3521 w 4190"/>
              <a:gd name="T19" fmla="*/ 801 h 1203"/>
              <a:gd name="T20" fmla="*/ 3721 w 4190"/>
              <a:gd name="T21" fmla="*/ 1002 h 1203"/>
              <a:gd name="T22" fmla="*/ 3721 w 4190"/>
              <a:gd name="T23" fmla="*/ 1002 h 1203"/>
              <a:gd name="T24" fmla="*/ 3521 w 4190"/>
              <a:gd name="T25" fmla="*/ 1202 h 1203"/>
              <a:gd name="T26" fmla="*/ 2069 w 4190"/>
              <a:gd name="T27" fmla="*/ 1202 h 1203"/>
              <a:gd name="T28" fmla="*/ 2069 w 4190"/>
              <a:gd name="T29" fmla="*/ 1202 h 1203"/>
              <a:gd name="T30" fmla="*/ 2076 w 4190"/>
              <a:gd name="T31" fmla="*/ 1156 h 1203"/>
              <a:gd name="T32" fmla="*/ 2076 w 4190"/>
              <a:gd name="T33" fmla="*/ 1156 h 1203"/>
              <a:gd name="T34" fmla="*/ 1862 w 4190"/>
              <a:gd name="T35" fmla="*/ 801 h 1203"/>
              <a:gd name="T36" fmla="*/ 2079 w 4190"/>
              <a:gd name="T37" fmla="*/ 801 h 1203"/>
              <a:gd name="T38" fmla="*/ 2079 w 4190"/>
              <a:gd name="T39" fmla="*/ 801 h 1203"/>
              <a:gd name="T40" fmla="*/ 2280 w 4190"/>
              <a:gd name="T41" fmla="*/ 601 h 1203"/>
              <a:gd name="T42" fmla="*/ 2280 w 4190"/>
              <a:gd name="T43" fmla="*/ 601 h 1203"/>
              <a:gd name="T44" fmla="*/ 2100 w 4190"/>
              <a:gd name="T45" fmla="*/ 401 h 1203"/>
              <a:gd name="T46" fmla="*/ 200 w 4190"/>
              <a:gd name="T47" fmla="*/ 401 h 1203"/>
              <a:gd name="T48" fmla="*/ 200 w 4190"/>
              <a:gd name="T49" fmla="*/ 401 h 1203"/>
              <a:gd name="T50" fmla="*/ 58 w 4190"/>
              <a:gd name="T51" fmla="*/ 342 h 1203"/>
              <a:gd name="T52" fmla="*/ 58 w 4190"/>
              <a:gd name="T53" fmla="*/ 342 h 1203"/>
              <a:gd name="T54" fmla="*/ 0 w 4190"/>
              <a:gd name="T55" fmla="*/ 201 h 1203"/>
              <a:gd name="T56" fmla="*/ 0 w 4190"/>
              <a:gd name="T57" fmla="*/ 201 h 1203"/>
              <a:gd name="T58" fmla="*/ 200 w 4190"/>
              <a:gd name="T59" fmla="*/ 0 h 1203"/>
              <a:gd name="T60" fmla="*/ 3989 w 4190"/>
              <a:gd name="T61" fmla="*/ 0 h 1203"/>
              <a:gd name="T62" fmla="*/ 3989 w 4190"/>
              <a:gd name="T63" fmla="*/ 0 h 1203"/>
              <a:gd name="T64" fmla="*/ 4131 w 4190"/>
              <a:gd name="T65" fmla="*/ 59 h 1203"/>
              <a:gd name="T66" fmla="*/ 4131 w 4190"/>
              <a:gd name="T67" fmla="*/ 59 h 1203"/>
              <a:gd name="T68" fmla="*/ 4189 w 4190"/>
              <a:gd name="T69" fmla="*/ 201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190" h="1203">
                <a:moveTo>
                  <a:pt x="4189" y="201"/>
                </a:moveTo>
                <a:lnTo>
                  <a:pt x="4189" y="201"/>
                </a:lnTo>
                <a:cubicBezTo>
                  <a:pt x="4189" y="312"/>
                  <a:pt x="4099" y="401"/>
                  <a:pt x="3989" y="401"/>
                </a:cubicBezTo>
                <a:lnTo>
                  <a:pt x="3141" y="401"/>
                </a:lnTo>
                <a:lnTo>
                  <a:pt x="3141" y="401"/>
                </a:lnTo>
                <a:cubicBezTo>
                  <a:pt x="3040" y="411"/>
                  <a:pt x="2962" y="497"/>
                  <a:pt x="2962" y="601"/>
                </a:cubicBezTo>
                <a:lnTo>
                  <a:pt x="2962" y="601"/>
                </a:lnTo>
                <a:cubicBezTo>
                  <a:pt x="2962" y="712"/>
                  <a:pt x="3051" y="801"/>
                  <a:pt x="3162" y="801"/>
                </a:cubicBezTo>
                <a:lnTo>
                  <a:pt x="3521" y="801"/>
                </a:lnTo>
                <a:lnTo>
                  <a:pt x="3521" y="801"/>
                </a:lnTo>
                <a:cubicBezTo>
                  <a:pt x="3632" y="801"/>
                  <a:pt x="3721" y="891"/>
                  <a:pt x="3721" y="1002"/>
                </a:cubicBezTo>
                <a:lnTo>
                  <a:pt x="3721" y="1002"/>
                </a:lnTo>
                <a:cubicBezTo>
                  <a:pt x="3721" y="1112"/>
                  <a:pt x="3632" y="1202"/>
                  <a:pt x="3521" y="1202"/>
                </a:cubicBezTo>
                <a:lnTo>
                  <a:pt x="2069" y="1202"/>
                </a:lnTo>
                <a:lnTo>
                  <a:pt x="2069" y="1202"/>
                </a:lnTo>
                <a:cubicBezTo>
                  <a:pt x="2072" y="1188"/>
                  <a:pt x="2073" y="1172"/>
                  <a:pt x="2076" y="1156"/>
                </a:cubicBezTo>
                <a:lnTo>
                  <a:pt x="2076" y="1156"/>
                </a:lnTo>
                <a:cubicBezTo>
                  <a:pt x="2095" y="1027"/>
                  <a:pt x="2011" y="905"/>
                  <a:pt x="1862" y="801"/>
                </a:cubicBezTo>
                <a:lnTo>
                  <a:pt x="2079" y="801"/>
                </a:lnTo>
                <a:lnTo>
                  <a:pt x="2079" y="801"/>
                </a:lnTo>
                <a:cubicBezTo>
                  <a:pt x="2190" y="801"/>
                  <a:pt x="2280" y="712"/>
                  <a:pt x="2280" y="601"/>
                </a:cubicBezTo>
                <a:lnTo>
                  <a:pt x="2280" y="601"/>
                </a:lnTo>
                <a:cubicBezTo>
                  <a:pt x="2280" y="497"/>
                  <a:pt x="2201" y="411"/>
                  <a:pt x="2100" y="401"/>
                </a:cubicBezTo>
                <a:lnTo>
                  <a:pt x="200" y="401"/>
                </a:lnTo>
                <a:lnTo>
                  <a:pt x="200" y="401"/>
                </a:lnTo>
                <a:cubicBezTo>
                  <a:pt x="145" y="401"/>
                  <a:pt x="95" y="379"/>
                  <a:pt x="58" y="342"/>
                </a:cubicBezTo>
                <a:lnTo>
                  <a:pt x="58" y="342"/>
                </a:lnTo>
                <a:cubicBezTo>
                  <a:pt x="22" y="306"/>
                  <a:pt x="0" y="256"/>
                  <a:pt x="0" y="201"/>
                </a:cubicBezTo>
                <a:lnTo>
                  <a:pt x="0" y="201"/>
                </a:lnTo>
                <a:cubicBezTo>
                  <a:pt x="0" y="90"/>
                  <a:pt x="89" y="0"/>
                  <a:pt x="200" y="0"/>
                </a:cubicBezTo>
                <a:lnTo>
                  <a:pt x="3989" y="0"/>
                </a:lnTo>
                <a:lnTo>
                  <a:pt x="3989" y="0"/>
                </a:lnTo>
                <a:cubicBezTo>
                  <a:pt x="4044" y="0"/>
                  <a:pt x="4095" y="22"/>
                  <a:pt x="4131" y="59"/>
                </a:cubicBezTo>
                <a:lnTo>
                  <a:pt x="4131" y="59"/>
                </a:lnTo>
                <a:cubicBezTo>
                  <a:pt x="4167" y="95"/>
                  <a:pt x="4189" y="145"/>
                  <a:pt x="4189" y="201"/>
                </a:cubicBezTo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342">
            <a:extLst>
              <a:ext uri="{FF2B5EF4-FFF2-40B4-BE49-F238E27FC236}">
                <a16:creationId xmlns:a16="http://schemas.microsoft.com/office/drawing/2014/main" id="{A4AA8433-0F83-3346-8900-4D8F00578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5230" y="4490503"/>
            <a:ext cx="3570480" cy="1499600"/>
          </a:xfrm>
          <a:custGeom>
            <a:avLst/>
            <a:gdLst>
              <a:gd name="T0" fmla="*/ 2867 w 2868"/>
              <a:gd name="T1" fmla="*/ 1202 h 1203"/>
              <a:gd name="T2" fmla="*/ 200 w 2868"/>
              <a:gd name="T3" fmla="*/ 1202 h 1203"/>
              <a:gd name="T4" fmla="*/ 200 w 2868"/>
              <a:gd name="T5" fmla="*/ 1202 h 1203"/>
              <a:gd name="T6" fmla="*/ 58 w 2868"/>
              <a:gd name="T7" fmla="*/ 1144 h 1203"/>
              <a:gd name="T8" fmla="*/ 58 w 2868"/>
              <a:gd name="T9" fmla="*/ 1144 h 1203"/>
              <a:gd name="T10" fmla="*/ 0 w 2868"/>
              <a:gd name="T11" fmla="*/ 1002 h 1203"/>
              <a:gd name="T12" fmla="*/ 0 w 2868"/>
              <a:gd name="T13" fmla="*/ 1002 h 1203"/>
              <a:gd name="T14" fmla="*/ 200 w 2868"/>
              <a:gd name="T15" fmla="*/ 801 h 1203"/>
              <a:gd name="T16" fmla="*/ 1048 w 2868"/>
              <a:gd name="T17" fmla="*/ 801 h 1203"/>
              <a:gd name="T18" fmla="*/ 1048 w 2868"/>
              <a:gd name="T19" fmla="*/ 801 h 1203"/>
              <a:gd name="T20" fmla="*/ 1228 w 2868"/>
              <a:gd name="T21" fmla="*/ 602 h 1203"/>
              <a:gd name="T22" fmla="*/ 1228 w 2868"/>
              <a:gd name="T23" fmla="*/ 602 h 1203"/>
              <a:gd name="T24" fmla="*/ 1027 w 2868"/>
              <a:gd name="T25" fmla="*/ 401 h 1203"/>
              <a:gd name="T26" fmla="*/ 668 w 2868"/>
              <a:gd name="T27" fmla="*/ 401 h 1203"/>
              <a:gd name="T28" fmla="*/ 668 w 2868"/>
              <a:gd name="T29" fmla="*/ 401 h 1203"/>
              <a:gd name="T30" fmla="*/ 467 w 2868"/>
              <a:gd name="T31" fmla="*/ 201 h 1203"/>
              <a:gd name="T32" fmla="*/ 467 w 2868"/>
              <a:gd name="T33" fmla="*/ 201 h 1203"/>
              <a:gd name="T34" fmla="*/ 668 w 2868"/>
              <a:gd name="T35" fmla="*/ 0 h 1203"/>
              <a:gd name="T36" fmla="*/ 2396 w 2868"/>
              <a:gd name="T37" fmla="*/ 0 h 1203"/>
              <a:gd name="T38" fmla="*/ 2396 w 2868"/>
              <a:gd name="T39" fmla="*/ 0 h 1203"/>
              <a:gd name="T40" fmla="*/ 2596 w 2868"/>
              <a:gd name="T41" fmla="*/ 201 h 1203"/>
              <a:gd name="T42" fmla="*/ 2596 w 2868"/>
              <a:gd name="T43" fmla="*/ 201 h 1203"/>
              <a:gd name="T44" fmla="*/ 2396 w 2868"/>
              <a:gd name="T45" fmla="*/ 401 h 1203"/>
              <a:gd name="T46" fmla="*/ 2110 w 2868"/>
              <a:gd name="T47" fmla="*/ 401 h 1203"/>
              <a:gd name="T48" fmla="*/ 2110 w 2868"/>
              <a:gd name="T49" fmla="*/ 401 h 1203"/>
              <a:gd name="T50" fmla="*/ 1909 w 2868"/>
              <a:gd name="T51" fmla="*/ 602 h 1203"/>
              <a:gd name="T52" fmla="*/ 1909 w 2868"/>
              <a:gd name="T53" fmla="*/ 602 h 1203"/>
              <a:gd name="T54" fmla="*/ 2089 w 2868"/>
              <a:gd name="T55" fmla="*/ 801 h 1203"/>
              <a:gd name="T56" fmla="*/ 2823 w 2868"/>
              <a:gd name="T57" fmla="*/ 801 h 1203"/>
              <a:gd name="T58" fmla="*/ 2823 w 2868"/>
              <a:gd name="T59" fmla="*/ 801 h 1203"/>
              <a:gd name="T60" fmla="*/ 2867 w 2868"/>
              <a:gd name="T61" fmla="*/ 1202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868" h="1203">
                <a:moveTo>
                  <a:pt x="2867" y="1202"/>
                </a:moveTo>
                <a:lnTo>
                  <a:pt x="200" y="1202"/>
                </a:lnTo>
                <a:lnTo>
                  <a:pt x="200" y="1202"/>
                </a:lnTo>
                <a:cubicBezTo>
                  <a:pt x="145" y="1202"/>
                  <a:pt x="95" y="1180"/>
                  <a:pt x="58" y="1144"/>
                </a:cubicBezTo>
                <a:lnTo>
                  <a:pt x="58" y="1144"/>
                </a:lnTo>
                <a:cubicBezTo>
                  <a:pt x="22" y="1107"/>
                  <a:pt x="0" y="1057"/>
                  <a:pt x="0" y="1002"/>
                </a:cubicBezTo>
                <a:lnTo>
                  <a:pt x="0" y="1002"/>
                </a:lnTo>
                <a:cubicBezTo>
                  <a:pt x="0" y="891"/>
                  <a:pt x="90" y="801"/>
                  <a:pt x="200" y="801"/>
                </a:cubicBezTo>
                <a:lnTo>
                  <a:pt x="1048" y="801"/>
                </a:lnTo>
                <a:lnTo>
                  <a:pt x="1048" y="801"/>
                </a:lnTo>
                <a:cubicBezTo>
                  <a:pt x="1149" y="791"/>
                  <a:pt x="1228" y="705"/>
                  <a:pt x="1228" y="602"/>
                </a:cubicBezTo>
                <a:lnTo>
                  <a:pt x="1228" y="602"/>
                </a:lnTo>
                <a:cubicBezTo>
                  <a:pt x="1228" y="491"/>
                  <a:pt x="1138" y="401"/>
                  <a:pt x="1027" y="401"/>
                </a:cubicBezTo>
                <a:lnTo>
                  <a:pt x="668" y="401"/>
                </a:lnTo>
                <a:lnTo>
                  <a:pt x="668" y="401"/>
                </a:lnTo>
                <a:cubicBezTo>
                  <a:pt x="557" y="401"/>
                  <a:pt x="467" y="311"/>
                  <a:pt x="467" y="201"/>
                </a:cubicBezTo>
                <a:lnTo>
                  <a:pt x="467" y="201"/>
                </a:lnTo>
                <a:cubicBezTo>
                  <a:pt x="467" y="90"/>
                  <a:pt x="557" y="0"/>
                  <a:pt x="668" y="0"/>
                </a:cubicBezTo>
                <a:lnTo>
                  <a:pt x="2396" y="0"/>
                </a:lnTo>
                <a:lnTo>
                  <a:pt x="2396" y="0"/>
                </a:lnTo>
                <a:cubicBezTo>
                  <a:pt x="2507" y="0"/>
                  <a:pt x="2596" y="90"/>
                  <a:pt x="2596" y="201"/>
                </a:cubicBezTo>
                <a:lnTo>
                  <a:pt x="2596" y="201"/>
                </a:lnTo>
                <a:cubicBezTo>
                  <a:pt x="2596" y="311"/>
                  <a:pt x="2507" y="401"/>
                  <a:pt x="2396" y="401"/>
                </a:cubicBezTo>
                <a:lnTo>
                  <a:pt x="2110" y="401"/>
                </a:lnTo>
                <a:lnTo>
                  <a:pt x="2110" y="401"/>
                </a:lnTo>
                <a:cubicBezTo>
                  <a:pt x="1999" y="401"/>
                  <a:pt x="1909" y="491"/>
                  <a:pt x="1909" y="602"/>
                </a:cubicBezTo>
                <a:lnTo>
                  <a:pt x="1909" y="602"/>
                </a:lnTo>
                <a:cubicBezTo>
                  <a:pt x="1909" y="705"/>
                  <a:pt x="1988" y="791"/>
                  <a:pt x="2089" y="801"/>
                </a:cubicBezTo>
                <a:lnTo>
                  <a:pt x="2823" y="801"/>
                </a:lnTo>
                <a:lnTo>
                  <a:pt x="2823" y="801"/>
                </a:lnTo>
                <a:cubicBezTo>
                  <a:pt x="2846" y="924"/>
                  <a:pt x="2862" y="1057"/>
                  <a:pt x="2867" y="1202"/>
                </a:cubicBezTo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343">
            <a:extLst>
              <a:ext uri="{FF2B5EF4-FFF2-40B4-BE49-F238E27FC236}">
                <a16:creationId xmlns:a16="http://schemas.microsoft.com/office/drawing/2014/main" id="{C6C08570-3101-8344-9CED-7DB027C6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6866" y="6116444"/>
            <a:ext cx="2411449" cy="1499600"/>
          </a:xfrm>
          <a:custGeom>
            <a:avLst/>
            <a:gdLst>
              <a:gd name="T0" fmla="*/ 1936 w 1937"/>
              <a:gd name="T1" fmla="*/ 1001 h 1202"/>
              <a:gd name="T2" fmla="*/ 1936 w 1937"/>
              <a:gd name="T3" fmla="*/ 1001 h 1202"/>
              <a:gd name="T4" fmla="*/ 1877 w 1937"/>
              <a:gd name="T5" fmla="*/ 1143 h 1202"/>
              <a:gd name="T6" fmla="*/ 1877 w 1937"/>
              <a:gd name="T7" fmla="*/ 1143 h 1202"/>
              <a:gd name="T8" fmla="*/ 1735 w 1937"/>
              <a:gd name="T9" fmla="*/ 1201 h 1202"/>
              <a:gd name="T10" fmla="*/ 0 w 1937"/>
              <a:gd name="T11" fmla="*/ 1201 h 1202"/>
              <a:gd name="T12" fmla="*/ 0 w 1937"/>
              <a:gd name="T13" fmla="*/ 1201 h 1202"/>
              <a:gd name="T14" fmla="*/ 521 w 1937"/>
              <a:gd name="T15" fmla="*/ 0 h 1202"/>
              <a:gd name="T16" fmla="*/ 1268 w 1937"/>
              <a:gd name="T17" fmla="*/ 0 h 1202"/>
              <a:gd name="T18" fmla="*/ 1268 w 1937"/>
              <a:gd name="T19" fmla="*/ 0 h 1202"/>
              <a:gd name="T20" fmla="*/ 1467 w 1937"/>
              <a:gd name="T21" fmla="*/ 201 h 1202"/>
              <a:gd name="T22" fmla="*/ 1467 w 1937"/>
              <a:gd name="T23" fmla="*/ 201 h 1202"/>
              <a:gd name="T24" fmla="*/ 1268 w 1937"/>
              <a:gd name="T25" fmla="*/ 401 h 1202"/>
              <a:gd name="T26" fmla="*/ 909 w 1937"/>
              <a:gd name="T27" fmla="*/ 401 h 1202"/>
              <a:gd name="T28" fmla="*/ 909 w 1937"/>
              <a:gd name="T29" fmla="*/ 401 h 1202"/>
              <a:gd name="T30" fmla="*/ 708 w 1937"/>
              <a:gd name="T31" fmla="*/ 600 h 1202"/>
              <a:gd name="T32" fmla="*/ 708 w 1937"/>
              <a:gd name="T33" fmla="*/ 600 h 1202"/>
              <a:gd name="T34" fmla="*/ 888 w 1937"/>
              <a:gd name="T35" fmla="*/ 800 h 1202"/>
              <a:gd name="T36" fmla="*/ 1735 w 1937"/>
              <a:gd name="T37" fmla="*/ 800 h 1202"/>
              <a:gd name="T38" fmla="*/ 1735 w 1937"/>
              <a:gd name="T39" fmla="*/ 800 h 1202"/>
              <a:gd name="T40" fmla="*/ 1936 w 1937"/>
              <a:gd name="T41" fmla="*/ 1001 h 1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937" h="1202">
                <a:moveTo>
                  <a:pt x="1936" y="1001"/>
                </a:moveTo>
                <a:lnTo>
                  <a:pt x="1936" y="1001"/>
                </a:lnTo>
                <a:cubicBezTo>
                  <a:pt x="1936" y="1056"/>
                  <a:pt x="1913" y="1106"/>
                  <a:pt x="1877" y="1143"/>
                </a:cubicBezTo>
                <a:lnTo>
                  <a:pt x="1877" y="1143"/>
                </a:lnTo>
                <a:cubicBezTo>
                  <a:pt x="1841" y="1178"/>
                  <a:pt x="1791" y="1201"/>
                  <a:pt x="1735" y="1201"/>
                </a:cubicBezTo>
                <a:lnTo>
                  <a:pt x="0" y="1201"/>
                </a:lnTo>
                <a:lnTo>
                  <a:pt x="0" y="1201"/>
                </a:lnTo>
                <a:cubicBezTo>
                  <a:pt x="496" y="926"/>
                  <a:pt x="881" y="517"/>
                  <a:pt x="521" y="0"/>
                </a:cubicBezTo>
                <a:lnTo>
                  <a:pt x="1268" y="0"/>
                </a:lnTo>
                <a:lnTo>
                  <a:pt x="1268" y="0"/>
                </a:lnTo>
                <a:cubicBezTo>
                  <a:pt x="1378" y="0"/>
                  <a:pt x="1467" y="90"/>
                  <a:pt x="1467" y="201"/>
                </a:cubicBezTo>
                <a:lnTo>
                  <a:pt x="1467" y="201"/>
                </a:lnTo>
                <a:cubicBezTo>
                  <a:pt x="1467" y="312"/>
                  <a:pt x="1378" y="401"/>
                  <a:pt x="1268" y="401"/>
                </a:cubicBezTo>
                <a:lnTo>
                  <a:pt x="909" y="401"/>
                </a:lnTo>
                <a:lnTo>
                  <a:pt x="909" y="401"/>
                </a:lnTo>
                <a:cubicBezTo>
                  <a:pt x="798" y="401"/>
                  <a:pt x="708" y="491"/>
                  <a:pt x="708" y="600"/>
                </a:cubicBezTo>
                <a:lnTo>
                  <a:pt x="708" y="600"/>
                </a:lnTo>
                <a:cubicBezTo>
                  <a:pt x="708" y="705"/>
                  <a:pt x="787" y="789"/>
                  <a:pt x="888" y="800"/>
                </a:cubicBezTo>
                <a:lnTo>
                  <a:pt x="1735" y="800"/>
                </a:lnTo>
                <a:lnTo>
                  <a:pt x="1735" y="800"/>
                </a:lnTo>
                <a:cubicBezTo>
                  <a:pt x="1846" y="800"/>
                  <a:pt x="1936" y="890"/>
                  <a:pt x="1936" y="1001"/>
                </a:cubicBezTo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344">
            <a:extLst>
              <a:ext uri="{FF2B5EF4-FFF2-40B4-BE49-F238E27FC236}">
                <a16:creationId xmlns:a16="http://schemas.microsoft.com/office/drawing/2014/main" id="{49A1868E-72FE-2144-8908-46379A118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0664" y="4512472"/>
            <a:ext cx="1576502" cy="1576502"/>
          </a:xfrm>
          <a:custGeom>
            <a:avLst/>
            <a:gdLst>
              <a:gd name="T0" fmla="*/ 1264 w 1265"/>
              <a:gd name="T1" fmla="*/ 632 h 1266"/>
              <a:gd name="T2" fmla="*/ 1264 w 1265"/>
              <a:gd name="T3" fmla="*/ 632 h 1266"/>
              <a:gd name="T4" fmla="*/ 632 w 1265"/>
              <a:gd name="T5" fmla="*/ 1265 h 1266"/>
              <a:gd name="T6" fmla="*/ 632 w 1265"/>
              <a:gd name="T7" fmla="*/ 1265 h 1266"/>
              <a:gd name="T8" fmla="*/ 0 w 1265"/>
              <a:gd name="T9" fmla="*/ 632 h 1266"/>
              <a:gd name="T10" fmla="*/ 0 w 1265"/>
              <a:gd name="T11" fmla="*/ 632 h 1266"/>
              <a:gd name="T12" fmla="*/ 632 w 1265"/>
              <a:gd name="T13" fmla="*/ 0 h 1266"/>
              <a:gd name="T14" fmla="*/ 632 w 1265"/>
              <a:gd name="T15" fmla="*/ 0 h 1266"/>
              <a:gd name="T16" fmla="*/ 1264 w 1265"/>
              <a:gd name="T17" fmla="*/ 632 h 1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5" h="1266">
                <a:moveTo>
                  <a:pt x="1264" y="632"/>
                </a:moveTo>
                <a:lnTo>
                  <a:pt x="1264" y="632"/>
                </a:lnTo>
                <a:cubicBezTo>
                  <a:pt x="1264" y="982"/>
                  <a:pt x="982" y="1265"/>
                  <a:pt x="632" y="1265"/>
                </a:cubicBezTo>
                <a:lnTo>
                  <a:pt x="632" y="1265"/>
                </a:lnTo>
                <a:cubicBezTo>
                  <a:pt x="283" y="1265"/>
                  <a:pt x="0" y="982"/>
                  <a:pt x="0" y="632"/>
                </a:cubicBezTo>
                <a:lnTo>
                  <a:pt x="0" y="632"/>
                </a:lnTo>
                <a:cubicBezTo>
                  <a:pt x="0" y="284"/>
                  <a:pt x="283" y="0"/>
                  <a:pt x="632" y="0"/>
                </a:cubicBezTo>
                <a:lnTo>
                  <a:pt x="632" y="0"/>
                </a:lnTo>
                <a:cubicBezTo>
                  <a:pt x="982" y="0"/>
                  <a:pt x="1264" y="284"/>
                  <a:pt x="1264" y="632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345">
            <a:extLst>
              <a:ext uri="{FF2B5EF4-FFF2-40B4-BE49-F238E27FC236}">
                <a16:creationId xmlns:a16="http://schemas.microsoft.com/office/drawing/2014/main" id="{2DA63505-D8ED-344F-B9CF-02915D7C8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6446" y="4886002"/>
            <a:ext cx="444938" cy="823957"/>
          </a:xfrm>
          <a:custGeom>
            <a:avLst/>
            <a:gdLst>
              <a:gd name="T0" fmla="*/ 266 w 356"/>
              <a:gd name="T1" fmla="*/ 0 h 663"/>
              <a:gd name="T2" fmla="*/ 266 w 356"/>
              <a:gd name="T3" fmla="*/ 0 h 663"/>
              <a:gd name="T4" fmla="*/ 118 w 356"/>
              <a:gd name="T5" fmla="*/ 161 h 663"/>
              <a:gd name="T6" fmla="*/ 118 w 356"/>
              <a:gd name="T7" fmla="*/ 259 h 663"/>
              <a:gd name="T8" fmla="*/ 0 w 356"/>
              <a:gd name="T9" fmla="*/ 259 h 663"/>
              <a:gd name="T10" fmla="*/ 0 w 356"/>
              <a:gd name="T11" fmla="*/ 378 h 663"/>
              <a:gd name="T12" fmla="*/ 118 w 356"/>
              <a:gd name="T13" fmla="*/ 378 h 663"/>
              <a:gd name="T14" fmla="*/ 118 w 356"/>
              <a:gd name="T15" fmla="*/ 662 h 663"/>
              <a:gd name="T16" fmla="*/ 236 w 356"/>
              <a:gd name="T17" fmla="*/ 662 h 663"/>
              <a:gd name="T18" fmla="*/ 236 w 356"/>
              <a:gd name="T19" fmla="*/ 378 h 663"/>
              <a:gd name="T20" fmla="*/ 331 w 356"/>
              <a:gd name="T21" fmla="*/ 378 h 663"/>
              <a:gd name="T22" fmla="*/ 355 w 356"/>
              <a:gd name="T23" fmla="*/ 259 h 663"/>
              <a:gd name="T24" fmla="*/ 236 w 356"/>
              <a:gd name="T25" fmla="*/ 259 h 663"/>
              <a:gd name="T26" fmla="*/ 236 w 356"/>
              <a:gd name="T27" fmla="*/ 181 h 663"/>
              <a:gd name="T28" fmla="*/ 236 w 356"/>
              <a:gd name="T29" fmla="*/ 181 h 663"/>
              <a:gd name="T30" fmla="*/ 290 w 356"/>
              <a:gd name="T31" fmla="*/ 117 h 663"/>
              <a:gd name="T32" fmla="*/ 355 w 356"/>
              <a:gd name="T33" fmla="*/ 117 h 663"/>
              <a:gd name="T34" fmla="*/ 355 w 356"/>
              <a:gd name="T35" fmla="*/ 4 h 663"/>
              <a:gd name="T36" fmla="*/ 355 w 356"/>
              <a:gd name="T37" fmla="*/ 4 h 663"/>
              <a:gd name="T38" fmla="*/ 266 w 356"/>
              <a:gd name="T39" fmla="*/ 0 h 6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6" h="663">
                <a:moveTo>
                  <a:pt x="266" y="0"/>
                </a:moveTo>
                <a:lnTo>
                  <a:pt x="266" y="0"/>
                </a:lnTo>
                <a:cubicBezTo>
                  <a:pt x="172" y="0"/>
                  <a:pt x="118" y="48"/>
                  <a:pt x="118" y="161"/>
                </a:cubicBezTo>
                <a:lnTo>
                  <a:pt x="118" y="259"/>
                </a:lnTo>
                <a:lnTo>
                  <a:pt x="0" y="259"/>
                </a:lnTo>
                <a:lnTo>
                  <a:pt x="0" y="378"/>
                </a:lnTo>
                <a:lnTo>
                  <a:pt x="118" y="378"/>
                </a:lnTo>
                <a:lnTo>
                  <a:pt x="118" y="662"/>
                </a:lnTo>
                <a:lnTo>
                  <a:pt x="236" y="662"/>
                </a:lnTo>
                <a:lnTo>
                  <a:pt x="236" y="378"/>
                </a:lnTo>
                <a:lnTo>
                  <a:pt x="331" y="378"/>
                </a:lnTo>
                <a:lnTo>
                  <a:pt x="355" y="259"/>
                </a:lnTo>
                <a:lnTo>
                  <a:pt x="236" y="259"/>
                </a:lnTo>
                <a:lnTo>
                  <a:pt x="236" y="181"/>
                </a:lnTo>
                <a:lnTo>
                  <a:pt x="236" y="181"/>
                </a:lnTo>
                <a:cubicBezTo>
                  <a:pt x="236" y="138"/>
                  <a:pt x="250" y="117"/>
                  <a:pt x="290" y="117"/>
                </a:cubicBezTo>
                <a:lnTo>
                  <a:pt x="355" y="117"/>
                </a:lnTo>
                <a:lnTo>
                  <a:pt x="355" y="4"/>
                </a:lnTo>
                <a:lnTo>
                  <a:pt x="355" y="4"/>
                </a:lnTo>
                <a:cubicBezTo>
                  <a:pt x="344" y="2"/>
                  <a:pt x="310" y="0"/>
                  <a:pt x="266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346">
            <a:extLst>
              <a:ext uri="{FF2B5EF4-FFF2-40B4-BE49-F238E27FC236}">
                <a16:creationId xmlns:a16="http://schemas.microsoft.com/office/drawing/2014/main" id="{73532AFE-1FB1-C84A-AF23-4BA072F18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128" y="8159854"/>
            <a:ext cx="2081866" cy="2081863"/>
          </a:xfrm>
          <a:custGeom>
            <a:avLst/>
            <a:gdLst>
              <a:gd name="T0" fmla="*/ 1669 w 1670"/>
              <a:gd name="T1" fmla="*/ 835 h 1670"/>
              <a:gd name="T2" fmla="*/ 1669 w 1670"/>
              <a:gd name="T3" fmla="*/ 835 h 1670"/>
              <a:gd name="T4" fmla="*/ 835 w 1670"/>
              <a:gd name="T5" fmla="*/ 1669 h 1670"/>
              <a:gd name="T6" fmla="*/ 835 w 1670"/>
              <a:gd name="T7" fmla="*/ 1669 h 1670"/>
              <a:gd name="T8" fmla="*/ 0 w 1670"/>
              <a:gd name="T9" fmla="*/ 835 h 1670"/>
              <a:gd name="T10" fmla="*/ 0 w 1670"/>
              <a:gd name="T11" fmla="*/ 835 h 1670"/>
              <a:gd name="T12" fmla="*/ 835 w 1670"/>
              <a:gd name="T13" fmla="*/ 0 h 1670"/>
              <a:gd name="T14" fmla="*/ 835 w 1670"/>
              <a:gd name="T15" fmla="*/ 0 h 1670"/>
              <a:gd name="T16" fmla="*/ 1669 w 1670"/>
              <a:gd name="T17" fmla="*/ 835 h 1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70" h="1670">
                <a:moveTo>
                  <a:pt x="1669" y="835"/>
                </a:moveTo>
                <a:lnTo>
                  <a:pt x="1669" y="835"/>
                </a:lnTo>
                <a:cubicBezTo>
                  <a:pt x="1669" y="1296"/>
                  <a:pt x="1295" y="1669"/>
                  <a:pt x="835" y="1669"/>
                </a:cubicBezTo>
                <a:lnTo>
                  <a:pt x="835" y="1669"/>
                </a:lnTo>
                <a:cubicBezTo>
                  <a:pt x="374" y="1669"/>
                  <a:pt x="0" y="1296"/>
                  <a:pt x="0" y="835"/>
                </a:cubicBezTo>
                <a:lnTo>
                  <a:pt x="0" y="835"/>
                </a:lnTo>
                <a:cubicBezTo>
                  <a:pt x="0" y="374"/>
                  <a:pt x="374" y="0"/>
                  <a:pt x="835" y="0"/>
                </a:cubicBezTo>
                <a:lnTo>
                  <a:pt x="835" y="0"/>
                </a:lnTo>
                <a:cubicBezTo>
                  <a:pt x="1295" y="0"/>
                  <a:pt x="1669" y="374"/>
                  <a:pt x="1669" y="835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347">
            <a:extLst>
              <a:ext uri="{FF2B5EF4-FFF2-40B4-BE49-F238E27FC236}">
                <a16:creationId xmlns:a16="http://schemas.microsoft.com/office/drawing/2014/main" id="{A7F26F13-9378-E74B-91F3-7E2107036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405" y="8824514"/>
            <a:ext cx="933818" cy="758040"/>
          </a:xfrm>
          <a:custGeom>
            <a:avLst/>
            <a:gdLst>
              <a:gd name="T0" fmla="*/ 749 w 750"/>
              <a:gd name="T1" fmla="*/ 72 h 610"/>
              <a:gd name="T2" fmla="*/ 749 w 750"/>
              <a:gd name="T3" fmla="*/ 72 h 610"/>
              <a:gd name="T4" fmla="*/ 661 w 750"/>
              <a:gd name="T5" fmla="*/ 96 h 610"/>
              <a:gd name="T6" fmla="*/ 661 w 750"/>
              <a:gd name="T7" fmla="*/ 96 h 610"/>
              <a:gd name="T8" fmla="*/ 729 w 750"/>
              <a:gd name="T9" fmla="*/ 11 h 610"/>
              <a:gd name="T10" fmla="*/ 729 w 750"/>
              <a:gd name="T11" fmla="*/ 11 h 610"/>
              <a:gd name="T12" fmla="*/ 631 w 750"/>
              <a:gd name="T13" fmla="*/ 48 h 610"/>
              <a:gd name="T14" fmla="*/ 631 w 750"/>
              <a:gd name="T15" fmla="*/ 48 h 610"/>
              <a:gd name="T16" fmla="*/ 519 w 750"/>
              <a:gd name="T17" fmla="*/ 0 h 610"/>
              <a:gd name="T18" fmla="*/ 519 w 750"/>
              <a:gd name="T19" fmla="*/ 0 h 610"/>
              <a:gd name="T20" fmla="*/ 365 w 750"/>
              <a:gd name="T21" fmla="*/ 153 h 610"/>
              <a:gd name="T22" fmla="*/ 365 w 750"/>
              <a:gd name="T23" fmla="*/ 153 h 610"/>
              <a:gd name="T24" fmla="*/ 369 w 750"/>
              <a:gd name="T25" fmla="*/ 189 h 610"/>
              <a:gd name="T26" fmla="*/ 369 w 750"/>
              <a:gd name="T27" fmla="*/ 189 h 610"/>
              <a:gd name="T28" fmla="*/ 52 w 750"/>
              <a:gd name="T29" fmla="*/ 28 h 610"/>
              <a:gd name="T30" fmla="*/ 52 w 750"/>
              <a:gd name="T31" fmla="*/ 28 h 610"/>
              <a:gd name="T32" fmla="*/ 31 w 750"/>
              <a:gd name="T33" fmla="*/ 105 h 610"/>
              <a:gd name="T34" fmla="*/ 31 w 750"/>
              <a:gd name="T35" fmla="*/ 105 h 610"/>
              <a:gd name="T36" fmla="*/ 100 w 750"/>
              <a:gd name="T37" fmla="*/ 233 h 610"/>
              <a:gd name="T38" fmla="*/ 100 w 750"/>
              <a:gd name="T39" fmla="*/ 233 h 610"/>
              <a:gd name="T40" fmla="*/ 30 w 750"/>
              <a:gd name="T41" fmla="*/ 214 h 610"/>
              <a:gd name="T42" fmla="*/ 30 w 750"/>
              <a:gd name="T43" fmla="*/ 215 h 610"/>
              <a:gd name="T44" fmla="*/ 30 w 750"/>
              <a:gd name="T45" fmla="*/ 215 h 610"/>
              <a:gd name="T46" fmla="*/ 154 w 750"/>
              <a:gd name="T47" fmla="*/ 367 h 610"/>
              <a:gd name="T48" fmla="*/ 154 w 750"/>
              <a:gd name="T49" fmla="*/ 367 h 610"/>
              <a:gd name="T50" fmla="*/ 113 w 750"/>
              <a:gd name="T51" fmla="*/ 372 h 610"/>
              <a:gd name="T52" fmla="*/ 113 w 750"/>
              <a:gd name="T53" fmla="*/ 372 h 610"/>
              <a:gd name="T54" fmla="*/ 84 w 750"/>
              <a:gd name="T55" fmla="*/ 369 h 610"/>
              <a:gd name="T56" fmla="*/ 84 w 750"/>
              <a:gd name="T57" fmla="*/ 369 h 610"/>
              <a:gd name="T58" fmla="*/ 228 w 750"/>
              <a:gd name="T59" fmla="*/ 476 h 610"/>
              <a:gd name="T60" fmla="*/ 228 w 750"/>
              <a:gd name="T61" fmla="*/ 476 h 610"/>
              <a:gd name="T62" fmla="*/ 37 w 750"/>
              <a:gd name="T63" fmla="*/ 542 h 610"/>
              <a:gd name="T64" fmla="*/ 37 w 750"/>
              <a:gd name="T65" fmla="*/ 542 h 610"/>
              <a:gd name="T66" fmla="*/ 0 w 750"/>
              <a:gd name="T67" fmla="*/ 540 h 610"/>
              <a:gd name="T68" fmla="*/ 0 w 750"/>
              <a:gd name="T69" fmla="*/ 540 h 610"/>
              <a:gd name="T70" fmla="*/ 236 w 750"/>
              <a:gd name="T71" fmla="*/ 609 h 610"/>
              <a:gd name="T72" fmla="*/ 236 w 750"/>
              <a:gd name="T73" fmla="*/ 609 h 610"/>
              <a:gd name="T74" fmla="*/ 674 w 750"/>
              <a:gd name="T75" fmla="*/ 171 h 610"/>
              <a:gd name="T76" fmla="*/ 674 w 750"/>
              <a:gd name="T77" fmla="*/ 171 h 610"/>
              <a:gd name="T78" fmla="*/ 673 w 750"/>
              <a:gd name="T79" fmla="*/ 151 h 610"/>
              <a:gd name="T80" fmla="*/ 673 w 750"/>
              <a:gd name="T81" fmla="*/ 151 h 610"/>
              <a:gd name="T82" fmla="*/ 749 w 750"/>
              <a:gd name="T83" fmla="*/ 72 h 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50" h="610">
                <a:moveTo>
                  <a:pt x="749" y="72"/>
                </a:moveTo>
                <a:lnTo>
                  <a:pt x="749" y="72"/>
                </a:lnTo>
                <a:cubicBezTo>
                  <a:pt x="722" y="84"/>
                  <a:pt x="692" y="92"/>
                  <a:pt x="661" y="96"/>
                </a:cubicBezTo>
                <a:lnTo>
                  <a:pt x="661" y="96"/>
                </a:lnTo>
                <a:cubicBezTo>
                  <a:pt x="693" y="77"/>
                  <a:pt x="718" y="47"/>
                  <a:pt x="729" y="11"/>
                </a:cubicBezTo>
                <a:lnTo>
                  <a:pt x="729" y="11"/>
                </a:lnTo>
                <a:cubicBezTo>
                  <a:pt x="699" y="28"/>
                  <a:pt x="666" y="41"/>
                  <a:pt x="631" y="48"/>
                </a:cubicBezTo>
                <a:lnTo>
                  <a:pt x="631" y="48"/>
                </a:lnTo>
                <a:cubicBezTo>
                  <a:pt x="603" y="18"/>
                  <a:pt x="564" y="0"/>
                  <a:pt x="519" y="0"/>
                </a:cubicBezTo>
                <a:lnTo>
                  <a:pt x="519" y="0"/>
                </a:lnTo>
                <a:cubicBezTo>
                  <a:pt x="434" y="0"/>
                  <a:pt x="365" y="68"/>
                  <a:pt x="365" y="153"/>
                </a:cubicBezTo>
                <a:lnTo>
                  <a:pt x="365" y="153"/>
                </a:lnTo>
                <a:cubicBezTo>
                  <a:pt x="365" y="165"/>
                  <a:pt x="366" y="177"/>
                  <a:pt x="369" y="189"/>
                </a:cubicBezTo>
                <a:lnTo>
                  <a:pt x="369" y="189"/>
                </a:lnTo>
                <a:cubicBezTo>
                  <a:pt x="241" y="182"/>
                  <a:pt x="128" y="121"/>
                  <a:pt x="52" y="28"/>
                </a:cubicBezTo>
                <a:lnTo>
                  <a:pt x="52" y="28"/>
                </a:lnTo>
                <a:cubicBezTo>
                  <a:pt x="39" y="51"/>
                  <a:pt x="31" y="77"/>
                  <a:pt x="31" y="105"/>
                </a:cubicBezTo>
                <a:lnTo>
                  <a:pt x="31" y="105"/>
                </a:lnTo>
                <a:cubicBezTo>
                  <a:pt x="31" y="158"/>
                  <a:pt x="58" y="205"/>
                  <a:pt x="100" y="233"/>
                </a:cubicBezTo>
                <a:lnTo>
                  <a:pt x="100" y="233"/>
                </a:lnTo>
                <a:cubicBezTo>
                  <a:pt x="74" y="232"/>
                  <a:pt x="51" y="225"/>
                  <a:pt x="30" y="214"/>
                </a:cubicBezTo>
                <a:lnTo>
                  <a:pt x="30" y="215"/>
                </a:lnTo>
                <a:lnTo>
                  <a:pt x="30" y="215"/>
                </a:lnTo>
                <a:cubicBezTo>
                  <a:pt x="30" y="290"/>
                  <a:pt x="83" y="352"/>
                  <a:pt x="154" y="367"/>
                </a:cubicBezTo>
                <a:lnTo>
                  <a:pt x="154" y="367"/>
                </a:lnTo>
                <a:cubicBezTo>
                  <a:pt x="140" y="370"/>
                  <a:pt x="127" y="372"/>
                  <a:pt x="113" y="372"/>
                </a:cubicBezTo>
                <a:lnTo>
                  <a:pt x="113" y="372"/>
                </a:lnTo>
                <a:cubicBezTo>
                  <a:pt x="103" y="372"/>
                  <a:pt x="93" y="371"/>
                  <a:pt x="84" y="369"/>
                </a:cubicBezTo>
                <a:lnTo>
                  <a:pt x="84" y="369"/>
                </a:lnTo>
                <a:cubicBezTo>
                  <a:pt x="104" y="430"/>
                  <a:pt x="160" y="475"/>
                  <a:pt x="228" y="476"/>
                </a:cubicBezTo>
                <a:lnTo>
                  <a:pt x="228" y="476"/>
                </a:lnTo>
                <a:cubicBezTo>
                  <a:pt x="175" y="517"/>
                  <a:pt x="108" y="542"/>
                  <a:pt x="37" y="542"/>
                </a:cubicBezTo>
                <a:lnTo>
                  <a:pt x="37" y="542"/>
                </a:lnTo>
                <a:cubicBezTo>
                  <a:pt x="24" y="542"/>
                  <a:pt x="12" y="541"/>
                  <a:pt x="0" y="540"/>
                </a:cubicBezTo>
                <a:lnTo>
                  <a:pt x="0" y="540"/>
                </a:lnTo>
                <a:cubicBezTo>
                  <a:pt x="68" y="583"/>
                  <a:pt x="149" y="609"/>
                  <a:pt x="236" y="609"/>
                </a:cubicBezTo>
                <a:lnTo>
                  <a:pt x="236" y="609"/>
                </a:lnTo>
                <a:cubicBezTo>
                  <a:pt x="519" y="609"/>
                  <a:pt x="674" y="374"/>
                  <a:pt x="674" y="171"/>
                </a:cubicBezTo>
                <a:lnTo>
                  <a:pt x="674" y="171"/>
                </a:lnTo>
                <a:cubicBezTo>
                  <a:pt x="674" y="165"/>
                  <a:pt x="673" y="158"/>
                  <a:pt x="673" y="151"/>
                </a:cubicBezTo>
                <a:lnTo>
                  <a:pt x="673" y="151"/>
                </a:lnTo>
                <a:cubicBezTo>
                  <a:pt x="703" y="129"/>
                  <a:pt x="729" y="103"/>
                  <a:pt x="749" y="7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348">
            <a:extLst>
              <a:ext uri="{FF2B5EF4-FFF2-40B4-BE49-F238E27FC236}">
                <a16:creationId xmlns:a16="http://schemas.microsoft.com/office/drawing/2014/main" id="{BF6E7561-DF8B-1949-B819-C20ECD5AC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2959" y="3271043"/>
            <a:ext cx="1576506" cy="1576502"/>
          </a:xfrm>
          <a:custGeom>
            <a:avLst/>
            <a:gdLst>
              <a:gd name="T0" fmla="*/ 1265 w 1266"/>
              <a:gd name="T1" fmla="*/ 632 h 1265"/>
              <a:gd name="T2" fmla="*/ 1265 w 1266"/>
              <a:gd name="T3" fmla="*/ 632 h 1265"/>
              <a:gd name="T4" fmla="*/ 633 w 1266"/>
              <a:gd name="T5" fmla="*/ 1264 h 1265"/>
              <a:gd name="T6" fmla="*/ 633 w 1266"/>
              <a:gd name="T7" fmla="*/ 1264 h 1265"/>
              <a:gd name="T8" fmla="*/ 0 w 1266"/>
              <a:gd name="T9" fmla="*/ 632 h 1265"/>
              <a:gd name="T10" fmla="*/ 0 w 1266"/>
              <a:gd name="T11" fmla="*/ 632 h 1265"/>
              <a:gd name="T12" fmla="*/ 633 w 1266"/>
              <a:gd name="T13" fmla="*/ 0 h 1265"/>
              <a:gd name="T14" fmla="*/ 633 w 1266"/>
              <a:gd name="T15" fmla="*/ 0 h 1265"/>
              <a:gd name="T16" fmla="*/ 1265 w 1266"/>
              <a:gd name="T17" fmla="*/ 632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6" h="1265">
                <a:moveTo>
                  <a:pt x="1265" y="632"/>
                </a:moveTo>
                <a:lnTo>
                  <a:pt x="1265" y="632"/>
                </a:lnTo>
                <a:cubicBezTo>
                  <a:pt x="1265" y="981"/>
                  <a:pt x="982" y="1264"/>
                  <a:pt x="633" y="1264"/>
                </a:cubicBezTo>
                <a:lnTo>
                  <a:pt x="633" y="1264"/>
                </a:lnTo>
                <a:cubicBezTo>
                  <a:pt x="283" y="1264"/>
                  <a:pt x="0" y="981"/>
                  <a:pt x="0" y="632"/>
                </a:cubicBezTo>
                <a:lnTo>
                  <a:pt x="0" y="632"/>
                </a:lnTo>
                <a:cubicBezTo>
                  <a:pt x="0" y="282"/>
                  <a:pt x="283" y="0"/>
                  <a:pt x="633" y="0"/>
                </a:cubicBezTo>
                <a:lnTo>
                  <a:pt x="633" y="0"/>
                </a:lnTo>
                <a:cubicBezTo>
                  <a:pt x="982" y="0"/>
                  <a:pt x="1265" y="282"/>
                  <a:pt x="1265" y="63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349">
            <a:extLst>
              <a:ext uri="{FF2B5EF4-FFF2-40B4-BE49-F238E27FC236}">
                <a16:creationId xmlns:a16="http://schemas.microsoft.com/office/drawing/2014/main" id="{C1C40A9B-7B8B-3545-94DB-83724551E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6912" y="3704992"/>
            <a:ext cx="708601" cy="708605"/>
          </a:xfrm>
          <a:custGeom>
            <a:avLst/>
            <a:gdLst>
              <a:gd name="T0" fmla="*/ 414 w 568"/>
              <a:gd name="T1" fmla="*/ 342 h 571"/>
              <a:gd name="T2" fmla="*/ 366 w 568"/>
              <a:gd name="T3" fmla="*/ 318 h 571"/>
              <a:gd name="T4" fmla="*/ 350 w 568"/>
              <a:gd name="T5" fmla="*/ 322 h 571"/>
              <a:gd name="T6" fmla="*/ 327 w 568"/>
              <a:gd name="T7" fmla="*/ 349 h 571"/>
              <a:gd name="T8" fmla="*/ 312 w 568"/>
              <a:gd name="T9" fmla="*/ 351 h 571"/>
              <a:gd name="T10" fmla="*/ 255 w 568"/>
              <a:gd name="T11" fmla="*/ 317 h 571"/>
              <a:gd name="T12" fmla="*/ 216 w 568"/>
              <a:gd name="T13" fmla="*/ 268 h 571"/>
              <a:gd name="T14" fmla="*/ 219 w 568"/>
              <a:gd name="T15" fmla="*/ 253 h 571"/>
              <a:gd name="T16" fmla="*/ 229 w 568"/>
              <a:gd name="T17" fmla="*/ 241 h 571"/>
              <a:gd name="T18" fmla="*/ 237 w 568"/>
              <a:gd name="T19" fmla="*/ 229 h 571"/>
              <a:gd name="T20" fmla="*/ 236 w 568"/>
              <a:gd name="T21" fmla="*/ 216 h 571"/>
              <a:gd name="T22" fmla="*/ 214 w 568"/>
              <a:gd name="T23" fmla="*/ 164 h 571"/>
              <a:gd name="T24" fmla="*/ 198 w 568"/>
              <a:gd name="T25" fmla="*/ 152 h 571"/>
              <a:gd name="T26" fmla="*/ 185 w 568"/>
              <a:gd name="T27" fmla="*/ 152 h 571"/>
              <a:gd name="T28" fmla="*/ 166 w 568"/>
              <a:gd name="T29" fmla="*/ 160 h 571"/>
              <a:gd name="T30" fmla="*/ 141 w 568"/>
              <a:gd name="T31" fmla="*/ 219 h 571"/>
              <a:gd name="T32" fmla="*/ 170 w 568"/>
              <a:gd name="T33" fmla="*/ 293 h 571"/>
              <a:gd name="T34" fmla="*/ 291 w 568"/>
              <a:gd name="T35" fmla="*/ 399 h 571"/>
              <a:gd name="T36" fmla="*/ 331 w 568"/>
              <a:gd name="T37" fmla="*/ 414 h 571"/>
              <a:gd name="T38" fmla="*/ 375 w 568"/>
              <a:gd name="T39" fmla="*/ 417 h 571"/>
              <a:gd name="T40" fmla="*/ 423 w 568"/>
              <a:gd name="T41" fmla="*/ 383 h 571"/>
              <a:gd name="T42" fmla="*/ 427 w 568"/>
              <a:gd name="T43" fmla="*/ 349 h 571"/>
              <a:gd name="T44" fmla="*/ 285 w 568"/>
              <a:gd name="T45" fmla="*/ 517 h 571"/>
              <a:gd name="T46" fmla="*/ 285 w 568"/>
              <a:gd name="T47" fmla="*/ 517 h 571"/>
              <a:gd name="T48" fmla="*/ 157 w 568"/>
              <a:gd name="T49" fmla="*/ 480 h 571"/>
              <a:gd name="T50" fmla="*/ 91 w 568"/>
              <a:gd name="T51" fmla="*/ 416 h 571"/>
              <a:gd name="T52" fmla="*/ 86 w 568"/>
              <a:gd name="T53" fmla="*/ 407 h 571"/>
              <a:gd name="T54" fmla="*/ 50 w 568"/>
              <a:gd name="T55" fmla="*/ 282 h 571"/>
              <a:gd name="T56" fmla="*/ 285 w 568"/>
              <a:gd name="T57" fmla="*/ 48 h 571"/>
              <a:gd name="T58" fmla="*/ 451 w 568"/>
              <a:gd name="T59" fmla="*/ 116 h 571"/>
              <a:gd name="T60" fmla="*/ 520 w 568"/>
              <a:gd name="T61" fmla="*/ 282 h 571"/>
              <a:gd name="T62" fmla="*/ 485 w 568"/>
              <a:gd name="T63" fmla="*/ 82 h 571"/>
              <a:gd name="T64" fmla="*/ 285 w 568"/>
              <a:gd name="T65" fmla="*/ 0 h 571"/>
              <a:gd name="T66" fmla="*/ 2 w 568"/>
              <a:gd name="T67" fmla="*/ 282 h 571"/>
              <a:gd name="T68" fmla="*/ 40 w 568"/>
              <a:gd name="T69" fmla="*/ 423 h 571"/>
              <a:gd name="T70" fmla="*/ 150 w 568"/>
              <a:gd name="T71" fmla="*/ 531 h 571"/>
              <a:gd name="T72" fmla="*/ 285 w 568"/>
              <a:gd name="T73" fmla="*/ 565 h 571"/>
              <a:gd name="T74" fmla="*/ 285 w 568"/>
              <a:gd name="T75" fmla="*/ 565 h 571"/>
              <a:gd name="T76" fmla="*/ 567 w 568"/>
              <a:gd name="T77" fmla="*/ 282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68" h="571">
                <a:moveTo>
                  <a:pt x="414" y="342"/>
                </a:moveTo>
                <a:lnTo>
                  <a:pt x="414" y="342"/>
                </a:lnTo>
                <a:cubicBezTo>
                  <a:pt x="407" y="338"/>
                  <a:pt x="372" y="321"/>
                  <a:pt x="366" y="318"/>
                </a:cubicBezTo>
                <a:lnTo>
                  <a:pt x="366" y="318"/>
                </a:lnTo>
                <a:cubicBezTo>
                  <a:pt x="359" y="316"/>
                  <a:pt x="354" y="315"/>
                  <a:pt x="350" y="322"/>
                </a:cubicBezTo>
                <a:lnTo>
                  <a:pt x="350" y="322"/>
                </a:lnTo>
                <a:cubicBezTo>
                  <a:pt x="345" y="329"/>
                  <a:pt x="331" y="345"/>
                  <a:pt x="327" y="349"/>
                </a:cubicBezTo>
                <a:lnTo>
                  <a:pt x="327" y="349"/>
                </a:lnTo>
                <a:cubicBezTo>
                  <a:pt x="323" y="354"/>
                  <a:pt x="319" y="355"/>
                  <a:pt x="312" y="351"/>
                </a:cubicBezTo>
                <a:lnTo>
                  <a:pt x="312" y="351"/>
                </a:lnTo>
                <a:cubicBezTo>
                  <a:pt x="305" y="348"/>
                  <a:pt x="282" y="340"/>
                  <a:pt x="255" y="317"/>
                </a:cubicBezTo>
                <a:lnTo>
                  <a:pt x="255" y="317"/>
                </a:lnTo>
                <a:cubicBezTo>
                  <a:pt x="234" y="297"/>
                  <a:pt x="220" y="274"/>
                  <a:pt x="216" y="268"/>
                </a:cubicBezTo>
                <a:lnTo>
                  <a:pt x="216" y="268"/>
                </a:lnTo>
                <a:cubicBezTo>
                  <a:pt x="212" y="260"/>
                  <a:pt x="215" y="257"/>
                  <a:pt x="219" y="253"/>
                </a:cubicBezTo>
                <a:lnTo>
                  <a:pt x="219" y="253"/>
                </a:lnTo>
                <a:cubicBezTo>
                  <a:pt x="222" y="250"/>
                  <a:pt x="226" y="245"/>
                  <a:pt x="229" y="241"/>
                </a:cubicBezTo>
                <a:lnTo>
                  <a:pt x="229" y="241"/>
                </a:lnTo>
                <a:cubicBezTo>
                  <a:pt x="233" y="236"/>
                  <a:pt x="234" y="233"/>
                  <a:pt x="237" y="229"/>
                </a:cubicBezTo>
                <a:lnTo>
                  <a:pt x="237" y="229"/>
                </a:lnTo>
                <a:cubicBezTo>
                  <a:pt x="239" y="224"/>
                  <a:pt x="238" y="220"/>
                  <a:pt x="236" y="216"/>
                </a:cubicBezTo>
                <a:lnTo>
                  <a:pt x="236" y="216"/>
                </a:lnTo>
                <a:cubicBezTo>
                  <a:pt x="234" y="213"/>
                  <a:pt x="220" y="178"/>
                  <a:pt x="214" y="164"/>
                </a:cubicBezTo>
                <a:lnTo>
                  <a:pt x="214" y="164"/>
                </a:lnTo>
                <a:cubicBezTo>
                  <a:pt x="208" y="150"/>
                  <a:pt x="202" y="152"/>
                  <a:pt x="198" y="152"/>
                </a:cubicBezTo>
                <a:lnTo>
                  <a:pt x="198" y="152"/>
                </a:lnTo>
                <a:cubicBezTo>
                  <a:pt x="194" y="152"/>
                  <a:pt x="190" y="152"/>
                  <a:pt x="185" y="152"/>
                </a:cubicBezTo>
                <a:lnTo>
                  <a:pt x="185" y="152"/>
                </a:lnTo>
                <a:cubicBezTo>
                  <a:pt x="180" y="152"/>
                  <a:pt x="173" y="153"/>
                  <a:pt x="166" y="160"/>
                </a:cubicBezTo>
                <a:lnTo>
                  <a:pt x="166" y="160"/>
                </a:lnTo>
                <a:cubicBezTo>
                  <a:pt x="160" y="167"/>
                  <a:pt x="141" y="184"/>
                  <a:pt x="141" y="219"/>
                </a:cubicBezTo>
                <a:lnTo>
                  <a:pt x="141" y="219"/>
                </a:lnTo>
                <a:cubicBezTo>
                  <a:pt x="141" y="254"/>
                  <a:pt x="166" y="288"/>
                  <a:pt x="170" y="293"/>
                </a:cubicBezTo>
                <a:lnTo>
                  <a:pt x="170" y="293"/>
                </a:lnTo>
                <a:cubicBezTo>
                  <a:pt x="174" y="297"/>
                  <a:pt x="220" y="369"/>
                  <a:pt x="291" y="399"/>
                </a:cubicBezTo>
                <a:lnTo>
                  <a:pt x="291" y="399"/>
                </a:lnTo>
                <a:cubicBezTo>
                  <a:pt x="307" y="406"/>
                  <a:pt x="321" y="411"/>
                  <a:pt x="331" y="414"/>
                </a:cubicBezTo>
                <a:lnTo>
                  <a:pt x="331" y="414"/>
                </a:lnTo>
                <a:cubicBezTo>
                  <a:pt x="348" y="419"/>
                  <a:pt x="363" y="419"/>
                  <a:pt x="375" y="417"/>
                </a:cubicBezTo>
                <a:lnTo>
                  <a:pt x="375" y="417"/>
                </a:lnTo>
                <a:cubicBezTo>
                  <a:pt x="389" y="415"/>
                  <a:pt x="417" y="400"/>
                  <a:pt x="423" y="383"/>
                </a:cubicBezTo>
                <a:lnTo>
                  <a:pt x="423" y="383"/>
                </a:lnTo>
                <a:cubicBezTo>
                  <a:pt x="429" y="367"/>
                  <a:pt x="429" y="353"/>
                  <a:pt x="427" y="349"/>
                </a:cubicBezTo>
                <a:lnTo>
                  <a:pt x="427" y="349"/>
                </a:lnTo>
                <a:cubicBezTo>
                  <a:pt x="426" y="347"/>
                  <a:pt x="421" y="345"/>
                  <a:pt x="414" y="342"/>
                </a:cubicBezTo>
                <a:close/>
                <a:moveTo>
                  <a:pt x="285" y="517"/>
                </a:moveTo>
                <a:lnTo>
                  <a:pt x="285" y="517"/>
                </a:lnTo>
                <a:lnTo>
                  <a:pt x="285" y="517"/>
                </a:lnTo>
                <a:cubicBezTo>
                  <a:pt x="243" y="517"/>
                  <a:pt x="201" y="506"/>
                  <a:pt x="165" y="485"/>
                </a:cubicBezTo>
                <a:lnTo>
                  <a:pt x="157" y="480"/>
                </a:lnTo>
                <a:lnTo>
                  <a:pt x="68" y="503"/>
                </a:lnTo>
                <a:lnTo>
                  <a:pt x="91" y="416"/>
                </a:lnTo>
                <a:lnTo>
                  <a:pt x="86" y="407"/>
                </a:lnTo>
                <a:lnTo>
                  <a:pt x="86" y="407"/>
                </a:lnTo>
                <a:cubicBezTo>
                  <a:pt x="62" y="370"/>
                  <a:pt x="50" y="326"/>
                  <a:pt x="50" y="282"/>
                </a:cubicBezTo>
                <a:lnTo>
                  <a:pt x="50" y="282"/>
                </a:lnTo>
                <a:cubicBezTo>
                  <a:pt x="50" y="153"/>
                  <a:pt x="155" y="48"/>
                  <a:pt x="285" y="48"/>
                </a:cubicBezTo>
                <a:lnTo>
                  <a:pt x="285" y="48"/>
                </a:lnTo>
                <a:cubicBezTo>
                  <a:pt x="348" y="48"/>
                  <a:pt x="407" y="72"/>
                  <a:pt x="451" y="116"/>
                </a:cubicBezTo>
                <a:lnTo>
                  <a:pt x="451" y="116"/>
                </a:lnTo>
                <a:cubicBezTo>
                  <a:pt x="495" y="160"/>
                  <a:pt x="520" y="220"/>
                  <a:pt x="520" y="282"/>
                </a:cubicBezTo>
                <a:lnTo>
                  <a:pt x="520" y="282"/>
                </a:lnTo>
                <a:cubicBezTo>
                  <a:pt x="520" y="412"/>
                  <a:pt x="415" y="517"/>
                  <a:pt x="285" y="517"/>
                </a:cubicBezTo>
                <a:close/>
                <a:moveTo>
                  <a:pt x="485" y="82"/>
                </a:moveTo>
                <a:lnTo>
                  <a:pt x="485" y="82"/>
                </a:lnTo>
                <a:cubicBezTo>
                  <a:pt x="432" y="29"/>
                  <a:pt x="361" y="0"/>
                  <a:pt x="285" y="0"/>
                </a:cubicBezTo>
                <a:lnTo>
                  <a:pt x="285" y="0"/>
                </a:lnTo>
                <a:cubicBezTo>
                  <a:pt x="129" y="0"/>
                  <a:pt x="2" y="126"/>
                  <a:pt x="2" y="282"/>
                </a:cubicBezTo>
                <a:lnTo>
                  <a:pt x="2" y="282"/>
                </a:lnTo>
                <a:cubicBezTo>
                  <a:pt x="2" y="332"/>
                  <a:pt x="15" y="381"/>
                  <a:pt x="40" y="423"/>
                </a:cubicBezTo>
                <a:lnTo>
                  <a:pt x="0" y="570"/>
                </a:lnTo>
                <a:lnTo>
                  <a:pt x="150" y="531"/>
                </a:lnTo>
                <a:lnTo>
                  <a:pt x="150" y="531"/>
                </a:lnTo>
                <a:cubicBezTo>
                  <a:pt x="191" y="553"/>
                  <a:pt x="237" y="565"/>
                  <a:pt x="285" y="565"/>
                </a:cubicBezTo>
                <a:lnTo>
                  <a:pt x="285" y="565"/>
                </a:lnTo>
                <a:lnTo>
                  <a:pt x="285" y="565"/>
                </a:lnTo>
                <a:cubicBezTo>
                  <a:pt x="441" y="565"/>
                  <a:pt x="567" y="438"/>
                  <a:pt x="567" y="282"/>
                </a:cubicBezTo>
                <a:lnTo>
                  <a:pt x="567" y="282"/>
                </a:lnTo>
                <a:cubicBezTo>
                  <a:pt x="567" y="207"/>
                  <a:pt x="538" y="136"/>
                  <a:pt x="485" y="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350">
            <a:extLst>
              <a:ext uri="{FF2B5EF4-FFF2-40B4-BE49-F238E27FC236}">
                <a16:creationId xmlns:a16="http://schemas.microsoft.com/office/drawing/2014/main" id="{33F48A88-7E39-1849-993E-41DA5BB52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0321" y="4084014"/>
            <a:ext cx="2235668" cy="2241163"/>
          </a:xfrm>
          <a:custGeom>
            <a:avLst/>
            <a:gdLst>
              <a:gd name="T0" fmla="*/ 1795 w 1796"/>
              <a:gd name="T1" fmla="*/ 898 h 1797"/>
              <a:gd name="T2" fmla="*/ 1795 w 1796"/>
              <a:gd name="T3" fmla="*/ 898 h 1797"/>
              <a:gd name="T4" fmla="*/ 897 w 1796"/>
              <a:gd name="T5" fmla="*/ 1796 h 1797"/>
              <a:gd name="T6" fmla="*/ 897 w 1796"/>
              <a:gd name="T7" fmla="*/ 1796 h 1797"/>
              <a:gd name="T8" fmla="*/ 0 w 1796"/>
              <a:gd name="T9" fmla="*/ 898 h 1797"/>
              <a:gd name="T10" fmla="*/ 0 w 1796"/>
              <a:gd name="T11" fmla="*/ 898 h 1797"/>
              <a:gd name="T12" fmla="*/ 897 w 1796"/>
              <a:gd name="T13" fmla="*/ 0 h 1797"/>
              <a:gd name="T14" fmla="*/ 897 w 1796"/>
              <a:gd name="T15" fmla="*/ 0 h 1797"/>
              <a:gd name="T16" fmla="*/ 1795 w 1796"/>
              <a:gd name="T17" fmla="*/ 898 h 1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96" h="1797">
                <a:moveTo>
                  <a:pt x="1795" y="898"/>
                </a:moveTo>
                <a:lnTo>
                  <a:pt x="1795" y="898"/>
                </a:lnTo>
                <a:cubicBezTo>
                  <a:pt x="1795" y="1394"/>
                  <a:pt x="1393" y="1796"/>
                  <a:pt x="897" y="1796"/>
                </a:cubicBezTo>
                <a:lnTo>
                  <a:pt x="897" y="1796"/>
                </a:lnTo>
                <a:cubicBezTo>
                  <a:pt x="402" y="1796"/>
                  <a:pt x="0" y="1394"/>
                  <a:pt x="0" y="898"/>
                </a:cubicBezTo>
                <a:lnTo>
                  <a:pt x="0" y="898"/>
                </a:lnTo>
                <a:cubicBezTo>
                  <a:pt x="0" y="403"/>
                  <a:pt x="402" y="0"/>
                  <a:pt x="897" y="0"/>
                </a:cubicBezTo>
                <a:lnTo>
                  <a:pt x="897" y="0"/>
                </a:lnTo>
                <a:cubicBezTo>
                  <a:pt x="1393" y="0"/>
                  <a:pt x="1795" y="403"/>
                  <a:pt x="1795" y="898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351">
            <a:extLst>
              <a:ext uri="{FF2B5EF4-FFF2-40B4-BE49-F238E27FC236}">
                <a16:creationId xmlns:a16="http://schemas.microsoft.com/office/drawing/2014/main" id="{5606C43A-609D-8342-9644-78C5EB417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602" y="4781629"/>
            <a:ext cx="1087623" cy="840438"/>
          </a:xfrm>
          <a:custGeom>
            <a:avLst/>
            <a:gdLst>
              <a:gd name="T0" fmla="*/ 404 w 875"/>
              <a:gd name="T1" fmla="*/ 260 h 673"/>
              <a:gd name="T2" fmla="*/ 537 w 875"/>
              <a:gd name="T3" fmla="*/ 336 h 673"/>
              <a:gd name="T4" fmla="*/ 404 w 875"/>
              <a:gd name="T5" fmla="*/ 412 h 673"/>
              <a:gd name="T6" fmla="*/ 404 w 875"/>
              <a:gd name="T7" fmla="*/ 260 h 673"/>
              <a:gd name="T8" fmla="*/ 337 w 875"/>
              <a:gd name="T9" fmla="*/ 144 h 673"/>
              <a:gd name="T10" fmla="*/ 337 w 875"/>
              <a:gd name="T11" fmla="*/ 528 h 673"/>
              <a:gd name="T12" fmla="*/ 387 w 875"/>
              <a:gd name="T13" fmla="*/ 500 h 673"/>
              <a:gd name="T14" fmla="*/ 622 w 875"/>
              <a:gd name="T15" fmla="*/ 365 h 673"/>
              <a:gd name="T16" fmla="*/ 673 w 875"/>
              <a:gd name="T17" fmla="*/ 336 h 673"/>
              <a:gd name="T18" fmla="*/ 622 w 875"/>
              <a:gd name="T19" fmla="*/ 307 h 673"/>
              <a:gd name="T20" fmla="*/ 387 w 875"/>
              <a:gd name="T21" fmla="*/ 172 h 673"/>
              <a:gd name="T22" fmla="*/ 337 w 875"/>
              <a:gd name="T23" fmla="*/ 144 h 673"/>
              <a:gd name="T24" fmla="*/ 437 w 875"/>
              <a:gd name="T25" fmla="*/ 67 h 673"/>
              <a:gd name="T26" fmla="*/ 437 w 875"/>
              <a:gd name="T27" fmla="*/ 67 h 673"/>
              <a:gd name="T28" fmla="*/ 734 w 875"/>
              <a:gd name="T29" fmla="*/ 89 h 673"/>
              <a:gd name="T30" fmla="*/ 734 w 875"/>
              <a:gd name="T31" fmla="*/ 89 h 673"/>
              <a:gd name="T32" fmla="*/ 790 w 875"/>
              <a:gd name="T33" fmla="*/ 143 h 673"/>
              <a:gd name="T34" fmla="*/ 790 w 875"/>
              <a:gd name="T35" fmla="*/ 143 h 673"/>
              <a:gd name="T36" fmla="*/ 807 w 875"/>
              <a:gd name="T37" fmla="*/ 336 h 673"/>
              <a:gd name="T38" fmla="*/ 807 w 875"/>
              <a:gd name="T39" fmla="*/ 336 h 673"/>
              <a:gd name="T40" fmla="*/ 790 w 875"/>
              <a:gd name="T41" fmla="*/ 529 h 673"/>
              <a:gd name="T42" fmla="*/ 790 w 875"/>
              <a:gd name="T43" fmla="*/ 529 h 673"/>
              <a:gd name="T44" fmla="*/ 734 w 875"/>
              <a:gd name="T45" fmla="*/ 582 h 673"/>
              <a:gd name="T46" fmla="*/ 734 w 875"/>
              <a:gd name="T47" fmla="*/ 582 h 673"/>
              <a:gd name="T48" fmla="*/ 437 w 875"/>
              <a:gd name="T49" fmla="*/ 605 h 673"/>
              <a:gd name="T50" fmla="*/ 437 w 875"/>
              <a:gd name="T51" fmla="*/ 605 h 673"/>
              <a:gd name="T52" fmla="*/ 141 w 875"/>
              <a:gd name="T53" fmla="*/ 582 h 673"/>
              <a:gd name="T54" fmla="*/ 141 w 875"/>
              <a:gd name="T55" fmla="*/ 582 h 673"/>
              <a:gd name="T56" fmla="*/ 85 w 875"/>
              <a:gd name="T57" fmla="*/ 529 h 673"/>
              <a:gd name="T58" fmla="*/ 85 w 875"/>
              <a:gd name="T59" fmla="*/ 529 h 673"/>
              <a:gd name="T60" fmla="*/ 68 w 875"/>
              <a:gd name="T61" fmla="*/ 336 h 673"/>
              <a:gd name="T62" fmla="*/ 68 w 875"/>
              <a:gd name="T63" fmla="*/ 336 h 673"/>
              <a:gd name="T64" fmla="*/ 85 w 875"/>
              <a:gd name="T65" fmla="*/ 143 h 673"/>
              <a:gd name="T66" fmla="*/ 85 w 875"/>
              <a:gd name="T67" fmla="*/ 143 h 673"/>
              <a:gd name="T68" fmla="*/ 141 w 875"/>
              <a:gd name="T69" fmla="*/ 89 h 673"/>
              <a:gd name="T70" fmla="*/ 141 w 875"/>
              <a:gd name="T71" fmla="*/ 89 h 673"/>
              <a:gd name="T72" fmla="*/ 437 w 875"/>
              <a:gd name="T73" fmla="*/ 67 h 673"/>
              <a:gd name="T74" fmla="*/ 437 w 875"/>
              <a:gd name="T75" fmla="*/ 0 h 673"/>
              <a:gd name="T76" fmla="*/ 437 w 875"/>
              <a:gd name="T77" fmla="*/ 0 h 673"/>
              <a:gd name="T78" fmla="*/ 131 w 875"/>
              <a:gd name="T79" fmla="*/ 23 h 673"/>
              <a:gd name="T80" fmla="*/ 131 w 875"/>
              <a:gd name="T81" fmla="*/ 23 h 673"/>
              <a:gd name="T82" fmla="*/ 18 w 875"/>
              <a:gd name="T83" fmla="*/ 130 h 673"/>
              <a:gd name="T84" fmla="*/ 18 w 875"/>
              <a:gd name="T85" fmla="*/ 130 h 673"/>
              <a:gd name="T86" fmla="*/ 0 w 875"/>
              <a:gd name="T87" fmla="*/ 336 h 673"/>
              <a:gd name="T88" fmla="*/ 0 w 875"/>
              <a:gd name="T89" fmla="*/ 336 h 673"/>
              <a:gd name="T90" fmla="*/ 18 w 875"/>
              <a:gd name="T91" fmla="*/ 542 h 673"/>
              <a:gd name="T92" fmla="*/ 18 w 875"/>
              <a:gd name="T93" fmla="*/ 542 h 673"/>
              <a:gd name="T94" fmla="*/ 131 w 875"/>
              <a:gd name="T95" fmla="*/ 649 h 673"/>
              <a:gd name="T96" fmla="*/ 131 w 875"/>
              <a:gd name="T97" fmla="*/ 649 h 673"/>
              <a:gd name="T98" fmla="*/ 437 w 875"/>
              <a:gd name="T99" fmla="*/ 672 h 673"/>
              <a:gd name="T100" fmla="*/ 437 w 875"/>
              <a:gd name="T101" fmla="*/ 672 h 673"/>
              <a:gd name="T102" fmla="*/ 744 w 875"/>
              <a:gd name="T103" fmla="*/ 649 h 673"/>
              <a:gd name="T104" fmla="*/ 744 w 875"/>
              <a:gd name="T105" fmla="*/ 649 h 673"/>
              <a:gd name="T106" fmla="*/ 856 w 875"/>
              <a:gd name="T107" fmla="*/ 542 h 673"/>
              <a:gd name="T108" fmla="*/ 856 w 875"/>
              <a:gd name="T109" fmla="*/ 542 h 673"/>
              <a:gd name="T110" fmla="*/ 874 w 875"/>
              <a:gd name="T111" fmla="*/ 336 h 673"/>
              <a:gd name="T112" fmla="*/ 874 w 875"/>
              <a:gd name="T113" fmla="*/ 336 h 673"/>
              <a:gd name="T114" fmla="*/ 856 w 875"/>
              <a:gd name="T115" fmla="*/ 130 h 673"/>
              <a:gd name="T116" fmla="*/ 856 w 875"/>
              <a:gd name="T117" fmla="*/ 130 h 673"/>
              <a:gd name="T118" fmla="*/ 744 w 875"/>
              <a:gd name="T119" fmla="*/ 23 h 673"/>
              <a:gd name="T120" fmla="*/ 744 w 875"/>
              <a:gd name="T121" fmla="*/ 23 h 673"/>
              <a:gd name="T122" fmla="*/ 437 w 875"/>
              <a:gd name="T123" fmla="*/ 0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75" h="673">
                <a:moveTo>
                  <a:pt x="404" y="260"/>
                </a:moveTo>
                <a:lnTo>
                  <a:pt x="537" y="336"/>
                </a:lnTo>
                <a:lnTo>
                  <a:pt x="404" y="412"/>
                </a:lnTo>
                <a:lnTo>
                  <a:pt x="404" y="260"/>
                </a:lnTo>
                <a:close/>
                <a:moveTo>
                  <a:pt x="337" y="144"/>
                </a:moveTo>
                <a:lnTo>
                  <a:pt x="337" y="528"/>
                </a:lnTo>
                <a:lnTo>
                  <a:pt x="387" y="500"/>
                </a:lnTo>
                <a:lnTo>
                  <a:pt x="622" y="365"/>
                </a:lnTo>
                <a:lnTo>
                  <a:pt x="673" y="336"/>
                </a:lnTo>
                <a:lnTo>
                  <a:pt x="622" y="307"/>
                </a:lnTo>
                <a:lnTo>
                  <a:pt x="387" y="172"/>
                </a:lnTo>
                <a:lnTo>
                  <a:pt x="337" y="144"/>
                </a:lnTo>
                <a:close/>
                <a:moveTo>
                  <a:pt x="437" y="67"/>
                </a:moveTo>
                <a:lnTo>
                  <a:pt x="437" y="67"/>
                </a:lnTo>
                <a:cubicBezTo>
                  <a:pt x="560" y="67"/>
                  <a:pt x="668" y="80"/>
                  <a:pt x="734" y="89"/>
                </a:cubicBezTo>
                <a:lnTo>
                  <a:pt x="734" y="89"/>
                </a:lnTo>
                <a:cubicBezTo>
                  <a:pt x="762" y="94"/>
                  <a:pt x="785" y="115"/>
                  <a:pt x="790" y="143"/>
                </a:cubicBezTo>
                <a:lnTo>
                  <a:pt x="790" y="143"/>
                </a:lnTo>
                <a:cubicBezTo>
                  <a:pt x="798" y="187"/>
                  <a:pt x="807" y="253"/>
                  <a:pt x="807" y="336"/>
                </a:cubicBezTo>
                <a:lnTo>
                  <a:pt x="807" y="336"/>
                </a:lnTo>
                <a:cubicBezTo>
                  <a:pt x="807" y="419"/>
                  <a:pt x="798" y="485"/>
                  <a:pt x="790" y="529"/>
                </a:cubicBezTo>
                <a:lnTo>
                  <a:pt x="790" y="529"/>
                </a:lnTo>
                <a:cubicBezTo>
                  <a:pt x="785" y="557"/>
                  <a:pt x="763" y="579"/>
                  <a:pt x="734" y="582"/>
                </a:cubicBezTo>
                <a:lnTo>
                  <a:pt x="734" y="582"/>
                </a:lnTo>
                <a:cubicBezTo>
                  <a:pt x="668" y="592"/>
                  <a:pt x="559" y="605"/>
                  <a:pt x="437" y="605"/>
                </a:cubicBezTo>
                <a:lnTo>
                  <a:pt x="437" y="605"/>
                </a:lnTo>
                <a:cubicBezTo>
                  <a:pt x="316" y="605"/>
                  <a:pt x="206" y="592"/>
                  <a:pt x="141" y="582"/>
                </a:cubicBezTo>
                <a:lnTo>
                  <a:pt x="141" y="582"/>
                </a:lnTo>
                <a:cubicBezTo>
                  <a:pt x="112" y="579"/>
                  <a:pt x="90" y="557"/>
                  <a:pt x="85" y="529"/>
                </a:cubicBezTo>
                <a:lnTo>
                  <a:pt x="85" y="529"/>
                </a:lnTo>
                <a:cubicBezTo>
                  <a:pt x="76" y="485"/>
                  <a:pt x="68" y="419"/>
                  <a:pt x="68" y="336"/>
                </a:cubicBezTo>
                <a:lnTo>
                  <a:pt x="68" y="336"/>
                </a:lnTo>
                <a:cubicBezTo>
                  <a:pt x="68" y="253"/>
                  <a:pt x="76" y="187"/>
                  <a:pt x="85" y="143"/>
                </a:cubicBezTo>
                <a:lnTo>
                  <a:pt x="85" y="143"/>
                </a:lnTo>
                <a:cubicBezTo>
                  <a:pt x="90" y="115"/>
                  <a:pt x="112" y="94"/>
                  <a:pt x="141" y="89"/>
                </a:cubicBezTo>
                <a:lnTo>
                  <a:pt x="141" y="89"/>
                </a:lnTo>
                <a:cubicBezTo>
                  <a:pt x="206" y="80"/>
                  <a:pt x="315" y="67"/>
                  <a:pt x="437" y="67"/>
                </a:cubicBezTo>
                <a:close/>
                <a:moveTo>
                  <a:pt x="437" y="0"/>
                </a:moveTo>
                <a:lnTo>
                  <a:pt x="437" y="0"/>
                </a:lnTo>
                <a:cubicBezTo>
                  <a:pt x="310" y="0"/>
                  <a:pt x="199" y="13"/>
                  <a:pt x="131" y="23"/>
                </a:cubicBezTo>
                <a:lnTo>
                  <a:pt x="131" y="23"/>
                </a:lnTo>
                <a:cubicBezTo>
                  <a:pt x="74" y="31"/>
                  <a:pt x="28" y="74"/>
                  <a:pt x="18" y="130"/>
                </a:cubicBezTo>
                <a:lnTo>
                  <a:pt x="18" y="130"/>
                </a:lnTo>
                <a:cubicBezTo>
                  <a:pt x="10" y="178"/>
                  <a:pt x="0" y="249"/>
                  <a:pt x="0" y="336"/>
                </a:cubicBezTo>
                <a:lnTo>
                  <a:pt x="0" y="336"/>
                </a:lnTo>
                <a:cubicBezTo>
                  <a:pt x="0" y="424"/>
                  <a:pt x="10" y="494"/>
                  <a:pt x="18" y="542"/>
                </a:cubicBezTo>
                <a:lnTo>
                  <a:pt x="18" y="542"/>
                </a:lnTo>
                <a:cubicBezTo>
                  <a:pt x="28" y="598"/>
                  <a:pt x="74" y="640"/>
                  <a:pt x="131" y="649"/>
                </a:cubicBezTo>
                <a:lnTo>
                  <a:pt x="131" y="649"/>
                </a:lnTo>
                <a:cubicBezTo>
                  <a:pt x="199" y="659"/>
                  <a:pt x="312" y="672"/>
                  <a:pt x="437" y="672"/>
                </a:cubicBezTo>
                <a:lnTo>
                  <a:pt x="437" y="672"/>
                </a:lnTo>
                <a:cubicBezTo>
                  <a:pt x="563" y="672"/>
                  <a:pt x="676" y="659"/>
                  <a:pt x="744" y="649"/>
                </a:cubicBezTo>
                <a:lnTo>
                  <a:pt x="744" y="649"/>
                </a:lnTo>
                <a:cubicBezTo>
                  <a:pt x="801" y="640"/>
                  <a:pt x="846" y="598"/>
                  <a:pt x="856" y="542"/>
                </a:cubicBezTo>
                <a:lnTo>
                  <a:pt x="856" y="542"/>
                </a:lnTo>
                <a:cubicBezTo>
                  <a:pt x="865" y="494"/>
                  <a:pt x="874" y="423"/>
                  <a:pt x="874" y="336"/>
                </a:cubicBezTo>
                <a:lnTo>
                  <a:pt x="874" y="336"/>
                </a:lnTo>
                <a:cubicBezTo>
                  <a:pt x="874" y="249"/>
                  <a:pt x="865" y="178"/>
                  <a:pt x="856" y="130"/>
                </a:cubicBezTo>
                <a:lnTo>
                  <a:pt x="856" y="130"/>
                </a:lnTo>
                <a:cubicBezTo>
                  <a:pt x="846" y="74"/>
                  <a:pt x="801" y="31"/>
                  <a:pt x="744" y="23"/>
                </a:cubicBezTo>
                <a:lnTo>
                  <a:pt x="744" y="23"/>
                </a:lnTo>
                <a:cubicBezTo>
                  <a:pt x="676" y="13"/>
                  <a:pt x="564" y="0"/>
                  <a:pt x="4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352">
            <a:extLst>
              <a:ext uri="{FF2B5EF4-FFF2-40B4-BE49-F238E27FC236}">
                <a16:creationId xmlns:a16="http://schemas.microsoft.com/office/drawing/2014/main" id="{2E369AB0-FAC3-1B4F-8AF6-C54F8E50C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692" y="5803336"/>
            <a:ext cx="1653409" cy="1647914"/>
          </a:xfrm>
          <a:custGeom>
            <a:avLst/>
            <a:gdLst>
              <a:gd name="T0" fmla="*/ 1325 w 1326"/>
              <a:gd name="T1" fmla="*/ 662 h 1324"/>
              <a:gd name="T2" fmla="*/ 1325 w 1326"/>
              <a:gd name="T3" fmla="*/ 662 h 1324"/>
              <a:gd name="T4" fmla="*/ 663 w 1326"/>
              <a:gd name="T5" fmla="*/ 1323 h 1324"/>
              <a:gd name="T6" fmla="*/ 663 w 1326"/>
              <a:gd name="T7" fmla="*/ 1323 h 1324"/>
              <a:gd name="T8" fmla="*/ 0 w 1326"/>
              <a:gd name="T9" fmla="*/ 662 h 1324"/>
              <a:gd name="T10" fmla="*/ 0 w 1326"/>
              <a:gd name="T11" fmla="*/ 662 h 1324"/>
              <a:gd name="T12" fmla="*/ 663 w 1326"/>
              <a:gd name="T13" fmla="*/ 0 h 1324"/>
              <a:gd name="T14" fmla="*/ 663 w 1326"/>
              <a:gd name="T15" fmla="*/ 0 h 1324"/>
              <a:gd name="T16" fmla="*/ 1325 w 1326"/>
              <a:gd name="T17" fmla="*/ 662 h 1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6" h="1324">
                <a:moveTo>
                  <a:pt x="1325" y="662"/>
                </a:moveTo>
                <a:lnTo>
                  <a:pt x="1325" y="662"/>
                </a:lnTo>
                <a:cubicBezTo>
                  <a:pt x="1325" y="1027"/>
                  <a:pt x="1028" y="1323"/>
                  <a:pt x="663" y="1323"/>
                </a:cubicBezTo>
                <a:lnTo>
                  <a:pt x="663" y="1323"/>
                </a:lnTo>
                <a:cubicBezTo>
                  <a:pt x="297" y="1323"/>
                  <a:pt x="0" y="1027"/>
                  <a:pt x="0" y="662"/>
                </a:cubicBezTo>
                <a:lnTo>
                  <a:pt x="0" y="662"/>
                </a:lnTo>
                <a:cubicBezTo>
                  <a:pt x="0" y="296"/>
                  <a:pt x="297" y="0"/>
                  <a:pt x="663" y="0"/>
                </a:cubicBezTo>
                <a:lnTo>
                  <a:pt x="663" y="0"/>
                </a:lnTo>
                <a:cubicBezTo>
                  <a:pt x="1028" y="0"/>
                  <a:pt x="1325" y="296"/>
                  <a:pt x="1325" y="662"/>
                </a:cubicBezTo>
              </a:path>
            </a:pathLst>
          </a:custGeom>
          <a:solidFill>
            <a:srgbClr val="F9FB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Freeform 353">
            <a:extLst>
              <a:ext uri="{FF2B5EF4-FFF2-40B4-BE49-F238E27FC236}">
                <a16:creationId xmlns:a16="http://schemas.microsoft.com/office/drawing/2014/main" id="{4E9F3027-8F3B-B440-A44D-8E02E63F3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4519" y="6242779"/>
            <a:ext cx="587754" cy="774521"/>
          </a:xfrm>
          <a:custGeom>
            <a:avLst/>
            <a:gdLst>
              <a:gd name="T0" fmla="*/ 250 w 472"/>
              <a:gd name="T1" fmla="*/ 0 h 621"/>
              <a:gd name="T2" fmla="*/ 250 w 472"/>
              <a:gd name="T3" fmla="*/ 0 h 621"/>
              <a:gd name="T4" fmla="*/ 0 w 472"/>
              <a:gd name="T5" fmla="*/ 220 h 621"/>
              <a:gd name="T6" fmla="*/ 0 w 472"/>
              <a:gd name="T7" fmla="*/ 220 h 621"/>
              <a:gd name="T8" fmla="*/ 79 w 472"/>
              <a:gd name="T9" fmla="*/ 355 h 621"/>
              <a:gd name="T10" fmla="*/ 79 w 472"/>
              <a:gd name="T11" fmla="*/ 355 h 621"/>
              <a:gd name="T12" fmla="*/ 98 w 472"/>
              <a:gd name="T13" fmla="*/ 312 h 621"/>
              <a:gd name="T14" fmla="*/ 98 w 472"/>
              <a:gd name="T15" fmla="*/ 312 h 621"/>
              <a:gd name="T16" fmla="*/ 68 w 472"/>
              <a:gd name="T17" fmla="*/ 229 h 621"/>
              <a:gd name="T18" fmla="*/ 68 w 472"/>
              <a:gd name="T19" fmla="*/ 229 h 621"/>
              <a:gd name="T20" fmla="*/ 241 w 472"/>
              <a:gd name="T21" fmla="*/ 60 h 621"/>
              <a:gd name="T22" fmla="*/ 241 w 472"/>
              <a:gd name="T23" fmla="*/ 60 h 621"/>
              <a:gd name="T24" fmla="*/ 386 w 472"/>
              <a:gd name="T25" fmla="*/ 194 h 621"/>
              <a:gd name="T26" fmla="*/ 386 w 472"/>
              <a:gd name="T27" fmla="*/ 194 h 621"/>
              <a:gd name="T28" fmla="*/ 276 w 472"/>
              <a:gd name="T29" fmla="*/ 382 h 621"/>
              <a:gd name="T30" fmla="*/ 276 w 472"/>
              <a:gd name="T31" fmla="*/ 382 h 621"/>
              <a:gd name="T32" fmla="*/ 219 w 472"/>
              <a:gd name="T33" fmla="*/ 328 h 621"/>
              <a:gd name="T34" fmla="*/ 219 w 472"/>
              <a:gd name="T35" fmla="*/ 328 h 621"/>
              <a:gd name="T36" fmla="*/ 249 w 472"/>
              <a:gd name="T37" fmla="*/ 189 h 621"/>
              <a:gd name="T38" fmla="*/ 249 w 472"/>
              <a:gd name="T39" fmla="*/ 189 h 621"/>
              <a:gd name="T40" fmla="*/ 136 w 472"/>
              <a:gd name="T41" fmla="*/ 221 h 621"/>
              <a:gd name="T42" fmla="*/ 136 w 472"/>
              <a:gd name="T43" fmla="*/ 221 h 621"/>
              <a:gd name="T44" fmla="*/ 148 w 472"/>
              <a:gd name="T45" fmla="*/ 283 h 621"/>
              <a:gd name="T46" fmla="*/ 148 w 472"/>
              <a:gd name="T47" fmla="*/ 283 h 621"/>
              <a:gd name="T48" fmla="*/ 100 w 472"/>
              <a:gd name="T49" fmla="*/ 546 h 621"/>
              <a:gd name="T50" fmla="*/ 100 w 472"/>
              <a:gd name="T51" fmla="*/ 546 h 621"/>
              <a:gd name="T52" fmla="*/ 105 w 472"/>
              <a:gd name="T53" fmla="*/ 615 h 621"/>
              <a:gd name="T54" fmla="*/ 105 w 472"/>
              <a:gd name="T55" fmla="*/ 615 h 621"/>
              <a:gd name="T56" fmla="*/ 113 w 472"/>
              <a:gd name="T57" fmla="*/ 617 h 621"/>
              <a:gd name="T58" fmla="*/ 113 w 472"/>
              <a:gd name="T59" fmla="*/ 617 h 621"/>
              <a:gd name="T60" fmla="*/ 198 w 472"/>
              <a:gd name="T61" fmla="*/ 399 h 621"/>
              <a:gd name="T62" fmla="*/ 198 w 472"/>
              <a:gd name="T63" fmla="*/ 399 h 621"/>
              <a:gd name="T64" fmla="*/ 283 w 472"/>
              <a:gd name="T65" fmla="*/ 443 h 621"/>
              <a:gd name="T66" fmla="*/ 283 w 472"/>
              <a:gd name="T67" fmla="*/ 443 h 621"/>
              <a:gd name="T68" fmla="*/ 471 w 472"/>
              <a:gd name="T69" fmla="*/ 201 h 621"/>
              <a:gd name="T70" fmla="*/ 471 w 472"/>
              <a:gd name="T71" fmla="*/ 201 h 621"/>
              <a:gd name="T72" fmla="*/ 250 w 472"/>
              <a:gd name="T73" fmla="*/ 0 h 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72" h="621">
                <a:moveTo>
                  <a:pt x="250" y="0"/>
                </a:moveTo>
                <a:lnTo>
                  <a:pt x="250" y="0"/>
                </a:lnTo>
                <a:cubicBezTo>
                  <a:pt x="125" y="0"/>
                  <a:pt x="0" y="84"/>
                  <a:pt x="0" y="220"/>
                </a:cubicBezTo>
                <a:lnTo>
                  <a:pt x="0" y="220"/>
                </a:lnTo>
                <a:cubicBezTo>
                  <a:pt x="0" y="306"/>
                  <a:pt x="49" y="355"/>
                  <a:pt x="79" y="355"/>
                </a:cubicBezTo>
                <a:lnTo>
                  <a:pt x="79" y="355"/>
                </a:lnTo>
                <a:cubicBezTo>
                  <a:pt x="91" y="355"/>
                  <a:pt x="98" y="321"/>
                  <a:pt x="98" y="312"/>
                </a:cubicBezTo>
                <a:lnTo>
                  <a:pt x="98" y="312"/>
                </a:lnTo>
                <a:cubicBezTo>
                  <a:pt x="98" y="300"/>
                  <a:pt x="68" y="276"/>
                  <a:pt x="68" y="229"/>
                </a:cubicBezTo>
                <a:lnTo>
                  <a:pt x="68" y="229"/>
                </a:lnTo>
                <a:cubicBezTo>
                  <a:pt x="68" y="130"/>
                  <a:pt x="144" y="60"/>
                  <a:pt x="241" y="60"/>
                </a:cubicBezTo>
                <a:lnTo>
                  <a:pt x="241" y="60"/>
                </a:lnTo>
                <a:cubicBezTo>
                  <a:pt x="324" y="60"/>
                  <a:pt x="386" y="107"/>
                  <a:pt x="386" y="194"/>
                </a:cubicBezTo>
                <a:lnTo>
                  <a:pt x="386" y="194"/>
                </a:lnTo>
                <a:cubicBezTo>
                  <a:pt x="386" y="260"/>
                  <a:pt x="360" y="382"/>
                  <a:pt x="276" y="382"/>
                </a:cubicBezTo>
                <a:lnTo>
                  <a:pt x="276" y="382"/>
                </a:lnTo>
                <a:cubicBezTo>
                  <a:pt x="245" y="382"/>
                  <a:pt x="219" y="359"/>
                  <a:pt x="219" y="328"/>
                </a:cubicBezTo>
                <a:lnTo>
                  <a:pt x="219" y="328"/>
                </a:lnTo>
                <a:cubicBezTo>
                  <a:pt x="219" y="282"/>
                  <a:pt x="249" y="237"/>
                  <a:pt x="249" y="189"/>
                </a:cubicBezTo>
                <a:lnTo>
                  <a:pt x="249" y="189"/>
                </a:lnTo>
                <a:cubicBezTo>
                  <a:pt x="249" y="108"/>
                  <a:pt x="136" y="123"/>
                  <a:pt x="136" y="221"/>
                </a:cubicBezTo>
                <a:lnTo>
                  <a:pt x="136" y="221"/>
                </a:lnTo>
                <a:cubicBezTo>
                  <a:pt x="136" y="241"/>
                  <a:pt x="139" y="264"/>
                  <a:pt x="148" y="283"/>
                </a:cubicBezTo>
                <a:lnTo>
                  <a:pt x="148" y="283"/>
                </a:lnTo>
                <a:cubicBezTo>
                  <a:pt x="131" y="356"/>
                  <a:pt x="100" y="472"/>
                  <a:pt x="100" y="546"/>
                </a:cubicBezTo>
                <a:lnTo>
                  <a:pt x="100" y="546"/>
                </a:lnTo>
                <a:cubicBezTo>
                  <a:pt x="100" y="569"/>
                  <a:pt x="103" y="592"/>
                  <a:pt x="105" y="615"/>
                </a:cubicBezTo>
                <a:lnTo>
                  <a:pt x="105" y="615"/>
                </a:lnTo>
                <a:cubicBezTo>
                  <a:pt x="109" y="620"/>
                  <a:pt x="107" y="619"/>
                  <a:pt x="113" y="617"/>
                </a:cubicBezTo>
                <a:lnTo>
                  <a:pt x="113" y="617"/>
                </a:lnTo>
                <a:cubicBezTo>
                  <a:pt x="175" y="532"/>
                  <a:pt x="170" y="508"/>
                  <a:pt x="198" y="399"/>
                </a:cubicBezTo>
                <a:lnTo>
                  <a:pt x="198" y="399"/>
                </a:lnTo>
                <a:cubicBezTo>
                  <a:pt x="213" y="427"/>
                  <a:pt x="252" y="443"/>
                  <a:pt x="283" y="443"/>
                </a:cubicBezTo>
                <a:lnTo>
                  <a:pt x="283" y="443"/>
                </a:lnTo>
                <a:cubicBezTo>
                  <a:pt x="413" y="443"/>
                  <a:pt x="471" y="315"/>
                  <a:pt x="471" y="201"/>
                </a:cubicBezTo>
                <a:lnTo>
                  <a:pt x="471" y="201"/>
                </a:lnTo>
                <a:cubicBezTo>
                  <a:pt x="471" y="79"/>
                  <a:pt x="366" y="0"/>
                  <a:pt x="250" y="0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Freeform 354">
            <a:extLst>
              <a:ext uri="{FF2B5EF4-FFF2-40B4-BE49-F238E27FC236}">
                <a16:creationId xmlns:a16="http://schemas.microsoft.com/office/drawing/2014/main" id="{1C4C9E64-6B15-4D46-ADEA-DFF4D8E66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5816" y="7374350"/>
            <a:ext cx="1972005" cy="1796228"/>
          </a:xfrm>
          <a:custGeom>
            <a:avLst/>
            <a:gdLst>
              <a:gd name="T0" fmla="*/ 1532 w 1584"/>
              <a:gd name="T1" fmla="*/ 588 h 1443"/>
              <a:gd name="T2" fmla="*/ 399 w 1584"/>
              <a:gd name="T3" fmla="*/ 19 h 1443"/>
              <a:gd name="T4" fmla="*/ 399 w 1584"/>
              <a:gd name="T5" fmla="*/ 19 h 1443"/>
              <a:gd name="T6" fmla="*/ 300 w 1584"/>
              <a:gd name="T7" fmla="*/ 51 h 1443"/>
              <a:gd name="T8" fmla="*/ 18 w 1584"/>
              <a:gd name="T9" fmla="*/ 613 h 1443"/>
              <a:gd name="T10" fmla="*/ 18 w 1584"/>
              <a:gd name="T11" fmla="*/ 613 h 1443"/>
              <a:gd name="T12" fmla="*/ 51 w 1584"/>
              <a:gd name="T13" fmla="*/ 712 h 1443"/>
              <a:gd name="T14" fmla="*/ 833 w 1584"/>
              <a:gd name="T15" fmla="*/ 1105 h 1443"/>
              <a:gd name="T16" fmla="*/ 909 w 1584"/>
              <a:gd name="T17" fmla="*/ 1406 h 1443"/>
              <a:gd name="T18" fmla="*/ 909 w 1584"/>
              <a:gd name="T19" fmla="*/ 1406 h 1443"/>
              <a:gd name="T20" fmla="*/ 980 w 1584"/>
              <a:gd name="T21" fmla="*/ 1411 h 1443"/>
              <a:gd name="T22" fmla="*/ 1073 w 1584"/>
              <a:gd name="T23" fmla="*/ 1226 h 1443"/>
              <a:gd name="T24" fmla="*/ 1184 w 1584"/>
              <a:gd name="T25" fmla="*/ 1282 h 1443"/>
              <a:gd name="T26" fmla="*/ 1184 w 1584"/>
              <a:gd name="T27" fmla="*/ 1282 h 1443"/>
              <a:gd name="T28" fmla="*/ 1283 w 1584"/>
              <a:gd name="T29" fmla="*/ 1249 h 1443"/>
              <a:gd name="T30" fmla="*/ 1565 w 1584"/>
              <a:gd name="T31" fmla="*/ 687 h 1443"/>
              <a:gd name="T32" fmla="*/ 1565 w 1584"/>
              <a:gd name="T33" fmla="*/ 687 h 1443"/>
              <a:gd name="T34" fmla="*/ 1532 w 1584"/>
              <a:gd name="T35" fmla="*/ 588 h 1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84" h="1443">
                <a:moveTo>
                  <a:pt x="1532" y="588"/>
                </a:moveTo>
                <a:lnTo>
                  <a:pt x="399" y="19"/>
                </a:lnTo>
                <a:lnTo>
                  <a:pt x="399" y="19"/>
                </a:lnTo>
                <a:cubicBezTo>
                  <a:pt x="362" y="0"/>
                  <a:pt x="318" y="15"/>
                  <a:pt x="300" y="51"/>
                </a:cubicBezTo>
                <a:lnTo>
                  <a:pt x="18" y="613"/>
                </a:lnTo>
                <a:lnTo>
                  <a:pt x="18" y="613"/>
                </a:lnTo>
                <a:cubicBezTo>
                  <a:pt x="0" y="650"/>
                  <a:pt x="15" y="694"/>
                  <a:pt x="51" y="712"/>
                </a:cubicBezTo>
                <a:lnTo>
                  <a:pt x="833" y="1105"/>
                </a:lnTo>
                <a:lnTo>
                  <a:pt x="909" y="1406"/>
                </a:lnTo>
                <a:lnTo>
                  <a:pt x="909" y="1406"/>
                </a:lnTo>
                <a:cubicBezTo>
                  <a:pt x="919" y="1439"/>
                  <a:pt x="965" y="1442"/>
                  <a:pt x="980" y="1411"/>
                </a:cubicBezTo>
                <a:lnTo>
                  <a:pt x="1073" y="1226"/>
                </a:lnTo>
                <a:lnTo>
                  <a:pt x="1184" y="1282"/>
                </a:lnTo>
                <a:lnTo>
                  <a:pt x="1184" y="1282"/>
                </a:lnTo>
                <a:cubicBezTo>
                  <a:pt x="1221" y="1299"/>
                  <a:pt x="1264" y="1285"/>
                  <a:pt x="1283" y="1249"/>
                </a:cubicBezTo>
                <a:lnTo>
                  <a:pt x="1565" y="687"/>
                </a:lnTo>
                <a:lnTo>
                  <a:pt x="1565" y="687"/>
                </a:lnTo>
                <a:cubicBezTo>
                  <a:pt x="1583" y="650"/>
                  <a:pt x="1568" y="606"/>
                  <a:pt x="1532" y="588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Freeform 355">
            <a:extLst>
              <a:ext uri="{FF2B5EF4-FFF2-40B4-BE49-F238E27FC236}">
                <a16:creationId xmlns:a16="http://schemas.microsoft.com/office/drawing/2014/main" id="{1FA7A242-BA6A-B149-BB78-681D0C0CF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8215" y="7731400"/>
            <a:ext cx="159300" cy="159297"/>
          </a:xfrm>
          <a:custGeom>
            <a:avLst/>
            <a:gdLst>
              <a:gd name="T0" fmla="*/ 113 w 128"/>
              <a:gd name="T1" fmla="*/ 88 h 128"/>
              <a:gd name="T2" fmla="*/ 113 w 128"/>
              <a:gd name="T3" fmla="*/ 88 h 128"/>
              <a:gd name="T4" fmla="*/ 38 w 128"/>
              <a:gd name="T5" fmla="*/ 113 h 128"/>
              <a:gd name="T6" fmla="*/ 38 w 128"/>
              <a:gd name="T7" fmla="*/ 113 h 128"/>
              <a:gd name="T8" fmla="*/ 14 w 128"/>
              <a:gd name="T9" fmla="*/ 38 h 128"/>
              <a:gd name="T10" fmla="*/ 14 w 128"/>
              <a:gd name="T11" fmla="*/ 38 h 128"/>
              <a:gd name="T12" fmla="*/ 88 w 128"/>
              <a:gd name="T13" fmla="*/ 13 h 128"/>
              <a:gd name="T14" fmla="*/ 88 w 128"/>
              <a:gd name="T15" fmla="*/ 13 h 128"/>
              <a:gd name="T16" fmla="*/ 113 w 128"/>
              <a:gd name="T17" fmla="*/ 8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8" h="128">
                <a:moveTo>
                  <a:pt x="113" y="88"/>
                </a:moveTo>
                <a:lnTo>
                  <a:pt x="113" y="88"/>
                </a:lnTo>
                <a:cubicBezTo>
                  <a:pt x="99" y="116"/>
                  <a:pt x="66" y="127"/>
                  <a:pt x="38" y="113"/>
                </a:cubicBezTo>
                <a:lnTo>
                  <a:pt x="38" y="113"/>
                </a:lnTo>
                <a:cubicBezTo>
                  <a:pt x="11" y="99"/>
                  <a:pt x="0" y="66"/>
                  <a:pt x="14" y="38"/>
                </a:cubicBezTo>
                <a:lnTo>
                  <a:pt x="14" y="38"/>
                </a:lnTo>
                <a:cubicBezTo>
                  <a:pt x="27" y="11"/>
                  <a:pt x="61" y="0"/>
                  <a:pt x="88" y="13"/>
                </a:cubicBezTo>
                <a:lnTo>
                  <a:pt x="88" y="13"/>
                </a:lnTo>
                <a:cubicBezTo>
                  <a:pt x="116" y="27"/>
                  <a:pt x="127" y="61"/>
                  <a:pt x="113" y="88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Freeform 356">
            <a:extLst>
              <a:ext uri="{FF2B5EF4-FFF2-40B4-BE49-F238E27FC236}">
                <a16:creationId xmlns:a16="http://schemas.microsoft.com/office/drawing/2014/main" id="{2FD37248-B056-FD4F-A727-738B943B9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0895" y="7868721"/>
            <a:ext cx="900860" cy="510855"/>
          </a:xfrm>
          <a:custGeom>
            <a:avLst/>
            <a:gdLst>
              <a:gd name="T0" fmla="*/ 659 w 721"/>
              <a:gd name="T1" fmla="*/ 399 h 408"/>
              <a:gd name="T2" fmla="*/ 25 w 721"/>
              <a:gd name="T3" fmla="*/ 80 h 408"/>
              <a:gd name="T4" fmla="*/ 25 w 721"/>
              <a:gd name="T5" fmla="*/ 80 h 408"/>
              <a:gd name="T6" fmla="*/ 10 w 721"/>
              <a:gd name="T7" fmla="*/ 32 h 408"/>
              <a:gd name="T8" fmla="*/ 13 w 721"/>
              <a:gd name="T9" fmla="*/ 24 h 408"/>
              <a:gd name="T10" fmla="*/ 13 w 721"/>
              <a:gd name="T11" fmla="*/ 24 h 408"/>
              <a:gd name="T12" fmla="*/ 61 w 721"/>
              <a:gd name="T13" fmla="*/ 8 h 408"/>
              <a:gd name="T14" fmla="*/ 695 w 721"/>
              <a:gd name="T15" fmla="*/ 327 h 408"/>
              <a:gd name="T16" fmla="*/ 695 w 721"/>
              <a:gd name="T17" fmla="*/ 327 h 408"/>
              <a:gd name="T18" fmla="*/ 711 w 721"/>
              <a:gd name="T19" fmla="*/ 374 h 408"/>
              <a:gd name="T20" fmla="*/ 707 w 721"/>
              <a:gd name="T21" fmla="*/ 383 h 408"/>
              <a:gd name="T22" fmla="*/ 707 w 721"/>
              <a:gd name="T23" fmla="*/ 383 h 408"/>
              <a:gd name="T24" fmla="*/ 659 w 721"/>
              <a:gd name="T25" fmla="*/ 399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21" h="408">
                <a:moveTo>
                  <a:pt x="659" y="399"/>
                </a:moveTo>
                <a:lnTo>
                  <a:pt x="25" y="80"/>
                </a:lnTo>
                <a:lnTo>
                  <a:pt x="25" y="80"/>
                </a:lnTo>
                <a:cubicBezTo>
                  <a:pt x="8" y="71"/>
                  <a:pt x="0" y="50"/>
                  <a:pt x="10" y="32"/>
                </a:cubicBezTo>
                <a:lnTo>
                  <a:pt x="13" y="24"/>
                </a:lnTo>
                <a:lnTo>
                  <a:pt x="13" y="24"/>
                </a:lnTo>
                <a:cubicBezTo>
                  <a:pt x="22" y="6"/>
                  <a:pt x="43" y="0"/>
                  <a:pt x="61" y="8"/>
                </a:cubicBezTo>
                <a:lnTo>
                  <a:pt x="695" y="327"/>
                </a:lnTo>
                <a:lnTo>
                  <a:pt x="695" y="327"/>
                </a:lnTo>
                <a:cubicBezTo>
                  <a:pt x="712" y="336"/>
                  <a:pt x="720" y="357"/>
                  <a:pt x="711" y="374"/>
                </a:cubicBezTo>
                <a:lnTo>
                  <a:pt x="707" y="383"/>
                </a:lnTo>
                <a:lnTo>
                  <a:pt x="707" y="383"/>
                </a:lnTo>
                <a:cubicBezTo>
                  <a:pt x="698" y="400"/>
                  <a:pt x="677" y="407"/>
                  <a:pt x="659" y="399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1" name="Freeform 357">
            <a:extLst>
              <a:ext uri="{FF2B5EF4-FFF2-40B4-BE49-F238E27FC236}">
                <a16:creationId xmlns:a16="http://schemas.microsoft.com/office/drawing/2014/main" id="{07635582-C322-9042-A44E-2B75E0439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7368" y="7989571"/>
            <a:ext cx="1142554" cy="631702"/>
          </a:xfrm>
          <a:custGeom>
            <a:avLst/>
            <a:gdLst>
              <a:gd name="T0" fmla="*/ 859 w 919"/>
              <a:gd name="T1" fmla="*/ 498 h 508"/>
              <a:gd name="T2" fmla="*/ 25 w 919"/>
              <a:gd name="T3" fmla="*/ 80 h 508"/>
              <a:gd name="T4" fmla="*/ 25 w 919"/>
              <a:gd name="T5" fmla="*/ 80 h 508"/>
              <a:gd name="T6" fmla="*/ 10 w 919"/>
              <a:gd name="T7" fmla="*/ 33 h 508"/>
              <a:gd name="T8" fmla="*/ 13 w 919"/>
              <a:gd name="T9" fmla="*/ 24 h 508"/>
              <a:gd name="T10" fmla="*/ 13 w 919"/>
              <a:gd name="T11" fmla="*/ 24 h 508"/>
              <a:gd name="T12" fmla="*/ 61 w 919"/>
              <a:gd name="T13" fmla="*/ 8 h 508"/>
              <a:gd name="T14" fmla="*/ 894 w 919"/>
              <a:gd name="T15" fmla="*/ 427 h 508"/>
              <a:gd name="T16" fmla="*/ 894 w 919"/>
              <a:gd name="T17" fmla="*/ 427 h 508"/>
              <a:gd name="T18" fmla="*/ 910 w 919"/>
              <a:gd name="T19" fmla="*/ 474 h 508"/>
              <a:gd name="T20" fmla="*/ 906 w 919"/>
              <a:gd name="T21" fmla="*/ 483 h 508"/>
              <a:gd name="T22" fmla="*/ 906 w 919"/>
              <a:gd name="T23" fmla="*/ 483 h 508"/>
              <a:gd name="T24" fmla="*/ 859 w 919"/>
              <a:gd name="T25" fmla="*/ 498 h 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19" h="508">
                <a:moveTo>
                  <a:pt x="859" y="498"/>
                </a:moveTo>
                <a:lnTo>
                  <a:pt x="25" y="80"/>
                </a:lnTo>
                <a:lnTo>
                  <a:pt x="25" y="80"/>
                </a:lnTo>
                <a:cubicBezTo>
                  <a:pt x="8" y="71"/>
                  <a:pt x="0" y="50"/>
                  <a:pt x="10" y="33"/>
                </a:cubicBezTo>
                <a:lnTo>
                  <a:pt x="13" y="24"/>
                </a:lnTo>
                <a:lnTo>
                  <a:pt x="13" y="24"/>
                </a:lnTo>
                <a:cubicBezTo>
                  <a:pt x="22" y="7"/>
                  <a:pt x="43" y="0"/>
                  <a:pt x="61" y="8"/>
                </a:cubicBezTo>
                <a:lnTo>
                  <a:pt x="894" y="427"/>
                </a:lnTo>
                <a:lnTo>
                  <a:pt x="894" y="427"/>
                </a:lnTo>
                <a:cubicBezTo>
                  <a:pt x="912" y="436"/>
                  <a:pt x="918" y="457"/>
                  <a:pt x="910" y="474"/>
                </a:cubicBezTo>
                <a:lnTo>
                  <a:pt x="906" y="483"/>
                </a:lnTo>
                <a:lnTo>
                  <a:pt x="906" y="483"/>
                </a:lnTo>
                <a:cubicBezTo>
                  <a:pt x="897" y="500"/>
                  <a:pt x="876" y="507"/>
                  <a:pt x="859" y="49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C72F0-DDA2-6740-84B3-9A3A6404A262}"/>
              </a:ext>
            </a:extLst>
          </p:cNvPr>
          <p:cNvSpPr txBox="1"/>
          <p:nvPr/>
        </p:nvSpPr>
        <p:spPr>
          <a:xfrm>
            <a:off x="14429886" y="3965275"/>
            <a:ext cx="3579185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Digital Strategy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4676C3-70EE-7943-86E4-755D843F0E9A}"/>
              </a:ext>
            </a:extLst>
          </p:cNvPr>
          <p:cNvSpPr txBox="1"/>
          <p:nvPr/>
        </p:nvSpPr>
        <p:spPr>
          <a:xfrm>
            <a:off x="14423624" y="4642523"/>
            <a:ext cx="6876680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 Turn complex data into easy to understand infographics.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8F93A-8F3F-AF48-95EE-8E80212CDD49}"/>
              </a:ext>
            </a:extLst>
          </p:cNvPr>
          <p:cNvSpPr txBox="1"/>
          <p:nvPr/>
        </p:nvSpPr>
        <p:spPr>
          <a:xfrm>
            <a:off x="14428562" y="6486493"/>
            <a:ext cx="117724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3"/>
                </a:solidFill>
                <a:latin typeface="DM Sans" pitchFamily="2" charset="77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E728A-75EC-C845-A585-365940F289C5}"/>
              </a:ext>
            </a:extLst>
          </p:cNvPr>
          <p:cNvSpPr txBox="1"/>
          <p:nvPr/>
        </p:nvSpPr>
        <p:spPr>
          <a:xfrm>
            <a:off x="14428562" y="7647814"/>
            <a:ext cx="2426946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Campaign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E6990F-BB9C-094C-938C-63A983101EE0}"/>
              </a:ext>
            </a:extLst>
          </p:cNvPr>
          <p:cNvSpPr txBox="1"/>
          <p:nvPr/>
        </p:nvSpPr>
        <p:spPr>
          <a:xfrm>
            <a:off x="14428562" y="8333375"/>
            <a:ext cx="6871742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A5678-82D6-B54F-9299-1207174ED512}"/>
              </a:ext>
            </a:extLst>
          </p:cNvPr>
          <p:cNvSpPr txBox="1"/>
          <p:nvPr/>
        </p:nvSpPr>
        <p:spPr>
          <a:xfrm>
            <a:off x="14428562" y="9375166"/>
            <a:ext cx="1392048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2"/>
                </a:solidFill>
                <a:latin typeface="DM Sans" pitchFamily="2" charset="77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8954D2-DC96-AF49-A78C-09FAA4A0F775}"/>
              </a:ext>
            </a:extLst>
          </p:cNvPr>
          <p:cNvSpPr txBox="1"/>
          <p:nvPr/>
        </p:nvSpPr>
        <p:spPr>
          <a:xfrm>
            <a:off x="14428562" y="10536487"/>
            <a:ext cx="179921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C25DE3-F330-D94B-9F6C-404C440E3587}"/>
              </a:ext>
            </a:extLst>
          </p:cNvPr>
          <p:cNvSpPr txBox="1"/>
          <p:nvPr/>
        </p:nvSpPr>
        <p:spPr>
          <a:xfrm>
            <a:off x="14428562" y="11222048"/>
            <a:ext cx="6871742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5E9CD-748A-1840-AB64-ECB29D50C3DD}"/>
              </a:ext>
            </a:extLst>
          </p:cNvPr>
          <p:cNvSpPr txBox="1"/>
          <p:nvPr/>
        </p:nvSpPr>
        <p:spPr>
          <a:xfrm>
            <a:off x="1422503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290" dirty="0">
                <a:solidFill>
                  <a:schemeClr val="bg1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51B661-CC56-2D45-96DA-B9A90378D40E}"/>
              </a:ext>
            </a:extLst>
          </p:cNvPr>
          <p:cNvSpPr txBox="1"/>
          <p:nvPr/>
        </p:nvSpPr>
        <p:spPr>
          <a:xfrm>
            <a:off x="1422503" y="1867301"/>
            <a:ext cx="8168583" cy="579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3200" spc="-130" dirty="0">
                <a:solidFill>
                  <a:schemeClr val="bg1"/>
                </a:solidFill>
                <a:latin typeface="DM Sans" pitchFamily="2" charset="77"/>
              </a:rPr>
              <a:t>Make a big impact with our professional slides</a:t>
            </a:r>
          </a:p>
        </p:txBody>
      </p:sp>
    </p:spTree>
    <p:extLst>
      <p:ext uri="{BB962C8B-B14F-4D97-AF65-F5344CB8AC3E}">
        <p14:creationId xmlns:p14="http://schemas.microsoft.com/office/powerpoint/2010/main" val="3697511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2">
            <a:extLst>
              <a:ext uri="{FF2B5EF4-FFF2-40B4-BE49-F238E27FC236}">
                <a16:creationId xmlns:a16="http://schemas.microsoft.com/office/drawing/2014/main" id="{BA37826B-54EF-0440-B7AA-1EEDB4DD2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-245" y="9599036"/>
            <a:ext cx="24378141" cy="0"/>
          </a:xfrm>
          <a:prstGeom prst="line">
            <a:avLst/>
          </a:prstGeom>
          <a:noFill/>
          <a:ln w="63500" cap="flat">
            <a:solidFill>
              <a:srgbClr val="E2EEFF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3">
            <a:extLst>
              <a:ext uri="{FF2B5EF4-FFF2-40B4-BE49-F238E27FC236}">
                <a16:creationId xmlns:a16="http://schemas.microsoft.com/office/drawing/2014/main" id="{34073509-E8A7-C844-BF39-C891FEEC4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284" y="4040073"/>
            <a:ext cx="3021176" cy="3021175"/>
          </a:xfrm>
          <a:custGeom>
            <a:avLst/>
            <a:gdLst>
              <a:gd name="T0" fmla="*/ 2425 w 2426"/>
              <a:gd name="T1" fmla="*/ 1212 h 2425"/>
              <a:gd name="T2" fmla="*/ 2425 w 2426"/>
              <a:gd name="T3" fmla="*/ 1212 h 2425"/>
              <a:gd name="T4" fmla="*/ 1212 w 2426"/>
              <a:gd name="T5" fmla="*/ 2424 h 2425"/>
              <a:gd name="T6" fmla="*/ 1212 w 2426"/>
              <a:gd name="T7" fmla="*/ 2424 h 2425"/>
              <a:gd name="T8" fmla="*/ 0 w 2426"/>
              <a:gd name="T9" fmla="*/ 1212 h 2425"/>
              <a:gd name="T10" fmla="*/ 0 w 2426"/>
              <a:gd name="T11" fmla="*/ 1212 h 2425"/>
              <a:gd name="T12" fmla="*/ 1212 w 2426"/>
              <a:gd name="T13" fmla="*/ 0 h 2425"/>
              <a:gd name="T14" fmla="*/ 1212 w 2426"/>
              <a:gd name="T15" fmla="*/ 0 h 2425"/>
              <a:gd name="T16" fmla="*/ 2425 w 2426"/>
              <a:gd name="T17" fmla="*/ 1212 h 24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26" h="2425">
                <a:moveTo>
                  <a:pt x="2425" y="1212"/>
                </a:moveTo>
                <a:lnTo>
                  <a:pt x="2425" y="1212"/>
                </a:lnTo>
                <a:cubicBezTo>
                  <a:pt x="2425" y="1882"/>
                  <a:pt x="1883" y="2424"/>
                  <a:pt x="1212" y="2424"/>
                </a:cubicBezTo>
                <a:lnTo>
                  <a:pt x="1212" y="2424"/>
                </a:lnTo>
                <a:cubicBezTo>
                  <a:pt x="543" y="2424"/>
                  <a:pt x="0" y="1882"/>
                  <a:pt x="0" y="1212"/>
                </a:cubicBezTo>
                <a:lnTo>
                  <a:pt x="0" y="1212"/>
                </a:lnTo>
                <a:cubicBezTo>
                  <a:pt x="0" y="543"/>
                  <a:pt x="543" y="0"/>
                  <a:pt x="1212" y="0"/>
                </a:cubicBezTo>
                <a:lnTo>
                  <a:pt x="1212" y="0"/>
                </a:lnTo>
                <a:cubicBezTo>
                  <a:pt x="1883" y="0"/>
                  <a:pt x="2425" y="543"/>
                  <a:pt x="2425" y="1212"/>
                </a:cubicBezTo>
              </a:path>
            </a:pathLst>
          </a:custGeom>
          <a:noFill/>
          <a:ln w="63500" cap="flat">
            <a:solidFill>
              <a:srgbClr val="EFF6FF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FE91BB98-1D36-D44D-9F06-11030EDFF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752" y="3375409"/>
            <a:ext cx="5218394" cy="1499603"/>
          </a:xfrm>
          <a:custGeom>
            <a:avLst/>
            <a:gdLst>
              <a:gd name="T0" fmla="*/ 3989 w 4191"/>
              <a:gd name="T1" fmla="*/ 0 h 1203"/>
              <a:gd name="T2" fmla="*/ 201 w 4191"/>
              <a:gd name="T3" fmla="*/ 0 h 1203"/>
              <a:gd name="T4" fmla="*/ 201 w 4191"/>
              <a:gd name="T5" fmla="*/ 0 h 1203"/>
              <a:gd name="T6" fmla="*/ 0 w 4191"/>
              <a:gd name="T7" fmla="*/ 200 h 1203"/>
              <a:gd name="T8" fmla="*/ 0 w 4191"/>
              <a:gd name="T9" fmla="*/ 200 h 1203"/>
              <a:gd name="T10" fmla="*/ 201 w 4191"/>
              <a:gd name="T11" fmla="*/ 401 h 1203"/>
              <a:gd name="T12" fmla="*/ 2101 w 4191"/>
              <a:gd name="T13" fmla="*/ 401 h 1203"/>
              <a:gd name="T14" fmla="*/ 2101 w 4191"/>
              <a:gd name="T15" fmla="*/ 401 h 1203"/>
              <a:gd name="T16" fmla="*/ 2280 w 4191"/>
              <a:gd name="T17" fmla="*/ 600 h 1203"/>
              <a:gd name="T18" fmla="*/ 2280 w 4191"/>
              <a:gd name="T19" fmla="*/ 600 h 1203"/>
              <a:gd name="T20" fmla="*/ 2080 w 4191"/>
              <a:gd name="T21" fmla="*/ 800 h 1203"/>
              <a:gd name="T22" fmla="*/ 1793 w 4191"/>
              <a:gd name="T23" fmla="*/ 800 h 1203"/>
              <a:gd name="T24" fmla="*/ 1793 w 4191"/>
              <a:gd name="T25" fmla="*/ 800 h 1203"/>
              <a:gd name="T26" fmla="*/ 1594 w 4191"/>
              <a:gd name="T27" fmla="*/ 1001 h 1203"/>
              <a:gd name="T28" fmla="*/ 1594 w 4191"/>
              <a:gd name="T29" fmla="*/ 1001 h 1203"/>
              <a:gd name="T30" fmla="*/ 1793 w 4191"/>
              <a:gd name="T31" fmla="*/ 1202 h 1203"/>
              <a:gd name="T32" fmla="*/ 3521 w 4191"/>
              <a:gd name="T33" fmla="*/ 1202 h 1203"/>
              <a:gd name="T34" fmla="*/ 3521 w 4191"/>
              <a:gd name="T35" fmla="*/ 1202 h 1203"/>
              <a:gd name="T36" fmla="*/ 3722 w 4191"/>
              <a:gd name="T37" fmla="*/ 1001 h 1203"/>
              <a:gd name="T38" fmla="*/ 3722 w 4191"/>
              <a:gd name="T39" fmla="*/ 1001 h 1203"/>
              <a:gd name="T40" fmla="*/ 3521 w 4191"/>
              <a:gd name="T41" fmla="*/ 800 h 1203"/>
              <a:gd name="T42" fmla="*/ 3162 w 4191"/>
              <a:gd name="T43" fmla="*/ 800 h 1203"/>
              <a:gd name="T44" fmla="*/ 3162 w 4191"/>
              <a:gd name="T45" fmla="*/ 800 h 1203"/>
              <a:gd name="T46" fmla="*/ 2962 w 4191"/>
              <a:gd name="T47" fmla="*/ 600 h 1203"/>
              <a:gd name="T48" fmla="*/ 2962 w 4191"/>
              <a:gd name="T49" fmla="*/ 600 h 1203"/>
              <a:gd name="T50" fmla="*/ 3141 w 4191"/>
              <a:gd name="T51" fmla="*/ 401 h 1203"/>
              <a:gd name="T52" fmla="*/ 3989 w 4191"/>
              <a:gd name="T53" fmla="*/ 401 h 1203"/>
              <a:gd name="T54" fmla="*/ 3989 w 4191"/>
              <a:gd name="T55" fmla="*/ 401 h 1203"/>
              <a:gd name="T56" fmla="*/ 4190 w 4191"/>
              <a:gd name="T57" fmla="*/ 200 h 1203"/>
              <a:gd name="T58" fmla="*/ 4190 w 4191"/>
              <a:gd name="T59" fmla="*/ 200 h 1203"/>
              <a:gd name="T60" fmla="*/ 3989 w 4191"/>
              <a:gd name="T61" fmla="*/ 0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4191" h="1203">
                <a:moveTo>
                  <a:pt x="3989" y="0"/>
                </a:moveTo>
                <a:lnTo>
                  <a:pt x="201" y="0"/>
                </a:lnTo>
                <a:lnTo>
                  <a:pt x="201" y="0"/>
                </a:lnTo>
                <a:cubicBezTo>
                  <a:pt x="90" y="0"/>
                  <a:pt x="0" y="89"/>
                  <a:pt x="0" y="200"/>
                </a:cubicBezTo>
                <a:lnTo>
                  <a:pt x="0" y="200"/>
                </a:lnTo>
                <a:cubicBezTo>
                  <a:pt x="0" y="311"/>
                  <a:pt x="90" y="401"/>
                  <a:pt x="201" y="401"/>
                </a:cubicBezTo>
                <a:lnTo>
                  <a:pt x="2101" y="401"/>
                </a:lnTo>
                <a:lnTo>
                  <a:pt x="2101" y="401"/>
                </a:lnTo>
                <a:cubicBezTo>
                  <a:pt x="2201" y="411"/>
                  <a:pt x="2280" y="496"/>
                  <a:pt x="2280" y="600"/>
                </a:cubicBezTo>
                <a:lnTo>
                  <a:pt x="2280" y="600"/>
                </a:lnTo>
                <a:cubicBezTo>
                  <a:pt x="2280" y="711"/>
                  <a:pt x="2190" y="800"/>
                  <a:pt x="2080" y="800"/>
                </a:cubicBezTo>
                <a:lnTo>
                  <a:pt x="1793" y="800"/>
                </a:lnTo>
                <a:lnTo>
                  <a:pt x="1793" y="800"/>
                </a:lnTo>
                <a:cubicBezTo>
                  <a:pt x="1683" y="800"/>
                  <a:pt x="1594" y="891"/>
                  <a:pt x="1594" y="1001"/>
                </a:cubicBezTo>
                <a:lnTo>
                  <a:pt x="1594" y="1001"/>
                </a:lnTo>
                <a:cubicBezTo>
                  <a:pt x="1594" y="1112"/>
                  <a:pt x="1683" y="1202"/>
                  <a:pt x="1793" y="1202"/>
                </a:cubicBezTo>
                <a:lnTo>
                  <a:pt x="3521" y="1202"/>
                </a:lnTo>
                <a:lnTo>
                  <a:pt x="3521" y="1202"/>
                </a:lnTo>
                <a:cubicBezTo>
                  <a:pt x="3632" y="1202"/>
                  <a:pt x="3722" y="1112"/>
                  <a:pt x="3722" y="1001"/>
                </a:cubicBezTo>
                <a:lnTo>
                  <a:pt x="3722" y="1001"/>
                </a:lnTo>
                <a:cubicBezTo>
                  <a:pt x="3722" y="891"/>
                  <a:pt x="3632" y="800"/>
                  <a:pt x="3521" y="800"/>
                </a:cubicBezTo>
                <a:lnTo>
                  <a:pt x="3162" y="800"/>
                </a:lnTo>
                <a:lnTo>
                  <a:pt x="3162" y="800"/>
                </a:lnTo>
                <a:cubicBezTo>
                  <a:pt x="3052" y="800"/>
                  <a:pt x="2962" y="711"/>
                  <a:pt x="2962" y="600"/>
                </a:cubicBezTo>
                <a:lnTo>
                  <a:pt x="2962" y="600"/>
                </a:lnTo>
                <a:cubicBezTo>
                  <a:pt x="2962" y="496"/>
                  <a:pt x="3041" y="411"/>
                  <a:pt x="3141" y="401"/>
                </a:cubicBezTo>
                <a:lnTo>
                  <a:pt x="3989" y="401"/>
                </a:lnTo>
                <a:lnTo>
                  <a:pt x="3989" y="401"/>
                </a:lnTo>
                <a:cubicBezTo>
                  <a:pt x="4100" y="401"/>
                  <a:pt x="4190" y="311"/>
                  <a:pt x="4190" y="200"/>
                </a:cubicBezTo>
                <a:lnTo>
                  <a:pt x="4190" y="200"/>
                </a:lnTo>
                <a:cubicBezTo>
                  <a:pt x="4190" y="89"/>
                  <a:pt x="4100" y="0"/>
                  <a:pt x="3989" y="0"/>
                </a:cubicBezTo>
              </a:path>
            </a:pathLst>
          </a:custGeom>
          <a:solidFill>
            <a:srgbClr val="F9FB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EFF6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92D797F5-DF28-FB46-99A7-3531C707D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7075" y="4726699"/>
            <a:ext cx="3592453" cy="1032693"/>
          </a:xfrm>
          <a:custGeom>
            <a:avLst/>
            <a:gdLst>
              <a:gd name="T0" fmla="*/ 2744 w 2883"/>
              <a:gd name="T1" fmla="*/ 551 h 828"/>
              <a:gd name="T2" fmla="*/ 1449 w 2883"/>
              <a:gd name="T3" fmla="*/ 551 h 828"/>
              <a:gd name="T4" fmla="*/ 1449 w 2883"/>
              <a:gd name="T5" fmla="*/ 551 h 828"/>
              <a:gd name="T6" fmla="*/ 1313 w 2883"/>
              <a:gd name="T7" fmla="*/ 413 h 828"/>
              <a:gd name="T8" fmla="*/ 1313 w 2883"/>
              <a:gd name="T9" fmla="*/ 413 h 828"/>
              <a:gd name="T10" fmla="*/ 1451 w 2883"/>
              <a:gd name="T11" fmla="*/ 275 h 828"/>
              <a:gd name="T12" fmla="*/ 1648 w 2883"/>
              <a:gd name="T13" fmla="*/ 275 h 828"/>
              <a:gd name="T14" fmla="*/ 1648 w 2883"/>
              <a:gd name="T15" fmla="*/ 275 h 828"/>
              <a:gd name="T16" fmla="*/ 1786 w 2883"/>
              <a:gd name="T17" fmla="*/ 137 h 828"/>
              <a:gd name="T18" fmla="*/ 1786 w 2883"/>
              <a:gd name="T19" fmla="*/ 137 h 828"/>
              <a:gd name="T20" fmla="*/ 1648 w 2883"/>
              <a:gd name="T21" fmla="*/ 0 h 828"/>
              <a:gd name="T22" fmla="*/ 460 w 2883"/>
              <a:gd name="T23" fmla="*/ 0 h 828"/>
              <a:gd name="T24" fmla="*/ 460 w 2883"/>
              <a:gd name="T25" fmla="*/ 0 h 828"/>
              <a:gd name="T26" fmla="*/ 322 w 2883"/>
              <a:gd name="T27" fmla="*/ 137 h 828"/>
              <a:gd name="T28" fmla="*/ 322 w 2883"/>
              <a:gd name="T29" fmla="*/ 137 h 828"/>
              <a:gd name="T30" fmla="*/ 460 w 2883"/>
              <a:gd name="T31" fmla="*/ 275 h 828"/>
              <a:gd name="T32" fmla="*/ 699 w 2883"/>
              <a:gd name="T33" fmla="*/ 275 h 828"/>
              <a:gd name="T34" fmla="*/ 707 w 2883"/>
              <a:gd name="T35" fmla="*/ 275 h 828"/>
              <a:gd name="T36" fmla="*/ 707 w 2883"/>
              <a:gd name="T37" fmla="*/ 275 h 828"/>
              <a:gd name="T38" fmla="*/ 845 w 2883"/>
              <a:gd name="T39" fmla="*/ 413 h 828"/>
              <a:gd name="T40" fmla="*/ 845 w 2883"/>
              <a:gd name="T41" fmla="*/ 413 h 828"/>
              <a:gd name="T42" fmla="*/ 709 w 2883"/>
              <a:gd name="T43" fmla="*/ 551 h 828"/>
              <a:gd name="T44" fmla="*/ 138 w 2883"/>
              <a:gd name="T45" fmla="*/ 551 h 828"/>
              <a:gd name="T46" fmla="*/ 138 w 2883"/>
              <a:gd name="T47" fmla="*/ 551 h 828"/>
              <a:gd name="T48" fmla="*/ 0 w 2883"/>
              <a:gd name="T49" fmla="*/ 689 h 828"/>
              <a:gd name="T50" fmla="*/ 0 w 2883"/>
              <a:gd name="T51" fmla="*/ 689 h 828"/>
              <a:gd name="T52" fmla="*/ 138 w 2883"/>
              <a:gd name="T53" fmla="*/ 827 h 828"/>
              <a:gd name="T54" fmla="*/ 2744 w 2883"/>
              <a:gd name="T55" fmla="*/ 827 h 828"/>
              <a:gd name="T56" fmla="*/ 2744 w 2883"/>
              <a:gd name="T57" fmla="*/ 827 h 828"/>
              <a:gd name="T58" fmla="*/ 2882 w 2883"/>
              <a:gd name="T59" fmla="*/ 689 h 828"/>
              <a:gd name="T60" fmla="*/ 2882 w 2883"/>
              <a:gd name="T61" fmla="*/ 689 h 828"/>
              <a:gd name="T62" fmla="*/ 2744 w 2883"/>
              <a:gd name="T63" fmla="*/ 551 h 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883" h="828">
                <a:moveTo>
                  <a:pt x="2744" y="551"/>
                </a:moveTo>
                <a:lnTo>
                  <a:pt x="1449" y="551"/>
                </a:lnTo>
                <a:lnTo>
                  <a:pt x="1449" y="551"/>
                </a:lnTo>
                <a:cubicBezTo>
                  <a:pt x="1374" y="550"/>
                  <a:pt x="1313" y="489"/>
                  <a:pt x="1313" y="413"/>
                </a:cubicBezTo>
                <a:lnTo>
                  <a:pt x="1313" y="413"/>
                </a:lnTo>
                <a:cubicBezTo>
                  <a:pt x="1313" y="337"/>
                  <a:pt x="1375" y="275"/>
                  <a:pt x="1451" y="275"/>
                </a:cubicBezTo>
                <a:lnTo>
                  <a:pt x="1648" y="275"/>
                </a:lnTo>
                <a:lnTo>
                  <a:pt x="1648" y="275"/>
                </a:lnTo>
                <a:cubicBezTo>
                  <a:pt x="1724" y="275"/>
                  <a:pt x="1786" y="214"/>
                  <a:pt x="1786" y="137"/>
                </a:cubicBezTo>
                <a:lnTo>
                  <a:pt x="1786" y="137"/>
                </a:lnTo>
                <a:cubicBezTo>
                  <a:pt x="1786" y="61"/>
                  <a:pt x="1724" y="0"/>
                  <a:pt x="1648" y="0"/>
                </a:cubicBezTo>
                <a:lnTo>
                  <a:pt x="460" y="0"/>
                </a:lnTo>
                <a:lnTo>
                  <a:pt x="460" y="0"/>
                </a:lnTo>
                <a:cubicBezTo>
                  <a:pt x="384" y="0"/>
                  <a:pt x="322" y="61"/>
                  <a:pt x="322" y="137"/>
                </a:cubicBezTo>
                <a:lnTo>
                  <a:pt x="322" y="137"/>
                </a:lnTo>
                <a:cubicBezTo>
                  <a:pt x="322" y="214"/>
                  <a:pt x="384" y="275"/>
                  <a:pt x="460" y="275"/>
                </a:cubicBezTo>
                <a:lnTo>
                  <a:pt x="699" y="275"/>
                </a:lnTo>
                <a:lnTo>
                  <a:pt x="707" y="275"/>
                </a:lnTo>
                <a:lnTo>
                  <a:pt x="707" y="275"/>
                </a:lnTo>
                <a:cubicBezTo>
                  <a:pt x="783" y="275"/>
                  <a:pt x="845" y="337"/>
                  <a:pt x="845" y="413"/>
                </a:cubicBezTo>
                <a:lnTo>
                  <a:pt x="845" y="413"/>
                </a:lnTo>
                <a:cubicBezTo>
                  <a:pt x="845" y="489"/>
                  <a:pt x="784" y="550"/>
                  <a:pt x="709" y="551"/>
                </a:cubicBezTo>
                <a:lnTo>
                  <a:pt x="138" y="551"/>
                </a:lnTo>
                <a:lnTo>
                  <a:pt x="138" y="551"/>
                </a:lnTo>
                <a:cubicBezTo>
                  <a:pt x="62" y="551"/>
                  <a:pt x="0" y="613"/>
                  <a:pt x="0" y="689"/>
                </a:cubicBezTo>
                <a:lnTo>
                  <a:pt x="0" y="689"/>
                </a:lnTo>
                <a:cubicBezTo>
                  <a:pt x="0" y="765"/>
                  <a:pt x="62" y="827"/>
                  <a:pt x="138" y="827"/>
                </a:cubicBezTo>
                <a:lnTo>
                  <a:pt x="2744" y="827"/>
                </a:lnTo>
                <a:lnTo>
                  <a:pt x="2744" y="827"/>
                </a:lnTo>
                <a:cubicBezTo>
                  <a:pt x="2820" y="827"/>
                  <a:pt x="2882" y="765"/>
                  <a:pt x="2882" y="689"/>
                </a:cubicBezTo>
                <a:lnTo>
                  <a:pt x="2882" y="689"/>
                </a:lnTo>
                <a:cubicBezTo>
                  <a:pt x="2882" y="613"/>
                  <a:pt x="2820" y="551"/>
                  <a:pt x="2744" y="551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EFF6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132">
            <a:extLst>
              <a:ext uri="{FF2B5EF4-FFF2-40B4-BE49-F238E27FC236}">
                <a16:creationId xmlns:a16="http://schemas.microsoft.com/office/drawing/2014/main" id="{DB3701D3-BD16-1E4A-B752-025F1DDE9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0644" y="8813528"/>
            <a:ext cx="1576506" cy="1576506"/>
          </a:xfrm>
          <a:custGeom>
            <a:avLst/>
            <a:gdLst>
              <a:gd name="T0" fmla="*/ 1265 w 1266"/>
              <a:gd name="T1" fmla="*/ 631 h 1265"/>
              <a:gd name="T2" fmla="*/ 1265 w 1266"/>
              <a:gd name="T3" fmla="*/ 631 h 1265"/>
              <a:gd name="T4" fmla="*/ 633 w 1266"/>
              <a:gd name="T5" fmla="*/ 1264 h 1265"/>
              <a:gd name="T6" fmla="*/ 633 w 1266"/>
              <a:gd name="T7" fmla="*/ 1264 h 1265"/>
              <a:gd name="T8" fmla="*/ 0 w 1266"/>
              <a:gd name="T9" fmla="*/ 631 h 1265"/>
              <a:gd name="T10" fmla="*/ 0 w 1266"/>
              <a:gd name="T11" fmla="*/ 631 h 1265"/>
              <a:gd name="T12" fmla="*/ 633 w 1266"/>
              <a:gd name="T13" fmla="*/ 0 h 1265"/>
              <a:gd name="T14" fmla="*/ 633 w 1266"/>
              <a:gd name="T15" fmla="*/ 0 h 1265"/>
              <a:gd name="T16" fmla="*/ 1265 w 1266"/>
              <a:gd name="T17" fmla="*/ 631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6" h="1265">
                <a:moveTo>
                  <a:pt x="1265" y="631"/>
                </a:moveTo>
                <a:lnTo>
                  <a:pt x="1265" y="631"/>
                </a:lnTo>
                <a:cubicBezTo>
                  <a:pt x="1265" y="980"/>
                  <a:pt x="982" y="1264"/>
                  <a:pt x="633" y="1264"/>
                </a:cubicBezTo>
                <a:lnTo>
                  <a:pt x="633" y="1264"/>
                </a:lnTo>
                <a:cubicBezTo>
                  <a:pt x="284" y="1264"/>
                  <a:pt x="0" y="980"/>
                  <a:pt x="0" y="631"/>
                </a:cubicBezTo>
                <a:lnTo>
                  <a:pt x="0" y="631"/>
                </a:lnTo>
                <a:cubicBezTo>
                  <a:pt x="0" y="282"/>
                  <a:pt x="284" y="0"/>
                  <a:pt x="633" y="0"/>
                </a:cubicBezTo>
                <a:lnTo>
                  <a:pt x="633" y="0"/>
                </a:lnTo>
                <a:cubicBezTo>
                  <a:pt x="982" y="0"/>
                  <a:pt x="1265" y="282"/>
                  <a:pt x="1265" y="631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133">
            <a:extLst>
              <a:ext uri="{FF2B5EF4-FFF2-40B4-BE49-F238E27FC236}">
                <a16:creationId xmlns:a16="http://schemas.microsoft.com/office/drawing/2014/main" id="{C4306225-01B4-8644-85FE-359E90584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4235" y="8813528"/>
            <a:ext cx="1576506" cy="1576506"/>
          </a:xfrm>
          <a:custGeom>
            <a:avLst/>
            <a:gdLst>
              <a:gd name="T0" fmla="*/ 1264 w 1265"/>
              <a:gd name="T1" fmla="*/ 631 h 1265"/>
              <a:gd name="T2" fmla="*/ 1264 w 1265"/>
              <a:gd name="T3" fmla="*/ 631 h 1265"/>
              <a:gd name="T4" fmla="*/ 632 w 1265"/>
              <a:gd name="T5" fmla="*/ 1264 h 1265"/>
              <a:gd name="T6" fmla="*/ 632 w 1265"/>
              <a:gd name="T7" fmla="*/ 1264 h 1265"/>
              <a:gd name="T8" fmla="*/ 0 w 1265"/>
              <a:gd name="T9" fmla="*/ 631 h 1265"/>
              <a:gd name="T10" fmla="*/ 0 w 1265"/>
              <a:gd name="T11" fmla="*/ 631 h 1265"/>
              <a:gd name="T12" fmla="*/ 632 w 1265"/>
              <a:gd name="T13" fmla="*/ 0 h 1265"/>
              <a:gd name="T14" fmla="*/ 632 w 1265"/>
              <a:gd name="T15" fmla="*/ 0 h 1265"/>
              <a:gd name="T16" fmla="*/ 1264 w 1265"/>
              <a:gd name="T17" fmla="*/ 631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5" h="1265">
                <a:moveTo>
                  <a:pt x="1264" y="631"/>
                </a:moveTo>
                <a:lnTo>
                  <a:pt x="1264" y="631"/>
                </a:lnTo>
                <a:cubicBezTo>
                  <a:pt x="1264" y="980"/>
                  <a:pt x="981" y="1264"/>
                  <a:pt x="632" y="1264"/>
                </a:cubicBezTo>
                <a:lnTo>
                  <a:pt x="632" y="1264"/>
                </a:lnTo>
                <a:cubicBezTo>
                  <a:pt x="283" y="1264"/>
                  <a:pt x="0" y="980"/>
                  <a:pt x="0" y="631"/>
                </a:cubicBezTo>
                <a:lnTo>
                  <a:pt x="0" y="631"/>
                </a:lnTo>
                <a:cubicBezTo>
                  <a:pt x="0" y="282"/>
                  <a:pt x="283" y="0"/>
                  <a:pt x="632" y="0"/>
                </a:cubicBezTo>
                <a:lnTo>
                  <a:pt x="632" y="0"/>
                </a:lnTo>
                <a:cubicBezTo>
                  <a:pt x="981" y="0"/>
                  <a:pt x="1264" y="282"/>
                  <a:pt x="1264" y="631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134">
            <a:extLst>
              <a:ext uri="{FF2B5EF4-FFF2-40B4-BE49-F238E27FC236}">
                <a16:creationId xmlns:a16="http://schemas.microsoft.com/office/drawing/2014/main" id="{178D656D-D433-0C4E-A8A6-AFBEF2036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7825" y="8813528"/>
            <a:ext cx="1576506" cy="1576506"/>
          </a:xfrm>
          <a:custGeom>
            <a:avLst/>
            <a:gdLst>
              <a:gd name="T0" fmla="*/ 1263 w 1264"/>
              <a:gd name="T1" fmla="*/ 631 h 1265"/>
              <a:gd name="T2" fmla="*/ 1263 w 1264"/>
              <a:gd name="T3" fmla="*/ 631 h 1265"/>
              <a:gd name="T4" fmla="*/ 631 w 1264"/>
              <a:gd name="T5" fmla="*/ 1264 h 1265"/>
              <a:gd name="T6" fmla="*/ 631 w 1264"/>
              <a:gd name="T7" fmla="*/ 1264 h 1265"/>
              <a:gd name="T8" fmla="*/ 0 w 1264"/>
              <a:gd name="T9" fmla="*/ 631 h 1265"/>
              <a:gd name="T10" fmla="*/ 0 w 1264"/>
              <a:gd name="T11" fmla="*/ 631 h 1265"/>
              <a:gd name="T12" fmla="*/ 631 w 1264"/>
              <a:gd name="T13" fmla="*/ 0 h 1265"/>
              <a:gd name="T14" fmla="*/ 631 w 1264"/>
              <a:gd name="T15" fmla="*/ 0 h 1265"/>
              <a:gd name="T16" fmla="*/ 1263 w 1264"/>
              <a:gd name="T17" fmla="*/ 631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4" h="1265">
                <a:moveTo>
                  <a:pt x="1263" y="631"/>
                </a:moveTo>
                <a:lnTo>
                  <a:pt x="1263" y="631"/>
                </a:lnTo>
                <a:cubicBezTo>
                  <a:pt x="1263" y="980"/>
                  <a:pt x="979" y="1264"/>
                  <a:pt x="631" y="1264"/>
                </a:cubicBezTo>
                <a:lnTo>
                  <a:pt x="631" y="1264"/>
                </a:lnTo>
                <a:cubicBezTo>
                  <a:pt x="283" y="1264"/>
                  <a:pt x="0" y="980"/>
                  <a:pt x="0" y="631"/>
                </a:cubicBezTo>
                <a:lnTo>
                  <a:pt x="0" y="631"/>
                </a:lnTo>
                <a:cubicBezTo>
                  <a:pt x="0" y="282"/>
                  <a:pt x="283" y="0"/>
                  <a:pt x="631" y="0"/>
                </a:cubicBezTo>
                <a:lnTo>
                  <a:pt x="631" y="0"/>
                </a:lnTo>
                <a:cubicBezTo>
                  <a:pt x="979" y="0"/>
                  <a:pt x="1263" y="282"/>
                  <a:pt x="1263" y="631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135">
            <a:extLst>
              <a:ext uri="{FF2B5EF4-FFF2-40B4-BE49-F238E27FC236}">
                <a16:creationId xmlns:a16="http://schemas.microsoft.com/office/drawing/2014/main" id="{7E00DA71-4F52-564F-854B-DAA87709C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430" y="9187055"/>
            <a:ext cx="444935" cy="829452"/>
          </a:xfrm>
          <a:custGeom>
            <a:avLst/>
            <a:gdLst>
              <a:gd name="T0" fmla="*/ 266 w 356"/>
              <a:gd name="T1" fmla="*/ 0 h 664"/>
              <a:gd name="T2" fmla="*/ 266 w 356"/>
              <a:gd name="T3" fmla="*/ 0 h 664"/>
              <a:gd name="T4" fmla="*/ 118 w 356"/>
              <a:gd name="T5" fmla="*/ 162 h 664"/>
              <a:gd name="T6" fmla="*/ 118 w 356"/>
              <a:gd name="T7" fmla="*/ 260 h 664"/>
              <a:gd name="T8" fmla="*/ 0 w 356"/>
              <a:gd name="T9" fmla="*/ 260 h 664"/>
              <a:gd name="T10" fmla="*/ 0 w 356"/>
              <a:gd name="T11" fmla="*/ 379 h 664"/>
              <a:gd name="T12" fmla="*/ 118 w 356"/>
              <a:gd name="T13" fmla="*/ 379 h 664"/>
              <a:gd name="T14" fmla="*/ 118 w 356"/>
              <a:gd name="T15" fmla="*/ 663 h 664"/>
              <a:gd name="T16" fmla="*/ 237 w 356"/>
              <a:gd name="T17" fmla="*/ 663 h 664"/>
              <a:gd name="T18" fmla="*/ 237 w 356"/>
              <a:gd name="T19" fmla="*/ 379 h 664"/>
              <a:gd name="T20" fmla="*/ 331 w 356"/>
              <a:gd name="T21" fmla="*/ 379 h 664"/>
              <a:gd name="T22" fmla="*/ 355 w 356"/>
              <a:gd name="T23" fmla="*/ 260 h 664"/>
              <a:gd name="T24" fmla="*/ 237 w 356"/>
              <a:gd name="T25" fmla="*/ 260 h 664"/>
              <a:gd name="T26" fmla="*/ 237 w 356"/>
              <a:gd name="T27" fmla="*/ 182 h 664"/>
              <a:gd name="T28" fmla="*/ 237 w 356"/>
              <a:gd name="T29" fmla="*/ 182 h 664"/>
              <a:gd name="T30" fmla="*/ 290 w 356"/>
              <a:gd name="T31" fmla="*/ 119 h 664"/>
              <a:gd name="T32" fmla="*/ 355 w 356"/>
              <a:gd name="T33" fmla="*/ 119 h 664"/>
              <a:gd name="T34" fmla="*/ 355 w 356"/>
              <a:gd name="T35" fmla="*/ 5 h 664"/>
              <a:gd name="T36" fmla="*/ 355 w 356"/>
              <a:gd name="T37" fmla="*/ 5 h 664"/>
              <a:gd name="T38" fmla="*/ 266 w 356"/>
              <a:gd name="T39" fmla="*/ 0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6" h="664">
                <a:moveTo>
                  <a:pt x="266" y="0"/>
                </a:moveTo>
                <a:lnTo>
                  <a:pt x="266" y="0"/>
                </a:lnTo>
                <a:cubicBezTo>
                  <a:pt x="173" y="0"/>
                  <a:pt x="118" y="49"/>
                  <a:pt x="118" y="162"/>
                </a:cubicBezTo>
                <a:lnTo>
                  <a:pt x="118" y="260"/>
                </a:lnTo>
                <a:lnTo>
                  <a:pt x="0" y="260"/>
                </a:lnTo>
                <a:lnTo>
                  <a:pt x="0" y="379"/>
                </a:lnTo>
                <a:lnTo>
                  <a:pt x="118" y="379"/>
                </a:lnTo>
                <a:lnTo>
                  <a:pt x="118" y="663"/>
                </a:lnTo>
                <a:lnTo>
                  <a:pt x="237" y="663"/>
                </a:lnTo>
                <a:lnTo>
                  <a:pt x="237" y="379"/>
                </a:lnTo>
                <a:lnTo>
                  <a:pt x="331" y="379"/>
                </a:lnTo>
                <a:lnTo>
                  <a:pt x="355" y="260"/>
                </a:lnTo>
                <a:lnTo>
                  <a:pt x="237" y="260"/>
                </a:lnTo>
                <a:lnTo>
                  <a:pt x="237" y="182"/>
                </a:lnTo>
                <a:lnTo>
                  <a:pt x="237" y="182"/>
                </a:lnTo>
                <a:cubicBezTo>
                  <a:pt x="237" y="139"/>
                  <a:pt x="250" y="119"/>
                  <a:pt x="290" y="119"/>
                </a:cubicBezTo>
                <a:lnTo>
                  <a:pt x="355" y="119"/>
                </a:lnTo>
                <a:lnTo>
                  <a:pt x="355" y="5"/>
                </a:lnTo>
                <a:lnTo>
                  <a:pt x="355" y="5"/>
                </a:lnTo>
                <a:cubicBezTo>
                  <a:pt x="344" y="4"/>
                  <a:pt x="311" y="0"/>
                  <a:pt x="266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136">
            <a:extLst>
              <a:ext uri="{FF2B5EF4-FFF2-40B4-BE49-F238E27FC236}">
                <a16:creationId xmlns:a16="http://schemas.microsoft.com/office/drawing/2014/main" id="{B48DDC6E-0A66-D14C-996C-4D198DD5E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187" y="9313397"/>
            <a:ext cx="708601" cy="576768"/>
          </a:xfrm>
          <a:custGeom>
            <a:avLst/>
            <a:gdLst>
              <a:gd name="T0" fmla="*/ 568 w 569"/>
              <a:gd name="T1" fmla="*/ 54 h 462"/>
              <a:gd name="T2" fmla="*/ 568 w 569"/>
              <a:gd name="T3" fmla="*/ 54 h 462"/>
              <a:gd name="T4" fmla="*/ 501 w 569"/>
              <a:gd name="T5" fmla="*/ 72 h 462"/>
              <a:gd name="T6" fmla="*/ 501 w 569"/>
              <a:gd name="T7" fmla="*/ 72 h 462"/>
              <a:gd name="T8" fmla="*/ 553 w 569"/>
              <a:gd name="T9" fmla="*/ 8 h 462"/>
              <a:gd name="T10" fmla="*/ 553 w 569"/>
              <a:gd name="T11" fmla="*/ 8 h 462"/>
              <a:gd name="T12" fmla="*/ 478 w 569"/>
              <a:gd name="T13" fmla="*/ 36 h 462"/>
              <a:gd name="T14" fmla="*/ 478 w 569"/>
              <a:gd name="T15" fmla="*/ 36 h 462"/>
              <a:gd name="T16" fmla="*/ 393 w 569"/>
              <a:gd name="T17" fmla="*/ 0 h 462"/>
              <a:gd name="T18" fmla="*/ 393 w 569"/>
              <a:gd name="T19" fmla="*/ 0 h 462"/>
              <a:gd name="T20" fmla="*/ 277 w 569"/>
              <a:gd name="T21" fmla="*/ 116 h 462"/>
              <a:gd name="T22" fmla="*/ 277 w 569"/>
              <a:gd name="T23" fmla="*/ 116 h 462"/>
              <a:gd name="T24" fmla="*/ 280 w 569"/>
              <a:gd name="T25" fmla="*/ 143 h 462"/>
              <a:gd name="T26" fmla="*/ 280 w 569"/>
              <a:gd name="T27" fmla="*/ 143 h 462"/>
              <a:gd name="T28" fmla="*/ 40 w 569"/>
              <a:gd name="T29" fmla="*/ 21 h 462"/>
              <a:gd name="T30" fmla="*/ 40 w 569"/>
              <a:gd name="T31" fmla="*/ 21 h 462"/>
              <a:gd name="T32" fmla="*/ 24 w 569"/>
              <a:gd name="T33" fmla="*/ 80 h 462"/>
              <a:gd name="T34" fmla="*/ 24 w 569"/>
              <a:gd name="T35" fmla="*/ 80 h 462"/>
              <a:gd name="T36" fmla="*/ 76 w 569"/>
              <a:gd name="T37" fmla="*/ 176 h 462"/>
              <a:gd name="T38" fmla="*/ 76 w 569"/>
              <a:gd name="T39" fmla="*/ 176 h 462"/>
              <a:gd name="T40" fmla="*/ 23 w 569"/>
              <a:gd name="T41" fmla="*/ 162 h 462"/>
              <a:gd name="T42" fmla="*/ 23 w 569"/>
              <a:gd name="T43" fmla="*/ 164 h 462"/>
              <a:gd name="T44" fmla="*/ 23 w 569"/>
              <a:gd name="T45" fmla="*/ 164 h 462"/>
              <a:gd name="T46" fmla="*/ 116 w 569"/>
              <a:gd name="T47" fmla="*/ 277 h 462"/>
              <a:gd name="T48" fmla="*/ 116 w 569"/>
              <a:gd name="T49" fmla="*/ 277 h 462"/>
              <a:gd name="T50" fmla="*/ 86 w 569"/>
              <a:gd name="T51" fmla="*/ 282 h 462"/>
              <a:gd name="T52" fmla="*/ 86 w 569"/>
              <a:gd name="T53" fmla="*/ 282 h 462"/>
              <a:gd name="T54" fmla="*/ 64 w 569"/>
              <a:gd name="T55" fmla="*/ 280 h 462"/>
              <a:gd name="T56" fmla="*/ 64 w 569"/>
              <a:gd name="T57" fmla="*/ 280 h 462"/>
              <a:gd name="T58" fmla="*/ 173 w 569"/>
              <a:gd name="T59" fmla="*/ 360 h 462"/>
              <a:gd name="T60" fmla="*/ 173 w 569"/>
              <a:gd name="T61" fmla="*/ 360 h 462"/>
              <a:gd name="T62" fmla="*/ 28 w 569"/>
              <a:gd name="T63" fmla="*/ 411 h 462"/>
              <a:gd name="T64" fmla="*/ 28 w 569"/>
              <a:gd name="T65" fmla="*/ 411 h 462"/>
              <a:gd name="T66" fmla="*/ 0 w 569"/>
              <a:gd name="T67" fmla="*/ 409 h 462"/>
              <a:gd name="T68" fmla="*/ 0 w 569"/>
              <a:gd name="T69" fmla="*/ 409 h 462"/>
              <a:gd name="T70" fmla="*/ 179 w 569"/>
              <a:gd name="T71" fmla="*/ 461 h 462"/>
              <a:gd name="T72" fmla="*/ 179 w 569"/>
              <a:gd name="T73" fmla="*/ 461 h 462"/>
              <a:gd name="T74" fmla="*/ 510 w 569"/>
              <a:gd name="T75" fmla="*/ 130 h 462"/>
              <a:gd name="T76" fmla="*/ 510 w 569"/>
              <a:gd name="T77" fmla="*/ 130 h 462"/>
              <a:gd name="T78" fmla="*/ 510 w 569"/>
              <a:gd name="T79" fmla="*/ 115 h 462"/>
              <a:gd name="T80" fmla="*/ 510 w 569"/>
              <a:gd name="T81" fmla="*/ 115 h 462"/>
              <a:gd name="T82" fmla="*/ 568 w 569"/>
              <a:gd name="T83" fmla="*/ 54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69" h="462">
                <a:moveTo>
                  <a:pt x="568" y="54"/>
                </a:moveTo>
                <a:lnTo>
                  <a:pt x="568" y="54"/>
                </a:lnTo>
                <a:cubicBezTo>
                  <a:pt x="547" y="63"/>
                  <a:pt x="525" y="70"/>
                  <a:pt x="501" y="72"/>
                </a:cubicBezTo>
                <a:lnTo>
                  <a:pt x="501" y="72"/>
                </a:lnTo>
                <a:cubicBezTo>
                  <a:pt x="525" y="59"/>
                  <a:pt x="544" y="35"/>
                  <a:pt x="553" y="8"/>
                </a:cubicBezTo>
                <a:lnTo>
                  <a:pt x="553" y="8"/>
                </a:lnTo>
                <a:cubicBezTo>
                  <a:pt x="530" y="22"/>
                  <a:pt x="505" y="31"/>
                  <a:pt x="478" y="36"/>
                </a:cubicBezTo>
                <a:lnTo>
                  <a:pt x="478" y="36"/>
                </a:lnTo>
                <a:cubicBezTo>
                  <a:pt x="457" y="14"/>
                  <a:pt x="427" y="0"/>
                  <a:pt x="393" y="0"/>
                </a:cubicBezTo>
                <a:lnTo>
                  <a:pt x="393" y="0"/>
                </a:lnTo>
                <a:cubicBezTo>
                  <a:pt x="329" y="0"/>
                  <a:pt x="277" y="52"/>
                  <a:pt x="277" y="116"/>
                </a:cubicBezTo>
                <a:lnTo>
                  <a:pt x="277" y="116"/>
                </a:lnTo>
                <a:cubicBezTo>
                  <a:pt x="277" y="125"/>
                  <a:pt x="278" y="134"/>
                  <a:pt x="280" y="143"/>
                </a:cubicBezTo>
                <a:lnTo>
                  <a:pt x="280" y="143"/>
                </a:lnTo>
                <a:cubicBezTo>
                  <a:pt x="183" y="138"/>
                  <a:pt x="97" y="91"/>
                  <a:pt x="40" y="21"/>
                </a:cubicBezTo>
                <a:lnTo>
                  <a:pt x="40" y="21"/>
                </a:lnTo>
                <a:cubicBezTo>
                  <a:pt x="30" y="38"/>
                  <a:pt x="24" y="59"/>
                  <a:pt x="24" y="80"/>
                </a:cubicBezTo>
                <a:lnTo>
                  <a:pt x="24" y="80"/>
                </a:lnTo>
                <a:cubicBezTo>
                  <a:pt x="24" y="120"/>
                  <a:pt x="44" y="156"/>
                  <a:pt x="76" y="176"/>
                </a:cubicBezTo>
                <a:lnTo>
                  <a:pt x="76" y="176"/>
                </a:lnTo>
                <a:cubicBezTo>
                  <a:pt x="56" y="176"/>
                  <a:pt x="39" y="171"/>
                  <a:pt x="23" y="162"/>
                </a:cubicBezTo>
                <a:lnTo>
                  <a:pt x="23" y="164"/>
                </a:lnTo>
                <a:lnTo>
                  <a:pt x="23" y="164"/>
                </a:lnTo>
                <a:cubicBezTo>
                  <a:pt x="23" y="220"/>
                  <a:pt x="63" y="267"/>
                  <a:pt x="116" y="277"/>
                </a:cubicBezTo>
                <a:lnTo>
                  <a:pt x="116" y="277"/>
                </a:lnTo>
                <a:cubicBezTo>
                  <a:pt x="107" y="280"/>
                  <a:pt x="96" y="282"/>
                  <a:pt x="86" y="282"/>
                </a:cubicBezTo>
                <a:lnTo>
                  <a:pt x="86" y="282"/>
                </a:lnTo>
                <a:cubicBezTo>
                  <a:pt x="78" y="282"/>
                  <a:pt x="71" y="281"/>
                  <a:pt x="64" y="280"/>
                </a:cubicBezTo>
                <a:lnTo>
                  <a:pt x="64" y="280"/>
                </a:lnTo>
                <a:cubicBezTo>
                  <a:pt x="78" y="326"/>
                  <a:pt x="122" y="359"/>
                  <a:pt x="173" y="360"/>
                </a:cubicBezTo>
                <a:lnTo>
                  <a:pt x="173" y="360"/>
                </a:lnTo>
                <a:cubicBezTo>
                  <a:pt x="133" y="392"/>
                  <a:pt x="83" y="411"/>
                  <a:pt x="28" y="411"/>
                </a:cubicBezTo>
                <a:lnTo>
                  <a:pt x="28" y="411"/>
                </a:lnTo>
                <a:cubicBezTo>
                  <a:pt x="19" y="411"/>
                  <a:pt x="9" y="410"/>
                  <a:pt x="0" y="409"/>
                </a:cubicBezTo>
                <a:lnTo>
                  <a:pt x="0" y="409"/>
                </a:lnTo>
                <a:cubicBezTo>
                  <a:pt x="52" y="442"/>
                  <a:pt x="113" y="461"/>
                  <a:pt x="179" y="461"/>
                </a:cubicBezTo>
                <a:lnTo>
                  <a:pt x="179" y="461"/>
                </a:lnTo>
                <a:cubicBezTo>
                  <a:pt x="393" y="461"/>
                  <a:pt x="510" y="283"/>
                  <a:pt x="510" y="130"/>
                </a:cubicBezTo>
                <a:lnTo>
                  <a:pt x="510" y="130"/>
                </a:lnTo>
                <a:cubicBezTo>
                  <a:pt x="510" y="124"/>
                  <a:pt x="510" y="120"/>
                  <a:pt x="510" y="115"/>
                </a:cubicBezTo>
                <a:lnTo>
                  <a:pt x="510" y="115"/>
                </a:lnTo>
                <a:cubicBezTo>
                  <a:pt x="533" y="98"/>
                  <a:pt x="553" y="77"/>
                  <a:pt x="568" y="5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137">
            <a:extLst>
              <a:ext uri="{FF2B5EF4-FFF2-40B4-BE49-F238E27FC236}">
                <a16:creationId xmlns:a16="http://schemas.microsoft.com/office/drawing/2014/main" id="{4E9E9DB1-1156-7344-804C-F7154A566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31777" y="9247481"/>
            <a:ext cx="708601" cy="714096"/>
          </a:xfrm>
          <a:custGeom>
            <a:avLst/>
            <a:gdLst>
              <a:gd name="T0" fmla="*/ 413 w 569"/>
              <a:gd name="T1" fmla="*/ 342 h 572"/>
              <a:gd name="T2" fmla="*/ 365 w 569"/>
              <a:gd name="T3" fmla="*/ 319 h 572"/>
              <a:gd name="T4" fmla="*/ 349 w 569"/>
              <a:gd name="T5" fmla="*/ 322 h 572"/>
              <a:gd name="T6" fmla="*/ 327 w 569"/>
              <a:gd name="T7" fmla="*/ 350 h 572"/>
              <a:gd name="T8" fmla="*/ 312 w 569"/>
              <a:gd name="T9" fmla="*/ 352 h 572"/>
              <a:gd name="T10" fmla="*/ 256 w 569"/>
              <a:gd name="T11" fmla="*/ 317 h 572"/>
              <a:gd name="T12" fmla="*/ 216 w 569"/>
              <a:gd name="T13" fmla="*/ 268 h 572"/>
              <a:gd name="T14" fmla="*/ 219 w 569"/>
              <a:gd name="T15" fmla="*/ 253 h 572"/>
              <a:gd name="T16" fmla="*/ 230 w 569"/>
              <a:gd name="T17" fmla="*/ 241 h 572"/>
              <a:gd name="T18" fmla="*/ 237 w 569"/>
              <a:gd name="T19" fmla="*/ 230 h 572"/>
              <a:gd name="T20" fmla="*/ 236 w 569"/>
              <a:gd name="T21" fmla="*/ 217 h 572"/>
              <a:gd name="T22" fmla="*/ 215 w 569"/>
              <a:gd name="T23" fmla="*/ 165 h 572"/>
              <a:gd name="T24" fmla="*/ 199 w 569"/>
              <a:gd name="T25" fmla="*/ 153 h 572"/>
              <a:gd name="T26" fmla="*/ 186 w 569"/>
              <a:gd name="T27" fmla="*/ 153 h 572"/>
              <a:gd name="T28" fmla="*/ 167 w 569"/>
              <a:gd name="T29" fmla="*/ 161 h 572"/>
              <a:gd name="T30" fmla="*/ 142 w 569"/>
              <a:gd name="T31" fmla="*/ 220 h 572"/>
              <a:gd name="T32" fmla="*/ 171 w 569"/>
              <a:gd name="T33" fmla="*/ 293 h 572"/>
              <a:gd name="T34" fmla="*/ 292 w 569"/>
              <a:gd name="T35" fmla="*/ 400 h 572"/>
              <a:gd name="T36" fmla="*/ 331 w 569"/>
              <a:gd name="T37" fmla="*/ 415 h 572"/>
              <a:gd name="T38" fmla="*/ 376 w 569"/>
              <a:gd name="T39" fmla="*/ 418 h 572"/>
              <a:gd name="T40" fmla="*/ 423 w 569"/>
              <a:gd name="T41" fmla="*/ 384 h 572"/>
              <a:gd name="T42" fmla="*/ 427 w 569"/>
              <a:gd name="T43" fmla="*/ 350 h 572"/>
              <a:gd name="T44" fmla="*/ 286 w 569"/>
              <a:gd name="T45" fmla="*/ 518 h 572"/>
              <a:gd name="T46" fmla="*/ 286 w 569"/>
              <a:gd name="T47" fmla="*/ 518 h 572"/>
              <a:gd name="T48" fmla="*/ 158 w 569"/>
              <a:gd name="T49" fmla="*/ 480 h 572"/>
              <a:gd name="T50" fmla="*/ 92 w 569"/>
              <a:gd name="T51" fmla="*/ 417 h 572"/>
              <a:gd name="T52" fmla="*/ 87 w 569"/>
              <a:gd name="T53" fmla="*/ 408 h 572"/>
              <a:gd name="T54" fmla="*/ 51 w 569"/>
              <a:gd name="T55" fmla="*/ 283 h 572"/>
              <a:gd name="T56" fmla="*/ 286 w 569"/>
              <a:gd name="T57" fmla="*/ 48 h 572"/>
              <a:gd name="T58" fmla="*/ 451 w 569"/>
              <a:gd name="T59" fmla="*/ 117 h 572"/>
              <a:gd name="T60" fmla="*/ 519 w 569"/>
              <a:gd name="T61" fmla="*/ 283 h 572"/>
              <a:gd name="T62" fmla="*/ 485 w 569"/>
              <a:gd name="T63" fmla="*/ 83 h 572"/>
              <a:gd name="T64" fmla="*/ 286 w 569"/>
              <a:gd name="T65" fmla="*/ 0 h 572"/>
              <a:gd name="T66" fmla="*/ 3 w 569"/>
              <a:gd name="T67" fmla="*/ 283 h 572"/>
              <a:gd name="T68" fmla="*/ 41 w 569"/>
              <a:gd name="T69" fmla="*/ 424 h 572"/>
              <a:gd name="T70" fmla="*/ 150 w 569"/>
              <a:gd name="T71" fmla="*/ 531 h 572"/>
              <a:gd name="T72" fmla="*/ 286 w 569"/>
              <a:gd name="T73" fmla="*/ 566 h 572"/>
              <a:gd name="T74" fmla="*/ 286 w 569"/>
              <a:gd name="T75" fmla="*/ 566 h 572"/>
              <a:gd name="T76" fmla="*/ 568 w 569"/>
              <a:gd name="T77" fmla="*/ 283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69" h="572">
                <a:moveTo>
                  <a:pt x="413" y="342"/>
                </a:moveTo>
                <a:lnTo>
                  <a:pt x="413" y="342"/>
                </a:lnTo>
                <a:cubicBezTo>
                  <a:pt x="407" y="338"/>
                  <a:pt x="372" y="321"/>
                  <a:pt x="365" y="319"/>
                </a:cubicBezTo>
                <a:lnTo>
                  <a:pt x="365" y="319"/>
                </a:lnTo>
                <a:cubicBezTo>
                  <a:pt x="359" y="316"/>
                  <a:pt x="354" y="316"/>
                  <a:pt x="349" y="322"/>
                </a:cubicBezTo>
                <a:lnTo>
                  <a:pt x="349" y="322"/>
                </a:lnTo>
                <a:cubicBezTo>
                  <a:pt x="344" y="330"/>
                  <a:pt x="331" y="346"/>
                  <a:pt x="327" y="350"/>
                </a:cubicBezTo>
                <a:lnTo>
                  <a:pt x="327" y="350"/>
                </a:lnTo>
                <a:cubicBezTo>
                  <a:pt x="323" y="355"/>
                  <a:pt x="319" y="356"/>
                  <a:pt x="312" y="352"/>
                </a:cubicBezTo>
                <a:lnTo>
                  <a:pt x="312" y="352"/>
                </a:lnTo>
                <a:cubicBezTo>
                  <a:pt x="305" y="348"/>
                  <a:pt x="283" y="341"/>
                  <a:pt x="256" y="317"/>
                </a:cubicBezTo>
                <a:lnTo>
                  <a:pt x="256" y="317"/>
                </a:lnTo>
                <a:cubicBezTo>
                  <a:pt x="235" y="298"/>
                  <a:pt x="221" y="275"/>
                  <a:pt x="216" y="268"/>
                </a:cubicBezTo>
                <a:lnTo>
                  <a:pt x="216" y="268"/>
                </a:lnTo>
                <a:cubicBezTo>
                  <a:pt x="213" y="261"/>
                  <a:pt x="216" y="257"/>
                  <a:pt x="219" y="253"/>
                </a:cubicBezTo>
                <a:lnTo>
                  <a:pt x="219" y="253"/>
                </a:lnTo>
                <a:cubicBezTo>
                  <a:pt x="223" y="251"/>
                  <a:pt x="227" y="246"/>
                  <a:pt x="230" y="241"/>
                </a:cubicBezTo>
                <a:lnTo>
                  <a:pt x="230" y="241"/>
                </a:lnTo>
                <a:cubicBezTo>
                  <a:pt x="234" y="237"/>
                  <a:pt x="235" y="235"/>
                  <a:pt x="237" y="230"/>
                </a:cubicBezTo>
                <a:lnTo>
                  <a:pt x="237" y="230"/>
                </a:lnTo>
                <a:cubicBezTo>
                  <a:pt x="240" y="225"/>
                  <a:pt x="239" y="220"/>
                  <a:pt x="236" y="217"/>
                </a:cubicBezTo>
                <a:lnTo>
                  <a:pt x="236" y="217"/>
                </a:lnTo>
                <a:cubicBezTo>
                  <a:pt x="235" y="214"/>
                  <a:pt x="221" y="179"/>
                  <a:pt x="215" y="165"/>
                </a:cubicBezTo>
                <a:lnTo>
                  <a:pt x="215" y="165"/>
                </a:lnTo>
                <a:cubicBezTo>
                  <a:pt x="209" y="151"/>
                  <a:pt x="204" y="153"/>
                  <a:pt x="199" y="153"/>
                </a:cubicBezTo>
                <a:lnTo>
                  <a:pt x="199" y="153"/>
                </a:lnTo>
                <a:cubicBezTo>
                  <a:pt x="195" y="153"/>
                  <a:pt x="190" y="153"/>
                  <a:pt x="186" y="153"/>
                </a:cubicBezTo>
                <a:lnTo>
                  <a:pt x="186" y="153"/>
                </a:lnTo>
                <a:cubicBezTo>
                  <a:pt x="181" y="153"/>
                  <a:pt x="173" y="154"/>
                  <a:pt x="167" y="161"/>
                </a:cubicBezTo>
                <a:lnTo>
                  <a:pt x="167" y="161"/>
                </a:lnTo>
                <a:cubicBezTo>
                  <a:pt x="160" y="168"/>
                  <a:pt x="142" y="185"/>
                  <a:pt x="142" y="220"/>
                </a:cubicBezTo>
                <a:lnTo>
                  <a:pt x="142" y="220"/>
                </a:lnTo>
                <a:cubicBezTo>
                  <a:pt x="142" y="255"/>
                  <a:pt x="167" y="288"/>
                  <a:pt x="171" y="293"/>
                </a:cubicBezTo>
                <a:lnTo>
                  <a:pt x="171" y="293"/>
                </a:lnTo>
                <a:cubicBezTo>
                  <a:pt x="174" y="298"/>
                  <a:pt x="221" y="369"/>
                  <a:pt x="292" y="400"/>
                </a:cubicBezTo>
                <a:lnTo>
                  <a:pt x="292" y="400"/>
                </a:lnTo>
                <a:cubicBezTo>
                  <a:pt x="308" y="407"/>
                  <a:pt x="321" y="411"/>
                  <a:pt x="331" y="415"/>
                </a:cubicBezTo>
                <a:lnTo>
                  <a:pt x="331" y="415"/>
                </a:lnTo>
                <a:cubicBezTo>
                  <a:pt x="348" y="420"/>
                  <a:pt x="363" y="419"/>
                  <a:pt x="376" y="418"/>
                </a:cubicBezTo>
                <a:lnTo>
                  <a:pt x="376" y="418"/>
                </a:lnTo>
                <a:cubicBezTo>
                  <a:pt x="389" y="415"/>
                  <a:pt x="417" y="400"/>
                  <a:pt x="423" y="384"/>
                </a:cubicBezTo>
                <a:lnTo>
                  <a:pt x="423" y="384"/>
                </a:lnTo>
                <a:cubicBezTo>
                  <a:pt x="429" y="367"/>
                  <a:pt x="429" y="353"/>
                  <a:pt x="427" y="350"/>
                </a:cubicBezTo>
                <a:lnTo>
                  <a:pt x="427" y="350"/>
                </a:lnTo>
                <a:cubicBezTo>
                  <a:pt x="425" y="347"/>
                  <a:pt x="421" y="346"/>
                  <a:pt x="413" y="342"/>
                </a:cubicBezTo>
                <a:close/>
                <a:moveTo>
                  <a:pt x="286" y="518"/>
                </a:moveTo>
                <a:lnTo>
                  <a:pt x="286" y="518"/>
                </a:lnTo>
                <a:lnTo>
                  <a:pt x="286" y="518"/>
                </a:lnTo>
                <a:cubicBezTo>
                  <a:pt x="243" y="518"/>
                  <a:pt x="202" y="507"/>
                  <a:pt x="166" y="485"/>
                </a:cubicBezTo>
                <a:lnTo>
                  <a:pt x="158" y="480"/>
                </a:lnTo>
                <a:lnTo>
                  <a:pt x="68" y="504"/>
                </a:lnTo>
                <a:lnTo>
                  <a:pt x="92" y="417"/>
                </a:lnTo>
                <a:lnTo>
                  <a:pt x="87" y="408"/>
                </a:lnTo>
                <a:lnTo>
                  <a:pt x="87" y="408"/>
                </a:lnTo>
                <a:cubicBezTo>
                  <a:pt x="63" y="370"/>
                  <a:pt x="51" y="327"/>
                  <a:pt x="51" y="283"/>
                </a:cubicBezTo>
                <a:lnTo>
                  <a:pt x="51" y="283"/>
                </a:lnTo>
                <a:cubicBezTo>
                  <a:pt x="51" y="153"/>
                  <a:pt x="156" y="48"/>
                  <a:pt x="286" y="48"/>
                </a:cubicBezTo>
                <a:lnTo>
                  <a:pt x="286" y="48"/>
                </a:lnTo>
                <a:cubicBezTo>
                  <a:pt x="348" y="48"/>
                  <a:pt x="407" y="73"/>
                  <a:pt x="451" y="117"/>
                </a:cubicBezTo>
                <a:lnTo>
                  <a:pt x="451" y="117"/>
                </a:lnTo>
                <a:cubicBezTo>
                  <a:pt x="496" y="161"/>
                  <a:pt x="519" y="220"/>
                  <a:pt x="519" y="283"/>
                </a:cubicBezTo>
                <a:lnTo>
                  <a:pt x="519" y="283"/>
                </a:lnTo>
                <a:cubicBezTo>
                  <a:pt x="519" y="413"/>
                  <a:pt x="414" y="518"/>
                  <a:pt x="286" y="518"/>
                </a:cubicBezTo>
                <a:close/>
                <a:moveTo>
                  <a:pt x="485" y="83"/>
                </a:moveTo>
                <a:lnTo>
                  <a:pt x="485" y="83"/>
                </a:lnTo>
                <a:cubicBezTo>
                  <a:pt x="431" y="30"/>
                  <a:pt x="360" y="0"/>
                  <a:pt x="286" y="0"/>
                </a:cubicBezTo>
                <a:lnTo>
                  <a:pt x="286" y="0"/>
                </a:lnTo>
                <a:cubicBezTo>
                  <a:pt x="130" y="0"/>
                  <a:pt x="3" y="127"/>
                  <a:pt x="3" y="283"/>
                </a:cubicBezTo>
                <a:lnTo>
                  <a:pt x="3" y="283"/>
                </a:lnTo>
                <a:cubicBezTo>
                  <a:pt x="3" y="332"/>
                  <a:pt x="16" y="381"/>
                  <a:pt x="41" y="424"/>
                </a:cubicBezTo>
                <a:lnTo>
                  <a:pt x="0" y="571"/>
                </a:lnTo>
                <a:lnTo>
                  <a:pt x="150" y="531"/>
                </a:lnTo>
                <a:lnTo>
                  <a:pt x="150" y="531"/>
                </a:lnTo>
                <a:cubicBezTo>
                  <a:pt x="192" y="554"/>
                  <a:pt x="239" y="565"/>
                  <a:pt x="286" y="566"/>
                </a:cubicBezTo>
                <a:lnTo>
                  <a:pt x="286" y="566"/>
                </a:lnTo>
                <a:lnTo>
                  <a:pt x="286" y="566"/>
                </a:lnTo>
                <a:cubicBezTo>
                  <a:pt x="440" y="566"/>
                  <a:pt x="567" y="439"/>
                  <a:pt x="568" y="283"/>
                </a:cubicBezTo>
                <a:lnTo>
                  <a:pt x="568" y="283"/>
                </a:lnTo>
                <a:cubicBezTo>
                  <a:pt x="568" y="208"/>
                  <a:pt x="538" y="137"/>
                  <a:pt x="485" y="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138">
            <a:extLst>
              <a:ext uri="{FF2B5EF4-FFF2-40B4-BE49-F238E27FC236}">
                <a16:creationId xmlns:a16="http://schemas.microsoft.com/office/drawing/2014/main" id="{F1B5ADAA-B509-6F4A-84D7-8720B8E7F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71415" y="8813528"/>
            <a:ext cx="1576506" cy="1576506"/>
          </a:xfrm>
          <a:custGeom>
            <a:avLst/>
            <a:gdLst>
              <a:gd name="T0" fmla="*/ 1264 w 1265"/>
              <a:gd name="T1" fmla="*/ 631 h 1265"/>
              <a:gd name="T2" fmla="*/ 1264 w 1265"/>
              <a:gd name="T3" fmla="*/ 631 h 1265"/>
              <a:gd name="T4" fmla="*/ 632 w 1265"/>
              <a:gd name="T5" fmla="*/ 1264 h 1265"/>
              <a:gd name="T6" fmla="*/ 632 w 1265"/>
              <a:gd name="T7" fmla="*/ 1264 h 1265"/>
              <a:gd name="T8" fmla="*/ 0 w 1265"/>
              <a:gd name="T9" fmla="*/ 631 h 1265"/>
              <a:gd name="T10" fmla="*/ 0 w 1265"/>
              <a:gd name="T11" fmla="*/ 631 h 1265"/>
              <a:gd name="T12" fmla="*/ 632 w 1265"/>
              <a:gd name="T13" fmla="*/ 0 h 1265"/>
              <a:gd name="T14" fmla="*/ 632 w 1265"/>
              <a:gd name="T15" fmla="*/ 0 h 1265"/>
              <a:gd name="T16" fmla="*/ 1264 w 1265"/>
              <a:gd name="T17" fmla="*/ 631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5" h="1265">
                <a:moveTo>
                  <a:pt x="1264" y="631"/>
                </a:moveTo>
                <a:lnTo>
                  <a:pt x="1264" y="631"/>
                </a:lnTo>
                <a:cubicBezTo>
                  <a:pt x="1264" y="980"/>
                  <a:pt x="981" y="1264"/>
                  <a:pt x="632" y="1264"/>
                </a:cubicBezTo>
                <a:lnTo>
                  <a:pt x="632" y="1264"/>
                </a:lnTo>
                <a:cubicBezTo>
                  <a:pt x="283" y="1264"/>
                  <a:pt x="0" y="980"/>
                  <a:pt x="0" y="631"/>
                </a:cubicBezTo>
                <a:lnTo>
                  <a:pt x="0" y="631"/>
                </a:lnTo>
                <a:cubicBezTo>
                  <a:pt x="0" y="282"/>
                  <a:pt x="283" y="0"/>
                  <a:pt x="632" y="0"/>
                </a:cubicBezTo>
                <a:lnTo>
                  <a:pt x="632" y="0"/>
                </a:lnTo>
                <a:cubicBezTo>
                  <a:pt x="981" y="0"/>
                  <a:pt x="1264" y="282"/>
                  <a:pt x="1264" y="631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139">
            <a:extLst>
              <a:ext uri="{FF2B5EF4-FFF2-40B4-BE49-F238E27FC236}">
                <a16:creationId xmlns:a16="http://schemas.microsoft.com/office/drawing/2014/main" id="{E2787DEE-E7C2-E147-A824-2E991714E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77897" y="9307903"/>
            <a:ext cx="769027" cy="587758"/>
          </a:xfrm>
          <a:custGeom>
            <a:avLst/>
            <a:gdLst>
              <a:gd name="T0" fmla="*/ 283 w 616"/>
              <a:gd name="T1" fmla="*/ 182 h 474"/>
              <a:gd name="T2" fmla="*/ 377 w 616"/>
              <a:gd name="T3" fmla="*/ 236 h 474"/>
              <a:gd name="T4" fmla="*/ 283 w 616"/>
              <a:gd name="T5" fmla="*/ 290 h 474"/>
              <a:gd name="T6" fmla="*/ 283 w 616"/>
              <a:gd name="T7" fmla="*/ 182 h 474"/>
              <a:gd name="T8" fmla="*/ 236 w 616"/>
              <a:gd name="T9" fmla="*/ 101 h 474"/>
              <a:gd name="T10" fmla="*/ 236 w 616"/>
              <a:gd name="T11" fmla="*/ 371 h 474"/>
              <a:gd name="T12" fmla="*/ 272 w 616"/>
              <a:gd name="T13" fmla="*/ 352 h 474"/>
              <a:gd name="T14" fmla="*/ 437 w 616"/>
              <a:gd name="T15" fmla="*/ 257 h 474"/>
              <a:gd name="T16" fmla="*/ 472 w 616"/>
              <a:gd name="T17" fmla="*/ 236 h 474"/>
              <a:gd name="T18" fmla="*/ 437 w 616"/>
              <a:gd name="T19" fmla="*/ 215 h 474"/>
              <a:gd name="T20" fmla="*/ 272 w 616"/>
              <a:gd name="T21" fmla="*/ 121 h 474"/>
              <a:gd name="T22" fmla="*/ 236 w 616"/>
              <a:gd name="T23" fmla="*/ 101 h 474"/>
              <a:gd name="T24" fmla="*/ 307 w 616"/>
              <a:gd name="T25" fmla="*/ 47 h 474"/>
              <a:gd name="T26" fmla="*/ 307 w 616"/>
              <a:gd name="T27" fmla="*/ 47 h 474"/>
              <a:gd name="T28" fmla="*/ 516 w 616"/>
              <a:gd name="T29" fmla="*/ 63 h 474"/>
              <a:gd name="T30" fmla="*/ 516 w 616"/>
              <a:gd name="T31" fmla="*/ 63 h 474"/>
              <a:gd name="T32" fmla="*/ 555 w 616"/>
              <a:gd name="T33" fmla="*/ 100 h 474"/>
              <a:gd name="T34" fmla="*/ 555 w 616"/>
              <a:gd name="T35" fmla="*/ 100 h 474"/>
              <a:gd name="T36" fmla="*/ 567 w 616"/>
              <a:gd name="T37" fmla="*/ 236 h 474"/>
              <a:gd name="T38" fmla="*/ 567 w 616"/>
              <a:gd name="T39" fmla="*/ 236 h 474"/>
              <a:gd name="T40" fmla="*/ 555 w 616"/>
              <a:gd name="T41" fmla="*/ 373 h 474"/>
              <a:gd name="T42" fmla="*/ 555 w 616"/>
              <a:gd name="T43" fmla="*/ 373 h 474"/>
              <a:gd name="T44" fmla="*/ 516 w 616"/>
              <a:gd name="T45" fmla="*/ 410 h 474"/>
              <a:gd name="T46" fmla="*/ 516 w 616"/>
              <a:gd name="T47" fmla="*/ 410 h 474"/>
              <a:gd name="T48" fmla="*/ 307 w 616"/>
              <a:gd name="T49" fmla="*/ 426 h 474"/>
              <a:gd name="T50" fmla="*/ 307 w 616"/>
              <a:gd name="T51" fmla="*/ 426 h 474"/>
              <a:gd name="T52" fmla="*/ 98 w 616"/>
              <a:gd name="T53" fmla="*/ 410 h 474"/>
              <a:gd name="T54" fmla="*/ 98 w 616"/>
              <a:gd name="T55" fmla="*/ 410 h 474"/>
              <a:gd name="T56" fmla="*/ 58 w 616"/>
              <a:gd name="T57" fmla="*/ 373 h 474"/>
              <a:gd name="T58" fmla="*/ 58 w 616"/>
              <a:gd name="T59" fmla="*/ 373 h 474"/>
              <a:gd name="T60" fmla="*/ 47 w 616"/>
              <a:gd name="T61" fmla="*/ 236 h 474"/>
              <a:gd name="T62" fmla="*/ 47 w 616"/>
              <a:gd name="T63" fmla="*/ 236 h 474"/>
              <a:gd name="T64" fmla="*/ 58 w 616"/>
              <a:gd name="T65" fmla="*/ 100 h 474"/>
              <a:gd name="T66" fmla="*/ 58 w 616"/>
              <a:gd name="T67" fmla="*/ 100 h 474"/>
              <a:gd name="T68" fmla="*/ 98 w 616"/>
              <a:gd name="T69" fmla="*/ 63 h 474"/>
              <a:gd name="T70" fmla="*/ 98 w 616"/>
              <a:gd name="T71" fmla="*/ 63 h 474"/>
              <a:gd name="T72" fmla="*/ 307 w 616"/>
              <a:gd name="T73" fmla="*/ 47 h 474"/>
              <a:gd name="T74" fmla="*/ 307 w 616"/>
              <a:gd name="T75" fmla="*/ 0 h 474"/>
              <a:gd name="T76" fmla="*/ 307 w 616"/>
              <a:gd name="T77" fmla="*/ 0 h 474"/>
              <a:gd name="T78" fmla="*/ 91 w 616"/>
              <a:gd name="T79" fmla="*/ 16 h 474"/>
              <a:gd name="T80" fmla="*/ 91 w 616"/>
              <a:gd name="T81" fmla="*/ 16 h 474"/>
              <a:gd name="T82" fmla="*/ 12 w 616"/>
              <a:gd name="T83" fmla="*/ 91 h 474"/>
              <a:gd name="T84" fmla="*/ 12 w 616"/>
              <a:gd name="T85" fmla="*/ 91 h 474"/>
              <a:gd name="T86" fmla="*/ 0 w 616"/>
              <a:gd name="T87" fmla="*/ 236 h 474"/>
              <a:gd name="T88" fmla="*/ 0 w 616"/>
              <a:gd name="T89" fmla="*/ 236 h 474"/>
              <a:gd name="T90" fmla="*/ 12 w 616"/>
              <a:gd name="T91" fmla="*/ 381 h 474"/>
              <a:gd name="T92" fmla="*/ 12 w 616"/>
              <a:gd name="T93" fmla="*/ 381 h 474"/>
              <a:gd name="T94" fmla="*/ 91 w 616"/>
              <a:gd name="T95" fmla="*/ 456 h 474"/>
              <a:gd name="T96" fmla="*/ 91 w 616"/>
              <a:gd name="T97" fmla="*/ 456 h 474"/>
              <a:gd name="T98" fmla="*/ 307 w 616"/>
              <a:gd name="T99" fmla="*/ 473 h 474"/>
              <a:gd name="T100" fmla="*/ 307 w 616"/>
              <a:gd name="T101" fmla="*/ 473 h 474"/>
              <a:gd name="T102" fmla="*/ 523 w 616"/>
              <a:gd name="T103" fmla="*/ 456 h 474"/>
              <a:gd name="T104" fmla="*/ 523 w 616"/>
              <a:gd name="T105" fmla="*/ 456 h 474"/>
              <a:gd name="T106" fmla="*/ 602 w 616"/>
              <a:gd name="T107" fmla="*/ 381 h 474"/>
              <a:gd name="T108" fmla="*/ 602 w 616"/>
              <a:gd name="T109" fmla="*/ 381 h 474"/>
              <a:gd name="T110" fmla="*/ 615 w 616"/>
              <a:gd name="T111" fmla="*/ 236 h 474"/>
              <a:gd name="T112" fmla="*/ 615 w 616"/>
              <a:gd name="T113" fmla="*/ 236 h 474"/>
              <a:gd name="T114" fmla="*/ 602 w 616"/>
              <a:gd name="T115" fmla="*/ 91 h 474"/>
              <a:gd name="T116" fmla="*/ 602 w 616"/>
              <a:gd name="T117" fmla="*/ 91 h 474"/>
              <a:gd name="T118" fmla="*/ 523 w 616"/>
              <a:gd name="T119" fmla="*/ 16 h 474"/>
              <a:gd name="T120" fmla="*/ 523 w 616"/>
              <a:gd name="T121" fmla="*/ 16 h 474"/>
              <a:gd name="T122" fmla="*/ 307 w 616"/>
              <a:gd name="T123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16" h="474">
                <a:moveTo>
                  <a:pt x="283" y="182"/>
                </a:moveTo>
                <a:lnTo>
                  <a:pt x="377" y="236"/>
                </a:lnTo>
                <a:lnTo>
                  <a:pt x="283" y="290"/>
                </a:lnTo>
                <a:lnTo>
                  <a:pt x="283" y="182"/>
                </a:lnTo>
                <a:close/>
                <a:moveTo>
                  <a:pt x="236" y="101"/>
                </a:moveTo>
                <a:lnTo>
                  <a:pt x="236" y="371"/>
                </a:lnTo>
                <a:lnTo>
                  <a:pt x="272" y="352"/>
                </a:lnTo>
                <a:lnTo>
                  <a:pt x="437" y="257"/>
                </a:lnTo>
                <a:lnTo>
                  <a:pt x="472" y="236"/>
                </a:lnTo>
                <a:lnTo>
                  <a:pt x="437" y="215"/>
                </a:lnTo>
                <a:lnTo>
                  <a:pt x="272" y="121"/>
                </a:lnTo>
                <a:lnTo>
                  <a:pt x="236" y="101"/>
                </a:lnTo>
                <a:close/>
                <a:moveTo>
                  <a:pt x="307" y="47"/>
                </a:moveTo>
                <a:lnTo>
                  <a:pt x="307" y="47"/>
                </a:lnTo>
                <a:cubicBezTo>
                  <a:pt x="393" y="47"/>
                  <a:pt x="470" y="56"/>
                  <a:pt x="516" y="63"/>
                </a:cubicBezTo>
                <a:lnTo>
                  <a:pt x="516" y="63"/>
                </a:lnTo>
                <a:cubicBezTo>
                  <a:pt x="536" y="66"/>
                  <a:pt x="552" y="81"/>
                  <a:pt x="555" y="100"/>
                </a:cubicBezTo>
                <a:lnTo>
                  <a:pt x="555" y="100"/>
                </a:lnTo>
                <a:cubicBezTo>
                  <a:pt x="561" y="132"/>
                  <a:pt x="567" y="178"/>
                  <a:pt x="567" y="236"/>
                </a:cubicBezTo>
                <a:lnTo>
                  <a:pt x="567" y="236"/>
                </a:lnTo>
                <a:cubicBezTo>
                  <a:pt x="567" y="295"/>
                  <a:pt x="561" y="341"/>
                  <a:pt x="555" y="373"/>
                </a:cubicBezTo>
                <a:lnTo>
                  <a:pt x="555" y="373"/>
                </a:lnTo>
                <a:cubicBezTo>
                  <a:pt x="552" y="392"/>
                  <a:pt x="536" y="408"/>
                  <a:pt x="516" y="410"/>
                </a:cubicBezTo>
                <a:lnTo>
                  <a:pt x="516" y="410"/>
                </a:lnTo>
                <a:cubicBezTo>
                  <a:pt x="469" y="417"/>
                  <a:pt x="392" y="426"/>
                  <a:pt x="307" y="426"/>
                </a:cubicBezTo>
                <a:lnTo>
                  <a:pt x="307" y="426"/>
                </a:lnTo>
                <a:cubicBezTo>
                  <a:pt x="221" y="426"/>
                  <a:pt x="145" y="417"/>
                  <a:pt x="98" y="410"/>
                </a:cubicBezTo>
                <a:lnTo>
                  <a:pt x="98" y="410"/>
                </a:lnTo>
                <a:cubicBezTo>
                  <a:pt x="78" y="408"/>
                  <a:pt x="62" y="392"/>
                  <a:pt x="58" y="373"/>
                </a:cubicBezTo>
                <a:lnTo>
                  <a:pt x="58" y="373"/>
                </a:lnTo>
                <a:cubicBezTo>
                  <a:pt x="53" y="341"/>
                  <a:pt x="47" y="295"/>
                  <a:pt x="47" y="236"/>
                </a:cubicBezTo>
                <a:lnTo>
                  <a:pt x="47" y="236"/>
                </a:lnTo>
                <a:cubicBezTo>
                  <a:pt x="47" y="178"/>
                  <a:pt x="53" y="132"/>
                  <a:pt x="58" y="100"/>
                </a:cubicBezTo>
                <a:lnTo>
                  <a:pt x="58" y="100"/>
                </a:lnTo>
                <a:cubicBezTo>
                  <a:pt x="62" y="81"/>
                  <a:pt x="78" y="66"/>
                  <a:pt x="98" y="63"/>
                </a:cubicBezTo>
                <a:lnTo>
                  <a:pt x="98" y="63"/>
                </a:lnTo>
                <a:cubicBezTo>
                  <a:pt x="144" y="56"/>
                  <a:pt x="221" y="47"/>
                  <a:pt x="307" y="47"/>
                </a:cubicBezTo>
                <a:close/>
                <a:moveTo>
                  <a:pt x="307" y="0"/>
                </a:moveTo>
                <a:lnTo>
                  <a:pt x="307" y="0"/>
                </a:lnTo>
                <a:cubicBezTo>
                  <a:pt x="218" y="0"/>
                  <a:pt x="139" y="9"/>
                  <a:pt x="91" y="16"/>
                </a:cubicBezTo>
                <a:lnTo>
                  <a:pt x="91" y="16"/>
                </a:lnTo>
                <a:cubicBezTo>
                  <a:pt x="52" y="22"/>
                  <a:pt x="19" y="52"/>
                  <a:pt x="12" y="91"/>
                </a:cubicBezTo>
                <a:lnTo>
                  <a:pt x="12" y="91"/>
                </a:lnTo>
                <a:cubicBezTo>
                  <a:pt x="6" y="125"/>
                  <a:pt x="0" y="175"/>
                  <a:pt x="0" y="236"/>
                </a:cubicBezTo>
                <a:lnTo>
                  <a:pt x="0" y="236"/>
                </a:lnTo>
                <a:cubicBezTo>
                  <a:pt x="0" y="298"/>
                  <a:pt x="6" y="348"/>
                  <a:pt x="12" y="381"/>
                </a:cubicBezTo>
                <a:lnTo>
                  <a:pt x="12" y="381"/>
                </a:lnTo>
                <a:cubicBezTo>
                  <a:pt x="19" y="421"/>
                  <a:pt x="52" y="451"/>
                  <a:pt x="91" y="456"/>
                </a:cubicBezTo>
                <a:lnTo>
                  <a:pt x="91" y="456"/>
                </a:lnTo>
                <a:cubicBezTo>
                  <a:pt x="139" y="464"/>
                  <a:pt x="219" y="473"/>
                  <a:pt x="307" y="473"/>
                </a:cubicBezTo>
                <a:lnTo>
                  <a:pt x="307" y="473"/>
                </a:lnTo>
                <a:cubicBezTo>
                  <a:pt x="396" y="473"/>
                  <a:pt x="475" y="464"/>
                  <a:pt x="523" y="456"/>
                </a:cubicBezTo>
                <a:lnTo>
                  <a:pt x="523" y="456"/>
                </a:lnTo>
                <a:cubicBezTo>
                  <a:pt x="563" y="451"/>
                  <a:pt x="594" y="421"/>
                  <a:pt x="602" y="381"/>
                </a:cubicBezTo>
                <a:lnTo>
                  <a:pt x="602" y="381"/>
                </a:lnTo>
                <a:cubicBezTo>
                  <a:pt x="608" y="348"/>
                  <a:pt x="615" y="298"/>
                  <a:pt x="615" y="236"/>
                </a:cubicBezTo>
                <a:lnTo>
                  <a:pt x="615" y="236"/>
                </a:lnTo>
                <a:cubicBezTo>
                  <a:pt x="615" y="175"/>
                  <a:pt x="608" y="126"/>
                  <a:pt x="602" y="91"/>
                </a:cubicBezTo>
                <a:lnTo>
                  <a:pt x="602" y="91"/>
                </a:lnTo>
                <a:cubicBezTo>
                  <a:pt x="594" y="52"/>
                  <a:pt x="563" y="22"/>
                  <a:pt x="523" y="16"/>
                </a:cubicBezTo>
                <a:lnTo>
                  <a:pt x="523" y="16"/>
                </a:lnTo>
                <a:cubicBezTo>
                  <a:pt x="475" y="9"/>
                  <a:pt x="396" y="0"/>
                  <a:pt x="3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140">
            <a:extLst>
              <a:ext uri="{FF2B5EF4-FFF2-40B4-BE49-F238E27FC236}">
                <a16:creationId xmlns:a16="http://schemas.microsoft.com/office/drawing/2014/main" id="{E54C7AD2-B599-BA43-97E5-C38A66B64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45006" y="8813528"/>
            <a:ext cx="1576506" cy="1576506"/>
          </a:xfrm>
          <a:custGeom>
            <a:avLst/>
            <a:gdLst>
              <a:gd name="T0" fmla="*/ 1264 w 1265"/>
              <a:gd name="T1" fmla="*/ 631 h 1265"/>
              <a:gd name="T2" fmla="*/ 1264 w 1265"/>
              <a:gd name="T3" fmla="*/ 631 h 1265"/>
              <a:gd name="T4" fmla="*/ 633 w 1265"/>
              <a:gd name="T5" fmla="*/ 1264 h 1265"/>
              <a:gd name="T6" fmla="*/ 633 w 1265"/>
              <a:gd name="T7" fmla="*/ 1264 h 1265"/>
              <a:gd name="T8" fmla="*/ 0 w 1265"/>
              <a:gd name="T9" fmla="*/ 631 h 1265"/>
              <a:gd name="T10" fmla="*/ 0 w 1265"/>
              <a:gd name="T11" fmla="*/ 631 h 1265"/>
              <a:gd name="T12" fmla="*/ 633 w 1265"/>
              <a:gd name="T13" fmla="*/ 0 h 1265"/>
              <a:gd name="T14" fmla="*/ 633 w 1265"/>
              <a:gd name="T15" fmla="*/ 0 h 1265"/>
              <a:gd name="T16" fmla="*/ 1264 w 1265"/>
              <a:gd name="T17" fmla="*/ 631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5" h="1265">
                <a:moveTo>
                  <a:pt x="1264" y="631"/>
                </a:moveTo>
                <a:lnTo>
                  <a:pt x="1264" y="631"/>
                </a:lnTo>
                <a:cubicBezTo>
                  <a:pt x="1264" y="980"/>
                  <a:pt x="982" y="1264"/>
                  <a:pt x="633" y="1264"/>
                </a:cubicBezTo>
                <a:lnTo>
                  <a:pt x="633" y="1264"/>
                </a:lnTo>
                <a:cubicBezTo>
                  <a:pt x="283" y="1264"/>
                  <a:pt x="0" y="980"/>
                  <a:pt x="0" y="631"/>
                </a:cubicBezTo>
                <a:lnTo>
                  <a:pt x="0" y="631"/>
                </a:lnTo>
                <a:cubicBezTo>
                  <a:pt x="0" y="282"/>
                  <a:pt x="283" y="0"/>
                  <a:pt x="633" y="0"/>
                </a:cubicBezTo>
                <a:lnTo>
                  <a:pt x="633" y="0"/>
                </a:lnTo>
                <a:cubicBezTo>
                  <a:pt x="982" y="0"/>
                  <a:pt x="1264" y="282"/>
                  <a:pt x="1264" y="631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141">
            <a:extLst>
              <a:ext uri="{FF2B5EF4-FFF2-40B4-BE49-F238E27FC236}">
                <a16:creationId xmlns:a16="http://schemas.microsoft.com/office/drawing/2014/main" id="{7D4958A6-5460-AF45-8ECF-7C5329E60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50366" y="9231000"/>
            <a:ext cx="560291" cy="736068"/>
          </a:xfrm>
          <a:custGeom>
            <a:avLst/>
            <a:gdLst>
              <a:gd name="T0" fmla="*/ 239 w 451"/>
              <a:gd name="T1" fmla="*/ 0 h 593"/>
              <a:gd name="T2" fmla="*/ 239 w 451"/>
              <a:gd name="T3" fmla="*/ 0 h 593"/>
              <a:gd name="T4" fmla="*/ 0 w 451"/>
              <a:gd name="T5" fmla="*/ 209 h 593"/>
              <a:gd name="T6" fmla="*/ 0 w 451"/>
              <a:gd name="T7" fmla="*/ 209 h 593"/>
              <a:gd name="T8" fmla="*/ 75 w 451"/>
              <a:gd name="T9" fmla="*/ 339 h 593"/>
              <a:gd name="T10" fmla="*/ 75 w 451"/>
              <a:gd name="T11" fmla="*/ 339 h 593"/>
              <a:gd name="T12" fmla="*/ 93 w 451"/>
              <a:gd name="T13" fmla="*/ 297 h 593"/>
              <a:gd name="T14" fmla="*/ 93 w 451"/>
              <a:gd name="T15" fmla="*/ 297 h 593"/>
              <a:gd name="T16" fmla="*/ 66 w 451"/>
              <a:gd name="T17" fmla="*/ 218 h 593"/>
              <a:gd name="T18" fmla="*/ 66 w 451"/>
              <a:gd name="T19" fmla="*/ 218 h 593"/>
              <a:gd name="T20" fmla="*/ 230 w 451"/>
              <a:gd name="T21" fmla="*/ 57 h 593"/>
              <a:gd name="T22" fmla="*/ 230 w 451"/>
              <a:gd name="T23" fmla="*/ 57 h 593"/>
              <a:gd name="T24" fmla="*/ 369 w 451"/>
              <a:gd name="T25" fmla="*/ 185 h 593"/>
              <a:gd name="T26" fmla="*/ 369 w 451"/>
              <a:gd name="T27" fmla="*/ 185 h 593"/>
              <a:gd name="T28" fmla="*/ 263 w 451"/>
              <a:gd name="T29" fmla="*/ 365 h 593"/>
              <a:gd name="T30" fmla="*/ 263 w 451"/>
              <a:gd name="T31" fmla="*/ 365 h 593"/>
              <a:gd name="T32" fmla="*/ 209 w 451"/>
              <a:gd name="T33" fmla="*/ 313 h 593"/>
              <a:gd name="T34" fmla="*/ 209 w 451"/>
              <a:gd name="T35" fmla="*/ 313 h 593"/>
              <a:gd name="T36" fmla="*/ 237 w 451"/>
              <a:gd name="T37" fmla="*/ 180 h 593"/>
              <a:gd name="T38" fmla="*/ 237 w 451"/>
              <a:gd name="T39" fmla="*/ 180 h 593"/>
              <a:gd name="T40" fmla="*/ 130 w 451"/>
              <a:gd name="T41" fmla="*/ 210 h 593"/>
              <a:gd name="T42" fmla="*/ 130 w 451"/>
              <a:gd name="T43" fmla="*/ 210 h 593"/>
              <a:gd name="T44" fmla="*/ 141 w 451"/>
              <a:gd name="T45" fmla="*/ 269 h 593"/>
              <a:gd name="T46" fmla="*/ 141 w 451"/>
              <a:gd name="T47" fmla="*/ 269 h 593"/>
              <a:gd name="T48" fmla="*/ 95 w 451"/>
              <a:gd name="T49" fmla="*/ 521 h 593"/>
              <a:gd name="T50" fmla="*/ 95 w 451"/>
              <a:gd name="T51" fmla="*/ 521 h 593"/>
              <a:gd name="T52" fmla="*/ 101 w 451"/>
              <a:gd name="T53" fmla="*/ 588 h 593"/>
              <a:gd name="T54" fmla="*/ 101 w 451"/>
              <a:gd name="T55" fmla="*/ 588 h 593"/>
              <a:gd name="T56" fmla="*/ 109 w 451"/>
              <a:gd name="T57" fmla="*/ 589 h 593"/>
              <a:gd name="T58" fmla="*/ 109 w 451"/>
              <a:gd name="T59" fmla="*/ 589 h 593"/>
              <a:gd name="T60" fmla="*/ 189 w 451"/>
              <a:gd name="T61" fmla="*/ 380 h 593"/>
              <a:gd name="T62" fmla="*/ 189 w 451"/>
              <a:gd name="T63" fmla="*/ 380 h 593"/>
              <a:gd name="T64" fmla="*/ 270 w 451"/>
              <a:gd name="T65" fmla="*/ 422 h 593"/>
              <a:gd name="T66" fmla="*/ 270 w 451"/>
              <a:gd name="T67" fmla="*/ 422 h 593"/>
              <a:gd name="T68" fmla="*/ 450 w 451"/>
              <a:gd name="T69" fmla="*/ 192 h 593"/>
              <a:gd name="T70" fmla="*/ 450 w 451"/>
              <a:gd name="T71" fmla="*/ 192 h 593"/>
              <a:gd name="T72" fmla="*/ 239 w 451"/>
              <a:gd name="T73" fmla="*/ 0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51" h="593">
                <a:moveTo>
                  <a:pt x="239" y="0"/>
                </a:moveTo>
                <a:lnTo>
                  <a:pt x="239" y="0"/>
                </a:lnTo>
                <a:cubicBezTo>
                  <a:pt x="119" y="0"/>
                  <a:pt x="0" y="80"/>
                  <a:pt x="0" y="209"/>
                </a:cubicBezTo>
                <a:lnTo>
                  <a:pt x="0" y="209"/>
                </a:lnTo>
                <a:cubicBezTo>
                  <a:pt x="0" y="292"/>
                  <a:pt x="47" y="339"/>
                  <a:pt x="75" y="339"/>
                </a:cubicBezTo>
                <a:lnTo>
                  <a:pt x="75" y="339"/>
                </a:lnTo>
                <a:cubicBezTo>
                  <a:pt x="87" y="339"/>
                  <a:pt x="93" y="306"/>
                  <a:pt x="93" y="297"/>
                </a:cubicBezTo>
                <a:lnTo>
                  <a:pt x="93" y="297"/>
                </a:lnTo>
                <a:cubicBezTo>
                  <a:pt x="93" y="286"/>
                  <a:pt x="66" y="263"/>
                  <a:pt x="66" y="218"/>
                </a:cubicBezTo>
                <a:lnTo>
                  <a:pt x="66" y="218"/>
                </a:lnTo>
                <a:cubicBezTo>
                  <a:pt x="66" y="124"/>
                  <a:pt x="137" y="57"/>
                  <a:pt x="230" y="57"/>
                </a:cubicBezTo>
                <a:lnTo>
                  <a:pt x="230" y="57"/>
                </a:lnTo>
                <a:cubicBezTo>
                  <a:pt x="310" y="57"/>
                  <a:pt x="369" y="102"/>
                  <a:pt x="369" y="185"/>
                </a:cubicBezTo>
                <a:lnTo>
                  <a:pt x="369" y="185"/>
                </a:lnTo>
                <a:cubicBezTo>
                  <a:pt x="369" y="248"/>
                  <a:pt x="343" y="365"/>
                  <a:pt x="263" y="365"/>
                </a:cubicBezTo>
                <a:lnTo>
                  <a:pt x="263" y="365"/>
                </a:lnTo>
                <a:cubicBezTo>
                  <a:pt x="234" y="365"/>
                  <a:pt x="209" y="343"/>
                  <a:pt x="209" y="313"/>
                </a:cubicBezTo>
                <a:lnTo>
                  <a:pt x="209" y="313"/>
                </a:lnTo>
                <a:cubicBezTo>
                  <a:pt x="209" y="269"/>
                  <a:pt x="237" y="226"/>
                  <a:pt x="237" y="180"/>
                </a:cubicBezTo>
                <a:lnTo>
                  <a:pt x="237" y="180"/>
                </a:lnTo>
                <a:cubicBezTo>
                  <a:pt x="237" y="103"/>
                  <a:pt x="130" y="117"/>
                  <a:pt x="130" y="210"/>
                </a:cubicBezTo>
                <a:lnTo>
                  <a:pt x="130" y="210"/>
                </a:lnTo>
                <a:cubicBezTo>
                  <a:pt x="130" y="230"/>
                  <a:pt x="133" y="252"/>
                  <a:pt x="141" y="269"/>
                </a:cubicBezTo>
                <a:lnTo>
                  <a:pt x="141" y="269"/>
                </a:lnTo>
                <a:cubicBezTo>
                  <a:pt x="125" y="339"/>
                  <a:pt x="95" y="450"/>
                  <a:pt x="95" y="521"/>
                </a:cubicBezTo>
                <a:lnTo>
                  <a:pt x="95" y="521"/>
                </a:lnTo>
                <a:cubicBezTo>
                  <a:pt x="95" y="544"/>
                  <a:pt x="98" y="566"/>
                  <a:pt x="101" y="588"/>
                </a:cubicBezTo>
                <a:lnTo>
                  <a:pt x="101" y="588"/>
                </a:lnTo>
                <a:cubicBezTo>
                  <a:pt x="105" y="592"/>
                  <a:pt x="102" y="592"/>
                  <a:pt x="109" y="589"/>
                </a:cubicBezTo>
                <a:lnTo>
                  <a:pt x="109" y="589"/>
                </a:lnTo>
                <a:cubicBezTo>
                  <a:pt x="167" y="509"/>
                  <a:pt x="162" y="486"/>
                  <a:pt x="189" y="380"/>
                </a:cubicBezTo>
                <a:lnTo>
                  <a:pt x="189" y="380"/>
                </a:lnTo>
                <a:cubicBezTo>
                  <a:pt x="203" y="407"/>
                  <a:pt x="240" y="422"/>
                  <a:pt x="270" y="422"/>
                </a:cubicBezTo>
                <a:lnTo>
                  <a:pt x="270" y="422"/>
                </a:lnTo>
                <a:cubicBezTo>
                  <a:pt x="394" y="422"/>
                  <a:pt x="450" y="301"/>
                  <a:pt x="450" y="192"/>
                </a:cubicBezTo>
                <a:lnTo>
                  <a:pt x="450" y="192"/>
                </a:lnTo>
                <a:cubicBezTo>
                  <a:pt x="450" y="76"/>
                  <a:pt x="350" y="0"/>
                  <a:pt x="239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Freeform 143">
            <a:extLst>
              <a:ext uri="{FF2B5EF4-FFF2-40B4-BE49-F238E27FC236}">
                <a16:creationId xmlns:a16="http://schemas.microsoft.com/office/drawing/2014/main" id="{BB19926E-C6BB-C946-B0CB-6D7D2BE6E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501" y="3765417"/>
            <a:ext cx="5520514" cy="4037387"/>
          </a:xfrm>
          <a:custGeom>
            <a:avLst/>
            <a:gdLst>
              <a:gd name="T0" fmla="*/ 230 w 4432"/>
              <a:gd name="T1" fmla="*/ 0 h 3242"/>
              <a:gd name="T2" fmla="*/ 4201 w 4432"/>
              <a:gd name="T3" fmla="*/ 0 h 3242"/>
              <a:gd name="T4" fmla="*/ 4201 w 4432"/>
              <a:gd name="T5" fmla="*/ 0 h 3242"/>
              <a:gd name="T6" fmla="*/ 4431 w 4432"/>
              <a:gd name="T7" fmla="*/ 230 h 3242"/>
              <a:gd name="T8" fmla="*/ 4431 w 4432"/>
              <a:gd name="T9" fmla="*/ 2200 h 3242"/>
              <a:gd name="T10" fmla="*/ 4431 w 4432"/>
              <a:gd name="T11" fmla="*/ 2200 h 3242"/>
              <a:gd name="T12" fmla="*/ 4201 w 4432"/>
              <a:gd name="T13" fmla="*/ 2430 h 3242"/>
              <a:gd name="T14" fmla="*/ 1459 w 4432"/>
              <a:gd name="T15" fmla="*/ 2430 h 3242"/>
              <a:gd name="T16" fmla="*/ 824 w 4432"/>
              <a:gd name="T17" fmla="*/ 3165 h 3242"/>
              <a:gd name="T18" fmla="*/ 824 w 4432"/>
              <a:gd name="T19" fmla="*/ 3165 h 3242"/>
              <a:gd name="T20" fmla="*/ 618 w 4432"/>
              <a:gd name="T21" fmla="*/ 3079 h 3242"/>
              <a:gd name="T22" fmla="*/ 618 w 4432"/>
              <a:gd name="T23" fmla="*/ 2430 h 3242"/>
              <a:gd name="T24" fmla="*/ 230 w 4432"/>
              <a:gd name="T25" fmla="*/ 2430 h 3242"/>
              <a:gd name="T26" fmla="*/ 230 w 4432"/>
              <a:gd name="T27" fmla="*/ 2430 h 3242"/>
              <a:gd name="T28" fmla="*/ 0 w 4432"/>
              <a:gd name="T29" fmla="*/ 2200 h 3242"/>
              <a:gd name="T30" fmla="*/ 0 w 4432"/>
              <a:gd name="T31" fmla="*/ 230 h 3242"/>
              <a:gd name="T32" fmla="*/ 0 w 4432"/>
              <a:gd name="T33" fmla="*/ 230 h 3242"/>
              <a:gd name="T34" fmla="*/ 230 w 4432"/>
              <a:gd name="T35" fmla="*/ 0 h 3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432" h="3242">
                <a:moveTo>
                  <a:pt x="230" y="0"/>
                </a:moveTo>
                <a:lnTo>
                  <a:pt x="4201" y="0"/>
                </a:lnTo>
                <a:lnTo>
                  <a:pt x="4201" y="0"/>
                </a:lnTo>
                <a:cubicBezTo>
                  <a:pt x="4328" y="0"/>
                  <a:pt x="4431" y="103"/>
                  <a:pt x="4431" y="230"/>
                </a:cubicBezTo>
                <a:lnTo>
                  <a:pt x="4431" y="2200"/>
                </a:lnTo>
                <a:lnTo>
                  <a:pt x="4431" y="2200"/>
                </a:lnTo>
                <a:cubicBezTo>
                  <a:pt x="4431" y="2327"/>
                  <a:pt x="4328" y="2430"/>
                  <a:pt x="4201" y="2430"/>
                </a:cubicBezTo>
                <a:lnTo>
                  <a:pt x="1459" y="2430"/>
                </a:lnTo>
                <a:lnTo>
                  <a:pt x="824" y="3165"/>
                </a:lnTo>
                <a:lnTo>
                  <a:pt x="824" y="3165"/>
                </a:lnTo>
                <a:cubicBezTo>
                  <a:pt x="748" y="3241"/>
                  <a:pt x="618" y="3187"/>
                  <a:pt x="618" y="3079"/>
                </a:cubicBezTo>
                <a:lnTo>
                  <a:pt x="618" y="2430"/>
                </a:lnTo>
                <a:lnTo>
                  <a:pt x="230" y="2430"/>
                </a:lnTo>
                <a:lnTo>
                  <a:pt x="230" y="2430"/>
                </a:lnTo>
                <a:cubicBezTo>
                  <a:pt x="103" y="2430"/>
                  <a:pt x="0" y="2327"/>
                  <a:pt x="0" y="2200"/>
                </a:cubicBezTo>
                <a:lnTo>
                  <a:pt x="0" y="230"/>
                </a:lnTo>
                <a:lnTo>
                  <a:pt x="0" y="230"/>
                </a:lnTo>
                <a:cubicBezTo>
                  <a:pt x="0" y="103"/>
                  <a:pt x="103" y="0"/>
                  <a:pt x="230" y="0"/>
                </a:cubicBezTo>
              </a:path>
            </a:pathLst>
          </a:custGeom>
          <a:solidFill>
            <a:schemeClr val="bg2"/>
          </a:solidFill>
          <a:ln w="38100" cap="flat">
            <a:solidFill>
              <a:srgbClr val="E2EE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Freeform 223">
            <a:extLst>
              <a:ext uri="{FF2B5EF4-FFF2-40B4-BE49-F238E27FC236}">
                <a16:creationId xmlns:a16="http://schemas.microsoft.com/office/drawing/2014/main" id="{88035BA4-7B5E-D144-B5F1-F1898785A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2022" y="4995860"/>
            <a:ext cx="1137062" cy="1076637"/>
          </a:xfrm>
          <a:custGeom>
            <a:avLst/>
            <a:gdLst>
              <a:gd name="T0" fmla="*/ 839 w 915"/>
              <a:gd name="T1" fmla="*/ 167 h 863"/>
              <a:gd name="T2" fmla="*/ 218 w 915"/>
              <a:gd name="T3" fmla="*/ 12 h 863"/>
              <a:gd name="T4" fmla="*/ 218 w 915"/>
              <a:gd name="T5" fmla="*/ 12 h 863"/>
              <a:gd name="T6" fmla="*/ 112 w 915"/>
              <a:gd name="T7" fmla="*/ 75 h 863"/>
              <a:gd name="T8" fmla="*/ 12 w 915"/>
              <a:gd name="T9" fmla="*/ 475 h 863"/>
              <a:gd name="T10" fmla="*/ 12 w 915"/>
              <a:gd name="T11" fmla="*/ 475 h 863"/>
              <a:gd name="T12" fmla="*/ 76 w 915"/>
              <a:gd name="T13" fmla="*/ 581 h 863"/>
              <a:gd name="T14" fmla="*/ 254 w 915"/>
              <a:gd name="T15" fmla="*/ 626 h 863"/>
              <a:gd name="T16" fmla="*/ 312 w 915"/>
              <a:gd name="T17" fmla="*/ 827 h 863"/>
              <a:gd name="T18" fmla="*/ 312 w 915"/>
              <a:gd name="T19" fmla="*/ 827 h 863"/>
              <a:gd name="T20" fmla="*/ 372 w 915"/>
              <a:gd name="T21" fmla="*/ 842 h 863"/>
              <a:gd name="T22" fmla="*/ 518 w 915"/>
              <a:gd name="T23" fmla="*/ 692 h 863"/>
              <a:gd name="T24" fmla="*/ 696 w 915"/>
              <a:gd name="T25" fmla="*/ 737 h 863"/>
              <a:gd name="T26" fmla="*/ 696 w 915"/>
              <a:gd name="T27" fmla="*/ 737 h 863"/>
              <a:gd name="T28" fmla="*/ 802 w 915"/>
              <a:gd name="T29" fmla="*/ 674 h 863"/>
              <a:gd name="T30" fmla="*/ 902 w 915"/>
              <a:gd name="T31" fmla="*/ 273 h 863"/>
              <a:gd name="T32" fmla="*/ 902 w 915"/>
              <a:gd name="T33" fmla="*/ 273 h 863"/>
              <a:gd name="T34" fmla="*/ 839 w 915"/>
              <a:gd name="T35" fmla="*/ 167 h 8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15" h="863">
                <a:moveTo>
                  <a:pt x="839" y="167"/>
                </a:moveTo>
                <a:lnTo>
                  <a:pt x="218" y="12"/>
                </a:lnTo>
                <a:lnTo>
                  <a:pt x="218" y="12"/>
                </a:lnTo>
                <a:cubicBezTo>
                  <a:pt x="172" y="0"/>
                  <a:pt x="124" y="29"/>
                  <a:pt x="112" y="75"/>
                </a:cubicBezTo>
                <a:lnTo>
                  <a:pt x="12" y="475"/>
                </a:lnTo>
                <a:lnTo>
                  <a:pt x="12" y="475"/>
                </a:lnTo>
                <a:cubicBezTo>
                  <a:pt x="0" y="522"/>
                  <a:pt x="29" y="570"/>
                  <a:pt x="76" y="581"/>
                </a:cubicBezTo>
                <a:lnTo>
                  <a:pt x="254" y="626"/>
                </a:lnTo>
                <a:lnTo>
                  <a:pt x="312" y="827"/>
                </a:lnTo>
                <a:lnTo>
                  <a:pt x="312" y="827"/>
                </a:lnTo>
                <a:cubicBezTo>
                  <a:pt x="320" y="853"/>
                  <a:pt x="352" y="862"/>
                  <a:pt x="372" y="842"/>
                </a:cubicBezTo>
                <a:lnTo>
                  <a:pt x="518" y="692"/>
                </a:lnTo>
                <a:lnTo>
                  <a:pt x="696" y="737"/>
                </a:lnTo>
                <a:lnTo>
                  <a:pt x="696" y="737"/>
                </a:lnTo>
                <a:cubicBezTo>
                  <a:pt x="743" y="749"/>
                  <a:pt x="791" y="720"/>
                  <a:pt x="802" y="674"/>
                </a:cubicBezTo>
                <a:lnTo>
                  <a:pt x="902" y="273"/>
                </a:lnTo>
                <a:lnTo>
                  <a:pt x="902" y="273"/>
                </a:lnTo>
                <a:cubicBezTo>
                  <a:pt x="914" y="227"/>
                  <a:pt x="886" y="179"/>
                  <a:pt x="839" y="167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Freeform 224">
            <a:extLst>
              <a:ext uri="{FF2B5EF4-FFF2-40B4-BE49-F238E27FC236}">
                <a16:creationId xmlns:a16="http://schemas.microsoft.com/office/drawing/2014/main" id="{B4FCE368-C545-A04C-B50B-2AF600A9A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3577" y="5243048"/>
            <a:ext cx="477897" cy="428458"/>
          </a:xfrm>
          <a:custGeom>
            <a:avLst/>
            <a:gdLst>
              <a:gd name="T0" fmla="*/ 296 w 382"/>
              <a:gd name="T1" fmla="*/ 55 h 344"/>
              <a:gd name="T2" fmla="*/ 296 w 382"/>
              <a:gd name="T3" fmla="*/ 55 h 344"/>
              <a:gd name="T4" fmla="*/ 203 w 382"/>
              <a:gd name="T5" fmla="*/ 71 h 344"/>
              <a:gd name="T6" fmla="*/ 203 w 382"/>
              <a:gd name="T7" fmla="*/ 71 h 344"/>
              <a:gd name="T8" fmla="*/ 129 w 382"/>
              <a:gd name="T9" fmla="*/ 13 h 344"/>
              <a:gd name="T10" fmla="*/ 129 w 382"/>
              <a:gd name="T11" fmla="*/ 13 h 344"/>
              <a:gd name="T12" fmla="*/ 8 w 382"/>
              <a:gd name="T13" fmla="*/ 85 h 344"/>
              <a:gd name="T14" fmla="*/ 8 w 382"/>
              <a:gd name="T15" fmla="*/ 85 h 344"/>
              <a:gd name="T16" fmla="*/ 24 w 382"/>
              <a:gd name="T17" fmla="*/ 158 h 344"/>
              <a:gd name="T18" fmla="*/ 135 w 382"/>
              <a:gd name="T19" fmla="*/ 343 h 344"/>
              <a:gd name="T20" fmla="*/ 320 w 382"/>
              <a:gd name="T21" fmla="*/ 233 h 344"/>
              <a:gd name="T22" fmla="*/ 320 w 382"/>
              <a:gd name="T23" fmla="*/ 233 h 344"/>
              <a:gd name="T24" fmla="*/ 368 w 382"/>
              <a:gd name="T25" fmla="*/ 176 h 344"/>
              <a:gd name="T26" fmla="*/ 368 w 382"/>
              <a:gd name="T27" fmla="*/ 176 h 344"/>
              <a:gd name="T28" fmla="*/ 296 w 382"/>
              <a:gd name="T29" fmla="*/ 55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82" h="344">
                <a:moveTo>
                  <a:pt x="296" y="55"/>
                </a:moveTo>
                <a:lnTo>
                  <a:pt x="296" y="55"/>
                </a:lnTo>
                <a:cubicBezTo>
                  <a:pt x="259" y="46"/>
                  <a:pt x="221" y="61"/>
                  <a:pt x="203" y="71"/>
                </a:cubicBezTo>
                <a:lnTo>
                  <a:pt x="203" y="71"/>
                </a:lnTo>
                <a:cubicBezTo>
                  <a:pt x="191" y="54"/>
                  <a:pt x="166" y="22"/>
                  <a:pt x="129" y="13"/>
                </a:cubicBezTo>
                <a:lnTo>
                  <a:pt x="129" y="13"/>
                </a:lnTo>
                <a:cubicBezTo>
                  <a:pt x="76" y="0"/>
                  <a:pt x="22" y="32"/>
                  <a:pt x="8" y="85"/>
                </a:cubicBezTo>
                <a:lnTo>
                  <a:pt x="8" y="85"/>
                </a:lnTo>
                <a:cubicBezTo>
                  <a:pt x="0" y="119"/>
                  <a:pt x="23" y="157"/>
                  <a:pt x="24" y="158"/>
                </a:cubicBezTo>
                <a:lnTo>
                  <a:pt x="135" y="343"/>
                </a:lnTo>
                <a:lnTo>
                  <a:pt x="320" y="233"/>
                </a:lnTo>
                <a:lnTo>
                  <a:pt x="320" y="233"/>
                </a:lnTo>
                <a:cubicBezTo>
                  <a:pt x="322" y="232"/>
                  <a:pt x="359" y="209"/>
                  <a:pt x="368" y="176"/>
                </a:cubicBezTo>
                <a:lnTo>
                  <a:pt x="368" y="176"/>
                </a:lnTo>
                <a:cubicBezTo>
                  <a:pt x="381" y="123"/>
                  <a:pt x="349" y="68"/>
                  <a:pt x="296" y="5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Freeform 225">
            <a:extLst>
              <a:ext uri="{FF2B5EF4-FFF2-40B4-BE49-F238E27FC236}">
                <a16:creationId xmlns:a16="http://schemas.microsoft.com/office/drawing/2014/main" id="{0C2ED291-630B-1D48-9375-83D47CE8C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379" y="3836829"/>
            <a:ext cx="1999469" cy="1834677"/>
          </a:xfrm>
          <a:custGeom>
            <a:avLst/>
            <a:gdLst>
              <a:gd name="T0" fmla="*/ 1050 w 1604"/>
              <a:gd name="T1" fmla="*/ 37 h 1473"/>
              <a:gd name="T2" fmla="*/ 100 w 1604"/>
              <a:gd name="T3" fmla="*/ 531 h 1473"/>
              <a:gd name="T4" fmla="*/ 100 w 1604"/>
              <a:gd name="T5" fmla="*/ 531 h 1473"/>
              <a:gd name="T6" fmla="*/ 38 w 1604"/>
              <a:gd name="T7" fmla="*/ 729 h 1473"/>
              <a:gd name="T8" fmla="*/ 356 w 1604"/>
              <a:gd name="T9" fmla="*/ 1340 h 1473"/>
              <a:gd name="T10" fmla="*/ 356 w 1604"/>
              <a:gd name="T11" fmla="*/ 1340 h 1473"/>
              <a:gd name="T12" fmla="*/ 554 w 1604"/>
              <a:gd name="T13" fmla="*/ 1403 h 1473"/>
              <a:gd name="T14" fmla="*/ 826 w 1604"/>
              <a:gd name="T15" fmla="*/ 1261 h 1473"/>
              <a:gd name="T16" fmla="*/ 1121 w 1604"/>
              <a:gd name="T17" fmla="*/ 1447 h 1473"/>
              <a:gd name="T18" fmla="*/ 1121 w 1604"/>
              <a:gd name="T19" fmla="*/ 1447 h 1473"/>
              <a:gd name="T20" fmla="*/ 1214 w 1604"/>
              <a:gd name="T21" fmla="*/ 1400 h 1473"/>
              <a:gd name="T22" fmla="*/ 1231 w 1604"/>
              <a:gd name="T23" fmla="*/ 1050 h 1473"/>
              <a:gd name="T24" fmla="*/ 1503 w 1604"/>
              <a:gd name="T25" fmla="*/ 908 h 1473"/>
              <a:gd name="T26" fmla="*/ 1503 w 1604"/>
              <a:gd name="T27" fmla="*/ 908 h 1473"/>
              <a:gd name="T28" fmla="*/ 1566 w 1604"/>
              <a:gd name="T29" fmla="*/ 712 h 1473"/>
              <a:gd name="T30" fmla="*/ 1247 w 1604"/>
              <a:gd name="T31" fmla="*/ 99 h 1473"/>
              <a:gd name="T32" fmla="*/ 1247 w 1604"/>
              <a:gd name="T33" fmla="*/ 99 h 1473"/>
              <a:gd name="T34" fmla="*/ 1050 w 1604"/>
              <a:gd name="T35" fmla="*/ 37 h 1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04" h="1473">
                <a:moveTo>
                  <a:pt x="1050" y="37"/>
                </a:moveTo>
                <a:lnTo>
                  <a:pt x="100" y="531"/>
                </a:lnTo>
                <a:lnTo>
                  <a:pt x="100" y="531"/>
                </a:lnTo>
                <a:cubicBezTo>
                  <a:pt x="29" y="569"/>
                  <a:pt x="0" y="656"/>
                  <a:pt x="38" y="729"/>
                </a:cubicBezTo>
                <a:lnTo>
                  <a:pt x="356" y="1340"/>
                </a:lnTo>
                <a:lnTo>
                  <a:pt x="356" y="1340"/>
                </a:lnTo>
                <a:cubicBezTo>
                  <a:pt x="394" y="1412"/>
                  <a:pt x="482" y="1440"/>
                  <a:pt x="554" y="1403"/>
                </a:cubicBezTo>
                <a:lnTo>
                  <a:pt x="826" y="1261"/>
                </a:lnTo>
                <a:lnTo>
                  <a:pt x="1121" y="1447"/>
                </a:lnTo>
                <a:lnTo>
                  <a:pt x="1121" y="1447"/>
                </a:lnTo>
                <a:cubicBezTo>
                  <a:pt x="1160" y="1472"/>
                  <a:pt x="1211" y="1446"/>
                  <a:pt x="1214" y="1400"/>
                </a:cubicBezTo>
                <a:lnTo>
                  <a:pt x="1231" y="1050"/>
                </a:lnTo>
                <a:lnTo>
                  <a:pt x="1503" y="908"/>
                </a:lnTo>
                <a:lnTo>
                  <a:pt x="1503" y="908"/>
                </a:lnTo>
                <a:cubicBezTo>
                  <a:pt x="1575" y="871"/>
                  <a:pt x="1603" y="783"/>
                  <a:pt x="1566" y="712"/>
                </a:cubicBezTo>
                <a:lnTo>
                  <a:pt x="1247" y="99"/>
                </a:lnTo>
                <a:lnTo>
                  <a:pt x="1247" y="99"/>
                </a:lnTo>
                <a:cubicBezTo>
                  <a:pt x="1210" y="28"/>
                  <a:pt x="1121" y="0"/>
                  <a:pt x="1050" y="37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260C04A2-C0A9-9C40-AD2E-4045AA7D0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2026" y="4221342"/>
            <a:ext cx="837053" cy="998264"/>
          </a:xfrm>
          <a:custGeom>
            <a:avLst/>
            <a:gdLst>
              <a:gd name="connsiteX0" fmla="*/ 140567 w 837053"/>
              <a:gd name="connsiteY0" fmla="*/ 584089 h 998264"/>
              <a:gd name="connsiteX1" fmla="*/ 162686 w 837053"/>
              <a:gd name="connsiteY1" fmla="*/ 605418 h 998264"/>
              <a:gd name="connsiteX2" fmla="*/ 239239 w 837053"/>
              <a:gd name="connsiteY2" fmla="*/ 749898 h 998264"/>
              <a:gd name="connsiteX3" fmla="*/ 313282 w 837053"/>
              <a:gd name="connsiteY3" fmla="*/ 891887 h 998264"/>
              <a:gd name="connsiteX4" fmla="*/ 294458 w 837053"/>
              <a:gd name="connsiteY4" fmla="*/ 949181 h 998264"/>
              <a:gd name="connsiteX5" fmla="*/ 210375 w 837053"/>
              <a:gd name="connsiteY5" fmla="*/ 992774 h 998264"/>
              <a:gd name="connsiteX6" fmla="*/ 157666 w 837053"/>
              <a:gd name="connsiteY6" fmla="*/ 976582 h 998264"/>
              <a:gd name="connsiteX7" fmla="*/ 5814 w 837053"/>
              <a:gd name="connsiteY7" fmla="*/ 686377 h 998264"/>
              <a:gd name="connsiteX8" fmla="*/ 22129 w 837053"/>
              <a:gd name="connsiteY8" fmla="*/ 632820 h 998264"/>
              <a:gd name="connsiteX9" fmla="*/ 109977 w 837053"/>
              <a:gd name="connsiteY9" fmla="*/ 587981 h 998264"/>
              <a:gd name="connsiteX10" fmla="*/ 140567 w 837053"/>
              <a:gd name="connsiteY10" fmla="*/ 584089 h 998264"/>
              <a:gd name="connsiteX11" fmla="*/ 269267 w 837053"/>
              <a:gd name="connsiteY11" fmla="*/ 0 h 998264"/>
              <a:gd name="connsiteX12" fmla="*/ 348008 w 837053"/>
              <a:gd name="connsiteY12" fmla="*/ 34848 h 998264"/>
              <a:gd name="connsiteX13" fmla="*/ 399251 w 837053"/>
              <a:gd name="connsiteY13" fmla="*/ 165529 h 998264"/>
              <a:gd name="connsiteX14" fmla="*/ 403001 w 837053"/>
              <a:gd name="connsiteY14" fmla="*/ 251404 h 998264"/>
              <a:gd name="connsiteX15" fmla="*/ 415499 w 837053"/>
              <a:gd name="connsiteY15" fmla="*/ 294965 h 998264"/>
              <a:gd name="connsiteX16" fmla="*/ 434247 w 837053"/>
              <a:gd name="connsiteY16" fmla="*/ 299943 h 998264"/>
              <a:gd name="connsiteX17" fmla="*/ 549233 w 837053"/>
              <a:gd name="connsiteY17" fmla="*/ 240203 h 998264"/>
              <a:gd name="connsiteX18" fmla="*/ 620475 w 837053"/>
              <a:gd name="connsiteY18" fmla="*/ 207844 h 998264"/>
              <a:gd name="connsiteX19" fmla="*/ 670469 w 837053"/>
              <a:gd name="connsiteY19" fmla="*/ 209089 h 998264"/>
              <a:gd name="connsiteX20" fmla="*/ 724212 w 837053"/>
              <a:gd name="connsiteY20" fmla="*/ 242692 h 998264"/>
              <a:gd name="connsiteX21" fmla="*/ 734211 w 837053"/>
              <a:gd name="connsiteY21" fmla="*/ 270073 h 998264"/>
              <a:gd name="connsiteX22" fmla="*/ 730461 w 837053"/>
              <a:gd name="connsiteY22" fmla="*/ 294965 h 998264"/>
              <a:gd name="connsiteX23" fmla="*/ 744210 w 837053"/>
              <a:gd name="connsiteY23" fmla="*/ 326079 h 998264"/>
              <a:gd name="connsiteX24" fmla="*/ 772956 w 837053"/>
              <a:gd name="connsiteY24" fmla="*/ 344748 h 998264"/>
              <a:gd name="connsiteX25" fmla="*/ 787955 w 837053"/>
              <a:gd name="connsiteY25" fmla="*/ 379596 h 998264"/>
              <a:gd name="connsiteX26" fmla="*/ 781705 w 837053"/>
              <a:gd name="connsiteY26" fmla="*/ 406977 h 998264"/>
              <a:gd name="connsiteX27" fmla="*/ 792954 w 837053"/>
              <a:gd name="connsiteY27" fmla="*/ 441825 h 998264"/>
              <a:gd name="connsiteX28" fmla="*/ 814201 w 837053"/>
              <a:gd name="connsiteY28" fmla="*/ 460493 h 998264"/>
              <a:gd name="connsiteX29" fmla="*/ 827950 w 837053"/>
              <a:gd name="connsiteY29" fmla="*/ 507787 h 998264"/>
              <a:gd name="connsiteX30" fmla="*/ 817951 w 837053"/>
              <a:gd name="connsiteY30" fmla="*/ 541391 h 998264"/>
              <a:gd name="connsiteX31" fmla="*/ 820451 w 837053"/>
              <a:gd name="connsiteY31" fmla="*/ 572505 h 998264"/>
              <a:gd name="connsiteX32" fmla="*/ 826700 w 837053"/>
              <a:gd name="connsiteY32" fmla="*/ 581218 h 998264"/>
              <a:gd name="connsiteX33" fmla="*/ 832949 w 837053"/>
              <a:gd name="connsiteY33" fmla="*/ 635979 h 998264"/>
              <a:gd name="connsiteX34" fmla="*/ 801703 w 837053"/>
              <a:gd name="connsiteY34" fmla="*/ 694475 h 998264"/>
              <a:gd name="connsiteX35" fmla="*/ 755458 w 837053"/>
              <a:gd name="connsiteY35" fmla="*/ 728078 h 998264"/>
              <a:gd name="connsiteX36" fmla="*/ 549233 w 837053"/>
              <a:gd name="connsiteY36" fmla="*/ 826400 h 998264"/>
              <a:gd name="connsiteX37" fmla="*/ 434247 w 837053"/>
              <a:gd name="connsiteY37" fmla="*/ 863737 h 998264"/>
              <a:gd name="connsiteX38" fmla="*/ 360506 w 837053"/>
              <a:gd name="connsiteY38" fmla="*/ 887384 h 998264"/>
              <a:gd name="connsiteX39" fmla="*/ 350507 w 837053"/>
              <a:gd name="connsiteY39" fmla="*/ 882406 h 998264"/>
              <a:gd name="connsiteX40" fmla="*/ 269267 w 837053"/>
              <a:gd name="connsiteY40" fmla="*/ 729323 h 998264"/>
              <a:gd name="connsiteX41" fmla="*/ 190527 w 837053"/>
              <a:gd name="connsiteY41" fmla="*/ 576239 h 998264"/>
              <a:gd name="connsiteX42" fmla="*/ 193026 w 837053"/>
              <a:gd name="connsiteY42" fmla="*/ 566283 h 998264"/>
              <a:gd name="connsiteX43" fmla="*/ 226772 w 837053"/>
              <a:gd name="connsiteY43" fmla="*/ 523967 h 998264"/>
              <a:gd name="connsiteX44" fmla="*/ 238021 w 837053"/>
              <a:gd name="connsiteY44" fmla="*/ 429379 h 998264"/>
              <a:gd name="connsiteX45" fmla="*/ 231772 w 837053"/>
              <a:gd name="connsiteY45" fmla="*/ 337280 h 998264"/>
              <a:gd name="connsiteX46" fmla="*/ 245520 w 837053"/>
              <a:gd name="connsiteY46" fmla="*/ 261361 h 998264"/>
              <a:gd name="connsiteX47" fmla="*/ 264268 w 837053"/>
              <a:gd name="connsiteY47" fmla="*/ 184197 h 998264"/>
              <a:gd name="connsiteX48" fmla="*/ 248020 w 837053"/>
              <a:gd name="connsiteY48" fmla="*/ 108278 h 998264"/>
              <a:gd name="connsiteX49" fmla="*/ 219273 w 837053"/>
              <a:gd name="connsiteY49" fmla="*/ 32359 h 998264"/>
              <a:gd name="connsiteX50" fmla="*/ 224273 w 837053"/>
              <a:gd name="connsiteY50" fmla="*/ 14935 h 998264"/>
              <a:gd name="connsiteX51" fmla="*/ 269267 w 837053"/>
              <a:gd name="connsiteY51" fmla="*/ 0 h 99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37053" h="998264">
                <a:moveTo>
                  <a:pt x="140567" y="584089"/>
                </a:moveTo>
                <a:cubicBezTo>
                  <a:pt x="149508" y="587047"/>
                  <a:pt x="157038" y="594209"/>
                  <a:pt x="162686" y="605418"/>
                </a:cubicBezTo>
                <a:cubicBezTo>
                  <a:pt x="187785" y="652748"/>
                  <a:pt x="212885" y="702569"/>
                  <a:pt x="239239" y="749898"/>
                </a:cubicBezTo>
                <a:cubicBezTo>
                  <a:pt x="264339" y="797228"/>
                  <a:pt x="288183" y="844557"/>
                  <a:pt x="313282" y="891887"/>
                </a:cubicBezTo>
                <a:cubicBezTo>
                  <a:pt x="328342" y="918043"/>
                  <a:pt x="317047" y="939217"/>
                  <a:pt x="294458" y="949181"/>
                </a:cubicBezTo>
                <a:cubicBezTo>
                  <a:pt x="265593" y="962882"/>
                  <a:pt x="237984" y="977828"/>
                  <a:pt x="210375" y="992774"/>
                </a:cubicBezTo>
                <a:cubicBezTo>
                  <a:pt x="189040" y="1003984"/>
                  <a:pt x="170215" y="997756"/>
                  <a:pt x="157666" y="976582"/>
                </a:cubicBezTo>
                <a:cubicBezTo>
                  <a:pt x="107467" y="879432"/>
                  <a:pt x="57268" y="782282"/>
                  <a:pt x="5814" y="686377"/>
                </a:cubicBezTo>
                <a:cubicBezTo>
                  <a:pt x="-5481" y="663957"/>
                  <a:pt x="-461" y="645275"/>
                  <a:pt x="22129" y="632820"/>
                </a:cubicBezTo>
                <a:cubicBezTo>
                  <a:pt x="50993" y="617873"/>
                  <a:pt x="79857" y="602927"/>
                  <a:pt x="109977" y="587981"/>
                </a:cubicBezTo>
                <a:cubicBezTo>
                  <a:pt x="121271" y="582376"/>
                  <a:pt x="131625" y="581131"/>
                  <a:pt x="140567" y="584089"/>
                </a:cubicBezTo>
                <a:close/>
                <a:moveTo>
                  <a:pt x="269267" y="0"/>
                </a:moveTo>
                <a:cubicBezTo>
                  <a:pt x="301763" y="0"/>
                  <a:pt x="328010" y="11201"/>
                  <a:pt x="348008" y="34848"/>
                </a:cubicBezTo>
                <a:cubicBezTo>
                  <a:pt x="381754" y="72185"/>
                  <a:pt x="398002" y="115745"/>
                  <a:pt x="399251" y="165529"/>
                </a:cubicBezTo>
                <a:cubicBezTo>
                  <a:pt x="399251" y="194154"/>
                  <a:pt x="401751" y="222779"/>
                  <a:pt x="403001" y="251404"/>
                </a:cubicBezTo>
                <a:cubicBezTo>
                  <a:pt x="404251" y="266339"/>
                  <a:pt x="408000" y="281274"/>
                  <a:pt x="415499" y="294965"/>
                </a:cubicBezTo>
                <a:cubicBezTo>
                  <a:pt x="422999" y="304921"/>
                  <a:pt x="424248" y="304921"/>
                  <a:pt x="434247" y="299943"/>
                </a:cubicBezTo>
                <a:cubicBezTo>
                  <a:pt x="472993" y="280030"/>
                  <a:pt x="510488" y="258872"/>
                  <a:pt x="549233" y="240203"/>
                </a:cubicBezTo>
                <a:cubicBezTo>
                  <a:pt x="572980" y="227757"/>
                  <a:pt x="596728" y="219045"/>
                  <a:pt x="620475" y="207844"/>
                </a:cubicBezTo>
                <a:cubicBezTo>
                  <a:pt x="637973" y="201621"/>
                  <a:pt x="654221" y="202866"/>
                  <a:pt x="670469" y="209089"/>
                </a:cubicBezTo>
                <a:cubicBezTo>
                  <a:pt x="690466" y="216556"/>
                  <a:pt x="709214" y="226513"/>
                  <a:pt x="724212" y="242692"/>
                </a:cubicBezTo>
                <a:cubicBezTo>
                  <a:pt x="732961" y="250160"/>
                  <a:pt x="735461" y="258872"/>
                  <a:pt x="734211" y="270073"/>
                </a:cubicBezTo>
                <a:cubicBezTo>
                  <a:pt x="732961" y="278785"/>
                  <a:pt x="731711" y="286253"/>
                  <a:pt x="730461" y="294965"/>
                </a:cubicBezTo>
                <a:cubicBezTo>
                  <a:pt x="726712" y="308655"/>
                  <a:pt x="731711" y="318612"/>
                  <a:pt x="744210" y="326079"/>
                </a:cubicBezTo>
                <a:cubicBezTo>
                  <a:pt x="754209" y="332302"/>
                  <a:pt x="762958" y="338525"/>
                  <a:pt x="772956" y="344748"/>
                </a:cubicBezTo>
                <a:cubicBezTo>
                  <a:pt x="789204" y="353460"/>
                  <a:pt x="791704" y="360927"/>
                  <a:pt x="787955" y="379596"/>
                </a:cubicBezTo>
                <a:cubicBezTo>
                  <a:pt x="785455" y="389553"/>
                  <a:pt x="784205" y="398265"/>
                  <a:pt x="781705" y="406977"/>
                </a:cubicBezTo>
                <a:cubicBezTo>
                  <a:pt x="777956" y="421912"/>
                  <a:pt x="781705" y="431868"/>
                  <a:pt x="792954" y="441825"/>
                </a:cubicBezTo>
                <a:cubicBezTo>
                  <a:pt x="799203" y="448048"/>
                  <a:pt x="806702" y="454271"/>
                  <a:pt x="814201" y="460493"/>
                </a:cubicBezTo>
                <a:cubicBezTo>
                  <a:pt x="830449" y="472939"/>
                  <a:pt x="834199" y="489119"/>
                  <a:pt x="827950" y="507787"/>
                </a:cubicBezTo>
                <a:cubicBezTo>
                  <a:pt x="825450" y="518989"/>
                  <a:pt x="821700" y="530190"/>
                  <a:pt x="817951" y="541391"/>
                </a:cubicBezTo>
                <a:cubicBezTo>
                  <a:pt x="814201" y="552592"/>
                  <a:pt x="814201" y="562549"/>
                  <a:pt x="820451" y="572505"/>
                </a:cubicBezTo>
                <a:cubicBezTo>
                  <a:pt x="822950" y="574995"/>
                  <a:pt x="824200" y="578729"/>
                  <a:pt x="826700" y="581218"/>
                </a:cubicBezTo>
                <a:cubicBezTo>
                  <a:pt x="839198" y="598642"/>
                  <a:pt x="839198" y="617311"/>
                  <a:pt x="832949" y="635979"/>
                </a:cubicBezTo>
                <a:cubicBezTo>
                  <a:pt x="825450" y="657137"/>
                  <a:pt x="819201" y="679540"/>
                  <a:pt x="801703" y="694475"/>
                </a:cubicBezTo>
                <a:cubicBezTo>
                  <a:pt x="787955" y="706920"/>
                  <a:pt x="771706" y="718122"/>
                  <a:pt x="755458" y="728078"/>
                </a:cubicBezTo>
                <a:cubicBezTo>
                  <a:pt x="689216" y="766660"/>
                  <a:pt x="620475" y="799019"/>
                  <a:pt x="549233" y="826400"/>
                </a:cubicBezTo>
                <a:cubicBezTo>
                  <a:pt x="511738" y="841335"/>
                  <a:pt x="472993" y="852536"/>
                  <a:pt x="434247" y="863737"/>
                </a:cubicBezTo>
                <a:cubicBezTo>
                  <a:pt x="409250" y="872449"/>
                  <a:pt x="385503" y="878672"/>
                  <a:pt x="360506" y="887384"/>
                </a:cubicBezTo>
                <a:cubicBezTo>
                  <a:pt x="354257" y="888629"/>
                  <a:pt x="351757" y="887384"/>
                  <a:pt x="350507" y="882406"/>
                </a:cubicBezTo>
                <a:cubicBezTo>
                  <a:pt x="323011" y="830133"/>
                  <a:pt x="296764" y="780350"/>
                  <a:pt x="269267" y="729323"/>
                </a:cubicBezTo>
                <a:cubicBezTo>
                  <a:pt x="243020" y="678295"/>
                  <a:pt x="216774" y="627267"/>
                  <a:pt x="190527" y="576239"/>
                </a:cubicBezTo>
                <a:cubicBezTo>
                  <a:pt x="186777" y="571261"/>
                  <a:pt x="186777" y="567527"/>
                  <a:pt x="193026" y="566283"/>
                </a:cubicBezTo>
                <a:cubicBezTo>
                  <a:pt x="211774" y="558815"/>
                  <a:pt x="221773" y="542636"/>
                  <a:pt x="226772" y="523967"/>
                </a:cubicBezTo>
                <a:cubicBezTo>
                  <a:pt x="236771" y="492853"/>
                  <a:pt x="238021" y="460493"/>
                  <a:pt x="238021" y="429379"/>
                </a:cubicBezTo>
                <a:cubicBezTo>
                  <a:pt x="236771" y="398265"/>
                  <a:pt x="235521" y="367150"/>
                  <a:pt x="231772" y="337280"/>
                </a:cubicBezTo>
                <a:cubicBezTo>
                  <a:pt x="229272" y="308655"/>
                  <a:pt x="234271" y="285008"/>
                  <a:pt x="245520" y="261361"/>
                </a:cubicBezTo>
                <a:cubicBezTo>
                  <a:pt x="258019" y="236470"/>
                  <a:pt x="265518" y="210333"/>
                  <a:pt x="264268" y="184197"/>
                </a:cubicBezTo>
                <a:cubicBezTo>
                  <a:pt x="263018" y="156817"/>
                  <a:pt x="256769" y="131925"/>
                  <a:pt x="248020" y="108278"/>
                </a:cubicBezTo>
                <a:cubicBezTo>
                  <a:pt x="239271" y="82142"/>
                  <a:pt x="229272" y="57250"/>
                  <a:pt x="219273" y="32359"/>
                </a:cubicBezTo>
                <a:cubicBezTo>
                  <a:pt x="216774" y="24891"/>
                  <a:pt x="218023" y="19913"/>
                  <a:pt x="224273" y="14935"/>
                </a:cubicBezTo>
                <a:cubicBezTo>
                  <a:pt x="236771" y="4978"/>
                  <a:pt x="253019" y="1244"/>
                  <a:pt x="2692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B5AF3-A2CE-FB4E-BC17-F84C4D01EC70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4F62D-79BB-0046-9220-D07BA3AED7D8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4D105-884A-A049-98BE-005530846613}"/>
              </a:ext>
            </a:extLst>
          </p:cNvPr>
          <p:cNvSpPr txBox="1"/>
          <p:nvPr/>
        </p:nvSpPr>
        <p:spPr>
          <a:xfrm>
            <a:off x="4443104" y="4186603"/>
            <a:ext cx="4148251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Campaign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A4E5BA-F81B-DF4F-A852-8DF2656404B5}"/>
              </a:ext>
            </a:extLst>
          </p:cNvPr>
          <p:cNvSpPr txBox="1"/>
          <p:nvPr/>
        </p:nvSpPr>
        <p:spPr>
          <a:xfrm>
            <a:off x="4314725" y="4863851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CFDA9-1CA3-3646-9F9A-410B55576ADD}"/>
              </a:ext>
            </a:extLst>
          </p:cNvPr>
          <p:cNvSpPr txBox="1"/>
          <p:nvPr/>
        </p:nvSpPr>
        <p:spPr>
          <a:xfrm>
            <a:off x="13002906" y="4198326"/>
            <a:ext cx="202844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Success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345420-CFA0-7E49-B4F0-8D97B9CBDACC}"/>
              </a:ext>
            </a:extLst>
          </p:cNvPr>
          <p:cNvSpPr txBox="1"/>
          <p:nvPr/>
        </p:nvSpPr>
        <p:spPr>
          <a:xfrm>
            <a:off x="13002906" y="4875574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F3B0F5-7267-A24C-AA2F-F427665583A9}"/>
              </a:ext>
            </a:extLst>
          </p:cNvPr>
          <p:cNvSpPr txBox="1"/>
          <p:nvPr/>
        </p:nvSpPr>
        <p:spPr>
          <a:xfrm>
            <a:off x="17867985" y="4186603"/>
            <a:ext cx="3087705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5BA16A-AC6E-1743-ACC9-FC6CED5FD80C}"/>
              </a:ext>
            </a:extLst>
          </p:cNvPr>
          <p:cNvSpPr txBox="1"/>
          <p:nvPr/>
        </p:nvSpPr>
        <p:spPr>
          <a:xfrm>
            <a:off x="17867985" y="4863851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5DD0D8-864F-2A4D-BC2C-CA71D3E18699}"/>
              </a:ext>
            </a:extLst>
          </p:cNvPr>
          <p:cNvSpPr txBox="1"/>
          <p:nvPr/>
        </p:nvSpPr>
        <p:spPr>
          <a:xfrm>
            <a:off x="2831555" y="10649934"/>
            <a:ext cx="1627048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30" dirty="0">
                <a:solidFill>
                  <a:schemeClr val="accent3"/>
                </a:solidFill>
                <a:latin typeface="DM Sans" pitchFamily="2" charset="77"/>
              </a:rPr>
              <a:t>15k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76CAEC-7A4E-5045-BA98-3F18169D767F}"/>
              </a:ext>
            </a:extLst>
          </p:cNvPr>
          <p:cNvSpPr txBox="1"/>
          <p:nvPr/>
        </p:nvSpPr>
        <p:spPr>
          <a:xfrm>
            <a:off x="2574272" y="11811255"/>
            <a:ext cx="2141613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Fan 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94640-E860-0D46-9442-40D36ED0EBAC}"/>
              </a:ext>
            </a:extLst>
          </p:cNvPr>
          <p:cNvSpPr txBox="1"/>
          <p:nvPr/>
        </p:nvSpPr>
        <p:spPr>
          <a:xfrm>
            <a:off x="7133713" y="10649934"/>
            <a:ext cx="1545296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30" dirty="0">
                <a:solidFill>
                  <a:schemeClr val="accent2"/>
                </a:solidFill>
                <a:latin typeface="DM Sans" pitchFamily="2" charset="77"/>
              </a:rPr>
              <a:t>17k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801DAD-1EB2-514B-A58A-276311E61A6D}"/>
              </a:ext>
            </a:extLst>
          </p:cNvPr>
          <p:cNvSpPr txBox="1"/>
          <p:nvPr/>
        </p:nvSpPr>
        <p:spPr>
          <a:xfrm>
            <a:off x="6767749" y="11811255"/>
            <a:ext cx="2277226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Followers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C1ACA4-7A8F-D54F-B774-21236A613CBF}"/>
              </a:ext>
            </a:extLst>
          </p:cNvPr>
          <p:cNvSpPr txBox="1"/>
          <p:nvPr/>
        </p:nvSpPr>
        <p:spPr>
          <a:xfrm>
            <a:off x="11523257" y="10649934"/>
            <a:ext cx="1331134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30" dirty="0">
                <a:solidFill>
                  <a:schemeClr val="accent1"/>
                </a:solidFill>
                <a:latin typeface="DM Sans" pitchFamily="2" charset="77"/>
              </a:rPr>
              <a:t>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F5F2B8-B956-1042-8A44-1BC063BD5DF9}"/>
              </a:ext>
            </a:extLst>
          </p:cNvPr>
          <p:cNvSpPr txBox="1"/>
          <p:nvPr/>
        </p:nvSpPr>
        <p:spPr>
          <a:xfrm>
            <a:off x="10615960" y="11811255"/>
            <a:ext cx="3145734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Chat Support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5C5BD5-C121-154E-9A1B-024FF70C8D48}"/>
              </a:ext>
            </a:extLst>
          </p:cNvPr>
          <p:cNvSpPr txBox="1"/>
          <p:nvPr/>
        </p:nvSpPr>
        <p:spPr>
          <a:xfrm>
            <a:off x="15133623" y="10649934"/>
            <a:ext cx="2650727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30" dirty="0">
                <a:solidFill>
                  <a:schemeClr val="accent4"/>
                </a:solidFill>
                <a:latin typeface="DM Sans" pitchFamily="2" charset="77"/>
              </a:rPr>
              <a:t>800k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08FD6C-539E-ED45-B80E-F64FE9DDD91C}"/>
              </a:ext>
            </a:extLst>
          </p:cNvPr>
          <p:cNvSpPr txBox="1"/>
          <p:nvPr/>
        </p:nvSpPr>
        <p:spPr>
          <a:xfrm>
            <a:off x="15014044" y="11811255"/>
            <a:ext cx="2889895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Video Views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AC4646-5521-0E4B-B514-5110684D8E9A}"/>
              </a:ext>
            </a:extLst>
          </p:cNvPr>
          <p:cNvSpPr txBox="1"/>
          <p:nvPr/>
        </p:nvSpPr>
        <p:spPr>
          <a:xfrm>
            <a:off x="19728871" y="10649934"/>
            <a:ext cx="2000548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30" dirty="0">
                <a:solidFill>
                  <a:schemeClr val="accent6"/>
                </a:solidFill>
                <a:latin typeface="DM Sans" pitchFamily="2" charset="77"/>
              </a:rPr>
              <a:t>305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E31364-69E3-4B46-AEDD-A05E63266751}"/>
              </a:ext>
            </a:extLst>
          </p:cNvPr>
          <p:cNvSpPr txBox="1"/>
          <p:nvPr/>
        </p:nvSpPr>
        <p:spPr>
          <a:xfrm>
            <a:off x="19580441" y="11811255"/>
            <a:ext cx="2297424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Daily Pins</a:t>
            </a:r>
          </a:p>
        </p:txBody>
      </p:sp>
    </p:spTree>
    <p:extLst>
      <p:ext uri="{BB962C8B-B14F-4D97-AF65-F5344CB8AC3E}">
        <p14:creationId xmlns:p14="http://schemas.microsoft.com/office/powerpoint/2010/main" val="2094058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2">
            <a:extLst>
              <a:ext uri="{FF2B5EF4-FFF2-40B4-BE49-F238E27FC236}">
                <a16:creationId xmlns:a16="http://schemas.microsoft.com/office/drawing/2014/main" id="{9B67090E-E296-D44A-A400-E378220B9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40912" y="4454842"/>
            <a:ext cx="2169712" cy="2169708"/>
          </a:xfrm>
          <a:custGeom>
            <a:avLst/>
            <a:gdLst>
              <a:gd name="T0" fmla="*/ 1739 w 1740"/>
              <a:gd name="T1" fmla="*/ 869 h 1740"/>
              <a:gd name="T2" fmla="*/ 1739 w 1740"/>
              <a:gd name="T3" fmla="*/ 869 h 1740"/>
              <a:gd name="T4" fmla="*/ 870 w 1740"/>
              <a:gd name="T5" fmla="*/ 1739 h 1740"/>
              <a:gd name="T6" fmla="*/ 870 w 1740"/>
              <a:gd name="T7" fmla="*/ 1739 h 1740"/>
              <a:gd name="T8" fmla="*/ 0 w 1740"/>
              <a:gd name="T9" fmla="*/ 869 h 1740"/>
              <a:gd name="T10" fmla="*/ 0 w 1740"/>
              <a:gd name="T11" fmla="*/ 869 h 1740"/>
              <a:gd name="T12" fmla="*/ 870 w 1740"/>
              <a:gd name="T13" fmla="*/ 0 h 1740"/>
              <a:gd name="T14" fmla="*/ 870 w 1740"/>
              <a:gd name="T15" fmla="*/ 0 h 1740"/>
              <a:gd name="T16" fmla="*/ 1739 w 1740"/>
              <a:gd name="T17" fmla="*/ 869 h 17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40" h="1740">
                <a:moveTo>
                  <a:pt x="1739" y="869"/>
                </a:moveTo>
                <a:lnTo>
                  <a:pt x="1739" y="869"/>
                </a:lnTo>
                <a:cubicBezTo>
                  <a:pt x="1739" y="1349"/>
                  <a:pt x="1350" y="1739"/>
                  <a:pt x="870" y="1739"/>
                </a:cubicBezTo>
                <a:lnTo>
                  <a:pt x="870" y="1739"/>
                </a:lnTo>
                <a:cubicBezTo>
                  <a:pt x="390" y="1739"/>
                  <a:pt x="0" y="1349"/>
                  <a:pt x="0" y="869"/>
                </a:cubicBezTo>
                <a:lnTo>
                  <a:pt x="0" y="869"/>
                </a:lnTo>
                <a:cubicBezTo>
                  <a:pt x="0" y="389"/>
                  <a:pt x="390" y="0"/>
                  <a:pt x="870" y="0"/>
                </a:cubicBezTo>
                <a:lnTo>
                  <a:pt x="870" y="0"/>
                </a:lnTo>
                <a:cubicBezTo>
                  <a:pt x="1350" y="0"/>
                  <a:pt x="1739" y="389"/>
                  <a:pt x="1739" y="869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06D43EDB-4AD7-D148-9F23-40FD84367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4146" y="5141457"/>
            <a:ext cx="972251" cy="790983"/>
          </a:xfrm>
          <a:custGeom>
            <a:avLst/>
            <a:gdLst>
              <a:gd name="T0" fmla="*/ 781 w 782"/>
              <a:gd name="T1" fmla="*/ 75 h 635"/>
              <a:gd name="T2" fmla="*/ 781 w 782"/>
              <a:gd name="T3" fmla="*/ 75 h 635"/>
              <a:gd name="T4" fmla="*/ 690 w 782"/>
              <a:gd name="T5" fmla="*/ 100 h 635"/>
              <a:gd name="T6" fmla="*/ 690 w 782"/>
              <a:gd name="T7" fmla="*/ 100 h 635"/>
              <a:gd name="T8" fmla="*/ 760 w 782"/>
              <a:gd name="T9" fmla="*/ 12 h 635"/>
              <a:gd name="T10" fmla="*/ 760 w 782"/>
              <a:gd name="T11" fmla="*/ 12 h 635"/>
              <a:gd name="T12" fmla="*/ 658 w 782"/>
              <a:gd name="T13" fmla="*/ 51 h 635"/>
              <a:gd name="T14" fmla="*/ 658 w 782"/>
              <a:gd name="T15" fmla="*/ 51 h 635"/>
              <a:gd name="T16" fmla="*/ 541 w 782"/>
              <a:gd name="T17" fmla="*/ 0 h 635"/>
              <a:gd name="T18" fmla="*/ 541 w 782"/>
              <a:gd name="T19" fmla="*/ 0 h 635"/>
              <a:gd name="T20" fmla="*/ 381 w 782"/>
              <a:gd name="T21" fmla="*/ 160 h 635"/>
              <a:gd name="T22" fmla="*/ 381 w 782"/>
              <a:gd name="T23" fmla="*/ 160 h 635"/>
              <a:gd name="T24" fmla="*/ 385 w 782"/>
              <a:gd name="T25" fmla="*/ 197 h 635"/>
              <a:gd name="T26" fmla="*/ 385 w 782"/>
              <a:gd name="T27" fmla="*/ 197 h 635"/>
              <a:gd name="T28" fmla="*/ 55 w 782"/>
              <a:gd name="T29" fmla="*/ 29 h 635"/>
              <a:gd name="T30" fmla="*/ 55 w 782"/>
              <a:gd name="T31" fmla="*/ 29 h 635"/>
              <a:gd name="T32" fmla="*/ 33 w 782"/>
              <a:gd name="T33" fmla="*/ 110 h 635"/>
              <a:gd name="T34" fmla="*/ 33 w 782"/>
              <a:gd name="T35" fmla="*/ 110 h 635"/>
              <a:gd name="T36" fmla="*/ 104 w 782"/>
              <a:gd name="T37" fmla="*/ 243 h 635"/>
              <a:gd name="T38" fmla="*/ 104 w 782"/>
              <a:gd name="T39" fmla="*/ 243 h 635"/>
              <a:gd name="T40" fmla="*/ 32 w 782"/>
              <a:gd name="T41" fmla="*/ 223 h 635"/>
              <a:gd name="T42" fmla="*/ 32 w 782"/>
              <a:gd name="T43" fmla="*/ 225 h 635"/>
              <a:gd name="T44" fmla="*/ 32 w 782"/>
              <a:gd name="T45" fmla="*/ 225 h 635"/>
              <a:gd name="T46" fmla="*/ 160 w 782"/>
              <a:gd name="T47" fmla="*/ 382 h 635"/>
              <a:gd name="T48" fmla="*/ 160 w 782"/>
              <a:gd name="T49" fmla="*/ 382 h 635"/>
              <a:gd name="T50" fmla="*/ 118 w 782"/>
              <a:gd name="T51" fmla="*/ 388 h 635"/>
              <a:gd name="T52" fmla="*/ 118 w 782"/>
              <a:gd name="T53" fmla="*/ 388 h 635"/>
              <a:gd name="T54" fmla="*/ 88 w 782"/>
              <a:gd name="T55" fmla="*/ 385 h 635"/>
              <a:gd name="T56" fmla="*/ 88 w 782"/>
              <a:gd name="T57" fmla="*/ 385 h 635"/>
              <a:gd name="T58" fmla="*/ 238 w 782"/>
              <a:gd name="T59" fmla="*/ 496 h 635"/>
              <a:gd name="T60" fmla="*/ 238 w 782"/>
              <a:gd name="T61" fmla="*/ 496 h 635"/>
              <a:gd name="T62" fmla="*/ 38 w 782"/>
              <a:gd name="T63" fmla="*/ 565 h 635"/>
              <a:gd name="T64" fmla="*/ 38 w 782"/>
              <a:gd name="T65" fmla="*/ 565 h 635"/>
              <a:gd name="T66" fmla="*/ 0 w 782"/>
              <a:gd name="T67" fmla="*/ 563 h 635"/>
              <a:gd name="T68" fmla="*/ 0 w 782"/>
              <a:gd name="T69" fmla="*/ 563 h 635"/>
              <a:gd name="T70" fmla="*/ 245 w 782"/>
              <a:gd name="T71" fmla="*/ 634 h 635"/>
              <a:gd name="T72" fmla="*/ 245 w 782"/>
              <a:gd name="T73" fmla="*/ 634 h 635"/>
              <a:gd name="T74" fmla="*/ 702 w 782"/>
              <a:gd name="T75" fmla="*/ 178 h 635"/>
              <a:gd name="T76" fmla="*/ 702 w 782"/>
              <a:gd name="T77" fmla="*/ 178 h 635"/>
              <a:gd name="T78" fmla="*/ 701 w 782"/>
              <a:gd name="T79" fmla="*/ 157 h 635"/>
              <a:gd name="T80" fmla="*/ 701 w 782"/>
              <a:gd name="T81" fmla="*/ 157 h 635"/>
              <a:gd name="T82" fmla="*/ 781 w 782"/>
              <a:gd name="T83" fmla="*/ 75 h 6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82" h="635">
                <a:moveTo>
                  <a:pt x="781" y="75"/>
                </a:moveTo>
                <a:lnTo>
                  <a:pt x="781" y="75"/>
                </a:lnTo>
                <a:cubicBezTo>
                  <a:pt x="753" y="88"/>
                  <a:pt x="722" y="96"/>
                  <a:pt x="690" y="100"/>
                </a:cubicBezTo>
                <a:lnTo>
                  <a:pt x="690" y="100"/>
                </a:lnTo>
                <a:cubicBezTo>
                  <a:pt x="723" y="81"/>
                  <a:pt x="748" y="49"/>
                  <a:pt x="760" y="12"/>
                </a:cubicBezTo>
                <a:lnTo>
                  <a:pt x="760" y="12"/>
                </a:lnTo>
                <a:cubicBezTo>
                  <a:pt x="729" y="30"/>
                  <a:pt x="695" y="43"/>
                  <a:pt x="658" y="51"/>
                </a:cubicBezTo>
                <a:lnTo>
                  <a:pt x="658" y="51"/>
                </a:lnTo>
                <a:cubicBezTo>
                  <a:pt x="629" y="19"/>
                  <a:pt x="587" y="0"/>
                  <a:pt x="541" y="0"/>
                </a:cubicBezTo>
                <a:lnTo>
                  <a:pt x="541" y="0"/>
                </a:lnTo>
                <a:cubicBezTo>
                  <a:pt x="452" y="0"/>
                  <a:pt x="381" y="71"/>
                  <a:pt x="381" y="160"/>
                </a:cubicBezTo>
                <a:lnTo>
                  <a:pt x="381" y="160"/>
                </a:lnTo>
                <a:cubicBezTo>
                  <a:pt x="381" y="173"/>
                  <a:pt x="382" y="185"/>
                  <a:pt x="385" y="197"/>
                </a:cubicBezTo>
                <a:lnTo>
                  <a:pt x="385" y="197"/>
                </a:lnTo>
                <a:cubicBezTo>
                  <a:pt x="252" y="190"/>
                  <a:pt x="134" y="127"/>
                  <a:pt x="55" y="29"/>
                </a:cubicBezTo>
                <a:lnTo>
                  <a:pt x="55" y="29"/>
                </a:lnTo>
                <a:cubicBezTo>
                  <a:pt x="41" y="53"/>
                  <a:pt x="33" y="81"/>
                  <a:pt x="33" y="110"/>
                </a:cubicBezTo>
                <a:lnTo>
                  <a:pt x="33" y="110"/>
                </a:lnTo>
                <a:cubicBezTo>
                  <a:pt x="33" y="166"/>
                  <a:pt x="61" y="214"/>
                  <a:pt x="104" y="243"/>
                </a:cubicBezTo>
                <a:lnTo>
                  <a:pt x="104" y="243"/>
                </a:lnTo>
                <a:cubicBezTo>
                  <a:pt x="78" y="242"/>
                  <a:pt x="54" y="235"/>
                  <a:pt x="32" y="223"/>
                </a:cubicBezTo>
                <a:lnTo>
                  <a:pt x="32" y="225"/>
                </a:lnTo>
                <a:lnTo>
                  <a:pt x="32" y="225"/>
                </a:lnTo>
                <a:cubicBezTo>
                  <a:pt x="32" y="302"/>
                  <a:pt x="87" y="367"/>
                  <a:pt x="160" y="382"/>
                </a:cubicBezTo>
                <a:lnTo>
                  <a:pt x="160" y="382"/>
                </a:lnTo>
                <a:cubicBezTo>
                  <a:pt x="147" y="386"/>
                  <a:pt x="133" y="388"/>
                  <a:pt x="118" y="388"/>
                </a:cubicBezTo>
                <a:lnTo>
                  <a:pt x="118" y="388"/>
                </a:lnTo>
                <a:cubicBezTo>
                  <a:pt x="108" y="388"/>
                  <a:pt x="98" y="387"/>
                  <a:pt x="88" y="385"/>
                </a:cubicBezTo>
                <a:lnTo>
                  <a:pt x="88" y="385"/>
                </a:lnTo>
                <a:cubicBezTo>
                  <a:pt x="108" y="449"/>
                  <a:pt x="167" y="495"/>
                  <a:pt x="238" y="496"/>
                </a:cubicBezTo>
                <a:lnTo>
                  <a:pt x="238" y="496"/>
                </a:lnTo>
                <a:cubicBezTo>
                  <a:pt x="183" y="539"/>
                  <a:pt x="113" y="565"/>
                  <a:pt x="38" y="565"/>
                </a:cubicBezTo>
                <a:lnTo>
                  <a:pt x="38" y="565"/>
                </a:lnTo>
                <a:cubicBezTo>
                  <a:pt x="25" y="565"/>
                  <a:pt x="13" y="564"/>
                  <a:pt x="0" y="563"/>
                </a:cubicBezTo>
                <a:lnTo>
                  <a:pt x="0" y="563"/>
                </a:lnTo>
                <a:cubicBezTo>
                  <a:pt x="71" y="608"/>
                  <a:pt x="155" y="634"/>
                  <a:pt x="245" y="634"/>
                </a:cubicBezTo>
                <a:lnTo>
                  <a:pt x="245" y="634"/>
                </a:lnTo>
                <a:cubicBezTo>
                  <a:pt x="541" y="634"/>
                  <a:pt x="702" y="391"/>
                  <a:pt x="702" y="178"/>
                </a:cubicBezTo>
                <a:lnTo>
                  <a:pt x="702" y="178"/>
                </a:lnTo>
                <a:cubicBezTo>
                  <a:pt x="702" y="172"/>
                  <a:pt x="702" y="165"/>
                  <a:pt x="701" y="157"/>
                </a:cubicBezTo>
                <a:lnTo>
                  <a:pt x="701" y="157"/>
                </a:lnTo>
                <a:cubicBezTo>
                  <a:pt x="732" y="135"/>
                  <a:pt x="760" y="107"/>
                  <a:pt x="781" y="7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5" name="Freeform 4">
            <a:extLst>
              <a:ext uri="{FF2B5EF4-FFF2-40B4-BE49-F238E27FC236}">
                <a16:creationId xmlns:a16="http://schemas.microsoft.com/office/drawing/2014/main" id="{3247B9B0-D9DC-F444-9815-78DABF166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4192" y="3954983"/>
            <a:ext cx="7569266" cy="9760948"/>
          </a:xfrm>
          <a:custGeom>
            <a:avLst/>
            <a:gdLst>
              <a:gd name="T0" fmla="*/ 6074 w 6075"/>
              <a:gd name="T1" fmla="*/ 7834 h 7835"/>
              <a:gd name="T2" fmla="*/ 6074 w 6075"/>
              <a:gd name="T3" fmla="*/ 508 h 7835"/>
              <a:gd name="T4" fmla="*/ 6074 w 6075"/>
              <a:gd name="T5" fmla="*/ 508 h 7835"/>
              <a:gd name="T6" fmla="*/ 5566 w 6075"/>
              <a:gd name="T7" fmla="*/ 0 h 7835"/>
              <a:gd name="T8" fmla="*/ 508 w 6075"/>
              <a:gd name="T9" fmla="*/ 0 h 7835"/>
              <a:gd name="T10" fmla="*/ 508 w 6075"/>
              <a:gd name="T11" fmla="*/ 0 h 7835"/>
              <a:gd name="T12" fmla="*/ 0 w 6075"/>
              <a:gd name="T13" fmla="*/ 508 h 7835"/>
              <a:gd name="T14" fmla="*/ 0 w 6075"/>
              <a:gd name="T15" fmla="*/ 7834 h 7835"/>
              <a:gd name="T16" fmla="*/ 6074 w 6075"/>
              <a:gd name="T17" fmla="*/ 7834 h 78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075" h="7835">
                <a:moveTo>
                  <a:pt x="6074" y="7834"/>
                </a:moveTo>
                <a:lnTo>
                  <a:pt x="6074" y="508"/>
                </a:lnTo>
                <a:lnTo>
                  <a:pt x="6074" y="508"/>
                </a:lnTo>
                <a:cubicBezTo>
                  <a:pt x="6074" y="227"/>
                  <a:pt x="5846" y="0"/>
                  <a:pt x="5566" y="0"/>
                </a:cubicBezTo>
                <a:lnTo>
                  <a:pt x="508" y="0"/>
                </a:lnTo>
                <a:lnTo>
                  <a:pt x="508" y="0"/>
                </a:lnTo>
                <a:cubicBezTo>
                  <a:pt x="227" y="0"/>
                  <a:pt x="0" y="227"/>
                  <a:pt x="0" y="508"/>
                </a:cubicBezTo>
                <a:lnTo>
                  <a:pt x="0" y="7834"/>
                </a:lnTo>
                <a:lnTo>
                  <a:pt x="6074" y="7834"/>
                </a:ln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8711A8C0-0376-4F4C-9D8A-78D012438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7419" y="4861323"/>
            <a:ext cx="1761986" cy="223965"/>
          </a:xfrm>
          <a:custGeom>
            <a:avLst/>
            <a:gdLst>
              <a:gd name="connsiteX0" fmla="*/ 492565 w 1761986"/>
              <a:gd name="connsiteY0" fmla="*/ 38449 h 223965"/>
              <a:gd name="connsiteX1" fmla="*/ 1664913 w 1761986"/>
              <a:gd name="connsiteY1" fmla="*/ 38449 h 223965"/>
              <a:gd name="connsiteX2" fmla="*/ 1761986 w 1761986"/>
              <a:gd name="connsiteY2" fmla="*/ 109857 h 223965"/>
              <a:gd name="connsiteX3" fmla="*/ 1664913 w 1761986"/>
              <a:gd name="connsiteY3" fmla="*/ 180034 h 223965"/>
              <a:gd name="connsiteX4" fmla="*/ 492565 w 1761986"/>
              <a:gd name="connsiteY4" fmla="*/ 180034 h 223965"/>
              <a:gd name="connsiteX5" fmla="*/ 395492 w 1761986"/>
              <a:gd name="connsiteY5" fmla="*/ 109857 h 223965"/>
              <a:gd name="connsiteX6" fmla="*/ 492565 w 1761986"/>
              <a:gd name="connsiteY6" fmla="*/ 38449 h 223965"/>
              <a:gd name="connsiteX7" fmla="*/ 111982 w 1761986"/>
              <a:gd name="connsiteY7" fmla="*/ 0 h 223965"/>
              <a:gd name="connsiteX8" fmla="*/ 223965 w 1761986"/>
              <a:gd name="connsiteY8" fmla="*/ 111983 h 223965"/>
              <a:gd name="connsiteX9" fmla="*/ 111982 w 1761986"/>
              <a:gd name="connsiteY9" fmla="*/ 223965 h 223965"/>
              <a:gd name="connsiteX10" fmla="*/ 0 w 1761986"/>
              <a:gd name="connsiteY10" fmla="*/ 111983 h 223965"/>
              <a:gd name="connsiteX11" fmla="*/ 111982 w 1761986"/>
              <a:gd name="connsiteY11" fmla="*/ 0 h 223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61986" h="223965">
                <a:moveTo>
                  <a:pt x="492565" y="38449"/>
                </a:moveTo>
                <a:lnTo>
                  <a:pt x="1664913" y="38449"/>
                </a:lnTo>
                <a:cubicBezTo>
                  <a:pt x="1718428" y="38449"/>
                  <a:pt x="1761986" y="70460"/>
                  <a:pt x="1761986" y="109857"/>
                </a:cubicBezTo>
                <a:cubicBezTo>
                  <a:pt x="1761986" y="149255"/>
                  <a:pt x="1718428" y="180034"/>
                  <a:pt x="1664913" y="180034"/>
                </a:cubicBezTo>
                <a:lnTo>
                  <a:pt x="492565" y="180034"/>
                </a:lnTo>
                <a:cubicBezTo>
                  <a:pt x="439051" y="180034"/>
                  <a:pt x="395492" y="149255"/>
                  <a:pt x="395492" y="109857"/>
                </a:cubicBezTo>
                <a:cubicBezTo>
                  <a:pt x="395492" y="70460"/>
                  <a:pt x="439051" y="38449"/>
                  <a:pt x="492565" y="38449"/>
                </a:cubicBezTo>
                <a:close/>
                <a:moveTo>
                  <a:pt x="111982" y="0"/>
                </a:moveTo>
                <a:cubicBezTo>
                  <a:pt x="172951" y="0"/>
                  <a:pt x="223965" y="49770"/>
                  <a:pt x="223965" y="111983"/>
                </a:cubicBezTo>
                <a:cubicBezTo>
                  <a:pt x="223965" y="172951"/>
                  <a:pt x="172951" y="223965"/>
                  <a:pt x="111982" y="223965"/>
                </a:cubicBezTo>
                <a:cubicBezTo>
                  <a:pt x="49770" y="223965"/>
                  <a:pt x="0" y="172951"/>
                  <a:pt x="0" y="111983"/>
                </a:cubicBezTo>
                <a:cubicBezTo>
                  <a:pt x="0" y="49770"/>
                  <a:pt x="49770" y="0"/>
                  <a:pt x="1119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7" name="Freeform 72">
            <a:extLst>
              <a:ext uri="{FF2B5EF4-FFF2-40B4-BE49-F238E27FC236}">
                <a16:creationId xmlns:a16="http://schemas.microsoft.com/office/drawing/2014/main" id="{C82A54A5-2508-C643-8B44-A5D073C35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6149" y="4410902"/>
            <a:ext cx="186760" cy="186760"/>
          </a:xfrm>
          <a:custGeom>
            <a:avLst/>
            <a:gdLst>
              <a:gd name="T0" fmla="*/ 0 w 151"/>
              <a:gd name="T1" fmla="*/ 75 h 151"/>
              <a:gd name="T2" fmla="*/ 0 w 151"/>
              <a:gd name="T3" fmla="*/ 75 h 151"/>
              <a:gd name="T4" fmla="*/ 76 w 151"/>
              <a:gd name="T5" fmla="*/ 0 h 151"/>
              <a:gd name="T6" fmla="*/ 76 w 151"/>
              <a:gd name="T7" fmla="*/ 0 h 151"/>
              <a:gd name="T8" fmla="*/ 150 w 151"/>
              <a:gd name="T9" fmla="*/ 75 h 151"/>
              <a:gd name="T10" fmla="*/ 150 w 151"/>
              <a:gd name="T11" fmla="*/ 75 h 151"/>
              <a:gd name="T12" fmla="*/ 76 w 151"/>
              <a:gd name="T13" fmla="*/ 150 h 151"/>
              <a:gd name="T14" fmla="*/ 76 w 151"/>
              <a:gd name="T15" fmla="*/ 150 h 151"/>
              <a:gd name="T16" fmla="*/ 0 w 151"/>
              <a:gd name="T17" fmla="*/ 75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151">
                <a:moveTo>
                  <a:pt x="0" y="75"/>
                </a:moveTo>
                <a:lnTo>
                  <a:pt x="0" y="75"/>
                </a:lnTo>
                <a:cubicBezTo>
                  <a:pt x="0" y="33"/>
                  <a:pt x="34" y="0"/>
                  <a:pt x="76" y="0"/>
                </a:cubicBezTo>
                <a:lnTo>
                  <a:pt x="76" y="0"/>
                </a:lnTo>
                <a:cubicBezTo>
                  <a:pt x="117" y="0"/>
                  <a:pt x="150" y="33"/>
                  <a:pt x="150" y="75"/>
                </a:cubicBezTo>
                <a:lnTo>
                  <a:pt x="150" y="75"/>
                </a:lnTo>
                <a:cubicBezTo>
                  <a:pt x="150" y="116"/>
                  <a:pt x="117" y="150"/>
                  <a:pt x="76" y="150"/>
                </a:cubicBezTo>
                <a:lnTo>
                  <a:pt x="76" y="150"/>
                </a:lnTo>
                <a:cubicBezTo>
                  <a:pt x="34" y="150"/>
                  <a:pt x="0" y="116"/>
                  <a:pt x="0" y="7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8" name="Freeform 73">
            <a:extLst>
              <a:ext uri="{FF2B5EF4-FFF2-40B4-BE49-F238E27FC236}">
                <a16:creationId xmlns:a16="http://schemas.microsoft.com/office/drawing/2014/main" id="{707FBCD8-56ED-9641-BAE2-5BB2589B6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369" y="5839065"/>
            <a:ext cx="7014481" cy="7871374"/>
          </a:xfrm>
          <a:custGeom>
            <a:avLst/>
            <a:gdLst>
              <a:gd name="T0" fmla="*/ 5630 w 5631"/>
              <a:gd name="T1" fmla="*/ 6318 h 6319"/>
              <a:gd name="T2" fmla="*/ 0 w 5631"/>
              <a:gd name="T3" fmla="*/ 6318 h 6319"/>
              <a:gd name="T4" fmla="*/ 0 w 5631"/>
              <a:gd name="T5" fmla="*/ 0 h 6319"/>
              <a:gd name="T6" fmla="*/ 5630 w 5631"/>
              <a:gd name="T7" fmla="*/ 0 h 6319"/>
              <a:gd name="T8" fmla="*/ 5630 w 5631"/>
              <a:gd name="T9" fmla="*/ 6318 h 6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31" h="6319">
                <a:moveTo>
                  <a:pt x="5630" y="6318"/>
                </a:moveTo>
                <a:lnTo>
                  <a:pt x="0" y="6318"/>
                </a:lnTo>
                <a:lnTo>
                  <a:pt x="0" y="0"/>
                </a:lnTo>
                <a:lnTo>
                  <a:pt x="5630" y="0"/>
                </a:lnTo>
                <a:lnTo>
                  <a:pt x="5630" y="6318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74">
            <a:extLst>
              <a:ext uri="{FF2B5EF4-FFF2-40B4-BE49-F238E27FC236}">
                <a16:creationId xmlns:a16="http://schemas.microsoft.com/office/drawing/2014/main" id="{403C9C9F-0F17-644B-9ED7-0F43CB1B9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518" y="4454842"/>
            <a:ext cx="2169712" cy="2169708"/>
          </a:xfrm>
          <a:custGeom>
            <a:avLst/>
            <a:gdLst>
              <a:gd name="T0" fmla="*/ 1739 w 1740"/>
              <a:gd name="T1" fmla="*/ 869 h 1740"/>
              <a:gd name="T2" fmla="*/ 1739 w 1740"/>
              <a:gd name="T3" fmla="*/ 869 h 1740"/>
              <a:gd name="T4" fmla="*/ 870 w 1740"/>
              <a:gd name="T5" fmla="*/ 1739 h 1740"/>
              <a:gd name="T6" fmla="*/ 870 w 1740"/>
              <a:gd name="T7" fmla="*/ 1739 h 1740"/>
              <a:gd name="T8" fmla="*/ 0 w 1740"/>
              <a:gd name="T9" fmla="*/ 869 h 1740"/>
              <a:gd name="T10" fmla="*/ 0 w 1740"/>
              <a:gd name="T11" fmla="*/ 869 h 1740"/>
              <a:gd name="T12" fmla="*/ 870 w 1740"/>
              <a:gd name="T13" fmla="*/ 0 h 1740"/>
              <a:gd name="T14" fmla="*/ 870 w 1740"/>
              <a:gd name="T15" fmla="*/ 0 h 1740"/>
              <a:gd name="T16" fmla="*/ 1739 w 1740"/>
              <a:gd name="T17" fmla="*/ 869 h 17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40" h="1740">
                <a:moveTo>
                  <a:pt x="1739" y="869"/>
                </a:moveTo>
                <a:lnTo>
                  <a:pt x="1739" y="869"/>
                </a:lnTo>
                <a:cubicBezTo>
                  <a:pt x="1739" y="1349"/>
                  <a:pt x="1350" y="1739"/>
                  <a:pt x="870" y="1739"/>
                </a:cubicBezTo>
                <a:lnTo>
                  <a:pt x="870" y="1739"/>
                </a:lnTo>
                <a:cubicBezTo>
                  <a:pt x="389" y="1739"/>
                  <a:pt x="0" y="1349"/>
                  <a:pt x="0" y="869"/>
                </a:cubicBezTo>
                <a:lnTo>
                  <a:pt x="0" y="869"/>
                </a:lnTo>
                <a:cubicBezTo>
                  <a:pt x="0" y="389"/>
                  <a:pt x="389" y="0"/>
                  <a:pt x="870" y="0"/>
                </a:cubicBezTo>
                <a:lnTo>
                  <a:pt x="870" y="0"/>
                </a:lnTo>
                <a:cubicBezTo>
                  <a:pt x="1350" y="0"/>
                  <a:pt x="1739" y="389"/>
                  <a:pt x="1739" y="869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75">
            <a:extLst>
              <a:ext uri="{FF2B5EF4-FFF2-40B4-BE49-F238E27FC236}">
                <a16:creationId xmlns:a16="http://schemas.microsoft.com/office/drawing/2014/main" id="{858FB572-673B-474D-B279-EB0F97BED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515" y="4971178"/>
            <a:ext cx="609718" cy="1137036"/>
          </a:xfrm>
          <a:custGeom>
            <a:avLst/>
            <a:gdLst>
              <a:gd name="T0" fmla="*/ 365 w 489"/>
              <a:gd name="T1" fmla="*/ 0 h 912"/>
              <a:gd name="T2" fmla="*/ 365 w 489"/>
              <a:gd name="T3" fmla="*/ 0 h 912"/>
              <a:gd name="T4" fmla="*/ 162 w 489"/>
              <a:gd name="T5" fmla="*/ 221 h 912"/>
              <a:gd name="T6" fmla="*/ 162 w 489"/>
              <a:gd name="T7" fmla="*/ 357 h 912"/>
              <a:gd name="T8" fmla="*/ 0 w 489"/>
              <a:gd name="T9" fmla="*/ 357 h 912"/>
              <a:gd name="T10" fmla="*/ 0 w 489"/>
              <a:gd name="T11" fmla="*/ 520 h 912"/>
              <a:gd name="T12" fmla="*/ 162 w 489"/>
              <a:gd name="T13" fmla="*/ 520 h 912"/>
              <a:gd name="T14" fmla="*/ 162 w 489"/>
              <a:gd name="T15" fmla="*/ 911 h 912"/>
              <a:gd name="T16" fmla="*/ 325 w 489"/>
              <a:gd name="T17" fmla="*/ 911 h 912"/>
              <a:gd name="T18" fmla="*/ 325 w 489"/>
              <a:gd name="T19" fmla="*/ 520 h 912"/>
              <a:gd name="T20" fmla="*/ 455 w 489"/>
              <a:gd name="T21" fmla="*/ 520 h 912"/>
              <a:gd name="T22" fmla="*/ 488 w 489"/>
              <a:gd name="T23" fmla="*/ 357 h 912"/>
              <a:gd name="T24" fmla="*/ 325 w 489"/>
              <a:gd name="T25" fmla="*/ 357 h 912"/>
              <a:gd name="T26" fmla="*/ 325 w 489"/>
              <a:gd name="T27" fmla="*/ 249 h 912"/>
              <a:gd name="T28" fmla="*/ 325 w 489"/>
              <a:gd name="T29" fmla="*/ 249 h 912"/>
              <a:gd name="T30" fmla="*/ 398 w 489"/>
              <a:gd name="T31" fmla="*/ 162 h 912"/>
              <a:gd name="T32" fmla="*/ 488 w 489"/>
              <a:gd name="T33" fmla="*/ 162 h 912"/>
              <a:gd name="T34" fmla="*/ 488 w 489"/>
              <a:gd name="T35" fmla="*/ 6 h 912"/>
              <a:gd name="T36" fmla="*/ 488 w 489"/>
              <a:gd name="T37" fmla="*/ 6 h 912"/>
              <a:gd name="T38" fmla="*/ 365 w 489"/>
              <a:gd name="T39" fmla="*/ 0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89" h="912">
                <a:moveTo>
                  <a:pt x="365" y="0"/>
                </a:moveTo>
                <a:lnTo>
                  <a:pt x="365" y="0"/>
                </a:lnTo>
                <a:cubicBezTo>
                  <a:pt x="237" y="0"/>
                  <a:pt x="162" y="67"/>
                  <a:pt x="162" y="221"/>
                </a:cubicBezTo>
                <a:lnTo>
                  <a:pt x="162" y="357"/>
                </a:lnTo>
                <a:lnTo>
                  <a:pt x="0" y="357"/>
                </a:lnTo>
                <a:lnTo>
                  <a:pt x="0" y="520"/>
                </a:lnTo>
                <a:lnTo>
                  <a:pt x="162" y="520"/>
                </a:lnTo>
                <a:lnTo>
                  <a:pt x="162" y="911"/>
                </a:lnTo>
                <a:lnTo>
                  <a:pt x="325" y="911"/>
                </a:lnTo>
                <a:lnTo>
                  <a:pt x="325" y="520"/>
                </a:lnTo>
                <a:lnTo>
                  <a:pt x="455" y="520"/>
                </a:lnTo>
                <a:lnTo>
                  <a:pt x="488" y="357"/>
                </a:lnTo>
                <a:lnTo>
                  <a:pt x="325" y="357"/>
                </a:lnTo>
                <a:lnTo>
                  <a:pt x="325" y="249"/>
                </a:lnTo>
                <a:lnTo>
                  <a:pt x="325" y="249"/>
                </a:lnTo>
                <a:cubicBezTo>
                  <a:pt x="325" y="191"/>
                  <a:pt x="344" y="162"/>
                  <a:pt x="398" y="162"/>
                </a:cubicBezTo>
                <a:lnTo>
                  <a:pt x="488" y="162"/>
                </a:lnTo>
                <a:lnTo>
                  <a:pt x="488" y="6"/>
                </a:lnTo>
                <a:lnTo>
                  <a:pt x="488" y="6"/>
                </a:lnTo>
                <a:cubicBezTo>
                  <a:pt x="472" y="4"/>
                  <a:pt x="427" y="0"/>
                  <a:pt x="365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215">
            <a:extLst>
              <a:ext uri="{FF2B5EF4-FFF2-40B4-BE49-F238E27FC236}">
                <a16:creationId xmlns:a16="http://schemas.microsoft.com/office/drawing/2014/main" id="{0CF89060-FD1C-9144-8129-C6C224D79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332" y="7053002"/>
            <a:ext cx="318590" cy="274647"/>
          </a:xfrm>
          <a:custGeom>
            <a:avLst/>
            <a:gdLst>
              <a:gd name="T0" fmla="*/ 128 w 255"/>
              <a:gd name="T1" fmla="*/ 0 h 221"/>
              <a:gd name="T2" fmla="*/ 0 w 255"/>
              <a:gd name="T3" fmla="*/ 220 h 221"/>
              <a:gd name="T4" fmla="*/ 254 w 255"/>
              <a:gd name="T5" fmla="*/ 220 h 221"/>
              <a:gd name="T6" fmla="*/ 128 w 255"/>
              <a:gd name="T7" fmla="*/ 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5" h="221">
                <a:moveTo>
                  <a:pt x="128" y="0"/>
                </a:moveTo>
                <a:lnTo>
                  <a:pt x="0" y="220"/>
                </a:lnTo>
                <a:lnTo>
                  <a:pt x="254" y="220"/>
                </a:lnTo>
                <a:lnTo>
                  <a:pt x="128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331">
            <a:extLst>
              <a:ext uri="{FF2B5EF4-FFF2-40B4-BE49-F238E27FC236}">
                <a16:creationId xmlns:a16="http://schemas.microsoft.com/office/drawing/2014/main" id="{DE977E13-B4F1-D04A-BFC5-7A3FEF331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3726" y="7053002"/>
            <a:ext cx="318590" cy="274647"/>
          </a:xfrm>
          <a:custGeom>
            <a:avLst/>
            <a:gdLst>
              <a:gd name="T0" fmla="*/ 127 w 255"/>
              <a:gd name="T1" fmla="*/ 220 h 221"/>
              <a:gd name="T2" fmla="*/ 0 w 255"/>
              <a:gd name="T3" fmla="*/ 0 h 221"/>
              <a:gd name="T4" fmla="*/ 254 w 255"/>
              <a:gd name="T5" fmla="*/ 0 h 221"/>
              <a:gd name="T6" fmla="*/ 127 w 255"/>
              <a:gd name="T7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5" h="221">
                <a:moveTo>
                  <a:pt x="127" y="220"/>
                </a:moveTo>
                <a:lnTo>
                  <a:pt x="0" y="0"/>
                </a:lnTo>
                <a:lnTo>
                  <a:pt x="254" y="0"/>
                </a:lnTo>
                <a:lnTo>
                  <a:pt x="127" y="220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332">
            <a:extLst>
              <a:ext uri="{FF2B5EF4-FFF2-40B4-BE49-F238E27FC236}">
                <a16:creationId xmlns:a16="http://schemas.microsoft.com/office/drawing/2014/main" id="{9F3A402C-0C29-C44B-823B-0B918C4A5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5722" y="8261445"/>
            <a:ext cx="1862107" cy="1455630"/>
          </a:xfrm>
          <a:custGeom>
            <a:avLst/>
            <a:gdLst>
              <a:gd name="T0" fmla="*/ 1493 w 1494"/>
              <a:gd name="T1" fmla="*/ 0 h 1168"/>
              <a:gd name="T2" fmla="*/ 364 w 1494"/>
              <a:gd name="T3" fmla="*/ 0 h 1168"/>
              <a:gd name="T4" fmla="*/ 364 w 1494"/>
              <a:gd name="T5" fmla="*/ 875 h 1168"/>
              <a:gd name="T6" fmla="*/ 341 w 1494"/>
              <a:gd name="T7" fmla="*/ 875 h 1168"/>
              <a:gd name="T8" fmla="*/ 341 w 1494"/>
              <a:gd name="T9" fmla="*/ 858 h 1168"/>
              <a:gd name="T10" fmla="*/ 0 w 1494"/>
              <a:gd name="T11" fmla="*/ 858 h 1168"/>
              <a:gd name="T12" fmla="*/ 0 w 1494"/>
              <a:gd name="T13" fmla="*/ 1167 h 1168"/>
              <a:gd name="T14" fmla="*/ 145 w 1494"/>
              <a:gd name="T15" fmla="*/ 1167 h 1168"/>
              <a:gd name="T16" fmla="*/ 291 w 1494"/>
              <a:gd name="T17" fmla="*/ 1167 h 1168"/>
              <a:gd name="T18" fmla="*/ 341 w 1494"/>
              <a:gd name="T19" fmla="*/ 1167 h 1168"/>
              <a:gd name="T20" fmla="*/ 1493 w 1494"/>
              <a:gd name="T21" fmla="*/ 1167 h 1168"/>
              <a:gd name="T22" fmla="*/ 1093 w 1494"/>
              <a:gd name="T23" fmla="*/ 583 h 1168"/>
              <a:gd name="T24" fmla="*/ 1493 w 1494"/>
              <a:gd name="T25" fmla="*/ 0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94" h="1168">
                <a:moveTo>
                  <a:pt x="1493" y="0"/>
                </a:moveTo>
                <a:lnTo>
                  <a:pt x="364" y="0"/>
                </a:lnTo>
                <a:lnTo>
                  <a:pt x="364" y="875"/>
                </a:lnTo>
                <a:lnTo>
                  <a:pt x="341" y="875"/>
                </a:lnTo>
                <a:lnTo>
                  <a:pt x="341" y="858"/>
                </a:lnTo>
                <a:lnTo>
                  <a:pt x="0" y="858"/>
                </a:lnTo>
                <a:lnTo>
                  <a:pt x="0" y="1167"/>
                </a:lnTo>
                <a:lnTo>
                  <a:pt x="145" y="1167"/>
                </a:lnTo>
                <a:lnTo>
                  <a:pt x="291" y="1167"/>
                </a:lnTo>
                <a:lnTo>
                  <a:pt x="341" y="1167"/>
                </a:lnTo>
                <a:lnTo>
                  <a:pt x="1493" y="1167"/>
                </a:lnTo>
                <a:lnTo>
                  <a:pt x="1093" y="583"/>
                </a:lnTo>
                <a:lnTo>
                  <a:pt x="1493" y="0"/>
                </a:lnTo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333">
            <a:extLst>
              <a:ext uri="{FF2B5EF4-FFF2-40B4-BE49-F238E27FC236}">
                <a16:creationId xmlns:a16="http://schemas.microsoft.com/office/drawing/2014/main" id="{87282095-101F-5441-AA99-3C6F8C356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4036" y="7854971"/>
            <a:ext cx="93378" cy="3488016"/>
          </a:xfrm>
          <a:custGeom>
            <a:avLst/>
            <a:gdLst>
              <a:gd name="T0" fmla="*/ 36 w 74"/>
              <a:gd name="T1" fmla="*/ 0 h 2802"/>
              <a:gd name="T2" fmla="*/ 36 w 74"/>
              <a:gd name="T3" fmla="*/ 0 h 2802"/>
              <a:gd name="T4" fmla="*/ 0 w 74"/>
              <a:gd name="T5" fmla="*/ 36 h 2802"/>
              <a:gd name="T6" fmla="*/ 0 w 74"/>
              <a:gd name="T7" fmla="*/ 146 h 2802"/>
              <a:gd name="T8" fmla="*/ 0 w 74"/>
              <a:gd name="T9" fmla="*/ 2765 h 2802"/>
              <a:gd name="T10" fmla="*/ 0 w 74"/>
              <a:gd name="T11" fmla="*/ 2765 h 2802"/>
              <a:gd name="T12" fmla="*/ 36 w 74"/>
              <a:gd name="T13" fmla="*/ 2801 h 2802"/>
              <a:gd name="T14" fmla="*/ 36 w 74"/>
              <a:gd name="T15" fmla="*/ 2801 h 2802"/>
              <a:gd name="T16" fmla="*/ 73 w 74"/>
              <a:gd name="T17" fmla="*/ 2765 h 2802"/>
              <a:gd name="T18" fmla="*/ 73 w 74"/>
              <a:gd name="T19" fmla="*/ 146 h 2802"/>
              <a:gd name="T20" fmla="*/ 73 w 74"/>
              <a:gd name="T21" fmla="*/ 36 h 2802"/>
              <a:gd name="T22" fmla="*/ 73 w 74"/>
              <a:gd name="T23" fmla="*/ 36 h 2802"/>
              <a:gd name="T24" fmla="*/ 36 w 74"/>
              <a:gd name="T25" fmla="*/ 0 h 28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4" h="2802">
                <a:moveTo>
                  <a:pt x="36" y="0"/>
                </a:moveTo>
                <a:lnTo>
                  <a:pt x="36" y="0"/>
                </a:lnTo>
                <a:cubicBezTo>
                  <a:pt x="16" y="0"/>
                  <a:pt x="0" y="16"/>
                  <a:pt x="0" y="36"/>
                </a:cubicBezTo>
                <a:lnTo>
                  <a:pt x="0" y="146"/>
                </a:lnTo>
                <a:lnTo>
                  <a:pt x="0" y="2765"/>
                </a:lnTo>
                <a:lnTo>
                  <a:pt x="0" y="2765"/>
                </a:lnTo>
                <a:cubicBezTo>
                  <a:pt x="0" y="2785"/>
                  <a:pt x="16" y="2801"/>
                  <a:pt x="36" y="2801"/>
                </a:cubicBezTo>
                <a:lnTo>
                  <a:pt x="36" y="2801"/>
                </a:lnTo>
                <a:cubicBezTo>
                  <a:pt x="56" y="2801"/>
                  <a:pt x="73" y="2785"/>
                  <a:pt x="73" y="2765"/>
                </a:cubicBezTo>
                <a:lnTo>
                  <a:pt x="73" y="146"/>
                </a:lnTo>
                <a:lnTo>
                  <a:pt x="73" y="36"/>
                </a:lnTo>
                <a:lnTo>
                  <a:pt x="73" y="36"/>
                </a:lnTo>
                <a:cubicBezTo>
                  <a:pt x="73" y="16"/>
                  <a:pt x="56" y="0"/>
                  <a:pt x="36" y="0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334">
            <a:extLst>
              <a:ext uri="{FF2B5EF4-FFF2-40B4-BE49-F238E27FC236}">
                <a16:creationId xmlns:a16="http://schemas.microsoft.com/office/drawing/2014/main" id="{2E777542-A68A-6545-B7A2-E52B80020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1923" y="8036236"/>
            <a:ext cx="999714" cy="1318304"/>
          </a:xfrm>
          <a:custGeom>
            <a:avLst/>
            <a:gdLst>
              <a:gd name="T0" fmla="*/ 0 w 802"/>
              <a:gd name="T1" fmla="*/ 0 h 1057"/>
              <a:gd name="T2" fmla="*/ 801 w 802"/>
              <a:gd name="T3" fmla="*/ 0 h 1057"/>
              <a:gd name="T4" fmla="*/ 801 w 802"/>
              <a:gd name="T5" fmla="*/ 1056 h 1057"/>
              <a:gd name="T6" fmla="*/ 0 w 802"/>
              <a:gd name="T7" fmla="*/ 1056 h 1057"/>
              <a:gd name="T8" fmla="*/ 0 w 802"/>
              <a:gd name="T9" fmla="*/ 0 h 10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2" h="1057">
                <a:moveTo>
                  <a:pt x="0" y="0"/>
                </a:moveTo>
                <a:lnTo>
                  <a:pt x="801" y="0"/>
                </a:lnTo>
                <a:lnTo>
                  <a:pt x="801" y="1056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335">
            <a:extLst>
              <a:ext uri="{FF2B5EF4-FFF2-40B4-BE49-F238E27FC236}">
                <a16:creationId xmlns:a16="http://schemas.microsoft.com/office/drawing/2014/main" id="{EE6A42AE-7E3B-C746-B6D2-F109EBE9A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5722" y="9349049"/>
            <a:ext cx="455915" cy="362534"/>
          </a:xfrm>
          <a:custGeom>
            <a:avLst/>
            <a:gdLst>
              <a:gd name="T0" fmla="*/ 0 w 365"/>
              <a:gd name="T1" fmla="*/ 292 h 293"/>
              <a:gd name="T2" fmla="*/ 364 w 365"/>
              <a:gd name="T3" fmla="*/ 0 h 293"/>
              <a:gd name="T4" fmla="*/ 0 w 365"/>
              <a:gd name="T5" fmla="*/ 0 h 293"/>
              <a:gd name="T6" fmla="*/ 0 w 365"/>
              <a:gd name="T7" fmla="*/ 292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5" h="293">
                <a:moveTo>
                  <a:pt x="0" y="292"/>
                </a:moveTo>
                <a:lnTo>
                  <a:pt x="364" y="0"/>
                </a:lnTo>
                <a:lnTo>
                  <a:pt x="0" y="0"/>
                </a:lnTo>
                <a:lnTo>
                  <a:pt x="0" y="292"/>
                </a:lnTo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336">
            <a:extLst>
              <a:ext uri="{FF2B5EF4-FFF2-40B4-BE49-F238E27FC236}">
                <a16:creationId xmlns:a16="http://schemas.microsoft.com/office/drawing/2014/main" id="{9DC9DC9D-967B-D844-8E42-DF7137CCF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9819" y="8261445"/>
            <a:ext cx="1862104" cy="1455630"/>
          </a:xfrm>
          <a:custGeom>
            <a:avLst/>
            <a:gdLst>
              <a:gd name="T0" fmla="*/ 0 w 1494"/>
              <a:gd name="T1" fmla="*/ 0 h 1168"/>
              <a:gd name="T2" fmla="*/ 1129 w 1494"/>
              <a:gd name="T3" fmla="*/ 0 h 1168"/>
              <a:gd name="T4" fmla="*/ 1129 w 1494"/>
              <a:gd name="T5" fmla="*/ 875 h 1168"/>
              <a:gd name="T6" fmla="*/ 1152 w 1494"/>
              <a:gd name="T7" fmla="*/ 875 h 1168"/>
              <a:gd name="T8" fmla="*/ 1152 w 1494"/>
              <a:gd name="T9" fmla="*/ 858 h 1168"/>
              <a:gd name="T10" fmla="*/ 1493 w 1494"/>
              <a:gd name="T11" fmla="*/ 858 h 1168"/>
              <a:gd name="T12" fmla="*/ 1493 w 1494"/>
              <a:gd name="T13" fmla="*/ 1167 h 1168"/>
              <a:gd name="T14" fmla="*/ 1348 w 1494"/>
              <a:gd name="T15" fmla="*/ 1167 h 1168"/>
              <a:gd name="T16" fmla="*/ 1202 w 1494"/>
              <a:gd name="T17" fmla="*/ 1167 h 1168"/>
              <a:gd name="T18" fmla="*/ 1152 w 1494"/>
              <a:gd name="T19" fmla="*/ 1167 h 1168"/>
              <a:gd name="T20" fmla="*/ 0 w 1494"/>
              <a:gd name="T21" fmla="*/ 1167 h 1168"/>
              <a:gd name="T22" fmla="*/ 400 w 1494"/>
              <a:gd name="T23" fmla="*/ 583 h 1168"/>
              <a:gd name="T24" fmla="*/ 0 w 1494"/>
              <a:gd name="T25" fmla="*/ 0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94" h="1168">
                <a:moveTo>
                  <a:pt x="0" y="0"/>
                </a:moveTo>
                <a:lnTo>
                  <a:pt x="1129" y="0"/>
                </a:lnTo>
                <a:lnTo>
                  <a:pt x="1129" y="875"/>
                </a:lnTo>
                <a:lnTo>
                  <a:pt x="1152" y="875"/>
                </a:lnTo>
                <a:lnTo>
                  <a:pt x="1152" y="858"/>
                </a:lnTo>
                <a:lnTo>
                  <a:pt x="1493" y="858"/>
                </a:lnTo>
                <a:lnTo>
                  <a:pt x="1493" y="1167"/>
                </a:lnTo>
                <a:lnTo>
                  <a:pt x="1348" y="1167"/>
                </a:lnTo>
                <a:lnTo>
                  <a:pt x="1202" y="1167"/>
                </a:lnTo>
                <a:lnTo>
                  <a:pt x="1152" y="1167"/>
                </a:lnTo>
                <a:lnTo>
                  <a:pt x="0" y="1167"/>
                </a:lnTo>
                <a:lnTo>
                  <a:pt x="400" y="583"/>
                </a:lnTo>
                <a:lnTo>
                  <a:pt x="0" y="0"/>
                </a:lnTo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337">
            <a:extLst>
              <a:ext uri="{FF2B5EF4-FFF2-40B4-BE49-F238E27FC236}">
                <a16:creationId xmlns:a16="http://schemas.microsoft.com/office/drawing/2014/main" id="{9B02CBAF-CCC7-094C-B6EF-9CE6DED38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5728" y="7854971"/>
            <a:ext cx="93378" cy="3488016"/>
          </a:xfrm>
          <a:custGeom>
            <a:avLst/>
            <a:gdLst>
              <a:gd name="T0" fmla="*/ 36 w 73"/>
              <a:gd name="T1" fmla="*/ 0 h 2802"/>
              <a:gd name="T2" fmla="*/ 36 w 73"/>
              <a:gd name="T3" fmla="*/ 0 h 2802"/>
              <a:gd name="T4" fmla="*/ 72 w 73"/>
              <a:gd name="T5" fmla="*/ 36 h 2802"/>
              <a:gd name="T6" fmla="*/ 72 w 73"/>
              <a:gd name="T7" fmla="*/ 146 h 2802"/>
              <a:gd name="T8" fmla="*/ 72 w 73"/>
              <a:gd name="T9" fmla="*/ 2765 h 2802"/>
              <a:gd name="T10" fmla="*/ 72 w 73"/>
              <a:gd name="T11" fmla="*/ 2765 h 2802"/>
              <a:gd name="T12" fmla="*/ 36 w 73"/>
              <a:gd name="T13" fmla="*/ 2801 h 2802"/>
              <a:gd name="T14" fmla="*/ 36 w 73"/>
              <a:gd name="T15" fmla="*/ 2801 h 2802"/>
              <a:gd name="T16" fmla="*/ 0 w 73"/>
              <a:gd name="T17" fmla="*/ 2765 h 2802"/>
              <a:gd name="T18" fmla="*/ 0 w 73"/>
              <a:gd name="T19" fmla="*/ 146 h 2802"/>
              <a:gd name="T20" fmla="*/ 0 w 73"/>
              <a:gd name="T21" fmla="*/ 36 h 2802"/>
              <a:gd name="T22" fmla="*/ 0 w 73"/>
              <a:gd name="T23" fmla="*/ 36 h 2802"/>
              <a:gd name="T24" fmla="*/ 36 w 73"/>
              <a:gd name="T25" fmla="*/ 0 h 28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3" h="2802">
                <a:moveTo>
                  <a:pt x="36" y="0"/>
                </a:moveTo>
                <a:lnTo>
                  <a:pt x="36" y="0"/>
                </a:lnTo>
                <a:cubicBezTo>
                  <a:pt x="56" y="0"/>
                  <a:pt x="72" y="16"/>
                  <a:pt x="72" y="36"/>
                </a:cubicBezTo>
                <a:lnTo>
                  <a:pt x="72" y="146"/>
                </a:lnTo>
                <a:lnTo>
                  <a:pt x="72" y="2765"/>
                </a:lnTo>
                <a:lnTo>
                  <a:pt x="72" y="2765"/>
                </a:lnTo>
                <a:cubicBezTo>
                  <a:pt x="72" y="2785"/>
                  <a:pt x="56" y="2801"/>
                  <a:pt x="36" y="2801"/>
                </a:cubicBezTo>
                <a:lnTo>
                  <a:pt x="36" y="2801"/>
                </a:lnTo>
                <a:cubicBezTo>
                  <a:pt x="16" y="2801"/>
                  <a:pt x="0" y="2785"/>
                  <a:pt x="0" y="2765"/>
                </a:cubicBezTo>
                <a:lnTo>
                  <a:pt x="0" y="146"/>
                </a:lnTo>
                <a:lnTo>
                  <a:pt x="0" y="36"/>
                </a:lnTo>
                <a:lnTo>
                  <a:pt x="0" y="36"/>
                </a:lnTo>
                <a:cubicBezTo>
                  <a:pt x="0" y="16"/>
                  <a:pt x="16" y="0"/>
                  <a:pt x="36" y="0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338">
            <a:extLst>
              <a:ext uri="{FF2B5EF4-FFF2-40B4-BE49-F238E27FC236}">
                <a16:creationId xmlns:a16="http://schemas.microsoft.com/office/drawing/2014/main" id="{69E2712A-A34C-9043-A2DE-D46FCD0D9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6014" y="8036236"/>
            <a:ext cx="999714" cy="1318304"/>
          </a:xfrm>
          <a:custGeom>
            <a:avLst/>
            <a:gdLst>
              <a:gd name="T0" fmla="*/ 802 w 803"/>
              <a:gd name="T1" fmla="*/ 0 h 1057"/>
              <a:gd name="T2" fmla="*/ 0 w 803"/>
              <a:gd name="T3" fmla="*/ 0 h 1057"/>
              <a:gd name="T4" fmla="*/ 0 w 803"/>
              <a:gd name="T5" fmla="*/ 1056 h 1057"/>
              <a:gd name="T6" fmla="*/ 802 w 803"/>
              <a:gd name="T7" fmla="*/ 1056 h 1057"/>
              <a:gd name="T8" fmla="*/ 802 w 803"/>
              <a:gd name="T9" fmla="*/ 0 h 10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3" h="1057">
                <a:moveTo>
                  <a:pt x="802" y="0"/>
                </a:moveTo>
                <a:lnTo>
                  <a:pt x="0" y="0"/>
                </a:lnTo>
                <a:lnTo>
                  <a:pt x="0" y="1056"/>
                </a:lnTo>
                <a:lnTo>
                  <a:pt x="802" y="1056"/>
                </a:lnTo>
                <a:lnTo>
                  <a:pt x="802" y="0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339">
            <a:extLst>
              <a:ext uri="{FF2B5EF4-FFF2-40B4-BE49-F238E27FC236}">
                <a16:creationId xmlns:a16="http://schemas.microsoft.com/office/drawing/2014/main" id="{45FC7763-82FF-E746-AFCE-092EA81C6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6010" y="9349049"/>
            <a:ext cx="455912" cy="362534"/>
          </a:xfrm>
          <a:custGeom>
            <a:avLst/>
            <a:gdLst>
              <a:gd name="T0" fmla="*/ 364 w 365"/>
              <a:gd name="T1" fmla="*/ 292 h 293"/>
              <a:gd name="T2" fmla="*/ 0 w 365"/>
              <a:gd name="T3" fmla="*/ 0 h 293"/>
              <a:gd name="T4" fmla="*/ 364 w 365"/>
              <a:gd name="T5" fmla="*/ 0 h 293"/>
              <a:gd name="T6" fmla="*/ 364 w 365"/>
              <a:gd name="T7" fmla="*/ 292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5" h="293">
                <a:moveTo>
                  <a:pt x="364" y="292"/>
                </a:moveTo>
                <a:lnTo>
                  <a:pt x="0" y="0"/>
                </a:lnTo>
                <a:lnTo>
                  <a:pt x="364" y="0"/>
                </a:lnTo>
                <a:lnTo>
                  <a:pt x="364" y="292"/>
                </a:lnTo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340">
            <a:extLst>
              <a:ext uri="{FF2B5EF4-FFF2-40B4-BE49-F238E27FC236}">
                <a16:creationId xmlns:a16="http://schemas.microsoft.com/office/drawing/2014/main" id="{82BD370B-CBF4-C146-A03D-9AD312741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5304" y="13100722"/>
            <a:ext cx="2307033" cy="609714"/>
          </a:xfrm>
          <a:custGeom>
            <a:avLst/>
            <a:gdLst>
              <a:gd name="T0" fmla="*/ 1851 w 1852"/>
              <a:gd name="T1" fmla="*/ 489 h 490"/>
              <a:gd name="T2" fmla="*/ 1851 w 1852"/>
              <a:gd name="T3" fmla="*/ 489 h 490"/>
              <a:gd name="T4" fmla="*/ 926 w 1852"/>
              <a:gd name="T5" fmla="*/ 0 h 490"/>
              <a:gd name="T6" fmla="*/ 926 w 1852"/>
              <a:gd name="T7" fmla="*/ 0 h 490"/>
              <a:gd name="T8" fmla="*/ 0 w 1852"/>
              <a:gd name="T9" fmla="*/ 489 h 490"/>
              <a:gd name="T10" fmla="*/ 1851 w 1852"/>
              <a:gd name="T11" fmla="*/ 489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52" h="490">
                <a:moveTo>
                  <a:pt x="1851" y="489"/>
                </a:moveTo>
                <a:lnTo>
                  <a:pt x="1851" y="489"/>
                </a:lnTo>
                <a:cubicBezTo>
                  <a:pt x="1649" y="194"/>
                  <a:pt x="1310" y="0"/>
                  <a:pt x="926" y="0"/>
                </a:cubicBezTo>
                <a:lnTo>
                  <a:pt x="926" y="0"/>
                </a:lnTo>
                <a:cubicBezTo>
                  <a:pt x="541" y="0"/>
                  <a:pt x="203" y="194"/>
                  <a:pt x="0" y="489"/>
                </a:cubicBezTo>
                <a:lnTo>
                  <a:pt x="1851" y="489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341">
            <a:extLst>
              <a:ext uri="{FF2B5EF4-FFF2-40B4-BE49-F238E27FC236}">
                <a16:creationId xmlns:a16="http://schemas.microsoft.com/office/drawing/2014/main" id="{D51982C0-B40D-B14D-8A8D-0497DFF14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4324" y="12403121"/>
            <a:ext cx="3883508" cy="1307319"/>
          </a:xfrm>
          <a:custGeom>
            <a:avLst/>
            <a:gdLst>
              <a:gd name="T0" fmla="*/ 633 w 3118"/>
              <a:gd name="T1" fmla="*/ 1049 h 1050"/>
              <a:gd name="T2" fmla="*/ 633 w 3118"/>
              <a:gd name="T3" fmla="*/ 1049 h 1050"/>
              <a:gd name="T4" fmla="*/ 1559 w 3118"/>
              <a:gd name="T5" fmla="*/ 560 h 1050"/>
              <a:gd name="T6" fmla="*/ 1559 w 3118"/>
              <a:gd name="T7" fmla="*/ 560 h 1050"/>
              <a:gd name="T8" fmla="*/ 2484 w 3118"/>
              <a:gd name="T9" fmla="*/ 1049 h 1050"/>
              <a:gd name="T10" fmla="*/ 3117 w 3118"/>
              <a:gd name="T11" fmla="*/ 1049 h 1050"/>
              <a:gd name="T12" fmla="*/ 3117 w 3118"/>
              <a:gd name="T13" fmla="*/ 1049 h 1050"/>
              <a:gd name="T14" fmla="*/ 1559 w 3118"/>
              <a:gd name="T15" fmla="*/ 0 h 1050"/>
              <a:gd name="T16" fmla="*/ 1559 w 3118"/>
              <a:gd name="T17" fmla="*/ 0 h 1050"/>
              <a:gd name="T18" fmla="*/ 0 w 3118"/>
              <a:gd name="T19" fmla="*/ 1049 h 1050"/>
              <a:gd name="T20" fmla="*/ 633 w 3118"/>
              <a:gd name="T21" fmla="*/ 1049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118" h="1050">
                <a:moveTo>
                  <a:pt x="633" y="1049"/>
                </a:moveTo>
                <a:lnTo>
                  <a:pt x="633" y="1049"/>
                </a:lnTo>
                <a:cubicBezTo>
                  <a:pt x="836" y="754"/>
                  <a:pt x="1174" y="560"/>
                  <a:pt x="1559" y="560"/>
                </a:cubicBezTo>
                <a:lnTo>
                  <a:pt x="1559" y="560"/>
                </a:lnTo>
                <a:cubicBezTo>
                  <a:pt x="1943" y="560"/>
                  <a:pt x="2282" y="754"/>
                  <a:pt x="2484" y="1049"/>
                </a:cubicBezTo>
                <a:lnTo>
                  <a:pt x="3117" y="1049"/>
                </a:lnTo>
                <a:lnTo>
                  <a:pt x="3117" y="1049"/>
                </a:lnTo>
                <a:cubicBezTo>
                  <a:pt x="2867" y="434"/>
                  <a:pt x="2263" y="0"/>
                  <a:pt x="1559" y="0"/>
                </a:cubicBezTo>
                <a:lnTo>
                  <a:pt x="1559" y="0"/>
                </a:lnTo>
                <a:cubicBezTo>
                  <a:pt x="854" y="0"/>
                  <a:pt x="250" y="434"/>
                  <a:pt x="0" y="1049"/>
                </a:cubicBezTo>
                <a:lnTo>
                  <a:pt x="633" y="1049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342">
            <a:extLst>
              <a:ext uri="{FF2B5EF4-FFF2-40B4-BE49-F238E27FC236}">
                <a16:creationId xmlns:a16="http://schemas.microsoft.com/office/drawing/2014/main" id="{38752607-DA2A-7E46-BAAD-8C9080F6D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8267" y="11705520"/>
            <a:ext cx="5361106" cy="2004920"/>
          </a:xfrm>
          <a:custGeom>
            <a:avLst/>
            <a:gdLst>
              <a:gd name="T0" fmla="*/ 594 w 4306"/>
              <a:gd name="T1" fmla="*/ 1610 h 1611"/>
              <a:gd name="T2" fmla="*/ 594 w 4306"/>
              <a:gd name="T3" fmla="*/ 1610 h 1611"/>
              <a:gd name="T4" fmla="*/ 2153 w 4306"/>
              <a:gd name="T5" fmla="*/ 561 h 1611"/>
              <a:gd name="T6" fmla="*/ 2153 w 4306"/>
              <a:gd name="T7" fmla="*/ 561 h 1611"/>
              <a:gd name="T8" fmla="*/ 3711 w 4306"/>
              <a:gd name="T9" fmla="*/ 1610 h 1611"/>
              <a:gd name="T10" fmla="*/ 4305 w 4306"/>
              <a:gd name="T11" fmla="*/ 1610 h 1611"/>
              <a:gd name="T12" fmla="*/ 4305 w 4306"/>
              <a:gd name="T13" fmla="*/ 1610 h 1611"/>
              <a:gd name="T14" fmla="*/ 2153 w 4306"/>
              <a:gd name="T15" fmla="*/ 0 h 1611"/>
              <a:gd name="T16" fmla="*/ 2153 w 4306"/>
              <a:gd name="T17" fmla="*/ 0 h 1611"/>
              <a:gd name="T18" fmla="*/ 0 w 4306"/>
              <a:gd name="T19" fmla="*/ 1610 h 1611"/>
              <a:gd name="T20" fmla="*/ 594 w 4306"/>
              <a:gd name="T21" fmla="*/ 1610 h 1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306" h="1611">
                <a:moveTo>
                  <a:pt x="594" y="1610"/>
                </a:moveTo>
                <a:lnTo>
                  <a:pt x="594" y="1610"/>
                </a:lnTo>
                <a:cubicBezTo>
                  <a:pt x="844" y="995"/>
                  <a:pt x="1448" y="561"/>
                  <a:pt x="2153" y="561"/>
                </a:cubicBezTo>
                <a:lnTo>
                  <a:pt x="2153" y="561"/>
                </a:lnTo>
                <a:cubicBezTo>
                  <a:pt x="2857" y="561"/>
                  <a:pt x="3461" y="995"/>
                  <a:pt x="3711" y="1610"/>
                </a:cubicBezTo>
                <a:lnTo>
                  <a:pt x="4305" y="1610"/>
                </a:lnTo>
                <a:lnTo>
                  <a:pt x="4305" y="1610"/>
                </a:lnTo>
                <a:cubicBezTo>
                  <a:pt x="4031" y="679"/>
                  <a:pt x="3171" y="0"/>
                  <a:pt x="2153" y="0"/>
                </a:cubicBezTo>
                <a:lnTo>
                  <a:pt x="2153" y="0"/>
                </a:lnTo>
                <a:cubicBezTo>
                  <a:pt x="1134" y="0"/>
                  <a:pt x="274" y="679"/>
                  <a:pt x="0" y="1610"/>
                </a:cubicBezTo>
                <a:lnTo>
                  <a:pt x="594" y="1610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343">
            <a:extLst>
              <a:ext uri="{FF2B5EF4-FFF2-40B4-BE49-F238E27FC236}">
                <a16:creationId xmlns:a16="http://schemas.microsoft.com/office/drawing/2014/main" id="{5D544EB7-A5B4-4449-AEF3-FAEDA6C24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3203" y="11007912"/>
            <a:ext cx="6805750" cy="2708019"/>
          </a:xfrm>
          <a:custGeom>
            <a:avLst/>
            <a:gdLst>
              <a:gd name="T0" fmla="*/ 579 w 5465"/>
              <a:gd name="T1" fmla="*/ 2171 h 2172"/>
              <a:gd name="T2" fmla="*/ 579 w 5465"/>
              <a:gd name="T3" fmla="*/ 2171 h 2172"/>
              <a:gd name="T4" fmla="*/ 2732 w 5465"/>
              <a:gd name="T5" fmla="*/ 561 h 2172"/>
              <a:gd name="T6" fmla="*/ 2732 w 5465"/>
              <a:gd name="T7" fmla="*/ 561 h 2172"/>
              <a:gd name="T8" fmla="*/ 4884 w 5465"/>
              <a:gd name="T9" fmla="*/ 2171 h 2172"/>
              <a:gd name="T10" fmla="*/ 5464 w 5465"/>
              <a:gd name="T11" fmla="*/ 2171 h 2172"/>
              <a:gd name="T12" fmla="*/ 5464 w 5465"/>
              <a:gd name="T13" fmla="*/ 2171 h 2172"/>
              <a:gd name="T14" fmla="*/ 2732 w 5465"/>
              <a:gd name="T15" fmla="*/ 0 h 2172"/>
              <a:gd name="T16" fmla="*/ 2732 w 5465"/>
              <a:gd name="T17" fmla="*/ 0 h 2172"/>
              <a:gd name="T18" fmla="*/ 0 w 5465"/>
              <a:gd name="T19" fmla="*/ 2171 h 2172"/>
              <a:gd name="T20" fmla="*/ 579 w 5465"/>
              <a:gd name="T21" fmla="*/ 2171 h 2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465" h="2172">
                <a:moveTo>
                  <a:pt x="579" y="2171"/>
                </a:moveTo>
                <a:lnTo>
                  <a:pt x="579" y="2171"/>
                </a:lnTo>
                <a:cubicBezTo>
                  <a:pt x="853" y="1240"/>
                  <a:pt x="1713" y="561"/>
                  <a:pt x="2732" y="561"/>
                </a:cubicBezTo>
                <a:lnTo>
                  <a:pt x="2732" y="561"/>
                </a:lnTo>
                <a:cubicBezTo>
                  <a:pt x="3750" y="561"/>
                  <a:pt x="4610" y="1240"/>
                  <a:pt x="4884" y="2171"/>
                </a:cubicBezTo>
                <a:lnTo>
                  <a:pt x="5464" y="2171"/>
                </a:lnTo>
                <a:lnTo>
                  <a:pt x="5464" y="2171"/>
                </a:lnTo>
                <a:cubicBezTo>
                  <a:pt x="5176" y="927"/>
                  <a:pt x="4062" y="0"/>
                  <a:pt x="2732" y="0"/>
                </a:cubicBezTo>
                <a:lnTo>
                  <a:pt x="2732" y="0"/>
                </a:lnTo>
                <a:cubicBezTo>
                  <a:pt x="1401" y="0"/>
                  <a:pt x="287" y="927"/>
                  <a:pt x="0" y="2171"/>
                </a:cubicBezTo>
                <a:lnTo>
                  <a:pt x="579" y="2171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344">
            <a:extLst>
              <a:ext uri="{FF2B5EF4-FFF2-40B4-BE49-F238E27FC236}">
                <a16:creationId xmlns:a16="http://schemas.microsoft.com/office/drawing/2014/main" id="{6C77B1AD-A59D-6347-B134-75DF6C39D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369" y="10310311"/>
            <a:ext cx="7014481" cy="3405620"/>
          </a:xfrm>
          <a:custGeom>
            <a:avLst/>
            <a:gdLst>
              <a:gd name="T0" fmla="*/ 2840 w 5631"/>
              <a:gd name="T1" fmla="*/ 0 h 2733"/>
              <a:gd name="T2" fmla="*/ 2840 w 5631"/>
              <a:gd name="T3" fmla="*/ 0 h 2733"/>
              <a:gd name="T4" fmla="*/ 0 w 5631"/>
              <a:gd name="T5" fmla="*/ 1560 h 2733"/>
              <a:gd name="T6" fmla="*/ 0 w 5631"/>
              <a:gd name="T7" fmla="*/ 2732 h 2733"/>
              <a:gd name="T8" fmla="*/ 108 w 5631"/>
              <a:gd name="T9" fmla="*/ 2732 h 2733"/>
              <a:gd name="T10" fmla="*/ 108 w 5631"/>
              <a:gd name="T11" fmla="*/ 2732 h 2733"/>
              <a:gd name="T12" fmla="*/ 2840 w 5631"/>
              <a:gd name="T13" fmla="*/ 561 h 2733"/>
              <a:gd name="T14" fmla="*/ 2840 w 5631"/>
              <a:gd name="T15" fmla="*/ 561 h 2733"/>
              <a:gd name="T16" fmla="*/ 5572 w 5631"/>
              <a:gd name="T17" fmla="*/ 2732 h 2733"/>
              <a:gd name="T18" fmla="*/ 5630 w 5631"/>
              <a:gd name="T19" fmla="*/ 2732 h 2733"/>
              <a:gd name="T20" fmla="*/ 5630 w 5631"/>
              <a:gd name="T21" fmla="*/ 1486 h 2733"/>
              <a:gd name="T22" fmla="*/ 5630 w 5631"/>
              <a:gd name="T23" fmla="*/ 1486 h 2733"/>
              <a:gd name="T24" fmla="*/ 2840 w 5631"/>
              <a:gd name="T25" fmla="*/ 0 h 2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631" h="2733">
                <a:moveTo>
                  <a:pt x="2840" y="0"/>
                </a:moveTo>
                <a:lnTo>
                  <a:pt x="2840" y="0"/>
                </a:lnTo>
                <a:cubicBezTo>
                  <a:pt x="1646" y="0"/>
                  <a:pt x="597" y="622"/>
                  <a:pt x="0" y="1560"/>
                </a:cubicBezTo>
                <a:lnTo>
                  <a:pt x="0" y="2732"/>
                </a:lnTo>
                <a:lnTo>
                  <a:pt x="108" y="2732"/>
                </a:lnTo>
                <a:lnTo>
                  <a:pt x="108" y="2732"/>
                </a:lnTo>
                <a:cubicBezTo>
                  <a:pt x="395" y="1488"/>
                  <a:pt x="1509" y="561"/>
                  <a:pt x="2840" y="561"/>
                </a:cubicBezTo>
                <a:lnTo>
                  <a:pt x="2840" y="561"/>
                </a:lnTo>
                <a:cubicBezTo>
                  <a:pt x="4170" y="561"/>
                  <a:pt x="5284" y="1488"/>
                  <a:pt x="5572" y="2732"/>
                </a:cubicBezTo>
                <a:lnTo>
                  <a:pt x="5630" y="2732"/>
                </a:lnTo>
                <a:lnTo>
                  <a:pt x="5630" y="1486"/>
                </a:lnTo>
                <a:lnTo>
                  <a:pt x="5630" y="1486"/>
                </a:lnTo>
                <a:cubicBezTo>
                  <a:pt x="5026" y="590"/>
                  <a:pt x="4001" y="0"/>
                  <a:pt x="2840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345">
            <a:extLst>
              <a:ext uri="{FF2B5EF4-FFF2-40B4-BE49-F238E27FC236}">
                <a16:creationId xmlns:a16="http://schemas.microsoft.com/office/drawing/2014/main" id="{60F27EA2-23D1-D844-9FF0-92FE0CF4B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373" y="6212585"/>
            <a:ext cx="3224355" cy="1219432"/>
          </a:xfrm>
          <a:custGeom>
            <a:avLst/>
            <a:gdLst>
              <a:gd name="T0" fmla="*/ 2424 w 2589"/>
              <a:gd name="T1" fmla="*/ 0 h 979"/>
              <a:gd name="T2" fmla="*/ 0 w 2589"/>
              <a:gd name="T3" fmla="*/ 0 h 979"/>
              <a:gd name="T4" fmla="*/ 0 w 2589"/>
              <a:gd name="T5" fmla="*/ 326 h 979"/>
              <a:gd name="T6" fmla="*/ 886 w 2589"/>
              <a:gd name="T7" fmla="*/ 326 h 979"/>
              <a:gd name="T8" fmla="*/ 886 w 2589"/>
              <a:gd name="T9" fmla="*/ 326 h 979"/>
              <a:gd name="T10" fmla="*/ 1033 w 2589"/>
              <a:gd name="T11" fmla="*/ 489 h 979"/>
              <a:gd name="T12" fmla="*/ 1033 w 2589"/>
              <a:gd name="T13" fmla="*/ 489 h 979"/>
              <a:gd name="T14" fmla="*/ 870 w 2589"/>
              <a:gd name="T15" fmla="*/ 651 h 979"/>
              <a:gd name="T16" fmla="*/ 637 w 2589"/>
              <a:gd name="T17" fmla="*/ 651 h 979"/>
              <a:gd name="T18" fmla="*/ 637 w 2589"/>
              <a:gd name="T19" fmla="*/ 651 h 979"/>
              <a:gd name="T20" fmla="*/ 473 w 2589"/>
              <a:gd name="T21" fmla="*/ 815 h 979"/>
              <a:gd name="T22" fmla="*/ 473 w 2589"/>
              <a:gd name="T23" fmla="*/ 815 h 979"/>
              <a:gd name="T24" fmla="*/ 637 w 2589"/>
              <a:gd name="T25" fmla="*/ 978 h 979"/>
              <a:gd name="T26" fmla="*/ 2043 w 2589"/>
              <a:gd name="T27" fmla="*/ 978 h 979"/>
              <a:gd name="T28" fmla="*/ 2043 w 2589"/>
              <a:gd name="T29" fmla="*/ 978 h 979"/>
              <a:gd name="T30" fmla="*/ 2207 w 2589"/>
              <a:gd name="T31" fmla="*/ 815 h 979"/>
              <a:gd name="T32" fmla="*/ 2207 w 2589"/>
              <a:gd name="T33" fmla="*/ 815 h 979"/>
              <a:gd name="T34" fmla="*/ 2043 w 2589"/>
              <a:gd name="T35" fmla="*/ 651 h 979"/>
              <a:gd name="T36" fmla="*/ 1751 w 2589"/>
              <a:gd name="T37" fmla="*/ 651 h 979"/>
              <a:gd name="T38" fmla="*/ 1751 w 2589"/>
              <a:gd name="T39" fmla="*/ 651 h 979"/>
              <a:gd name="T40" fmla="*/ 1588 w 2589"/>
              <a:gd name="T41" fmla="*/ 489 h 979"/>
              <a:gd name="T42" fmla="*/ 1588 w 2589"/>
              <a:gd name="T43" fmla="*/ 489 h 979"/>
              <a:gd name="T44" fmla="*/ 1734 w 2589"/>
              <a:gd name="T45" fmla="*/ 326 h 979"/>
              <a:gd name="T46" fmla="*/ 2424 w 2589"/>
              <a:gd name="T47" fmla="*/ 326 h 979"/>
              <a:gd name="T48" fmla="*/ 2424 w 2589"/>
              <a:gd name="T49" fmla="*/ 326 h 979"/>
              <a:gd name="T50" fmla="*/ 2588 w 2589"/>
              <a:gd name="T51" fmla="*/ 163 h 979"/>
              <a:gd name="T52" fmla="*/ 2588 w 2589"/>
              <a:gd name="T53" fmla="*/ 163 h 979"/>
              <a:gd name="T54" fmla="*/ 2424 w 2589"/>
              <a:gd name="T55" fmla="*/ 0 h 9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589" h="979">
                <a:moveTo>
                  <a:pt x="2424" y="0"/>
                </a:moveTo>
                <a:lnTo>
                  <a:pt x="0" y="0"/>
                </a:lnTo>
                <a:lnTo>
                  <a:pt x="0" y="326"/>
                </a:lnTo>
                <a:lnTo>
                  <a:pt x="886" y="326"/>
                </a:lnTo>
                <a:lnTo>
                  <a:pt x="886" y="326"/>
                </a:lnTo>
                <a:cubicBezTo>
                  <a:pt x="969" y="335"/>
                  <a:pt x="1033" y="404"/>
                  <a:pt x="1033" y="489"/>
                </a:cubicBezTo>
                <a:lnTo>
                  <a:pt x="1033" y="489"/>
                </a:lnTo>
                <a:cubicBezTo>
                  <a:pt x="1033" y="578"/>
                  <a:pt x="959" y="651"/>
                  <a:pt x="870" y="651"/>
                </a:cubicBezTo>
                <a:lnTo>
                  <a:pt x="637" y="651"/>
                </a:lnTo>
                <a:lnTo>
                  <a:pt x="637" y="651"/>
                </a:lnTo>
                <a:cubicBezTo>
                  <a:pt x="546" y="651"/>
                  <a:pt x="473" y="724"/>
                  <a:pt x="473" y="815"/>
                </a:cubicBezTo>
                <a:lnTo>
                  <a:pt x="473" y="815"/>
                </a:lnTo>
                <a:cubicBezTo>
                  <a:pt x="473" y="905"/>
                  <a:pt x="546" y="978"/>
                  <a:pt x="637" y="978"/>
                </a:cubicBezTo>
                <a:lnTo>
                  <a:pt x="2043" y="978"/>
                </a:lnTo>
                <a:lnTo>
                  <a:pt x="2043" y="978"/>
                </a:lnTo>
                <a:cubicBezTo>
                  <a:pt x="2134" y="978"/>
                  <a:pt x="2207" y="905"/>
                  <a:pt x="2207" y="815"/>
                </a:cubicBezTo>
                <a:lnTo>
                  <a:pt x="2207" y="815"/>
                </a:lnTo>
                <a:cubicBezTo>
                  <a:pt x="2207" y="724"/>
                  <a:pt x="2134" y="651"/>
                  <a:pt x="2043" y="651"/>
                </a:cubicBezTo>
                <a:lnTo>
                  <a:pt x="1751" y="651"/>
                </a:lnTo>
                <a:lnTo>
                  <a:pt x="1751" y="651"/>
                </a:lnTo>
                <a:cubicBezTo>
                  <a:pt x="1661" y="651"/>
                  <a:pt x="1588" y="578"/>
                  <a:pt x="1588" y="489"/>
                </a:cubicBezTo>
                <a:lnTo>
                  <a:pt x="1588" y="489"/>
                </a:lnTo>
                <a:cubicBezTo>
                  <a:pt x="1588" y="404"/>
                  <a:pt x="1652" y="335"/>
                  <a:pt x="1734" y="326"/>
                </a:cubicBezTo>
                <a:lnTo>
                  <a:pt x="2424" y="326"/>
                </a:lnTo>
                <a:lnTo>
                  <a:pt x="2424" y="326"/>
                </a:lnTo>
                <a:cubicBezTo>
                  <a:pt x="2515" y="326"/>
                  <a:pt x="2588" y="253"/>
                  <a:pt x="2588" y="163"/>
                </a:cubicBezTo>
                <a:lnTo>
                  <a:pt x="2588" y="163"/>
                </a:lnTo>
                <a:cubicBezTo>
                  <a:pt x="2588" y="73"/>
                  <a:pt x="2515" y="0"/>
                  <a:pt x="2424" y="0"/>
                </a:cubicBezTo>
              </a:path>
            </a:pathLst>
          </a:custGeom>
          <a:solidFill>
            <a:srgbClr val="EEF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Freeform 346">
            <a:extLst>
              <a:ext uri="{FF2B5EF4-FFF2-40B4-BE49-F238E27FC236}">
                <a16:creationId xmlns:a16="http://schemas.microsoft.com/office/drawing/2014/main" id="{B9E52AF7-FCCC-0E46-B19F-FA647700A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7552" y="7052999"/>
            <a:ext cx="2098302" cy="747039"/>
          </a:xfrm>
          <a:custGeom>
            <a:avLst/>
            <a:gdLst>
              <a:gd name="T0" fmla="*/ 1684 w 1685"/>
              <a:gd name="T1" fmla="*/ 400 h 601"/>
              <a:gd name="T2" fmla="*/ 1051 w 1685"/>
              <a:gd name="T3" fmla="*/ 400 h 601"/>
              <a:gd name="T4" fmla="*/ 1051 w 1685"/>
              <a:gd name="T5" fmla="*/ 400 h 601"/>
              <a:gd name="T6" fmla="*/ 953 w 1685"/>
              <a:gd name="T7" fmla="*/ 300 h 601"/>
              <a:gd name="T8" fmla="*/ 953 w 1685"/>
              <a:gd name="T9" fmla="*/ 300 h 601"/>
              <a:gd name="T10" fmla="*/ 1053 w 1685"/>
              <a:gd name="T11" fmla="*/ 200 h 601"/>
              <a:gd name="T12" fmla="*/ 1196 w 1685"/>
              <a:gd name="T13" fmla="*/ 200 h 601"/>
              <a:gd name="T14" fmla="*/ 1196 w 1685"/>
              <a:gd name="T15" fmla="*/ 200 h 601"/>
              <a:gd name="T16" fmla="*/ 1296 w 1685"/>
              <a:gd name="T17" fmla="*/ 99 h 601"/>
              <a:gd name="T18" fmla="*/ 1296 w 1685"/>
              <a:gd name="T19" fmla="*/ 99 h 601"/>
              <a:gd name="T20" fmla="*/ 1196 w 1685"/>
              <a:gd name="T21" fmla="*/ 0 h 601"/>
              <a:gd name="T22" fmla="*/ 333 w 1685"/>
              <a:gd name="T23" fmla="*/ 0 h 601"/>
              <a:gd name="T24" fmla="*/ 333 w 1685"/>
              <a:gd name="T25" fmla="*/ 0 h 601"/>
              <a:gd name="T26" fmla="*/ 233 w 1685"/>
              <a:gd name="T27" fmla="*/ 99 h 601"/>
              <a:gd name="T28" fmla="*/ 233 w 1685"/>
              <a:gd name="T29" fmla="*/ 99 h 601"/>
              <a:gd name="T30" fmla="*/ 333 w 1685"/>
              <a:gd name="T31" fmla="*/ 200 h 601"/>
              <a:gd name="T32" fmla="*/ 506 w 1685"/>
              <a:gd name="T33" fmla="*/ 200 h 601"/>
              <a:gd name="T34" fmla="*/ 513 w 1685"/>
              <a:gd name="T35" fmla="*/ 200 h 601"/>
              <a:gd name="T36" fmla="*/ 513 w 1685"/>
              <a:gd name="T37" fmla="*/ 200 h 601"/>
              <a:gd name="T38" fmla="*/ 613 w 1685"/>
              <a:gd name="T39" fmla="*/ 300 h 601"/>
              <a:gd name="T40" fmla="*/ 613 w 1685"/>
              <a:gd name="T41" fmla="*/ 300 h 601"/>
              <a:gd name="T42" fmla="*/ 514 w 1685"/>
              <a:gd name="T43" fmla="*/ 400 h 601"/>
              <a:gd name="T44" fmla="*/ 100 w 1685"/>
              <a:gd name="T45" fmla="*/ 400 h 601"/>
              <a:gd name="T46" fmla="*/ 100 w 1685"/>
              <a:gd name="T47" fmla="*/ 400 h 601"/>
              <a:gd name="T48" fmla="*/ 0 w 1685"/>
              <a:gd name="T49" fmla="*/ 500 h 601"/>
              <a:gd name="T50" fmla="*/ 0 w 1685"/>
              <a:gd name="T51" fmla="*/ 500 h 601"/>
              <a:gd name="T52" fmla="*/ 100 w 1685"/>
              <a:gd name="T53" fmla="*/ 600 h 601"/>
              <a:gd name="T54" fmla="*/ 1684 w 1685"/>
              <a:gd name="T55" fmla="*/ 600 h 601"/>
              <a:gd name="T56" fmla="*/ 1684 w 1685"/>
              <a:gd name="T57" fmla="*/ 400 h 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685" h="601">
                <a:moveTo>
                  <a:pt x="1684" y="400"/>
                </a:moveTo>
                <a:lnTo>
                  <a:pt x="1051" y="400"/>
                </a:lnTo>
                <a:lnTo>
                  <a:pt x="1051" y="400"/>
                </a:lnTo>
                <a:cubicBezTo>
                  <a:pt x="997" y="399"/>
                  <a:pt x="953" y="354"/>
                  <a:pt x="953" y="300"/>
                </a:cubicBezTo>
                <a:lnTo>
                  <a:pt x="953" y="300"/>
                </a:lnTo>
                <a:cubicBezTo>
                  <a:pt x="953" y="244"/>
                  <a:pt x="998" y="200"/>
                  <a:pt x="1053" y="200"/>
                </a:cubicBezTo>
                <a:lnTo>
                  <a:pt x="1196" y="200"/>
                </a:lnTo>
                <a:lnTo>
                  <a:pt x="1196" y="200"/>
                </a:lnTo>
                <a:cubicBezTo>
                  <a:pt x="1251" y="200"/>
                  <a:pt x="1296" y="155"/>
                  <a:pt x="1296" y="99"/>
                </a:cubicBezTo>
                <a:lnTo>
                  <a:pt x="1296" y="99"/>
                </a:lnTo>
                <a:cubicBezTo>
                  <a:pt x="1296" y="44"/>
                  <a:pt x="1251" y="0"/>
                  <a:pt x="1196" y="0"/>
                </a:cubicBezTo>
                <a:lnTo>
                  <a:pt x="333" y="0"/>
                </a:lnTo>
                <a:lnTo>
                  <a:pt x="333" y="0"/>
                </a:lnTo>
                <a:cubicBezTo>
                  <a:pt x="278" y="0"/>
                  <a:pt x="233" y="44"/>
                  <a:pt x="233" y="99"/>
                </a:cubicBezTo>
                <a:lnTo>
                  <a:pt x="233" y="99"/>
                </a:lnTo>
                <a:cubicBezTo>
                  <a:pt x="233" y="155"/>
                  <a:pt x="278" y="200"/>
                  <a:pt x="333" y="200"/>
                </a:cubicBezTo>
                <a:lnTo>
                  <a:pt x="506" y="200"/>
                </a:lnTo>
                <a:lnTo>
                  <a:pt x="513" y="200"/>
                </a:lnTo>
                <a:lnTo>
                  <a:pt x="513" y="200"/>
                </a:lnTo>
                <a:cubicBezTo>
                  <a:pt x="568" y="200"/>
                  <a:pt x="613" y="244"/>
                  <a:pt x="613" y="300"/>
                </a:cubicBezTo>
                <a:lnTo>
                  <a:pt x="613" y="300"/>
                </a:lnTo>
                <a:cubicBezTo>
                  <a:pt x="613" y="354"/>
                  <a:pt x="569" y="399"/>
                  <a:pt x="514" y="400"/>
                </a:cubicBezTo>
                <a:lnTo>
                  <a:pt x="100" y="400"/>
                </a:lnTo>
                <a:lnTo>
                  <a:pt x="100" y="400"/>
                </a:lnTo>
                <a:cubicBezTo>
                  <a:pt x="45" y="400"/>
                  <a:pt x="0" y="444"/>
                  <a:pt x="0" y="500"/>
                </a:cubicBezTo>
                <a:lnTo>
                  <a:pt x="0" y="500"/>
                </a:lnTo>
                <a:cubicBezTo>
                  <a:pt x="0" y="555"/>
                  <a:pt x="45" y="600"/>
                  <a:pt x="100" y="600"/>
                </a:cubicBezTo>
                <a:lnTo>
                  <a:pt x="1684" y="600"/>
                </a:lnTo>
                <a:lnTo>
                  <a:pt x="1684" y="400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7F26B-672B-B644-8911-D9538880490E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ADF79A-B01B-7A4B-B41E-FB8987047516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5594A2-2A85-5246-9A35-92C36AB6AD30}"/>
              </a:ext>
            </a:extLst>
          </p:cNvPr>
          <p:cNvSpPr txBox="1"/>
          <p:nvPr/>
        </p:nvSpPr>
        <p:spPr>
          <a:xfrm>
            <a:off x="3930119" y="7340796"/>
            <a:ext cx="2048638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30" dirty="0">
                <a:solidFill>
                  <a:schemeClr val="accent3"/>
                </a:solidFill>
                <a:latin typeface="DM Sans" pitchFamily="2" charset="77"/>
              </a:rPr>
              <a:t>27%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7497A-49E3-1448-9846-E2F11F69A832}"/>
              </a:ext>
            </a:extLst>
          </p:cNvPr>
          <p:cNvSpPr txBox="1"/>
          <p:nvPr/>
        </p:nvSpPr>
        <p:spPr>
          <a:xfrm>
            <a:off x="2940560" y="8515258"/>
            <a:ext cx="401905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Brand Awareness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B7A01-4F6C-E74A-86D0-3A4E640EEA21}"/>
              </a:ext>
            </a:extLst>
          </p:cNvPr>
          <p:cNvSpPr txBox="1"/>
          <p:nvPr/>
        </p:nvSpPr>
        <p:spPr>
          <a:xfrm>
            <a:off x="2103696" y="9192506"/>
            <a:ext cx="5692768" cy="1918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 Turn complex data into easy to understand infographics.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4FD677-4763-AD4F-AF59-386763C13E81}"/>
              </a:ext>
            </a:extLst>
          </p:cNvPr>
          <p:cNvSpPr txBox="1"/>
          <p:nvPr/>
        </p:nvSpPr>
        <p:spPr>
          <a:xfrm>
            <a:off x="18476855" y="7340796"/>
            <a:ext cx="1893147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30" dirty="0">
                <a:solidFill>
                  <a:schemeClr val="accent2"/>
                </a:solidFill>
                <a:latin typeface="DM Sans" pitchFamily="2" charset="77"/>
              </a:rPr>
              <a:t>13%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1BD441-B1ED-5F4F-9AF3-4BA8818F8364}"/>
              </a:ext>
            </a:extLst>
          </p:cNvPr>
          <p:cNvSpPr txBox="1"/>
          <p:nvPr/>
        </p:nvSpPr>
        <p:spPr>
          <a:xfrm>
            <a:off x="17947361" y="8515258"/>
            <a:ext cx="2943434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Engagement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AE031D-19D4-DF49-A330-24378595E1AC}"/>
              </a:ext>
            </a:extLst>
          </p:cNvPr>
          <p:cNvSpPr txBox="1"/>
          <p:nvPr/>
        </p:nvSpPr>
        <p:spPr>
          <a:xfrm>
            <a:off x="16572686" y="9192506"/>
            <a:ext cx="5692768" cy="1918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 Turn complex data into easy to understand infographics.</a:t>
            </a:r>
          </a:p>
        </p:txBody>
      </p:sp>
    </p:spTree>
    <p:extLst>
      <p:ext uri="{BB962C8B-B14F-4D97-AF65-F5344CB8AC3E}">
        <p14:creationId xmlns:p14="http://schemas.microsoft.com/office/powerpoint/2010/main" val="3582428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2">
            <a:extLst>
              <a:ext uri="{FF2B5EF4-FFF2-40B4-BE49-F238E27FC236}">
                <a16:creationId xmlns:a16="http://schemas.microsoft.com/office/drawing/2014/main" id="{342AB1F7-8B59-6A4A-94A8-5AA0CEC3C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2181" y="2259421"/>
            <a:ext cx="10300822" cy="11453901"/>
          </a:xfrm>
          <a:custGeom>
            <a:avLst/>
            <a:gdLst>
              <a:gd name="T0" fmla="*/ 675 w 8271"/>
              <a:gd name="T1" fmla="*/ 9197 h 9198"/>
              <a:gd name="T2" fmla="*/ 709 w 8271"/>
              <a:gd name="T3" fmla="*/ 9197 h 9198"/>
              <a:gd name="T4" fmla="*/ 709 w 8271"/>
              <a:gd name="T5" fmla="*/ 9197 h 9198"/>
              <a:gd name="T6" fmla="*/ 527 w 8271"/>
              <a:gd name="T7" fmla="*/ 8803 h 9198"/>
              <a:gd name="T8" fmla="*/ 527 w 8271"/>
              <a:gd name="T9" fmla="*/ 8803 h 9198"/>
              <a:gd name="T10" fmla="*/ 30 w 8271"/>
              <a:gd name="T11" fmla="*/ 6345 h 9198"/>
              <a:gd name="T12" fmla="*/ 30 w 8271"/>
              <a:gd name="T13" fmla="*/ 6345 h 9198"/>
              <a:gd name="T14" fmla="*/ 527 w 8271"/>
              <a:gd name="T15" fmla="*/ 3886 h 9198"/>
              <a:gd name="T16" fmla="*/ 527 w 8271"/>
              <a:gd name="T17" fmla="*/ 3886 h 9198"/>
              <a:gd name="T18" fmla="*/ 1880 w 8271"/>
              <a:gd name="T19" fmla="*/ 1880 h 9198"/>
              <a:gd name="T20" fmla="*/ 1880 w 8271"/>
              <a:gd name="T21" fmla="*/ 1880 h 9198"/>
              <a:gd name="T22" fmla="*/ 3888 w 8271"/>
              <a:gd name="T23" fmla="*/ 526 h 9198"/>
              <a:gd name="T24" fmla="*/ 3888 w 8271"/>
              <a:gd name="T25" fmla="*/ 526 h 9198"/>
              <a:gd name="T26" fmla="*/ 6346 w 8271"/>
              <a:gd name="T27" fmla="*/ 30 h 9198"/>
              <a:gd name="T28" fmla="*/ 6346 w 8271"/>
              <a:gd name="T29" fmla="*/ 30 h 9198"/>
              <a:gd name="T30" fmla="*/ 8270 w 8271"/>
              <a:gd name="T31" fmla="*/ 328 h 9198"/>
              <a:gd name="T32" fmla="*/ 8270 w 8271"/>
              <a:gd name="T33" fmla="*/ 296 h 9198"/>
              <a:gd name="T34" fmla="*/ 8270 w 8271"/>
              <a:gd name="T35" fmla="*/ 296 h 9198"/>
              <a:gd name="T36" fmla="*/ 6346 w 8271"/>
              <a:gd name="T37" fmla="*/ 0 h 9198"/>
              <a:gd name="T38" fmla="*/ 6346 w 8271"/>
              <a:gd name="T39" fmla="*/ 0 h 9198"/>
              <a:gd name="T40" fmla="*/ 3876 w 8271"/>
              <a:gd name="T41" fmla="*/ 498 h 9198"/>
              <a:gd name="T42" fmla="*/ 3876 w 8271"/>
              <a:gd name="T43" fmla="*/ 498 h 9198"/>
              <a:gd name="T44" fmla="*/ 1859 w 8271"/>
              <a:gd name="T45" fmla="*/ 1858 h 9198"/>
              <a:gd name="T46" fmla="*/ 1859 w 8271"/>
              <a:gd name="T47" fmla="*/ 1858 h 9198"/>
              <a:gd name="T48" fmla="*/ 498 w 8271"/>
              <a:gd name="T49" fmla="*/ 3875 h 9198"/>
              <a:gd name="T50" fmla="*/ 498 w 8271"/>
              <a:gd name="T51" fmla="*/ 3875 h 9198"/>
              <a:gd name="T52" fmla="*/ 0 w 8271"/>
              <a:gd name="T53" fmla="*/ 6345 h 9198"/>
              <a:gd name="T54" fmla="*/ 0 w 8271"/>
              <a:gd name="T55" fmla="*/ 6345 h 9198"/>
              <a:gd name="T56" fmla="*/ 498 w 8271"/>
              <a:gd name="T57" fmla="*/ 8815 h 9198"/>
              <a:gd name="T58" fmla="*/ 498 w 8271"/>
              <a:gd name="T59" fmla="*/ 8815 h 9198"/>
              <a:gd name="T60" fmla="*/ 675 w 8271"/>
              <a:gd name="T61" fmla="*/ 9197 h 9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8271" h="9198">
                <a:moveTo>
                  <a:pt x="675" y="9197"/>
                </a:moveTo>
                <a:lnTo>
                  <a:pt x="709" y="9197"/>
                </a:lnTo>
                <a:lnTo>
                  <a:pt x="709" y="9197"/>
                </a:lnTo>
                <a:cubicBezTo>
                  <a:pt x="645" y="9068"/>
                  <a:pt x="583" y="8937"/>
                  <a:pt x="527" y="8803"/>
                </a:cubicBezTo>
                <a:lnTo>
                  <a:pt x="527" y="8803"/>
                </a:lnTo>
                <a:cubicBezTo>
                  <a:pt x="197" y="8025"/>
                  <a:pt x="30" y="7197"/>
                  <a:pt x="30" y="6345"/>
                </a:cubicBezTo>
                <a:lnTo>
                  <a:pt x="30" y="6345"/>
                </a:lnTo>
                <a:cubicBezTo>
                  <a:pt x="30" y="5492"/>
                  <a:pt x="197" y="4665"/>
                  <a:pt x="527" y="3886"/>
                </a:cubicBezTo>
                <a:lnTo>
                  <a:pt x="527" y="3886"/>
                </a:lnTo>
                <a:cubicBezTo>
                  <a:pt x="845" y="3135"/>
                  <a:pt x="1300" y="2460"/>
                  <a:pt x="1880" y="1880"/>
                </a:cubicBezTo>
                <a:lnTo>
                  <a:pt x="1880" y="1880"/>
                </a:lnTo>
                <a:cubicBezTo>
                  <a:pt x="2460" y="1300"/>
                  <a:pt x="3136" y="844"/>
                  <a:pt x="3888" y="526"/>
                </a:cubicBezTo>
                <a:lnTo>
                  <a:pt x="3888" y="526"/>
                </a:lnTo>
                <a:cubicBezTo>
                  <a:pt x="4667" y="197"/>
                  <a:pt x="5494" y="30"/>
                  <a:pt x="6346" y="30"/>
                </a:cubicBezTo>
                <a:lnTo>
                  <a:pt x="6346" y="30"/>
                </a:lnTo>
                <a:cubicBezTo>
                  <a:pt x="7007" y="30"/>
                  <a:pt x="7651" y="130"/>
                  <a:pt x="8270" y="328"/>
                </a:cubicBezTo>
                <a:lnTo>
                  <a:pt x="8270" y="296"/>
                </a:lnTo>
                <a:lnTo>
                  <a:pt x="8270" y="296"/>
                </a:lnTo>
                <a:cubicBezTo>
                  <a:pt x="7651" y="99"/>
                  <a:pt x="7007" y="0"/>
                  <a:pt x="6346" y="0"/>
                </a:cubicBezTo>
                <a:lnTo>
                  <a:pt x="6346" y="0"/>
                </a:lnTo>
                <a:cubicBezTo>
                  <a:pt x="5489" y="0"/>
                  <a:pt x="4658" y="167"/>
                  <a:pt x="3876" y="498"/>
                </a:cubicBezTo>
                <a:lnTo>
                  <a:pt x="3876" y="498"/>
                </a:lnTo>
                <a:cubicBezTo>
                  <a:pt x="3120" y="818"/>
                  <a:pt x="2441" y="1275"/>
                  <a:pt x="1859" y="1858"/>
                </a:cubicBezTo>
                <a:lnTo>
                  <a:pt x="1859" y="1858"/>
                </a:lnTo>
                <a:cubicBezTo>
                  <a:pt x="1276" y="2441"/>
                  <a:pt x="818" y="3120"/>
                  <a:pt x="498" y="3875"/>
                </a:cubicBezTo>
                <a:lnTo>
                  <a:pt x="498" y="3875"/>
                </a:lnTo>
                <a:cubicBezTo>
                  <a:pt x="168" y="4657"/>
                  <a:pt x="0" y="5488"/>
                  <a:pt x="0" y="6345"/>
                </a:cubicBezTo>
                <a:lnTo>
                  <a:pt x="0" y="6345"/>
                </a:lnTo>
                <a:cubicBezTo>
                  <a:pt x="0" y="7202"/>
                  <a:pt x="168" y="8033"/>
                  <a:pt x="498" y="8815"/>
                </a:cubicBezTo>
                <a:lnTo>
                  <a:pt x="498" y="8815"/>
                </a:lnTo>
                <a:cubicBezTo>
                  <a:pt x="553" y="8945"/>
                  <a:pt x="612" y="9072"/>
                  <a:pt x="675" y="9197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DED5141F-A4B6-C04F-9B1D-86D0A73AF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8784" y="3390532"/>
            <a:ext cx="9164219" cy="10317294"/>
          </a:xfrm>
          <a:custGeom>
            <a:avLst/>
            <a:gdLst>
              <a:gd name="T0" fmla="*/ 806 w 7360"/>
              <a:gd name="T1" fmla="*/ 8287 h 8288"/>
              <a:gd name="T2" fmla="*/ 842 w 7360"/>
              <a:gd name="T3" fmla="*/ 8287 h 8288"/>
              <a:gd name="T4" fmla="*/ 842 w 7360"/>
              <a:gd name="T5" fmla="*/ 8287 h 8288"/>
              <a:gd name="T6" fmla="*/ 455 w 7360"/>
              <a:gd name="T7" fmla="*/ 7539 h 8288"/>
              <a:gd name="T8" fmla="*/ 455 w 7360"/>
              <a:gd name="T9" fmla="*/ 7539 h 8288"/>
              <a:gd name="T10" fmla="*/ 30 w 7360"/>
              <a:gd name="T11" fmla="*/ 5435 h 8288"/>
              <a:gd name="T12" fmla="*/ 30 w 7360"/>
              <a:gd name="T13" fmla="*/ 5435 h 8288"/>
              <a:gd name="T14" fmla="*/ 455 w 7360"/>
              <a:gd name="T15" fmla="*/ 3331 h 8288"/>
              <a:gd name="T16" fmla="*/ 455 w 7360"/>
              <a:gd name="T17" fmla="*/ 3331 h 8288"/>
              <a:gd name="T18" fmla="*/ 1613 w 7360"/>
              <a:gd name="T19" fmla="*/ 1614 h 8288"/>
              <a:gd name="T20" fmla="*/ 1613 w 7360"/>
              <a:gd name="T21" fmla="*/ 1614 h 8288"/>
              <a:gd name="T22" fmla="*/ 3332 w 7360"/>
              <a:gd name="T23" fmla="*/ 455 h 8288"/>
              <a:gd name="T24" fmla="*/ 3332 w 7360"/>
              <a:gd name="T25" fmla="*/ 455 h 8288"/>
              <a:gd name="T26" fmla="*/ 5435 w 7360"/>
              <a:gd name="T27" fmla="*/ 30 h 8288"/>
              <a:gd name="T28" fmla="*/ 5435 w 7360"/>
              <a:gd name="T29" fmla="*/ 30 h 8288"/>
              <a:gd name="T30" fmla="*/ 7359 w 7360"/>
              <a:gd name="T31" fmla="*/ 383 h 8288"/>
              <a:gd name="T32" fmla="*/ 7359 w 7360"/>
              <a:gd name="T33" fmla="*/ 350 h 8288"/>
              <a:gd name="T34" fmla="*/ 7359 w 7360"/>
              <a:gd name="T35" fmla="*/ 350 h 8288"/>
              <a:gd name="T36" fmla="*/ 5435 w 7360"/>
              <a:gd name="T37" fmla="*/ 0 h 8288"/>
              <a:gd name="T38" fmla="*/ 5435 w 7360"/>
              <a:gd name="T39" fmla="*/ 0 h 8288"/>
              <a:gd name="T40" fmla="*/ 3319 w 7360"/>
              <a:gd name="T41" fmla="*/ 427 h 8288"/>
              <a:gd name="T42" fmla="*/ 3319 w 7360"/>
              <a:gd name="T43" fmla="*/ 427 h 8288"/>
              <a:gd name="T44" fmla="*/ 1592 w 7360"/>
              <a:gd name="T45" fmla="*/ 1592 h 8288"/>
              <a:gd name="T46" fmla="*/ 1592 w 7360"/>
              <a:gd name="T47" fmla="*/ 1592 h 8288"/>
              <a:gd name="T48" fmla="*/ 427 w 7360"/>
              <a:gd name="T49" fmla="*/ 3319 h 8288"/>
              <a:gd name="T50" fmla="*/ 427 w 7360"/>
              <a:gd name="T51" fmla="*/ 3319 h 8288"/>
              <a:gd name="T52" fmla="*/ 0 w 7360"/>
              <a:gd name="T53" fmla="*/ 5435 h 8288"/>
              <a:gd name="T54" fmla="*/ 0 w 7360"/>
              <a:gd name="T55" fmla="*/ 5435 h 8288"/>
              <a:gd name="T56" fmla="*/ 427 w 7360"/>
              <a:gd name="T57" fmla="*/ 7551 h 8288"/>
              <a:gd name="T58" fmla="*/ 427 w 7360"/>
              <a:gd name="T59" fmla="*/ 7551 h 8288"/>
              <a:gd name="T60" fmla="*/ 806 w 7360"/>
              <a:gd name="T61" fmla="*/ 8287 h 8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7360" h="8288">
                <a:moveTo>
                  <a:pt x="806" y="8287"/>
                </a:moveTo>
                <a:lnTo>
                  <a:pt x="842" y="8287"/>
                </a:lnTo>
                <a:lnTo>
                  <a:pt x="842" y="8287"/>
                </a:lnTo>
                <a:cubicBezTo>
                  <a:pt x="694" y="8049"/>
                  <a:pt x="565" y="7800"/>
                  <a:pt x="455" y="7539"/>
                </a:cubicBezTo>
                <a:lnTo>
                  <a:pt x="455" y="7539"/>
                </a:lnTo>
                <a:cubicBezTo>
                  <a:pt x="173" y="6872"/>
                  <a:pt x="30" y="6164"/>
                  <a:pt x="30" y="5435"/>
                </a:cubicBezTo>
                <a:lnTo>
                  <a:pt x="30" y="5435"/>
                </a:lnTo>
                <a:cubicBezTo>
                  <a:pt x="30" y="4705"/>
                  <a:pt x="173" y="3997"/>
                  <a:pt x="455" y="3331"/>
                </a:cubicBezTo>
                <a:lnTo>
                  <a:pt x="455" y="3331"/>
                </a:lnTo>
                <a:cubicBezTo>
                  <a:pt x="727" y="2688"/>
                  <a:pt x="1117" y="2110"/>
                  <a:pt x="1613" y="1614"/>
                </a:cubicBezTo>
                <a:lnTo>
                  <a:pt x="1613" y="1614"/>
                </a:lnTo>
                <a:cubicBezTo>
                  <a:pt x="2110" y="1117"/>
                  <a:pt x="2688" y="727"/>
                  <a:pt x="3332" y="455"/>
                </a:cubicBezTo>
                <a:lnTo>
                  <a:pt x="3332" y="455"/>
                </a:lnTo>
                <a:cubicBezTo>
                  <a:pt x="3998" y="173"/>
                  <a:pt x="4706" y="30"/>
                  <a:pt x="5435" y="30"/>
                </a:cubicBezTo>
                <a:lnTo>
                  <a:pt x="5435" y="30"/>
                </a:lnTo>
                <a:cubicBezTo>
                  <a:pt x="6100" y="30"/>
                  <a:pt x="6746" y="149"/>
                  <a:pt x="7359" y="383"/>
                </a:cubicBezTo>
                <a:lnTo>
                  <a:pt x="7359" y="350"/>
                </a:lnTo>
                <a:lnTo>
                  <a:pt x="7359" y="350"/>
                </a:lnTo>
                <a:cubicBezTo>
                  <a:pt x="6746" y="118"/>
                  <a:pt x="6099" y="0"/>
                  <a:pt x="5435" y="0"/>
                </a:cubicBezTo>
                <a:lnTo>
                  <a:pt x="5435" y="0"/>
                </a:lnTo>
                <a:cubicBezTo>
                  <a:pt x="4701" y="0"/>
                  <a:pt x="3989" y="143"/>
                  <a:pt x="3319" y="427"/>
                </a:cubicBezTo>
                <a:lnTo>
                  <a:pt x="3319" y="427"/>
                </a:lnTo>
                <a:cubicBezTo>
                  <a:pt x="2672" y="701"/>
                  <a:pt x="2091" y="1093"/>
                  <a:pt x="1592" y="1592"/>
                </a:cubicBezTo>
                <a:lnTo>
                  <a:pt x="1592" y="1592"/>
                </a:lnTo>
                <a:cubicBezTo>
                  <a:pt x="1093" y="2091"/>
                  <a:pt x="700" y="2673"/>
                  <a:pt x="427" y="3319"/>
                </a:cubicBezTo>
                <a:lnTo>
                  <a:pt x="427" y="3319"/>
                </a:lnTo>
                <a:cubicBezTo>
                  <a:pt x="143" y="3989"/>
                  <a:pt x="0" y="4701"/>
                  <a:pt x="0" y="5435"/>
                </a:cubicBezTo>
                <a:lnTo>
                  <a:pt x="0" y="5435"/>
                </a:lnTo>
                <a:cubicBezTo>
                  <a:pt x="0" y="6169"/>
                  <a:pt x="143" y="6881"/>
                  <a:pt x="427" y="7551"/>
                </a:cubicBezTo>
                <a:lnTo>
                  <a:pt x="427" y="7551"/>
                </a:lnTo>
                <a:cubicBezTo>
                  <a:pt x="535" y="7807"/>
                  <a:pt x="662" y="8053"/>
                  <a:pt x="806" y="8287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5" name="Freeform 4">
            <a:extLst>
              <a:ext uri="{FF2B5EF4-FFF2-40B4-BE49-F238E27FC236}">
                <a16:creationId xmlns:a16="http://schemas.microsoft.com/office/drawing/2014/main" id="{5C625467-4BB8-0E41-8FDC-6AE15A02D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39901" y="4521649"/>
            <a:ext cx="8033106" cy="9186181"/>
          </a:xfrm>
          <a:custGeom>
            <a:avLst/>
            <a:gdLst>
              <a:gd name="T0" fmla="*/ 1012 w 6450"/>
              <a:gd name="T1" fmla="*/ 7377 h 7378"/>
              <a:gd name="T2" fmla="*/ 1051 w 6450"/>
              <a:gd name="T3" fmla="*/ 7377 h 7378"/>
              <a:gd name="T4" fmla="*/ 1051 w 6450"/>
              <a:gd name="T5" fmla="*/ 7377 h 7378"/>
              <a:gd name="T6" fmla="*/ 384 w 6450"/>
              <a:gd name="T7" fmla="*/ 6274 h 7378"/>
              <a:gd name="T8" fmla="*/ 384 w 6450"/>
              <a:gd name="T9" fmla="*/ 6274 h 7378"/>
              <a:gd name="T10" fmla="*/ 30 w 6450"/>
              <a:gd name="T11" fmla="*/ 4525 h 7378"/>
              <a:gd name="T12" fmla="*/ 30 w 6450"/>
              <a:gd name="T13" fmla="*/ 4525 h 7378"/>
              <a:gd name="T14" fmla="*/ 384 w 6450"/>
              <a:gd name="T15" fmla="*/ 2775 h 7378"/>
              <a:gd name="T16" fmla="*/ 384 w 6450"/>
              <a:gd name="T17" fmla="*/ 2775 h 7378"/>
              <a:gd name="T18" fmla="*/ 1347 w 6450"/>
              <a:gd name="T19" fmla="*/ 1348 h 7378"/>
              <a:gd name="T20" fmla="*/ 1347 w 6450"/>
              <a:gd name="T21" fmla="*/ 1348 h 7378"/>
              <a:gd name="T22" fmla="*/ 2776 w 6450"/>
              <a:gd name="T23" fmla="*/ 384 h 7378"/>
              <a:gd name="T24" fmla="*/ 2776 w 6450"/>
              <a:gd name="T25" fmla="*/ 384 h 7378"/>
              <a:gd name="T26" fmla="*/ 4525 w 6450"/>
              <a:gd name="T27" fmla="*/ 31 h 7378"/>
              <a:gd name="T28" fmla="*/ 4525 w 6450"/>
              <a:gd name="T29" fmla="*/ 31 h 7378"/>
              <a:gd name="T30" fmla="*/ 6275 w 6450"/>
              <a:gd name="T31" fmla="*/ 384 h 7378"/>
              <a:gd name="T32" fmla="*/ 6275 w 6450"/>
              <a:gd name="T33" fmla="*/ 384 h 7378"/>
              <a:gd name="T34" fmla="*/ 6449 w 6450"/>
              <a:gd name="T35" fmla="*/ 463 h 7378"/>
              <a:gd name="T36" fmla="*/ 6449 w 6450"/>
              <a:gd name="T37" fmla="*/ 429 h 7378"/>
              <a:gd name="T38" fmla="*/ 6449 w 6450"/>
              <a:gd name="T39" fmla="*/ 429 h 7378"/>
              <a:gd name="T40" fmla="*/ 6287 w 6450"/>
              <a:gd name="T41" fmla="*/ 356 h 7378"/>
              <a:gd name="T42" fmla="*/ 6287 w 6450"/>
              <a:gd name="T43" fmla="*/ 356 h 7378"/>
              <a:gd name="T44" fmla="*/ 4525 w 6450"/>
              <a:gd name="T45" fmla="*/ 0 h 7378"/>
              <a:gd name="T46" fmla="*/ 4525 w 6450"/>
              <a:gd name="T47" fmla="*/ 0 h 7378"/>
              <a:gd name="T48" fmla="*/ 2764 w 6450"/>
              <a:gd name="T49" fmla="*/ 356 h 7378"/>
              <a:gd name="T50" fmla="*/ 2764 w 6450"/>
              <a:gd name="T51" fmla="*/ 356 h 7378"/>
              <a:gd name="T52" fmla="*/ 1326 w 6450"/>
              <a:gd name="T53" fmla="*/ 1326 h 7378"/>
              <a:gd name="T54" fmla="*/ 1326 w 6450"/>
              <a:gd name="T55" fmla="*/ 1326 h 7378"/>
              <a:gd name="T56" fmla="*/ 356 w 6450"/>
              <a:gd name="T57" fmla="*/ 2763 h 7378"/>
              <a:gd name="T58" fmla="*/ 356 w 6450"/>
              <a:gd name="T59" fmla="*/ 2763 h 7378"/>
              <a:gd name="T60" fmla="*/ 0 w 6450"/>
              <a:gd name="T61" fmla="*/ 4525 h 7378"/>
              <a:gd name="T62" fmla="*/ 0 w 6450"/>
              <a:gd name="T63" fmla="*/ 4525 h 7378"/>
              <a:gd name="T64" fmla="*/ 356 w 6450"/>
              <a:gd name="T65" fmla="*/ 6287 h 7378"/>
              <a:gd name="T66" fmla="*/ 356 w 6450"/>
              <a:gd name="T67" fmla="*/ 6287 h 7378"/>
              <a:gd name="T68" fmla="*/ 1012 w 6450"/>
              <a:gd name="T69" fmla="*/ 7377 h 7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450" h="7378">
                <a:moveTo>
                  <a:pt x="1012" y="7377"/>
                </a:moveTo>
                <a:lnTo>
                  <a:pt x="1051" y="7377"/>
                </a:lnTo>
                <a:lnTo>
                  <a:pt x="1051" y="7377"/>
                </a:lnTo>
                <a:cubicBezTo>
                  <a:pt x="776" y="7044"/>
                  <a:pt x="553" y="6674"/>
                  <a:pt x="384" y="6274"/>
                </a:cubicBezTo>
                <a:lnTo>
                  <a:pt x="384" y="6274"/>
                </a:lnTo>
                <a:cubicBezTo>
                  <a:pt x="149" y="5720"/>
                  <a:pt x="30" y="5131"/>
                  <a:pt x="30" y="4525"/>
                </a:cubicBezTo>
                <a:lnTo>
                  <a:pt x="30" y="4525"/>
                </a:lnTo>
                <a:cubicBezTo>
                  <a:pt x="30" y="3918"/>
                  <a:pt x="149" y="3329"/>
                  <a:pt x="384" y="2775"/>
                </a:cubicBezTo>
                <a:lnTo>
                  <a:pt x="384" y="2775"/>
                </a:lnTo>
                <a:cubicBezTo>
                  <a:pt x="610" y="2240"/>
                  <a:pt x="934" y="1760"/>
                  <a:pt x="1347" y="1348"/>
                </a:cubicBezTo>
                <a:lnTo>
                  <a:pt x="1347" y="1348"/>
                </a:lnTo>
                <a:cubicBezTo>
                  <a:pt x="1760" y="935"/>
                  <a:pt x="2240" y="611"/>
                  <a:pt x="2776" y="384"/>
                </a:cubicBezTo>
                <a:lnTo>
                  <a:pt x="2776" y="384"/>
                </a:lnTo>
                <a:cubicBezTo>
                  <a:pt x="3330" y="150"/>
                  <a:pt x="3919" y="31"/>
                  <a:pt x="4525" y="31"/>
                </a:cubicBezTo>
                <a:lnTo>
                  <a:pt x="4525" y="31"/>
                </a:lnTo>
                <a:cubicBezTo>
                  <a:pt x="5132" y="31"/>
                  <a:pt x="5721" y="150"/>
                  <a:pt x="6275" y="384"/>
                </a:cubicBezTo>
                <a:lnTo>
                  <a:pt x="6275" y="384"/>
                </a:lnTo>
                <a:cubicBezTo>
                  <a:pt x="6333" y="409"/>
                  <a:pt x="6392" y="435"/>
                  <a:pt x="6449" y="463"/>
                </a:cubicBezTo>
                <a:lnTo>
                  <a:pt x="6449" y="429"/>
                </a:lnTo>
                <a:lnTo>
                  <a:pt x="6449" y="429"/>
                </a:lnTo>
                <a:cubicBezTo>
                  <a:pt x="6395" y="404"/>
                  <a:pt x="6342" y="379"/>
                  <a:pt x="6287" y="356"/>
                </a:cubicBezTo>
                <a:lnTo>
                  <a:pt x="6287" y="356"/>
                </a:lnTo>
                <a:cubicBezTo>
                  <a:pt x="5729" y="120"/>
                  <a:pt x="5136" y="0"/>
                  <a:pt x="4525" y="0"/>
                </a:cubicBezTo>
                <a:lnTo>
                  <a:pt x="4525" y="0"/>
                </a:lnTo>
                <a:cubicBezTo>
                  <a:pt x="3914" y="0"/>
                  <a:pt x="3322" y="120"/>
                  <a:pt x="2764" y="356"/>
                </a:cubicBezTo>
                <a:lnTo>
                  <a:pt x="2764" y="356"/>
                </a:lnTo>
                <a:cubicBezTo>
                  <a:pt x="2225" y="584"/>
                  <a:pt x="1741" y="910"/>
                  <a:pt x="1326" y="1326"/>
                </a:cubicBezTo>
                <a:lnTo>
                  <a:pt x="1326" y="1326"/>
                </a:lnTo>
                <a:cubicBezTo>
                  <a:pt x="910" y="1741"/>
                  <a:pt x="584" y="2225"/>
                  <a:pt x="356" y="2763"/>
                </a:cubicBezTo>
                <a:lnTo>
                  <a:pt x="356" y="2763"/>
                </a:lnTo>
                <a:cubicBezTo>
                  <a:pt x="120" y="3321"/>
                  <a:pt x="0" y="3914"/>
                  <a:pt x="0" y="4525"/>
                </a:cubicBezTo>
                <a:lnTo>
                  <a:pt x="0" y="4525"/>
                </a:lnTo>
                <a:cubicBezTo>
                  <a:pt x="0" y="5136"/>
                  <a:pt x="120" y="5728"/>
                  <a:pt x="356" y="6287"/>
                </a:cubicBezTo>
                <a:lnTo>
                  <a:pt x="356" y="6287"/>
                </a:lnTo>
                <a:cubicBezTo>
                  <a:pt x="522" y="6681"/>
                  <a:pt x="743" y="7046"/>
                  <a:pt x="1012" y="7377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6" name="Freeform 64">
            <a:extLst>
              <a:ext uri="{FF2B5EF4-FFF2-40B4-BE49-F238E27FC236}">
                <a16:creationId xmlns:a16="http://schemas.microsoft.com/office/drawing/2014/main" id="{C408B175-1755-B640-B2B8-804088845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7073" y="8502509"/>
            <a:ext cx="1575874" cy="1575874"/>
          </a:xfrm>
          <a:custGeom>
            <a:avLst/>
            <a:gdLst>
              <a:gd name="T0" fmla="*/ 1264 w 1265"/>
              <a:gd name="T1" fmla="*/ 631 h 1265"/>
              <a:gd name="T2" fmla="*/ 1264 w 1265"/>
              <a:gd name="T3" fmla="*/ 631 h 1265"/>
              <a:gd name="T4" fmla="*/ 633 w 1265"/>
              <a:gd name="T5" fmla="*/ 1264 h 1265"/>
              <a:gd name="T6" fmla="*/ 633 w 1265"/>
              <a:gd name="T7" fmla="*/ 1264 h 1265"/>
              <a:gd name="T8" fmla="*/ 0 w 1265"/>
              <a:gd name="T9" fmla="*/ 631 h 1265"/>
              <a:gd name="T10" fmla="*/ 0 w 1265"/>
              <a:gd name="T11" fmla="*/ 631 h 1265"/>
              <a:gd name="T12" fmla="*/ 633 w 1265"/>
              <a:gd name="T13" fmla="*/ 0 h 1265"/>
              <a:gd name="T14" fmla="*/ 633 w 1265"/>
              <a:gd name="T15" fmla="*/ 0 h 1265"/>
              <a:gd name="T16" fmla="*/ 1264 w 1265"/>
              <a:gd name="T17" fmla="*/ 631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5" h="1265">
                <a:moveTo>
                  <a:pt x="1264" y="631"/>
                </a:moveTo>
                <a:lnTo>
                  <a:pt x="1264" y="631"/>
                </a:lnTo>
                <a:cubicBezTo>
                  <a:pt x="1264" y="980"/>
                  <a:pt x="982" y="1264"/>
                  <a:pt x="633" y="1264"/>
                </a:cubicBezTo>
                <a:lnTo>
                  <a:pt x="633" y="1264"/>
                </a:lnTo>
                <a:cubicBezTo>
                  <a:pt x="283" y="1264"/>
                  <a:pt x="0" y="980"/>
                  <a:pt x="0" y="631"/>
                </a:cubicBezTo>
                <a:lnTo>
                  <a:pt x="0" y="631"/>
                </a:lnTo>
                <a:cubicBezTo>
                  <a:pt x="0" y="283"/>
                  <a:pt x="283" y="0"/>
                  <a:pt x="633" y="0"/>
                </a:cubicBezTo>
                <a:lnTo>
                  <a:pt x="633" y="0"/>
                </a:lnTo>
                <a:cubicBezTo>
                  <a:pt x="982" y="0"/>
                  <a:pt x="1264" y="283"/>
                  <a:pt x="1264" y="631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7" name="Freeform 65">
            <a:extLst>
              <a:ext uri="{FF2B5EF4-FFF2-40B4-BE49-F238E27FC236}">
                <a16:creationId xmlns:a16="http://schemas.microsoft.com/office/drawing/2014/main" id="{49D55E8E-23C1-A240-97FE-E41972647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2632" y="8875887"/>
            <a:ext cx="444757" cy="823627"/>
          </a:xfrm>
          <a:custGeom>
            <a:avLst/>
            <a:gdLst>
              <a:gd name="T0" fmla="*/ 266 w 356"/>
              <a:gd name="T1" fmla="*/ 0 h 663"/>
              <a:gd name="T2" fmla="*/ 266 w 356"/>
              <a:gd name="T3" fmla="*/ 0 h 663"/>
              <a:gd name="T4" fmla="*/ 118 w 356"/>
              <a:gd name="T5" fmla="*/ 161 h 663"/>
              <a:gd name="T6" fmla="*/ 118 w 356"/>
              <a:gd name="T7" fmla="*/ 259 h 663"/>
              <a:gd name="T8" fmla="*/ 0 w 356"/>
              <a:gd name="T9" fmla="*/ 259 h 663"/>
              <a:gd name="T10" fmla="*/ 0 w 356"/>
              <a:gd name="T11" fmla="*/ 378 h 663"/>
              <a:gd name="T12" fmla="*/ 118 w 356"/>
              <a:gd name="T13" fmla="*/ 378 h 663"/>
              <a:gd name="T14" fmla="*/ 118 w 356"/>
              <a:gd name="T15" fmla="*/ 662 h 663"/>
              <a:gd name="T16" fmla="*/ 237 w 356"/>
              <a:gd name="T17" fmla="*/ 662 h 663"/>
              <a:gd name="T18" fmla="*/ 237 w 356"/>
              <a:gd name="T19" fmla="*/ 378 h 663"/>
              <a:gd name="T20" fmla="*/ 331 w 356"/>
              <a:gd name="T21" fmla="*/ 378 h 663"/>
              <a:gd name="T22" fmla="*/ 355 w 356"/>
              <a:gd name="T23" fmla="*/ 259 h 663"/>
              <a:gd name="T24" fmla="*/ 237 w 356"/>
              <a:gd name="T25" fmla="*/ 259 h 663"/>
              <a:gd name="T26" fmla="*/ 237 w 356"/>
              <a:gd name="T27" fmla="*/ 181 h 663"/>
              <a:gd name="T28" fmla="*/ 237 w 356"/>
              <a:gd name="T29" fmla="*/ 181 h 663"/>
              <a:gd name="T30" fmla="*/ 290 w 356"/>
              <a:gd name="T31" fmla="*/ 117 h 663"/>
              <a:gd name="T32" fmla="*/ 355 w 356"/>
              <a:gd name="T33" fmla="*/ 117 h 663"/>
              <a:gd name="T34" fmla="*/ 355 w 356"/>
              <a:gd name="T35" fmla="*/ 5 h 663"/>
              <a:gd name="T36" fmla="*/ 355 w 356"/>
              <a:gd name="T37" fmla="*/ 5 h 663"/>
              <a:gd name="T38" fmla="*/ 266 w 356"/>
              <a:gd name="T39" fmla="*/ 0 h 6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6" h="663">
                <a:moveTo>
                  <a:pt x="266" y="0"/>
                </a:moveTo>
                <a:lnTo>
                  <a:pt x="266" y="0"/>
                </a:lnTo>
                <a:cubicBezTo>
                  <a:pt x="173" y="0"/>
                  <a:pt x="118" y="48"/>
                  <a:pt x="118" y="161"/>
                </a:cubicBezTo>
                <a:lnTo>
                  <a:pt x="118" y="259"/>
                </a:lnTo>
                <a:lnTo>
                  <a:pt x="0" y="259"/>
                </a:lnTo>
                <a:lnTo>
                  <a:pt x="0" y="378"/>
                </a:lnTo>
                <a:lnTo>
                  <a:pt x="118" y="378"/>
                </a:lnTo>
                <a:lnTo>
                  <a:pt x="118" y="662"/>
                </a:lnTo>
                <a:lnTo>
                  <a:pt x="237" y="662"/>
                </a:lnTo>
                <a:lnTo>
                  <a:pt x="237" y="378"/>
                </a:lnTo>
                <a:lnTo>
                  <a:pt x="331" y="378"/>
                </a:lnTo>
                <a:lnTo>
                  <a:pt x="355" y="259"/>
                </a:lnTo>
                <a:lnTo>
                  <a:pt x="237" y="259"/>
                </a:lnTo>
                <a:lnTo>
                  <a:pt x="237" y="181"/>
                </a:lnTo>
                <a:lnTo>
                  <a:pt x="237" y="181"/>
                </a:lnTo>
                <a:cubicBezTo>
                  <a:pt x="237" y="139"/>
                  <a:pt x="250" y="117"/>
                  <a:pt x="290" y="117"/>
                </a:cubicBezTo>
                <a:lnTo>
                  <a:pt x="355" y="117"/>
                </a:lnTo>
                <a:lnTo>
                  <a:pt x="355" y="5"/>
                </a:lnTo>
                <a:lnTo>
                  <a:pt x="355" y="5"/>
                </a:lnTo>
                <a:cubicBezTo>
                  <a:pt x="344" y="2"/>
                  <a:pt x="311" y="0"/>
                  <a:pt x="266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8" name="Freeform 66">
            <a:extLst>
              <a:ext uri="{FF2B5EF4-FFF2-40B4-BE49-F238E27FC236}">
                <a16:creationId xmlns:a16="http://schemas.microsoft.com/office/drawing/2014/main" id="{B84C75D7-F66A-8D4D-B61C-62CE848FD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7704" y="3615658"/>
            <a:ext cx="1575874" cy="1575874"/>
          </a:xfrm>
          <a:custGeom>
            <a:avLst/>
            <a:gdLst>
              <a:gd name="T0" fmla="*/ 1265 w 1266"/>
              <a:gd name="T1" fmla="*/ 631 h 1265"/>
              <a:gd name="T2" fmla="*/ 1265 w 1266"/>
              <a:gd name="T3" fmla="*/ 631 h 1265"/>
              <a:gd name="T4" fmla="*/ 633 w 1266"/>
              <a:gd name="T5" fmla="*/ 1264 h 1265"/>
              <a:gd name="T6" fmla="*/ 633 w 1266"/>
              <a:gd name="T7" fmla="*/ 1264 h 1265"/>
              <a:gd name="T8" fmla="*/ 0 w 1266"/>
              <a:gd name="T9" fmla="*/ 631 h 1265"/>
              <a:gd name="T10" fmla="*/ 0 w 1266"/>
              <a:gd name="T11" fmla="*/ 631 h 1265"/>
              <a:gd name="T12" fmla="*/ 633 w 1266"/>
              <a:gd name="T13" fmla="*/ 0 h 1265"/>
              <a:gd name="T14" fmla="*/ 633 w 1266"/>
              <a:gd name="T15" fmla="*/ 0 h 1265"/>
              <a:gd name="T16" fmla="*/ 1265 w 1266"/>
              <a:gd name="T17" fmla="*/ 631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6" h="1265">
                <a:moveTo>
                  <a:pt x="1265" y="631"/>
                </a:moveTo>
                <a:lnTo>
                  <a:pt x="1265" y="631"/>
                </a:lnTo>
                <a:cubicBezTo>
                  <a:pt x="1265" y="981"/>
                  <a:pt x="982" y="1264"/>
                  <a:pt x="633" y="1264"/>
                </a:cubicBezTo>
                <a:lnTo>
                  <a:pt x="633" y="1264"/>
                </a:lnTo>
                <a:cubicBezTo>
                  <a:pt x="284" y="1264"/>
                  <a:pt x="0" y="981"/>
                  <a:pt x="0" y="631"/>
                </a:cubicBezTo>
                <a:lnTo>
                  <a:pt x="0" y="631"/>
                </a:lnTo>
                <a:cubicBezTo>
                  <a:pt x="0" y="283"/>
                  <a:pt x="284" y="0"/>
                  <a:pt x="633" y="0"/>
                </a:cubicBezTo>
                <a:lnTo>
                  <a:pt x="633" y="0"/>
                </a:lnTo>
                <a:cubicBezTo>
                  <a:pt x="982" y="0"/>
                  <a:pt x="1265" y="283"/>
                  <a:pt x="1265" y="631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67">
            <a:extLst>
              <a:ext uri="{FF2B5EF4-FFF2-40B4-BE49-F238E27FC236}">
                <a16:creationId xmlns:a16="http://schemas.microsoft.com/office/drawing/2014/main" id="{9273C95A-AFE9-BE46-B58A-C31B6C62B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1482" y="4115326"/>
            <a:ext cx="708317" cy="576537"/>
          </a:xfrm>
          <a:custGeom>
            <a:avLst/>
            <a:gdLst>
              <a:gd name="T0" fmla="*/ 568 w 569"/>
              <a:gd name="T1" fmla="*/ 54 h 463"/>
              <a:gd name="T2" fmla="*/ 568 w 569"/>
              <a:gd name="T3" fmla="*/ 54 h 463"/>
              <a:gd name="T4" fmla="*/ 500 w 569"/>
              <a:gd name="T5" fmla="*/ 73 h 463"/>
              <a:gd name="T6" fmla="*/ 500 w 569"/>
              <a:gd name="T7" fmla="*/ 73 h 463"/>
              <a:gd name="T8" fmla="*/ 552 w 569"/>
              <a:gd name="T9" fmla="*/ 8 h 463"/>
              <a:gd name="T10" fmla="*/ 552 w 569"/>
              <a:gd name="T11" fmla="*/ 8 h 463"/>
              <a:gd name="T12" fmla="*/ 478 w 569"/>
              <a:gd name="T13" fmla="*/ 37 h 463"/>
              <a:gd name="T14" fmla="*/ 478 w 569"/>
              <a:gd name="T15" fmla="*/ 37 h 463"/>
              <a:gd name="T16" fmla="*/ 393 w 569"/>
              <a:gd name="T17" fmla="*/ 0 h 463"/>
              <a:gd name="T18" fmla="*/ 393 w 569"/>
              <a:gd name="T19" fmla="*/ 0 h 463"/>
              <a:gd name="T20" fmla="*/ 277 w 569"/>
              <a:gd name="T21" fmla="*/ 117 h 463"/>
              <a:gd name="T22" fmla="*/ 277 w 569"/>
              <a:gd name="T23" fmla="*/ 117 h 463"/>
              <a:gd name="T24" fmla="*/ 280 w 569"/>
              <a:gd name="T25" fmla="*/ 143 h 463"/>
              <a:gd name="T26" fmla="*/ 280 w 569"/>
              <a:gd name="T27" fmla="*/ 143 h 463"/>
              <a:gd name="T28" fmla="*/ 39 w 569"/>
              <a:gd name="T29" fmla="*/ 21 h 463"/>
              <a:gd name="T30" fmla="*/ 39 w 569"/>
              <a:gd name="T31" fmla="*/ 21 h 463"/>
              <a:gd name="T32" fmla="*/ 23 w 569"/>
              <a:gd name="T33" fmla="*/ 80 h 463"/>
              <a:gd name="T34" fmla="*/ 23 w 569"/>
              <a:gd name="T35" fmla="*/ 80 h 463"/>
              <a:gd name="T36" fmla="*/ 75 w 569"/>
              <a:gd name="T37" fmla="*/ 177 h 463"/>
              <a:gd name="T38" fmla="*/ 75 w 569"/>
              <a:gd name="T39" fmla="*/ 177 h 463"/>
              <a:gd name="T40" fmla="*/ 23 w 569"/>
              <a:gd name="T41" fmla="*/ 162 h 463"/>
              <a:gd name="T42" fmla="*/ 23 w 569"/>
              <a:gd name="T43" fmla="*/ 164 h 463"/>
              <a:gd name="T44" fmla="*/ 23 w 569"/>
              <a:gd name="T45" fmla="*/ 164 h 463"/>
              <a:gd name="T46" fmla="*/ 116 w 569"/>
              <a:gd name="T47" fmla="*/ 278 h 463"/>
              <a:gd name="T48" fmla="*/ 116 w 569"/>
              <a:gd name="T49" fmla="*/ 278 h 463"/>
              <a:gd name="T50" fmla="*/ 85 w 569"/>
              <a:gd name="T51" fmla="*/ 282 h 463"/>
              <a:gd name="T52" fmla="*/ 85 w 569"/>
              <a:gd name="T53" fmla="*/ 282 h 463"/>
              <a:gd name="T54" fmla="*/ 63 w 569"/>
              <a:gd name="T55" fmla="*/ 280 h 463"/>
              <a:gd name="T56" fmla="*/ 63 w 569"/>
              <a:gd name="T57" fmla="*/ 280 h 463"/>
              <a:gd name="T58" fmla="*/ 172 w 569"/>
              <a:gd name="T59" fmla="*/ 361 h 463"/>
              <a:gd name="T60" fmla="*/ 172 w 569"/>
              <a:gd name="T61" fmla="*/ 361 h 463"/>
              <a:gd name="T62" fmla="*/ 28 w 569"/>
              <a:gd name="T63" fmla="*/ 411 h 463"/>
              <a:gd name="T64" fmla="*/ 28 w 569"/>
              <a:gd name="T65" fmla="*/ 411 h 463"/>
              <a:gd name="T66" fmla="*/ 0 w 569"/>
              <a:gd name="T67" fmla="*/ 409 h 463"/>
              <a:gd name="T68" fmla="*/ 0 w 569"/>
              <a:gd name="T69" fmla="*/ 409 h 463"/>
              <a:gd name="T70" fmla="*/ 178 w 569"/>
              <a:gd name="T71" fmla="*/ 462 h 463"/>
              <a:gd name="T72" fmla="*/ 178 w 569"/>
              <a:gd name="T73" fmla="*/ 462 h 463"/>
              <a:gd name="T74" fmla="*/ 510 w 569"/>
              <a:gd name="T75" fmla="*/ 130 h 463"/>
              <a:gd name="T76" fmla="*/ 510 w 569"/>
              <a:gd name="T77" fmla="*/ 130 h 463"/>
              <a:gd name="T78" fmla="*/ 510 w 569"/>
              <a:gd name="T79" fmla="*/ 115 h 463"/>
              <a:gd name="T80" fmla="*/ 510 w 569"/>
              <a:gd name="T81" fmla="*/ 115 h 463"/>
              <a:gd name="T82" fmla="*/ 568 w 569"/>
              <a:gd name="T83" fmla="*/ 54 h 4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69" h="463">
                <a:moveTo>
                  <a:pt x="568" y="54"/>
                </a:moveTo>
                <a:lnTo>
                  <a:pt x="568" y="54"/>
                </a:lnTo>
                <a:cubicBezTo>
                  <a:pt x="547" y="64"/>
                  <a:pt x="524" y="70"/>
                  <a:pt x="500" y="73"/>
                </a:cubicBezTo>
                <a:lnTo>
                  <a:pt x="500" y="73"/>
                </a:lnTo>
                <a:cubicBezTo>
                  <a:pt x="525" y="58"/>
                  <a:pt x="543" y="36"/>
                  <a:pt x="552" y="8"/>
                </a:cubicBezTo>
                <a:lnTo>
                  <a:pt x="552" y="8"/>
                </a:lnTo>
                <a:cubicBezTo>
                  <a:pt x="529" y="22"/>
                  <a:pt x="505" y="32"/>
                  <a:pt x="478" y="37"/>
                </a:cubicBezTo>
                <a:lnTo>
                  <a:pt x="478" y="37"/>
                </a:lnTo>
                <a:cubicBezTo>
                  <a:pt x="456" y="14"/>
                  <a:pt x="426" y="0"/>
                  <a:pt x="393" y="0"/>
                </a:cubicBezTo>
                <a:lnTo>
                  <a:pt x="393" y="0"/>
                </a:lnTo>
                <a:cubicBezTo>
                  <a:pt x="329" y="0"/>
                  <a:pt x="277" y="52"/>
                  <a:pt x="277" y="117"/>
                </a:cubicBezTo>
                <a:lnTo>
                  <a:pt x="277" y="117"/>
                </a:lnTo>
                <a:cubicBezTo>
                  <a:pt x="277" y="126"/>
                  <a:pt x="277" y="134"/>
                  <a:pt x="280" y="143"/>
                </a:cubicBezTo>
                <a:lnTo>
                  <a:pt x="280" y="143"/>
                </a:lnTo>
                <a:cubicBezTo>
                  <a:pt x="183" y="138"/>
                  <a:pt x="97" y="91"/>
                  <a:pt x="39" y="21"/>
                </a:cubicBezTo>
                <a:lnTo>
                  <a:pt x="39" y="21"/>
                </a:lnTo>
                <a:cubicBezTo>
                  <a:pt x="30" y="38"/>
                  <a:pt x="23" y="58"/>
                  <a:pt x="23" y="80"/>
                </a:cubicBezTo>
                <a:lnTo>
                  <a:pt x="23" y="80"/>
                </a:lnTo>
                <a:cubicBezTo>
                  <a:pt x="23" y="120"/>
                  <a:pt x="44" y="156"/>
                  <a:pt x="75" y="177"/>
                </a:cubicBezTo>
                <a:lnTo>
                  <a:pt x="75" y="177"/>
                </a:lnTo>
                <a:cubicBezTo>
                  <a:pt x="57" y="176"/>
                  <a:pt x="38" y="171"/>
                  <a:pt x="23" y="162"/>
                </a:cubicBezTo>
                <a:lnTo>
                  <a:pt x="23" y="164"/>
                </a:lnTo>
                <a:lnTo>
                  <a:pt x="23" y="164"/>
                </a:lnTo>
                <a:cubicBezTo>
                  <a:pt x="23" y="220"/>
                  <a:pt x="63" y="267"/>
                  <a:pt x="116" y="278"/>
                </a:cubicBezTo>
                <a:lnTo>
                  <a:pt x="116" y="278"/>
                </a:lnTo>
                <a:cubicBezTo>
                  <a:pt x="106" y="281"/>
                  <a:pt x="96" y="282"/>
                  <a:pt x="85" y="282"/>
                </a:cubicBezTo>
                <a:lnTo>
                  <a:pt x="85" y="282"/>
                </a:lnTo>
                <a:cubicBezTo>
                  <a:pt x="78" y="282"/>
                  <a:pt x="70" y="281"/>
                  <a:pt x="63" y="280"/>
                </a:cubicBezTo>
                <a:lnTo>
                  <a:pt x="63" y="280"/>
                </a:lnTo>
                <a:cubicBezTo>
                  <a:pt x="79" y="326"/>
                  <a:pt x="121" y="360"/>
                  <a:pt x="172" y="361"/>
                </a:cubicBezTo>
                <a:lnTo>
                  <a:pt x="172" y="361"/>
                </a:lnTo>
                <a:cubicBezTo>
                  <a:pt x="132" y="392"/>
                  <a:pt x="82" y="411"/>
                  <a:pt x="28" y="411"/>
                </a:cubicBezTo>
                <a:lnTo>
                  <a:pt x="28" y="411"/>
                </a:lnTo>
                <a:cubicBezTo>
                  <a:pt x="18" y="411"/>
                  <a:pt x="9" y="410"/>
                  <a:pt x="0" y="409"/>
                </a:cubicBezTo>
                <a:lnTo>
                  <a:pt x="0" y="409"/>
                </a:lnTo>
                <a:cubicBezTo>
                  <a:pt x="52" y="442"/>
                  <a:pt x="113" y="462"/>
                  <a:pt x="178" y="462"/>
                </a:cubicBezTo>
                <a:lnTo>
                  <a:pt x="178" y="462"/>
                </a:lnTo>
                <a:cubicBezTo>
                  <a:pt x="393" y="462"/>
                  <a:pt x="510" y="284"/>
                  <a:pt x="510" y="130"/>
                </a:cubicBezTo>
                <a:lnTo>
                  <a:pt x="510" y="130"/>
                </a:lnTo>
                <a:cubicBezTo>
                  <a:pt x="510" y="125"/>
                  <a:pt x="510" y="120"/>
                  <a:pt x="510" y="115"/>
                </a:cubicBezTo>
                <a:lnTo>
                  <a:pt x="510" y="115"/>
                </a:lnTo>
                <a:cubicBezTo>
                  <a:pt x="532" y="98"/>
                  <a:pt x="552" y="78"/>
                  <a:pt x="568" y="5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68">
            <a:extLst>
              <a:ext uri="{FF2B5EF4-FFF2-40B4-BE49-F238E27FC236}">
                <a16:creationId xmlns:a16="http://schemas.microsoft.com/office/drawing/2014/main" id="{5C32E435-996A-0C4B-8A1D-1ADC0CE3C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9170" y="11028297"/>
            <a:ext cx="1575870" cy="1575874"/>
          </a:xfrm>
          <a:custGeom>
            <a:avLst/>
            <a:gdLst>
              <a:gd name="T0" fmla="*/ 1265 w 1266"/>
              <a:gd name="T1" fmla="*/ 632 h 1265"/>
              <a:gd name="T2" fmla="*/ 1265 w 1266"/>
              <a:gd name="T3" fmla="*/ 632 h 1265"/>
              <a:gd name="T4" fmla="*/ 632 w 1266"/>
              <a:gd name="T5" fmla="*/ 1264 h 1265"/>
              <a:gd name="T6" fmla="*/ 632 w 1266"/>
              <a:gd name="T7" fmla="*/ 1264 h 1265"/>
              <a:gd name="T8" fmla="*/ 0 w 1266"/>
              <a:gd name="T9" fmla="*/ 632 h 1265"/>
              <a:gd name="T10" fmla="*/ 0 w 1266"/>
              <a:gd name="T11" fmla="*/ 632 h 1265"/>
              <a:gd name="T12" fmla="*/ 632 w 1266"/>
              <a:gd name="T13" fmla="*/ 0 h 1265"/>
              <a:gd name="T14" fmla="*/ 632 w 1266"/>
              <a:gd name="T15" fmla="*/ 0 h 1265"/>
              <a:gd name="T16" fmla="*/ 1265 w 1266"/>
              <a:gd name="T17" fmla="*/ 632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6" h="1265">
                <a:moveTo>
                  <a:pt x="1265" y="632"/>
                </a:moveTo>
                <a:lnTo>
                  <a:pt x="1265" y="632"/>
                </a:lnTo>
                <a:cubicBezTo>
                  <a:pt x="1265" y="981"/>
                  <a:pt x="982" y="1264"/>
                  <a:pt x="632" y="1264"/>
                </a:cubicBezTo>
                <a:lnTo>
                  <a:pt x="632" y="1264"/>
                </a:lnTo>
                <a:cubicBezTo>
                  <a:pt x="283" y="1264"/>
                  <a:pt x="0" y="981"/>
                  <a:pt x="0" y="632"/>
                </a:cubicBezTo>
                <a:lnTo>
                  <a:pt x="0" y="632"/>
                </a:lnTo>
                <a:cubicBezTo>
                  <a:pt x="0" y="283"/>
                  <a:pt x="283" y="0"/>
                  <a:pt x="632" y="0"/>
                </a:cubicBezTo>
                <a:lnTo>
                  <a:pt x="632" y="0"/>
                </a:lnTo>
                <a:cubicBezTo>
                  <a:pt x="982" y="0"/>
                  <a:pt x="1265" y="283"/>
                  <a:pt x="1265" y="63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69">
            <a:extLst>
              <a:ext uri="{FF2B5EF4-FFF2-40B4-BE49-F238E27FC236}">
                <a16:creationId xmlns:a16="http://schemas.microsoft.com/office/drawing/2014/main" id="{E5FD0127-6BE9-674A-A1CC-693C96A9F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2945" y="11462076"/>
            <a:ext cx="708321" cy="708317"/>
          </a:xfrm>
          <a:custGeom>
            <a:avLst/>
            <a:gdLst>
              <a:gd name="T0" fmla="*/ 414 w 568"/>
              <a:gd name="T1" fmla="*/ 341 h 571"/>
              <a:gd name="T2" fmla="*/ 365 w 568"/>
              <a:gd name="T3" fmla="*/ 319 h 571"/>
              <a:gd name="T4" fmla="*/ 349 w 568"/>
              <a:gd name="T5" fmla="*/ 322 h 571"/>
              <a:gd name="T6" fmla="*/ 327 w 568"/>
              <a:gd name="T7" fmla="*/ 350 h 571"/>
              <a:gd name="T8" fmla="*/ 312 w 568"/>
              <a:gd name="T9" fmla="*/ 352 h 571"/>
              <a:gd name="T10" fmla="*/ 255 w 568"/>
              <a:gd name="T11" fmla="*/ 316 h 571"/>
              <a:gd name="T12" fmla="*/ 215 w 568"/>
              <a:gd name="T13" fmla="*/ 267 h 571"/>
              <a:gd name="T14" fmla="*/ 219 w 568"/>
              <a:gd name="T15" fmla="*/ 253 h 571"/>
              <a:gd name="T16" fmla="*/ 229 w 568"/>
              <a:gd name="T17" fmla="*/ 241 h 571"/>
              <a:gd name="T18" fmla="*/ 236 w 568"/>
              <a:gd name="T19" fmla="*/ 229 h 571"/>
              <a:gd name="T20" fmla="*/ 236 w 568"/>
              <a:gd name="T21" fmla="*/ 217 h 571"/>
              <a:gd name="T22" fmla="*/ 214 w 568"/>
              <a:gd name="T23" fmla="*/ 164 h 571"/>
              <a:gd name="T24" fmla="*/ 198 w 568"/>
              <a:gd name="T25" fmla="*/ 152 h 571"/>
              <a:gd name="T26" fmla="*/ 184 w 568"/>
              <a:gd name="T27" fmla="*/ 152 h 571"/>
              <a:gd name="T28" fmla="*/ 166 w 568"/>
              <a:gd name="T29" fmla="*/ 161 h 571"/>
              <a:gd name="T30" fmla="*/ 141 w 568"/>
              <a:gd name="T31" fmla="*/ 220 h 571"/>
              <a:gd name="T32" fmla="*/ 170 w 568"/>
              <a:gd name="T33" fmla="*/ 293 h 571"/>
              <a:gd name="T34" fmla="*/ 291 w 568"/>
              <a:gd name="T35" fmla="*/ 400 h 571"/>
              <a:gd name="T36" fmla="*/ 330 w 568"/>
              <a:gd name="T37" fmla="*/ 414 h 571"/>
              <a:gd name="T38" fmla="*/ 375 w 568"/>
              <a:gd name="T39" fmla="*/ 417 h 571"/>
              <a:gd name="T40" fmla="*/ 423 w 568"/>
              <a:gd name="T41" fmla="*/ 384 h 571"/>
              <a:gd name="T42" fmla="*/ 427 w 568"/>
              <a:gd name="T43" fmla="*/ 350 h 571"/>
              <a:gd name="T44" fmla="*/ 284 w 568"/>
              <a:gd name="T45" fmla="*/ 517 h 571"/>
              <a:gd name="T46" fmla="*/ 284 w 568"/>
              <a:gd name="T47" fmla="*/ 517 h 571"/>
              <a:gd name="T48" fmla="*/ 156 w 568"/>
              <a:gd name="T49" fmla="*/ 480 h 571"/>
              <a:gd name="T50" fmla="*/ 91 w 568"/>
              <a:gd name="T51" fmla="*/ 416 h 571"/>
              <a:gd name="T52" fmla="*/ 86 w 568"/>
              <a:gd name="T53" fmla="*/ 407 h 571"/>
              <a:gd name="T54" fmla="*/ 50 w 568"/>
              <a:gd name="T55" fmla="*/ 282 h 571"/>
              <a:gd name="T56" fmla="*/ 284 w 568"/>
              <a:gd name="T57" fmla="*/ 47 h 571"/>
              <a:gd name="T58" fmla="*/ 451 w 568"/>
              <a:gd name="T59" fmla="*/ 116 h 571"/>
              <a:gd name="T60" fmla="*/ 519 w 568"/>
              <a:gd name="T61" fmla="*/ 283 h 571"/>
              <a:gd name="T62" fmla="*/ 485 w 568"/>
              <a:gd name="T63" fmla="*/ 83 h 571"/>
              <a:gd name="T64" fmla="*/ 284 w 568"/>
              <a:gd name="T65" fmla="*/ 0 h 571"/>
              <a:gd name="T66" fmla="*/ 2 w 568"/>
              <a:gd name="T67" fmla="*/ 282 h 571"/>
              <a:gd name="T68" fmla="*/ 39 w 568"/>
              <a:gd name="T69" fmla="*/ 423 h 571"/>
              <a:gd name="T70" fmla="*/ 149 w 568"/>
              <a:gd name="T71" fmla="*/ 531 h 571"/>
              <a:gd name="T72" fmla="*/ 284 w 568"/>
              <a:gd name="T73" fmla="*/ 565 h 571"/>
              <a:gd name="T74" fmla="*/ 284 w 568"/>
              <a:gd name="T75" fmla="*/ 565 h 571"/>
              <a:gd name="T76" fmla="*/ 567 w 568"/>
              <a:gd name="T77" fmla="*/ 283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68" h="571">
                <a:moveTo>
                  <a:pt x="414" y="341"/>
                </a:moveTo>
                <a:lnTo>
                  <a:pt x="414" y="341"/>
                </a:lnTo>
                <a:cubicBezTo>
                  <a:pt x="406" y="338"/>
                  <a:pt x="371" y="321"/>
                  <a:pt x="365" y="319"/>
                </a:cubicBezTo>
                <a:lnTo>
                  <a:pt x="365" y="319"/>
                </a:lnTo>
                <a:cubicBezTo>
                  <a:pt x="359" y="316"/>
                  <a:pt x="354" y="315"/>
                  <a:pt x="349" y="322"/>
                </a:cubicBezTo>
                <a:lnTo>
                  <a:pt x="349" y="322"/>
                </a:lnTo>
                <a:cubicBezTo>
                  <a:pt x="344" y="329"/>
                  <a:pt x="331" y="345"/>
                  <a:pt x="327" y="350"/>
                </a:cubicBezTo>
                <a:lnTo>
                  <a:pt x="327" y="350"/>
                </a:lnTo>
                <a:cubicBezTo>
                  <a:pt x="323" y="354"/>
                  <a:pt x="319" y="355"/>
                  <a:pt x="312" y="352"/>
                </a:cubicBezTo>
                <a:lnTo>
                  <a:pt x="312" y="352"/>
                </a:lnTo>
                <a:cubicBezTo>
                  <a:pt x="305" y="348"/>
                  <a:pt x="282" y="341"/>
                  <a:pt x="255" y="316"/>
                </a:cubicBezTo>
                <a:lnTo>
                  <a:pt x="255" y="316"/>
                </a:lnTo>
                <a:cubicBezTo>
                  <a:pt x="234" y="298"/>
                  <a:pt x="220" y="275"/>
                  <a:pt x="215" y="267"/>
                </a:cubicBezTo>
                <a:lnTo>
                  <a:pt x="215" y="267"/>
                </a:lnTo>
                <a:cubicBezTo>
                  <a:pt x="211" y="261"/>
                  <a:pt x="215" y="257"/>
                  <a:pt x="219" y="253"/>
                </a:cubicBezTo>
                <a:lnTo>
                  <a:pt x="219" y="253"/>
                </a:lnTo>
                <a:cubicBezTo>
                  <a:pt x="221" y="250"/>
                  <a:pt x="226" y="245"/>
                  <a:pt x="229" y="241"/>
                </a:cubicBezTo>
                <a:lnTo>
                  <a:pt x="229" y="241"/>
                </a:lnTo>
                <a:cubicBezTo>
                  <a:pt x="233" y="237"/>
                  <a:pt x="234" y="234"/>
                  <a:pt x="236" y="229"/>
                </a:cubicBezTo>
                <a:lnTo>
                  <a:pt x="236" y="229"/>
                </a:lnTo>
                <a:cubicBezTo>
                  <a:pt x="239" y="224"/>
                  <a:pt x="237" y="220"/>
                  <a:pt x="236" y="217"/>
                </a:cubicBezTo>
                <a:lnTo>
                  <a:pt x="236" y="217"/>
                </a:lnTo>
                <a:cubicBezTo>
                  <a:pt x="234" y="213"/>
                  <a:pt x="220" y="178"/>
                  <a:pt x="214" y="164"/>
                </a:cubicBezTo>
                <a:lnTo>
                  <a:pt x="214" y="164"/>
                </a:lnTo>
                <a:cubicBezTo>
                  <a:pt x="208" y="150"/>
                  <a:pt x="203" y="152"/>
                  <a:pt x="198" y="152"/>
                </a:cubicBezTo>
                <a:lnTo>
                  <a:pt x="198" y="152"/>
                </a:lnTo>
                <a:cubicBezTo>
                  <a:pt x="194" y="152"/>
                  <a:pt x="189" y="152"/>
                  <a:pt x="184" y="152"/>
                </a:cubicBezTo>
                <a:lnTo>
                  <a:pt x="184" y="152"/>
                </a:lnTo>
                <a:cubicBezTo>
                  <a:pt x="180" y="152"/>
                  <a:pt x="172" y="154"/>
                  <a:pt x="166" y="161"/>
                </a:cubicBezTo>
                <a:lnTo>
                  <a:pt x="166" y="161"/>
                </a:lnTo>
                <a:cubicBezTo>
                  <a:pt x="159" y="168"/>
                  <a:pt x="141" y="185"/>
                  <a:pt x="141" y="220"/>
                </a:cubicBezTo>
                <a:lnTo>
                  <a:pt x="141" y="220"/>
                </a:lnTo>
                <a:cubicBezTo>
                  <a:pt x="141" y="254"/>
                  <a:pt x="167" y="288"/>
                  <a:pt x="170" y="293"/>
                </a:cubicBezTo>
                <a:lnTo>
                  <a:pt x="170" y="293"/>
                </a:lnTo>
                <a:cubicBezTo>
                  <a:pt x="173" y="297"/>
                  <a:pt x="220" y="369"/>
                  <a:pt x="291" y="400"/>
                </a:cubicBezTo>
                <a:lnTo>
                  <a:pt x="291" y="400"/>
                </a:lnTo>
                <a:cubicBezTo>
                  <a:pt x="307" y="406"/>
                  <a:pt x="321" y="411"/>
                  <a:pt x="330" y="414"/>
                </a:cubicBezTo>
                <a:lnTo>
                  <a:pt x="330" y="414"/>
                </a:lnTo>
                <a:cubicBezTo>
                  <a:pt x="347" y="420"/>
                  <a:pt x="363" y="419"/>
                  <a:pt x="375" y="417"/>
                </a:cubicBezTo>
                <a:lnTo>
                  <a:pt x="375" y="417"/>
                </a:lnTo>
                <a:cubicBezTo>
                  <a:pt x="388" y="415"/>
                  <a:pt x="417" y="400"/>
                  <a:pt x="423" y="384"/>
                </a:cubicBezTo>
                <a:lnTo>
                  <a:pt x="423" y="384"/>
                </a:lnTo>
                <a:cubicBezTo>
                  <a:pt x="429" y="367"/>
                  <a:pt x="429" y="353"/>
                  <a:pt x="427" y="350"/>
                </a:cubicBezTo>
                <a:lnTo>
                  <a:pt x="427" y="350"/>
                </a:lnTo>
                <a:cubicBezTo>
                  <a:pt x="425" y="347"/>
                  <a:pt x="420" y="345"/>
                  <a:pt x="414" y="341"/>
                </a:cubicBezTo>
                <a:close/>
                <a:moveTo>
                  <a:pt x="284" y="517"/>
                </a:moveTo>
                <a:lnTo>
                  <a:pt x="284" y="517"/>
                </a:lnTo>
                <a:lnTo>
                  <a:pt x="284" y="517"/>
                </a:lnTo>
                <a:cubicBezTo>
                  <a:pt x="242" y="517"/>
                  <a:pt x="201" y="506"/>
                  <a:pt x="165" y="484"/>
                </a:cubicBezTo>
                <a:lnTo>
                  <a:pt x="156" y="480"/>
                </a:lnTo>
                <a:lnTo>
                  <a:pt x="67" y="503"/>
                </a:lnTo>
                <a:lnTo>
                  <a:pt x="91" y="416"/>
                </a:lnTo>
                <a:lnTo>
                  <a:pt x="86" y="407"/>
                </a:lnTo>
                <a:lnTo>
                  <a:pt x="86" y="407"/>
                </a:lnTo>
                <a:cubicBezTo>
                  <a:pt x="62" y="370"/>
                  <a:pt x="50" y="327"/>
                  <a:pt x="50" y="282"/>
                </a:cubicBezTo>
                <a:lnTo>
                  <a:pt x="50" y="282"/>
                </a:lnTo>
                <a:cubicBezTo>
                  <a:pt x="50" y="153"/>
                  <a:pt x="155" y="47"/>
                  <a:pt x="284" y="47"/>
                </a:cubicBezTo>
                <a:lnTo>
                  <a:pt x="284" y="47"/>
                </a:lnTo>
                <a:cubicBezTo>
                  <a:pt x="347" y="47"/>
                  <a:pt x="406" y="72"/>
                  <a:pt x="451" y="116"/>
                </a:cubicBezTo>
                <a:lnTo>
                  <a:pt x="451" y="116"/>
                </a:lnTo>
                <a:cubicBezTo>
                  <a:pt x="495" y="161"/>
                  <a:pt x="519" y="220"/>
                  <a:pt x="519" y="283"/>
                </a:cubicBezTo>
                <a:lnTo>
                  <a:pt x="519" y="283"/>
                </a:lnTo>
                <a:cubicBezTo>
                  <a:pt x="519" y="412"/>
                  <a:pt x="414" y="517"/>
                  <a:pt x="284" y="517"/>
                </a:cubicBezTo>
                <a:close/>
                <a:moveTo>
                  <a:pt x="485" y="83"/>
                </a:moveTo>
                <a:lnTo>
                  <a:pt x="485" y="83"/>
                </a:lnTo>
                <a:cubicBezTo>
                  <a:pt x="431" y="29"/>
                  <a:pt x="360" y="0"/>
                  <a:pt x="284" y="0"/>
                </a:cubicBezTo>
                <a:lnTo>
                  <a:pt x="284" y="0"/>
                </a:lnTo>
                <a:cubicBezTo>
                  <a:pt x="129" y="0"/>
                  <a:pt x="2" y="127"/>
                  <a:pt x="2" y="282"/>
                </a:cubicBezTo>
                <a:lnTo>
                  <a:pt x="2" y="282"/>
                </a:lnTo>
                <a:cubicBezTo>
                  <a:pt x="2" y="332"/>
                  <a:pt x="15" y="380"/>
                  <a:pt x="39" y="423"/>
                </a:cubicBezTo>
                <a:lnTo>
                  <a:pt x="0" y="570"/>
                </a:lnTo>
                <a:lnTo>
                  <a:pt x="149" y="531"/>
                </a:lnTo>
                <a:lnTo>
                  <a:pt x="149" y="531"/>
                </a:lnTo>
                <a:cubicBezTo>
                  <a:pt x="190" y="553"/>
                  <a:pt x="237" y="565"/>
                  <a:pt x="284" y="565"/>
                </a:cubicBezTo>
                <a:lnTo>
                  <a:pt x="284" y="565"/>
                </a:lnTo>
                <a:lnTo>
                  <a:pt x="284" y="565"/>
                </a:lnTo>
                <a:cubicBezTo>
                  <a:pt x="440" y="565"/>
                  <a:pt x="567" y="439"/>
                  <a:pt x="567" y="283"/>
                </a:cubicBezTo>
                <a:lnTo>
                  <a:pt x="567" y="283"/>
                </a:lnTo>
                <a:cubicBezTo>
                  <a:pt x="567" y="207"/>
                  <a:pt x="538" y="136"/>
                  <a:pt x="485" y="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70">
            <a:extLst>
              <a:ext uri="{FF2B5EF4-FFF2-40B4-BE49-F238E27FC236}">
                <a16:creationId xmlns:a16="http://schemas.microsoft.com/office/drawing/2014/main" id="{0052C1AF-EA9E-DA44-877A-BD581DEA8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23595" y="5323309"/>
            <a:ext cx="1575870" cy="1575871"/>
          </a:xfrm>
          <a:custGeom>
            <a:avLst/>
            <a:gdLst>
              <a:gd name="T0" fmla="*/ 1264 w 1265"/>
              <a:gd name="T1" fmla="*/ 631 h 1264"/>
              <a:gd name="T2" fmla="*/ 1264 w 1265"/>
              <a:gd name="T3" fmla="*/ 631 h 1264"/>
              <a:gd name="T4" fmla="*/ 632 w 1265"/>
              <a:gd name="T5" fmla="*/ 1263 h 1264"/>
              <a:gd name="T6" fmla="*/ 632 w 1265"/>
              <a:gd name="T7" fmla="*/ 1263 h 1264"/>
              <a:gd name="T8" fmla="*/ 0 w 1265"/>
              <a:gd name="T9" fmla="*/ 631 h 1264"/>
              <a:gd name="T10" fmla="*/ 0 w 1265"/>
              <a:gd name="T11" fmla="*/ 631 h 1264"/>
              <a:gd name="T12" fmla="*/ 632 w 1265"/>
              <a:gd name="T13" fmla="*/ 0 h 1264"/>
              <a:gd name="T14" fmla="*/ 632 w 1265"/>
              <a:gd name="T15" fmla="*/ 0 h 1264"/>
              <a:gd name="T16" fmla="*/ 1264 w 1265"/>
              <a:gd name="T17" fmla="*/ 631 h 1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5" h="1264">
                <a:moveTo>
                  <a:pt x="1264" y="631"/>
                </a:moveTo>
                <a:lnTo>
                  <a:pt x="1264" y="631"/>
                </a:lnTo>
                <a:cubicBezTo>
                  <a:pt x="1264" y="980"/>
                  <a:pt x="981" y="1263"/>
                  <a:pt x="632" y="1263"/>
                </a:cubicBezTo>
                <a:lnTo>
                  <a:pt x="632" y="1263"/>
                </a:lnTo>
                <a:cubicBezTo>
                  <a:pt x="282" y="1263"/>
                  <a:pt x="0" y="980"/>
                  <a:pt x="0" y="631"/>
                </a:cubicBezTo>
                <a:lnTo>
                  <a:pt x="0" y="631"/>
                </a:lnTo>
                <a:cubicBezTo>
                  <a:pt x="0" y="282"/>
                  <a:pt x="282" y="0"/>
                  <a:pt x="632" y="0"/>
                </a:cubicBezTo>
                <a:lnTo>
                  <a:pt x="632" y="0"/>
                </a:lnTo>
                <a:cubicBezTo>
                  <a:pt x="981" y="0"/>
                  <a:pt x="1264" y="282"/>
                  <a:pt x="1264" y="631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71">
            <a:extLst>
              <a:ext uri="{FF2B5EF4-FFF2-40B4-BE49-F238E27FC236}">
                <a16:creationId xmlns:a16="http://schemas.microsoft.com/office/drawing/2014/main" id="{0121C8E3-CA80-214B-B3B2-6579EB20E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4425" y="5811996"/>
            <a:ext cx="768718" cy="587522"/>
          </a:xfrm>
          <a:custGeom>
            <a:avLst/>
            <a:gdLst>
              <a:gd name="T0" fmla="*/ 284 w 616"/>
              <a:gd name="T1" fmla="*/ 182 h 474"/>
              <a:gd name="T2" fmla="*/ 378 w 616"/>
              <a:gd name="T3" fmla="*/ 236 h 474"/>
              <a:gd name="T4" fmla="*/ 284 w 616"/>
              <a:gd name="T5" fmla="*/ 290 h 474"/>
              <a:gd name="T6" fmla="*/ 284 w 616"/>
              <a:gd name="T7" fmla="*/ 182 h 474"/>
              <a:gd name="T8" fmla="*/ 236 w 616"/>
              <a:gd name="T9" fmla="*/ 101 h 474"/>
              <a:gd name="T10" fmla="*/ 236 w 616"/>
              <a:gd name="T11" fmla="*/ 371 h 474"/>
              <a:gd name="T12" fmla="*/ 272 w 616"/>
              <a:gd name="T13" fmla="*/ 352 h 474"/>
              <a:gd name="T14" fmla="*/ 438 w 616"/>
              <a:gd name="T15" fmla="*/ 257 h 474"/>
              <a:gd name="T16" fmla="*/ 473 w 616"/>
              <a:gd name="T17" fmla="*/ 236 h 474"/>
              <a:gd name="T18" fmla="*/ 438 w 616"/>
              <a:gd name="T19" fmla="*/ 215 h 474"/>
              <a:gd name="T20" fmla="*/ 272 w 616"/>
              <a:gd name="T21" fmla="*/ 121 h 474"/>
              <a:gd name="T22" fmla="*/ 236 w 616"/>
              <a:gd name="T23" fmla="*/ 101 h 474"/>
              <a:gd name="T24" fmla="*/ 308 w 616"/>
              <a:gd name="T25" fmla="*/ 47 h 474"/>
              <a:gd name="T26" fmla="*/ 308 w 616"/>
              <a:gd name="T27" fmla="*/ 47 h 474"/>
              <a:gd name="T28" fmla="*/ 516 w 616"/>
              <a:gd name="T29" fmla="*/ 63 h 474"/>
              <a:gd name="T30" fmla="*/ 516 w 616"/>
              <a:gd name="T31" fmla="*/ 63 h 474"/>
              <a:gd name="T32" fmla="*/ 556 w 616"/>
              <a:gd name="T33" fmla="*/ 100 h 474"/>
              <a:gd name="T34" fmla="*/ 556 w 616"/>
              <a:gd name="T35" fmla="*/ 100 h 474"/>
              <a:gd name="T36" fmla="*/ 568 w 616"/>
              <a:gd name="T37" fmla="*/ 236 h 474"/>
              <a:gd name="T38" fmla="*/ 568 w 616"/>
              <a:gd name="T39" fmla="*/ 236 h 474"/>
              <a:gd name="T40" fmla="*/ 556 w 616"/>
              <a:gd name="T41" fmla="*/ 373 h 474"/>
              <a:gd name="T42" fmla="*/ 556 w 616"/>
              <a:gd name="T43" fmla="*/ 373 h 474"/>
              <a:gd name="T44" fmla="*/ 516 w 616"/>
              <a:gd name="T45" fmla="*/ 410 h 474"/>
              <a:gd name="T46" fmla="*/ 516 w 616"/>
              <a:gd name="T47" fmla="*/ 410 h 474"/>
              <a:gd name="T48" fmla="*/ 308 w 616"/>
              <a:gd name="T49" fmla="*/ 426 h 474"/>
              <a:gd name="T50" fmla="*/ 308 w 616"/>
              <a:gd name="T51" fmla="*/ 426 h 474"/>
              <a:gd name="T52" fmla="*/ 98 w 616"/>
              <a:gd name="T53" fmla="*/ 410 h 474"/>
              <a:gd name="T54" fmla="*/ 98 w 616"/>
              <a:gd name="T55" fmla="*/ 410 h 474"/>
              <a:gd name="T56" fmla="*/ 59 w 616"/>
              <a:gd name="T57" fmla="*/ 373 h 474"/>
              <a:gd name="T58" fmla="*/ 59 w 616"/>
              <a:gd name="T59" fmla="*/ 373 h 474"/>
              <a:gd name="T60" fmla="*/ 48 w 616"/>
              <a:gd name="T61" fmla="*/ 236 h 474"/>
              <a:gd name="T62" fmla="*/ 48 w 616"/>
              <a:gd name="T63" fmla="*/ 236 h 474"/>
              <a:gd name="T64" fmla="*/ 59 w 616"/>
              <a:gd name="T65" fmla="*/ 100 h 474"/>
              <a:gd name="T66" fmla="*/ 59 w 616"/>
              <a:gd name="T67" fmla="*/ 100 h 474"/>
              <a:gd name="T68" fmla="*/ 98 w 616"/>
              <a:gd name="T69" fmla="*/ 63 h 474"/>
              <a:gd name="T70" fmla="*/ 98 w 616"/>
              <a:gd name="T71" fmla="*/ 63 h 474"/>
              <a:gd name="T72" fmla="*/ 308 w 616"/>
              <a:gd name="T73" fmla="*/ 47 h 474"/>
              <a:gd name="T74" fmla="*/ 308 w 616"/>
              <a:gd name="T75" fmla="*/ 0 h 474"/>
              <a:gd name="T76" fmla="*/ 308 w 616"/>
              <a:gd name="T77" fmla="*/ 0 h 474"/>
              <a:gd name="T78" fmla="*/ 91 w 616"/>
              <a:gd name="T79" fmla="*/ 16 h 474"/>
              <a:gd name="T80" fmla="*/ 91 w 616"/>
              <a:gd name="T81" fmla="*/ 16 h 474"/>
              <a:gd name="T82" fmla="*/ 13 w 616"/>
              <a:gd name="T83" fmla="*/ 91 h 474"/>
              <a:gd name="T84" fmla="*/ 13 w 616"/>
              <a:gd name="T85" fmla="*/ 91 h 474"/>
              <a:gd name="T86" fmla="*/ 0 w 616"/>
              <a:gd name="T87" fmla="*/ 236 h 474"/>
              <a:gd name="T88" fmla="*/ 0 w 616"/>
              <a:gd name="T89" fmla="*/ 236 h 474"/>
              <a:gd name="T90" fmla="*/ 13 w 616"/>
              <a:gd name="T91" fmla="*/ 381 h 474"/>
              <a:gd name="T92" fmla="*/ 13 w 616"/>
              <a:gd name="T93" fmla="*/ 381 h 474"/>
              <a:gd name="T94" fmla="*/ 91 w 616"/>
              <a:gd name="T95" fmla="*/ 456 h 474"/>
              <a:gd name="T96" fmla="*/ 91 w 616"/>
              <a:gd name="T97" fmla="*/ 456 h 474"/>
              <a:gd name="T98" fmla="*/ 308 w 616"/>
              <a:gd name="T99" fmla="*/ 473 h 474"/>
              <a:gd name="T100" fmla="*/ 308 w 616"/>
              <a:gd name="T101" fmla="*/ 473 h 474"/>
              <a:gd name="T102" fmla="*/ 523 w 616"/>
              <a:gd name="T103" fmla="*/ 456 h 474"/>
              <a:gd name="T104" fmla="*/ 523 w 616"/>
              <a:gd name="T105" fmla="*/ 456 h 474"/>
              <a:gd name="T106" fmla="*/ 602 w 616"/>
              <a:gd name="T107" fmla="*/ 381 h 474"/>
              <a:gd name="T108" fmla="*/ 602 w 616"/>
              <a:gd name="T109" fmla="*/ 381 h 474"/>
              <a:gd name="T110" fmla="*/ 615 w 616"/>
              <a:gd name="T111" fmla="*/ 236 h 474"/>
              <a:gd name="T112" fmla="*/ 615 w 616"/>
              <a:gd name="T113" fmla="*/ 236 h 474"/>
              <a:gd name="T114" fmla="*/ 602 w 616"/>
              <a:gd name="T115" fmla="*/ 91 h 474"/>
              <a:gd name="T116" fmla="*/ 602 w 616"/>
              <a:gd name="T117" fmla="*/ 91 h 474"/>
              <a:gd name="T118" fmla="*/ 523 w 616"/>
              <a:gd name="T119" fmla="*/ 16 h 474"/>
              <a:gd name="T120" fmla="*/ 523 w 616"/>
              <a:gd name="T121" fmla="*/ 16 h 474"/>
              <a:gd name="T122" fmla="*/ 308 w 616"/>
              <a:gd name="T123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16" h="474">
                <a:moveTo>
                  <a:pt x="284" y="182"/>
                </a:moveTo>
                <a:lnTo>
                  <a:pt x="378" y="236"/>
                </a:lnTo>
                <a:lnTo>
                  <a:pt x="284" y="290"/>
                </a:lnTo>
                <a:lnTo>
                  <a:pt x="284" y="182"/>
                </a:lnTo>
                <a:close/>
                <a:moveTo>
                  <a:pt x="236" y="101"/>
                </a:moveTo>
                <a:lnTo>
                  <a:pt x="236" y="371"/>
                </a:lnTo>
                <a:lnTo>
                  <a:pt x="272" y="352"/>
                </a:lnTo>
                <a:lnTo>
                  <a:pt x="438" y="257"/>
                </a:lnTo>
                <a:lnTo>
                  <a:pt x="473" y="236"/>
                </a:lnTo>
                <a:lnTo>
                  <a:pt x="438" y="215"/>
                </a:lnTo>
                <a:lnTo>
                  <a:pt x="272" y="121"/>
                </a:lnTo>
                <a:lnTo>
                  <a:pt x="236" y="101"/>
                </a:lnTo>
                <a:close/>
                <a:moveTo>
                  <a:pt x="308" y="47"/>
                </a:moveTo>
                <a:lnTo>
                  <a:pt x="308" y="47"/>
                </a:lnTo>
                <a:cubicBezTo>
                  <a:pt x="394" y="47"/>
                  <a:pt x="470" y="56"/>
                  <a:pt x="516" y="63"/>
                </a:cubicBezTo>
                <a:lnTo>
                  <a:pt x="516" y="63"/>
                </a:lnTo>
                <a:cubicBezTo>
                  <a:pt x="537" y="66"/>
                  <a:pt x="552" y="80"/>
                  <a:pt x="556" y="100"/>
                </a:cubicBezTo>
                <a:lnTo>
                  <a:pt x="556" y="100"/>
                </a:lnTo>
                <a:cubicBezTo>
                  <a:pt x="562" y="132"/>
                  <a:pt x="568" y="178"/>
                  <a:pt x="568" y="236"/>
                </a:cubicBezTo>
                <a:lnTo>
                  <a:pt x="568" y="236"/>
                </a:lnTo>
                <a:cubicBezTo>
                  <a:pt x="568" y="295"/>
                  <a:pt x="562" y="341"/>
                  <a:pt x="556" y="373"/>
                </a:cubicBezTo>
                <a:lnTo>
                  <a:pt x="556" y="373"/>
                </a:lnTo>
                <a:cubicBezTo>
                  <a:pt x="552" y="392"/>
                  <a:pt x="537" y="408"/>
                  <a:pt x="516" y="410"/>
                </a:cubicBezTo>
                <a:lnTo>
                  <a:pt x="516" y="410"/>
                </a:lnTo>
                <a:cubicBezTo>
                  <a:pt x="470" y="417"/>
                  <a:pt x="393" y="426"/>
                  <a:pt x="308" y="426"/>
                </a:cubicBezTo>
                <a:lnTo>
                  <a:pt x="308" y="426"/>
                </a:lnTo>
                <a:cubicBezTo>
                  <a:pt x="222" y="426"/>
                  <a:pt x="145" y="417"/>
                  <a:pt x="98" y="410"/>
                </a:cubicBezTo>
                <a:lnTo>
                  <a:pt x="98" y="410"/>
                </a:lnTo>
                <a:cubicBezTo>
                  <a:pt x="78" y="408"/>
                  <a:pt x="63" y="392"/>
                  <a:pt x="59" y="373"/>
                </a:cubicBezTo>
                <a:lnTo>
                  <a:pt x="59" y="373"/>
                </a:lnTo>
                <a:cubicBezTo>
                  <a:pt x="54" y="341"/>
                  <a:pt x="48" y="295"/>
                  <a:pt x="48" y="236"/>
                </a:cubicBezTo>
                <a:lnTo>
                  <a:pt x="48" y="236"/>
                </a:lnTo>
                <a:cubicBezTo>
                  <a:pt x="48" y="178"/>
                  <a:pt x="54" y="132"/>
                  <a:pt x="59" y="100"/>
                </a:cubicBezTo>
                <a:lnTo>
                  <a:pt x="59" y="100"/>
                </a:lnTo>
                <a:cubicBezTo>
                  <a:pt x="63" y="80"/>
                  <a:pt x="78" y="66"/>
                  <a:pt x="98" y="63"/>
                </a:cubicBezTo>
                <a:lnTo>
                  <a:pt x="98" y="63"/>
                </a:lnTo>
                <a:cubicBezTo>
                  <a:pt x="145" y="56"/>
                  <a:pt x="222" y="47"/>
                  <a:pt x="308" y="47"/>
                </a:cubicBezTo>
                <a:close/>
                <a:moveTo>
                  <a:pt x="308" y="0"/>
                </a:moveTo>
                <a:lnTo>
                  <a:pt x="308" y="0"/>
                </a:lnTo>
                <a:cubicBezTo>
                  <a:pt x="218" y="0"/>
                  <a:pt x="140" y="9"/>
                  <a:pt x="91" y="16"/>
                </a:cubicBezTo>
                <a:lnTo>
                  <a:pt x="91" y="16"/>
                </a:lnTo>
                <a:cubicBezTo>
                  <a:pt x="52" y="22"/>
                  <a:pt x="20" y="52"/>
                  <a:pt x="13" y="91"/>
                </a:cubicBezTo>
                <a:lnTo>
                  <a:pt x="13" y="91"/>
                </a:lnTo>
                <a:cubicBezTo>
                  <a:pt x="6" y="125"/>
                  <a:pt x="0" y="175"/>
                  <a:pt x="0" y="236"/>
                </a:cubicBezTo>
                <a:lnTo>
                  <a:pt x="0" y="236"/>
                </a:lnTo>
                <a:cubicBezTo>
                  <a:pt x="0" y="298"/>
                  <a:pt x="6" y="348"/>
                  <a:pt x="13" y="381"/>
                </a:cubicBezTo>
                <a:lnTo>
                  <a:pt x="13" y="381"/>
                </a:lnTo>
                <a:cubicBezTo>
                  <a:pt x="20" y="421"/>
                  <a:pt x="52" y="451"/>
                  <a:pt x="91" y="456"/>
                </a:cubicBezTo>
                <a:lnTo>
                  <a:pt x="91" y="456"/>
                </a:lnTo>
                <a:cubicBezTo>
                  <a:pt x="140" y="464"/>
                  <a:pt x="219" y="473"/>
                  <a:pt x="308" y="473"/>
                </a:cubicBezTo>
                <a:lnTo>
                  <a:pt x="308" y="473"/>
                </a:lnTo>
                <a:cubicBezTo>
                  <a:pt x="396" y="473"/>
                  <a:pt x="475" y="464"/>
                  <a:pt x="523" y="456"/>
                </a:cubicBezTo>
                <a:lnTo>
                  <a:pt x="523" y="456"/>
                </a:lnTo>
                <a:cubicBezTo>
                  <a:pt x="563" y="451"/>
                  <a:pt x="595" y="421"/>
                  <a:pt x="602" y="381"/>
                </a:cubicBezTo>
                <a:lnTo>
                  <a:pt x="602" y="381"/>
                </a:lnTo>
                <a:cubicBezTo>
                  <a:pt x="609" y="348"/>
                  <a:pt x="615" y="298"/>
                  <a:pt x="615" y="236"/>
                </a:cubicBezTo>
                <a:lnTo>
                  <a:pt x="615" y="236"/>
                </a:lnTo>
                <a:cubicBezTo>
                  <a:pt x="615" y="175"/>
                  <a:pt x="609" y="125"/>
                  <a:pt x="602" y="91"/>
                </a:cubicBezTo>
                <a:lnTo>
                  <a:pt x="602" y="91"/>
                </a:lnTo>
                <a:cubicBezTo>
                  <a:pt x="595" y="52"/>
                  <a:pt x="563" y="22"/>
                  <a:pt x="523" y="16"/>
                </a:cubicBezTo>
                <a:lnTo>
                  <a:pt x="523" y="16"/>
                </a:lnTo>
                <a:cubicBezTo>
                  <a:pt x="476" y="9"/>
                  <a:pt x="397" y="0"/>
                  <a:pt x="3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72">
            <a:extLst>
              <a:ext uri="{FF2B5EF4-FFF2-40B4-BE49-F238E27FC236}">
                <a16:creationId xmlns:a16="http://schemas.microsoft.com/office/drawing/2014/main" id="{F949E68A-56D6-FA47-8893-484B69062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5802" y="3769402"/>
            <a:ext cx="1575870" cy="1575874"/>
          </a:xfrm>
          <a:custGeom>
            <a:avLst/>
            <a:gdLst>
              <a:gd name="T0" fmla="*/ 1265 w 1266"/>
              <a:gd name="T1" fmla="*/ 632 h 1265"/>
              <a:gd name="T2" fmla="*/ 1265 w 1266"/>
              <a:gd name="T3" fmla="*/ 632 h 1265"/>
              <a:gd name="T4" fmla="*/ 632 w 1266"/>
              <a:gd name="T5" fmla="*/ 1264 h 1265"/>
              <a:gd name="T6" fmla="*/ 632 w 1266"/>
              <a:gd name="T7" fmla="*/ 1264 h 1265"/>
              <a:gd name="T8" fmla="*/ 0 w 1266"/>
              <a:gd name="T9" fmla="*/ 632 h 1265"/>
              <a:gd name="T10" fmla="*/ 0 w 1266"/>
              <a:gd name="T11" fmla="*/ 632 h 1265"/>
              <a:gd name="T12" fmla="*/ 632 w 1266"/>
              <a:gd name="T13" fmla="*/ 0 h 1265"/>
              <a:gd name="T14" fmla="*/ 632 w 1266"/>
              <a:gd name="T15" fmla="*/ 0 h 1265"/>
              <a:gd name="T16" fmla="*/ 1265 w 1266"/>
              <a:gd name="T17" fmla="*/ 632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6" h="1265">
                <a:moveTo>
                  <a:pt x="1265" y="632"/>
                </a:moveTo>
                <a:lnTo>
                  <a:pt x="1265" y="632"/>
                </a:lnTo>
                <a:cubicBezTo>
                  <a:pt x="1265" y="980"/>
                  <a:pt x="981" y="1264"/>
                  <a:pt x="632" y="1264"/>
                </a:cubicBezTo>
                <a:lnTo>
                  <a:pt x="632" y="1264"/>
                </a:lnTo>
                <a:cubicBezTo>
                  <a:pt x="283" y="1264"/>
                  <a:pt x="0" y="980"/>
                  <a:pt x="0" y="632"/>
                </a:cubicBezTo>
                <a:lnTo>
                  <a:pt x="0" y="632"/>
                </a:lnTo>
                <a:cubicBezTo>
                  <a:pt x="0" y="283"/>
                  <a:pt x="283" y="0"/>
                  <a:pt x="632" y="0"/>
                </a:cubicBezTo>
                <a:lnTo>
                  <a:pt x="632" y="0"/>
                </a:lnTo>
                <a:cubicBezTo>
                  <a:pt x="981" y="0"/>
                  <a:pt x="1265" y="283"/>
                  <a:pt x="1265" y="632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73">
            <a:extLst>
              <a:ext uri="{FF2B5EF4-FFF2-40B4-BE49-F238E27FC236}">
                <a16:creationId xmlns:a16="http://schemas.microsoft.com/office/drawing/2014/main" id="{B4A98009-FD50-D342-B830-3A4A4E831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6452" y="4186706"/>
            <a:ext cx="560066" cy="735773"/>
          </a:xfrm>
          <a:custGeom>
            <a:avLst/>
            <a:gdLst>
              <a:gd name="T0" fmla="*/ 238 w 450"/>
              <a:gd name="T1" fmla="*/ 0 h 593"/>
              <a:gd name="T2" fmla="*/ 238 w 450"/>
              <a:gd name="T3" fmla="*/ 0 h 593"/>
              <a:gd name="T4" fmla="*/ 0 w 450"/>
              <a:gd name="T5" fmla="*/ 210 h 593"/>
              <a:gd name="T6" fmla="*/ 0 w 450"/>
              <a:gd name="T7" fmla="*/ 210 h 593"/>
              <a:gd name="T8" fmla="*/ 74 w 450"/>
              <a:gd name="T9" fmla="*/ 339 h 593"/>
              <a:gd name="T10" fmla="*/ 74 w 450"/>
              <a:gd name="T11" fmla="*/ 339 h 593"/>
              <a:gd name="T12" fmla="*/ 92 w 450"/>
              <a:gd name="T13" fmla="*/ 297 h 593"/>
              <a:gd name="T14" fmla="*/ 92 w 450"/>
              <a:gd name="T15" fmla="*/ 297 h 593"/>
              <a:gd name="T16" fmla="*/ 65 w 450"/>
              <a:gd name="T17" fmla="*/ 218 h 593"/>
              <a:gd name="T18" fmla="*/ 65 w 450"/>
              <a:gd name="T19" fmla="*/ 218 h 593"/>
              <a:gd name="T20" fmla="*/ 229 w 450"/>
              <a:gd name="T21" fmla="*/ 57 h 593"/>
              <a:gd name="T22" fmla="*/ 229 w 450"/>
              <a:gd name="T23" fmla="*/ 57 h 593"/>
              <a:gd name="T24" fmla="*/ 368 w 450"/>
              <a:gd name="T25" fmla="*/ 186 h 593"/>
              <a:gd name="T26" fmla="*/ 368 w 450"/>
              <a:gd name="T27" fmla="*/ 186 h 593"/>
              <a:gd name="T28" fmla="*/ 262 w 450"/>
              <a:gd name="T29" fmla="*/ 365 h 593"/>
              <a:gd name="T30" fmla="*/ 262 w 450"/>
              <a:gd name="T31" fmla="*/ 365 h 593"/>
              <a:gd name="T32" fmla="*/ 208 w 450"/>
              <a:gd name="T33" fmla="*/ 313 h 593"/>
              <a:gd name="T34" fmla="*/ 208 w 450"/>
              <a:gd name="T35" fmla="*/ 313 h 593"/>
              <a:gd name="T36" fmla="*/ 236 w 450"/>
              <a:gd name="T37" fmla="*/ 180 h 593"/>
              <a:gd name="T38" fmla="*/ 236 w 450"/>
              <a:gd name="T39" fmla="*/ 180 h 593"/>
              <a:gd name="T40" fmla="*/ 129 w 450"/>
              <a:gd name="T41" fmla="*/ 211 h 593"/>
              <a:gd name="T42" fmla="*/ 129 w 450"/>
              <a:gd name="T43" fmla="*/ 211 h 593"/>
              <a:gd name="T44" fmla="*/ 140 w 450"/>
              <a:gd name="T45" fmla="*/ 270 h 593"/>
              <a:gd name="T46" fmla="*/ 140 w 450"/>
              <a:gd name="T47" fmla="*/ 270 h 593"/>
              <a:gd name="T48" fmla="*/ 94 w 450"/>
              <a:gd name="T49" fmla="*/ 522 h 593"/>
              <a:gd name="T50" fmla="*/ 94 w 450"/>
              <a:gd name="T51" fmla="*/ 522 h 593"/>
              <a:gd name="T52" fmla="*/ 100 w 450"/>
              <a:gd name="T53" fmla="*/ 588 h 593"/>
              <a:gd name="T54" fmla="*/ 100 w 450"/>
              <a:gd name="T55" fmla="*/ 588 h 593"/>
              <a:gd name="T56" fmla="*/ 107 w 450"/>
              <a:gd name="T57" fmla="*/ 590 h 593"/>
              <a:gd name="T58" fmla="*/ 107 w 450"/>
              <a:gd name="T59" fmla="*/ 590 h 593"/>
              <a:gd name="T60" fmla="*/ 188 w 450"/>
              <a:gd name="T61" fmla="*/ 380 h 593"/>
              <a:gd name="T62" fmla="*/ 188 w 450"/>
              <a:gd name="T63" fmla="*/ 380 h 593"/>
              <a:gd name="T64" fmla="*/ 269 w 450"/>
              <a:gd name="T65" fmla="*/ 423 h 593"/>
              <a:gd name="T66" fmla="*/ 269 w 450"/>
              <a:gd name="T67" fmla="*/ 423 h 593"/>
              <a:gd name="T68" fmla="*/ 449 w 450"/>
              <a:gd name="T69" fmla="*/ 192 h 593"/>
              <a:gd name="T70" fmla="*/ 449 w 450"/>
              <a:gd name="T71" fmla="*/ 192 h 593"/>
              <a:gd name="T72" fmla="*/ 238 w 450"/>
              <a:gd name="T73" fmla="*/ 0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50" h="593">
                <a:moveTo>
                  <a:pt x="238" y="0"/>
                </a:moveTo>
                <a:lnTo>
                  <a:pt x="238" y="0"/>
                </a:lnTo>
                <a:cubicBezTo>
                  <a:pt x="119" y="0"/>
                  <a:pt x="0" y="80"/>
                  <a:pt x="0" y="210"/>
                </a:cubicBezTo>
                <a:lnTo>
                  <a:pt x="0" y="210"/>
                </a:lnTo>
                <a:cubicBezTo>
                  <a:pt x="0" y="292"/>
                  <a:pt x="46" y="339"/>
                  <a:pt x="74" y="339"/>
                </a:cubicBezTo>
                <a:lnTo>
                  <a:pt x="74" y="339"/>
                </a:lnTo>
                <a:cubicBezTo>
                  <a:pt x="85" y="339"/>
                  <a:pt x="92" y="306"/>
                  <a:pt x="92" y="297"/>
                </a:cubicBezTo>
                <a:lnTo>
                  <a:pt x="92" y="297"/>
                </a:lnTo>
                <a:cubicBezTo>
                  <a:pt x="92" y="287"/>
                  <a:pt x="65" y="263"/>
                  <a:pt x="65" y="218"/>
                </a:cubicBezTo>
                <a:lnTo>
                  <a:pt x="65" y="218"/>
                </a:lnTo>
                <a:cubicBezTo>
                  <a:pt x="65" y="124"/>
                  <a:pt x="136" y="57"/>
                  <a:pt x="229" y="57"/>
                </a:cubicBezTo>
                <a:lnTo>
                  <a:pt x="229" y="57"/>
                </a:lnTo>
                <a:cubicBezTo>
                  <a:pt x="309" y="57"/>
                  <a:pt x="368" y="103"/>
                  <a:pt x="368" y="186"/>
                </a:cubicBezTo>
                <a:lnTo>
                  <a:pt x="368" y="186"/>
                </a:lnTo>
                <a:cubicBezTo>
                  <a:pt x="368" y="248"/>
                  <a:pt x="343" y="365"/>
                  <a:pt x="262" y="365"/>
                </a:cubicBezTo>
                <a:lnTo>
                  <a:pt x="262" y="365"/>
                </a:lnTo>
                <a:cubicBezTo>
                  <a:pt x="233" y="365"/>
                  <a:pt x="208" y="344"/>
                  <a:pt x="208" y="313"/>
                </a:cubicBezTo>
                <a:lnTo>
                  <a:pt x="208" y="313"/>
                </a:lnTo>
                <a:cubicBezTo>
                  <a:pt x="208" y="269"/>
                  <a:pt x="236" y="226"/>
                  <a:pt x="236" y="180"/>
                </a:cubicBezTo>
                <a:lnTo>
                  <a:pt x="236" y="180"/>
                </a:lnTo>
                <a:cubicBezTo>
                  <a:pt x="236" y="103"/>
                  <a:pt x="129" y="117"/>
                  <a:pt x="129" y="211"/>
                </a:cubicBezTo>
                <a:lnTo>
                  <a:pt x="129" y="211"/>
                </a:lnTo>
                <a:cubicBezTo>
                  <a:pt x="129" y="230"/>
                  <a:pt x="131" y="252"/>
                  <a:pt x="140" y="270"/>
                </a:cubicBezTo>
                <a:lnTo>
                  <a:pt x="140" y="270"/>
                </a:lnTo>
                <a:cubicBezTo>
                  <a:pt x="124" y="339"/>
                  <a:pt x="94" y="450"/>
                  <a:pt x="94" y="522"/>
                </a:cubicBezTo>
                <a:lnTo>
                  <a:pt x="94" y="522"/>
                </a:lnTo>
                <a:cubicBezTo>
                  <a:pt x="94" y="544"/>
                  <a:pt x="98" y="566"/>
                  <a:pt x="100" y="588"/>
                </a:cubicBezTo>
                <a:lnTo>
                  <a:pt x="100" y="588"/>
                </a:lnTo>
                <a:cubicBezTo>
                  <a:pt x="104" y="592"/>
                  <a:pt x="101" y="592"/>
                  <a:pt x="107" y="590"/>
                </a:cubicBezTo>
                <a:lnTo>
                  <a:pt x="107" y="590"/>
                </a:lnTo>
                <a:cubicBezTo>
                  <a:pt x="167" y="509"/>
                  <a:pt x="161" y="486"/>
                  <a:pt x="188" y="380"/>
                </a:cubicBezTo>
                <a:lnTo>
                  <a:pt x="188" y="380"/>
                </a:lnTo>
                <a:cubicBezTo>
                  <a:pt x="202" y="408"/>
                  <a:pt x="240" y="423"/>
                  <a:pt x="269" y="423"/>
                </a:cubicBezTo>
                <a:lnTo>
                  <a:pt x="269" y="423"/>
                </a:lnTo>
                <a:cubicBezTo>
                  <a:pt x="393" y="423"/>
                  <a:pt x="449" y="302"/>
                  <a:pt x="449" y="192"/>
                </a:cubicBezTo>
                <a:lnTo>
                  <a:pt x="449" y="192"/>
                </a:lnTo>
                <a:cubicBezTo>
                  <a:pt x="449" y="76"/>
                  <a:pt x="348" y="0"/>
                  <a:pt x="238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74">
            <a:extLst>
              <a:ext uri="{FF2B5EF4-FFF2-40B4-BE49-F238E27FC236}">
                <a16:creationId xmlns:a16="http://schemas.microsoft.com/office/drawing/2014/main" id="{FCA9EF73-5F6B-4E47-A8C3-4F957010E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2975" y="5674723"/>
            <a:ext cx="6880029" cy="8038596"/>
          </a:xfrm>
          <a:custGeom>
            <a:avLst/>
            <a:gdLst>
              <a:gd name="T0" fmla="*/ 5526 w 5527"/>
              <a:gd name="T1" fmla="*/ 557 h 6455"/>
              <a:gd name="T2" fmla="*/ 5526 w 5527"/>
              <a:gd name="T3" fmla="*/ 557 h 6455"/>
              <a:gd name="T4" fmla="*/ 3602 w 5527"/>
              <a:gd name="T5" fmla="*/ 0 h 6455"/>
              <a:gd name="T6" fmla="*/ 3602 w 5527"/>
              <a:gd name="T7" fmla="*/ 0 h 6455"/>
              <a:gd name="T8" fmla="*/ 0 w 5527"/>
              <a:gd name="T9" fmla="*/ 3602 h 6455"/>
              <a:gd name="T10" fmla="*/ 0 w 5527"/>
              <a:gd name="T11" fmla="*/ 3602 h 6455"/>
              <a:gd name="T12" fmla="*/ 1401 w 5527"/>
              <a:gd name="T13" fmla="*/ 6454 h 6455"/>
              <a:gd name="T14" fmla="*/ 5526 w 5527"/>
              <a:gd name="T15" fmla="*/ 6454 h 6455"/>
              <a:gd name="T16" fmla="*/ 5526 w 5527"/>
              <a:gd name="T17" fmla="*/ 557 h 64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527" h="6455">
                <a:moveTo>
                  <a:pt x="5526" y="557"/>
                </a:moveTo>
                <a:lnTo>
                  <a:pt x="5526" y="557"/>
                </a:lnTo>
                <a:cubicBezTo>
                  <a:pt x="4970" y="204"/>
                  <a:pt x="4310" y="0"/>
                  <a:pt x="3602" y="0"/>
                </a:cubicBezTo>
                <a:lnTo>
                  <a:pt x="3602" y="0"/>
                </a:lnTo>
                <a:cubicBezTo>
                  <a:pt x="1613" y="0"/>
                  <a:pt x="0" y="1613"/>
                  <a:pt x="0" y="3602"/>
                </a:cubicBezTo>
                <a:lnTo>
                  <a:pt x="0" y="3602"/>
                </a:lnTo>
                <a:cubicBezTo>
                  <a:pt x="0" y="4763"/>
                  <a:pt x="549" y="5796"/>
                  <a:pt x="1401" y="6454"/>
                </a:cubicBezTo>
                <a:lnTo>
                  <a:pt x="5526" y="6454"/>
                </a:lnTo>
                <a:lnTo>
                  <a:pt x="5526" y="557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75">
            <a:extLst>
              <a:ext uri="{FF2B5EF4-FFF2-40B4-BE49-F238E27FC236}">
                <a16:creationId xmlns:a16="http://schemas.microsoft.com/office/drawing/2014/main" id="{BEDE5577-6997-E642-BF6C-3535A1B42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1033" y="7283538"/>
            <a:ext cx="1186022" cy="1235442"/>
          </a:xfrm>
          <a:custGeom>
            <a:avLst/>
            <a:gdLst>
              <a:gd name="T0" fmla="*/ 437 w 951"/>
              <a:gd name="T1" fmla="*/ 47 h 993"/>
              <a:gd name="T2" fmla="*/ 32 w 951"/>
              <a:gd name="T3" fmla="*/ 573 h 993"/>
              <a:gd name="T4" fmla="*/ 32 w 951"/>
              <a:gd name="T5" fmla="*/ 573 h 993"/>
              <a:gd name="T6" fmla="*/ 48 w 951"/>
              <a:gd name="T7" fmla="*/ 700 h 993"/>
              <a:gd name="T8" fmla="*/ 386 w 951"/>
              <a:gd name="T9" fmla="*/ 962 h 993"/>
              <a:gd name="T10" fmla="*/ 386 w 951"/>
              <a:gd name="T11" fmla="*/ 962 h 993"/>
              <a:gd name="T12" fmla="*/ 513 w 951"/>
              <a:gd name="T13" fmla="*/ 945 h 993"/>
              <a:gd name="T14" fmla="*/ 630 w 951"/>
              <a:gd name="T15" fmla="*/ 795 h 993"/>
              <a:gd name="T16" fmla="*/ 846 w 951"/>
              <a:gd name="T17" fmla="*/ 823 h 993"/>
              <a:gd name="T18" fmla="*/ 846 w 951"/>
              <a:gd name="T19" fmla="*/ 823 h 993"/>
              <a:gd name="T20" fmla="*/ 885 w 951"/>
              <a:gd name="T21" fmla="*/ 772 h 993"/>
              <a:gd name="T22" fmla="*/ 803 w 951"/>
              <a:gd name="T23" fmla="*/ 571 h 993"/>
              <a:gd name="T24" fmla="*/ 920 w 951"/>
              <a:gd name="T25" fmla="*/ 419 h 993"/>
              <a:gd name="T26" fmla="*/ 920 w 951"/>
              <a:gd name="T27" fmla="*/ 419 h 993"/>
              <a:gd name="T28" fmla="*/ 904 w 951"/>
              <a:gd name="T29" fmla="*/ 292 h 993"/>
              <a:gd name="T30" fmla="*/ 564 w 951"/>
              <a:gd name="T31" fmla="*/ 31 h 993"/>
              <a:gd name="T32" fmla="*/ 564 w 951"/>
              <a:gd name="T33" fmla="*/ 31 h 993"/>
              <a:gd name="T34" fmla="*/ 437 w 951"/>
              <a:gd name="T35" fmla="*/ 47 h 9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51" h="993">
                <a:moveTo>
                  <a:pt x="437" y="47"/>
                </a:moveTo>
                <a:lnTo>
                  <a:pt x="32" y="573"/>
                </a:lnTo>
                <a:lnTo>
                  <a:pt x="32" y="573"/>
                </a:lnTo>
                <a:cubicBezTo>
                  <a:pt x="0" y="613"/>
                  <a:pt x="8" y="670"/>
                  <a:pt x="48" y="700"/>
                </a:cubicBezTo>
                <a:lnTo>
                  <a:pt x="386" y="962"/>
                </a:lnTo>
                <a:lnTo>
                  <a:pt x="386" y="962"/>
                </a:lnTo>
                <a:cubicBezTo>
                  <a:pt x="426" y="992"/>
                  <a:pt x="483" y="985"/>
                  <a:pt x="513" y="945"/>
                </a:cubicBezTo>
                <a:lnTo>
                  <a:pt x="630" y="795"/>
                </a:lnTo>
                <a:lnTo>
                  <a:pt x="846" y="823"/>
                </a:lnTo>
                <a:lnTo>
                  <a:pt x="846" y="823"/>
                </a:lnTo>
                <a:cubicBezTo>
                  <a:pt x="874" y="826"/>
                  <a:pt x="895" y="798"/>
                  <a:pt x="885" y="772"/>
                </a:cubicBezTo>
                <a:lnTo>
                  <a:pt x="803" y="571"/>
                </a:lnTo>
                <a:lnTo>
                  <a:pt x="920" y="419"/>
                </a:lnTo>
                <a:lnTo>
                  <a:pt x="920" y="419"/>
                </a:lnTo>
                <a:cubicBezTo>
                  <a:pt x="950" y="380"/>
                  <a:pt x="943" y="323"/>
                  <a:pt x="904" y="292"/>
                </a:cubicBezTo>
                <a:lnTo>
                  <a:pt x="564" y="31"/>
                </a:lnTo>
                <a:lnTo>
                  <a:pt x="564" y="31"/>
                </a:lnTo>
                <a:cubicBezTo>
                  <a:pt x="525" y="0"/>
                  <a:pt x="468" y="7"/>
                  <a:pt x="437" y="47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76">
            <a:extLst>
              <a:ext uri="{FF2B5EF4-FFF2-40B4-BE49-F238E27FC236}">
                <a16:creationId xmlns:a16="http://schemas.microsoft.com/office/drawing/2014/main" id="{A8205F12-8F63-934F-8510-5B4083D0B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5976" y="7634956"/>
            <a:ext cx="439267" cy="450249"/>
          </a:xfrm>
          <a:custGeom>
            <a:avLst/>
            <a:gdLst>
              <a:gd name="T0" fmla="*/ 143 w 352"/>
              <a:gd name="T1" fmla="*/ 53 h 361"/>
              <a:gd name="T2" fmla="*/ 143 w 352"/>
              <a:gd name="T3" fmla="*/ 53 h 361"/>
              <a:gd name="T4" fmla="*/ 120 w 352"/>
              <a:gd name="T5" fmla="*/ 148 h 361"/>
              <a:gd name="T6" fmla="*/ 120 w 352"/>
              <a:gd name="T7" fmla="*/ 148 h 361"/>
              <a:gd name="T8" fmla="*/ 34 w 352"/>
              <a:gd name="T9" fmla="*/ 194 h 361"/>
              <a:gd name="T10" fmla="*/ 34 w 352"/>
              <a:gd name="T11" fmla="*/ 194 h 361"/>
              <a:gd name="T12" fmla="*/ 53 w 352"/>
              <a:gd name="T13" fmla="*/ 339 h 361"/>
              <a:gd name="T14" fmla="*/ 53 w 352"/>
              <a:gd name="T15" fmla="*/ 339 h 361"/>
              <a:gd name="T16" fmla="*/ 128 w 352"/>
              <a:gd name="T17" fmla="*/ 354 h 361"/>
              <a:gd name="T18" fmla="*/ 351 w 352"/>
              <a:gd name="T19" fmla="*/ 326 h 361"/>
              <a:gd name="T20" fmla="*/ 322 w 352"/>
              <a:gd name="T21" fmla="*/ 104 h 361"/>
              <a:gd name="T22" fmla="*/ 322 w 352"/>
              <a:gd name="T23" fmla="*/ 104 h 361"/>
              <a:gd name="T24" fmla="*/ 288 w 352"/>
              <a:gd name="T25" fmla="*/ 34 h 361"/>
              <a:gd name="T26" fmla="*/ 288 w 352"/>
              <a:gd name="T27" fmla="*/ 34 h 361"/>
              <a:gd name="T28" fmla="*/ 143 w 352"/>
              <a:gd name="T29" fmla="*/ 5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52" h="361">
                <a:moveTo>
                  <a:pt x="143" y="53"/>
                </a:moveTo>
                <a:lnTo>
                  <a:pt x="143" y="53"/>
                </a:lnTo>
                <a:cubicBezTo>
                  <a:pt x="119" y="84"/>
                  <a:pt x="118" y="126"/>
                  <a:pt x="120" y="148"/>
                </a:cubicBezTo>
                <a:lnTo>
                  <a:pt x="120" y="148"/>
                </a:lnTo>
                <a:cubicBezTo>
                  <a:pt x="99" y="151"/>
                  <a:pt x="58" y="163"/>
                  <a:pt x="34" y="194"/>
                </a:cubicBezTo>
                <a:lnTo>
                  <a:pt x="34" y="194"/>
                </a:lnTo>
                <a:cubicBezTo>
                  <a:pt x="0" y="239"/>
                  <a:pt x="8" y="304"/>
                  <a:pt x="53" y="339"/>
                </a:cubicBezTo>
                <a:lnTo>
                  <a:pt x="53" y="339"/>
                </a:lnTo>
                <a:cubicBezTo>
                  <a:pt x="81" y="360"/>
                  <a:pt x="126" y="355"/>
                  <a:pt x="128" y="354"/>
                </a:cubicBezTo>
                <a:lnTo>
                  <a:pt x="351" y="326"/>
                </a:lnTo>
                <a:lnTo>
                  <a:pt x="322" y="104"/>
                </a:lnTo>
                <a:lnTo>
                  <a:pt x="322" y="104"/>
                </a:lnTo>
                <a:cubicBezTo>
                  <a:pt x="322" y="102"/>
                  <a:pt x="316" y="56"/>
                  <a:pt x="288" y="34"/>
                </a:cubicBezTo>
                <a:lnTo>
                  <a:pt x="288" y="34"/>
                </a:lnTo>
                <a:cubicBezTo>
                  <a:pt x="243" y="0"/>
                  <a:pt x="178" y="8"/>
                  <a:pt x="143" y="53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77">
            <a:extLst>
              <a:ext uri="{FF2B5EF4-FFF2-40B4-BE49-F238E27FC236}">
                <a16:creationId xmlns:a16="http://schemas.microsoft.com/office/drawing/2014/main" id="{CA1F1885-5E41-E34A-ACC3-621D7868F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916" y="903177"/>
            <a:ext cx="1614308" cy="1493510"/>
          </a:xfrm>
          <a:custGeom>
            <a:avLst/>
            <a:gdLst>
              <a:gd name="T0" fmla="*/ 896 w 1295"/>
              <a:gd name="T1" fmla="*/ 26 h 1201"/>
              <a:gd name="T2" fmla="*/ 89 w 1295"/>
              <a:gd name="T3" fmla="*/ 362 h 1201"/>
              <a:gd name="T4" fmla="*/ 89 w 1295"/>
              <a:gd name="T5" fmla="*/ 362 h 1201"/>
              <a:gd name="T6" fmla="*/ 25 w 1295"/>
              <a:gd name="T7" fmla="*/ 518 h 1201"/>
              <a:gd name="T8" fmla="*/ 242 w 1295"/>
              <a:gd name="T9" fmla="*/ 1038 h 1201"/>
              <a:gd name="T10" fmla="*/ 242 w 1295"/>
              <a:gd name="T11" fmla="*/ 1038 h 1201"/>
              <a:gd name="T12" fmla="*/ 398 w 1295"/>
              <a:gd name="T13" fmla="*/ 1102 h 1201"/>
              <a:gd name="T14" fmla="*/ 629 w 1295"/>
              <a:gd name="T15" fmla="*/ 1006 h 1201"/>
              <a:gd name="T16" fmla="*/ 857 w 1295"/>
              <a:gd name="T17" fmla="*/ 1177 h 1201"/>
              <a:gd name="T18" fmla="*/ 857 w 1295"/>
              <a:gd name="T19" fmla="*/ 1177 h 1201"/>
              <a:gd name="T20" fmla="*/ 935 w 1295"/>
              <a:gd name="T21" fmla="*/ 1144 h 1201"/>
              <a:gd name="T22" fmla="*/ 973 w 1295"/>
              <a:gd name="T23" fmla="*/ 862 h 1201"/>
              <a:gd name="T24" fmla="*/ 1204 w 1295"/>
              <a:gd name="T25" fmla="*/ 765 h 1201"/>
              <a:gd name="T26" fmla="*/ 1204 w 1295"/>
              <a:gd name="T27" fmla="*/ 765 h 1201"/>
              <a:gd name="T28" fmla="*/ 1268 w 1295"/>
              <a:gd name="T29" fmla="*/ 609 h 1201"/>
              <a:gd name="T30" fmla="*/ 1052 w 1295"/>
              <a:gd name="T31" fmla="*/ 90 h 1201"/>
              <a:gd name="T32" fmla="*/ 1052 w 1295"/>
              <a:gd name="T33" fmla="*/ 90 h 1201"/>
              <a:gd name="T34" fmla="*/ 896 w 1295"/>
              <a:gd name="T35" fmla="*/ 26 h 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295" h="1201">
                <a:moveTo>
                  <a:pt x="896" y="26"/>
                </a:moveTo>
                <a:lnTo>
                  <a:pt x="89" y="362"/>
                </a:lnTo>
                <a:lnTo>
                  <a:pt x="89" y="362"/>
                </a:lnTo>
                <a:cubicBezTo>
                  <a:pt x="29" y="387"/>
                  <a:pt x="0" y="457"/>
                  <a:pt x="25" y="518"/>
                </a:cubicBezTo>
                <a:lnTo>
                  <a:pt x="242" y="1038"/>
                </a:lnTo>
                <a:lnTo>
                  <a:pt x="242" y="1038"/>
                </a:lnTo>
                <a:cubicBezTo>
                  <a:pt x="268" y="1099"/>
                  <a:pt x="338" y="1127"/>
                  <a:pt x="398" y="1102"/>
                </a:cubicBezTo>
                <a:lnTo>
                  <a:pt x="629" y="1006"/>
                </a:lnTo>
                <a:lnTo>
                  <a:pt x="857" y="1177"/>
                </a:lnTo>
                <a:lnTo>
                  <a:pt x="857" y="1177"/>
                </a:lnTo>
                <a:cubicBezTo>
                  <a:pt x="887" y="1200"/>
                  <a:pt x="930" y="1182"/>
                  <a:pt x="935" y="1144"/>
                </a:cubicBezTo>
                <a:lnTo>
                  <a:pt x="973" y="862"/>
                </a:lnTo>
                <a:lnTo>
                  <a:pt x="1204" y="765"/>
                </a:lnTo>
                <a:lnTo>
                  <a:pt x="1204" y="765"/>
                </a:lnTo>
                <a:cubicBezTo>
                  <a:pt x="1265" y="740"/>
                  <a:pt x="1294" y="671"/>
                  <a:pt x="1268" y="609"/>
                </a:cubicBezTo>
                <a:lnTo>
                  <a:pt x="1052" y="90"/>
                </a:lnTo>
                <a:lnTo>
                  <a:pt x="1052" y="90"/>
                </a:lnTo>
                <a:cubicBezTo>
                  <a:pt x="1026" y="29"/>
                  <a:pt x="957" y="0"/>
                  <a:pt x="896" y="26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C06D3DFD-C0CA-494A-936C-9E795DA85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0415" y="1183216"/>
            <a:ext cx="688823" cy="807022"/>
          </a:xfrm>
          <a:custGeom>
            <a:avLst/>
            <a:gdLst>
              <a:gd name="connsiteX0" fmla="*/ 118197 w 688823"/>
              <a:gd name="connsiteY0" fmla="*/ 467746 h 807022"/>
              <a:gd name="connsiteX1" fmla="*/ 134995 w 688823"/>
              <a:gd name="connsiteY1" fmla="*/ 486062 h 807022"/>
              <a:gd name="connsiteX2" fmla="*/ 186009 w 688823"/>
              <a:gd name="connsiteY2" fmla="*/ 608995 h 807022"/>
              <a:gd name="connsiteX3" fmla="*/ 237021 w 688823"/>
              <a:gd name="connsiteY3" fmla="*/ 728202 h 807022"/>
              <a:gd name="connsiteX4" fmla="*/ 217115 w 688823"/>
              <a:gd name="connsiteY4" fmla="*/ 774147 h 807022"/>
              <a:gd name="connsiteX5" fmla="*/ 146193 w 688823"/>
              <a:gd name="connsiteY5" fmla="*/ 803949 h 807022"/>
              <a:gd name="connsiteX6" fmla="*/ 105133 w 688823"/>
              <a:gd name="connsiteY6" fmla="*/ 786564 h 807022"/>
              <a:gd name="connsiteX7" fmla="*/ 3107 w 688823"/>
              <a:gd name="connsiteY7" fmla="*/ 541941 h 807022"/>
              <a:gd name="connsiteX8" fmla="*/ 19281 w 688823"/>
              <a:gd name="connsiteY8" fmla="*/ 499721 h 807022"/>
              <a:gd name="connsiteX9" fmla="*/ 93935 w 688823"/>
              <a:gd name="connsiteY9" fmla="*/ 469919 h 807022"/>
              <a:gd name="connsiteX10" fmla="*/ 118197 w 688823"/>
              <a:gd name="connsiteY10" fmla="*/ 467746 h 807022"/>
              <a:gd name="connsiteX11" fmla="*/ 266635 w 688823"/>
              <a:gd name="connsiteY11" fmla="*/ 0 h 807022"/>
              <a:gd name="connsiteX12" fmla="*/ 327897 w 688823"/>
              <a:gd name="connsiteY12" fmla="*/ 33648 h 807022"/>
              <a:gd name="connsiteX13" fmla="*/ 360405 w 688823"/>
              <a:gd name="connsiteY13" fmla="*/ 143314 h 807022"/>
              <a:gd name="connsiteX14" fmla="*/ 357905 w 688823"/>
              <a:gd name="connsiteY14" fmla="*/ 214349 h 807022"/>
              <a:gd name="connsiteX15" fmla="*/ 365405 w 688823"/>
              <a:gd name="connsiteY15" fmla="*/ 249243 h 807022"/>
              <a:gd name="connsiteX16" fmla="*/ 380409 w 688823"/>
              <a:gd name="connsiteY16" fmla="*/ 255474 h 807022"/>
              <a:gd name="connsiteX17" fmla="*/ 476679 w 688823"/>
              <a:gd name="connsiteY17" fmla="*/ 214349 h 807022"/>
              <a:gd name="connsiteX18" fmla="*/ 537943 w 688823"/>
              <a:gd name="connsiteY18" fmla="*/ 193163 h 807022"/>
              <a:gd name="connsiteX19" fmla="*/ 577951 w 688823"/>
              <a:gd name="connsiteY19" fmla="*/ 196902 h 807022"/>
              <a:gd name="connsiteX20" fmla="*/ 620461 w 688823"/>
              <a:gd name="connsiteY20" fmla="*/ 228057 h 807022"/>
              <a:gd name="connsiteX21" fmla="*/ 625461 w 688823"/>
              <a:gd name="connsiteY21" fmla="*/ 251735 h 807022"/>
              <a:gd name="connsiteX22" fmla="*/ 620461 w 688823"/>
              <a:gd name="connsiteY22" fmla="*/ 271674 h 807022"/>
              <a:gd name="connsiteX23" fmla="*/ 629213 w 688823"/>
              <a:gd name="connsiteY23" fmla="*/ 297845 h 807022"/>
              <a:gd name="connsiteX24" fmla="*/ 651717 w 688823"/>
              <a:gd name="connsiteY24" fmla="*/ 314046 h 807022"/>
              <a:gd name="connsiteX25" fmla="*/ 661719 w 688823"/>
              <a:gd name="connsiteY25" fmla="*/ 343955 h 807022"/>
              <a:gd name="connsiteX26" fmla="*/ 654217 w 688823"/>
              <a:gd name="connsiteY26" fmla="*/ 366387 h 807022"/>
              <a:gd name="connsiteX27" fmla="*/ 660469 w 688823"/>
              <a:gd name="connsiteY27" fmla="*/ 395050 h 807022"/>
              <a:gd name="connsiteX28" fmla="*/ 677973 w 688823"/>
              <a:gd name="connsiteY28" fmla="*/ 412497 h 807022"/>
              <a:gd name="connsiteX29" fmla="*/ 685475 w 688823"/>
              <a:gd name="connsiteY29" fmla="*/ 451129 h 807022"/>
              <a:gd name="connsiteX30" fmla="*/ 674221 w 688823"/>
              <a:gd name="connsiteY30" fmla="*/ 478546 h 807022"/>
              <a:gd name="connsiteX31" fmla="*/ 675473 w 688823"/>
              <a:gd name="connsiteY31" fmla="*/ 503470 h 807022"/>
              <a:gd name="connsiteX32" fmla="*/ 679223 w 688823"/>
              <a:gd name="connsiteY32" fmla="*/ 512194 h 807022"/>
              <a:gd name="connsiteX33" fmla="*/ 680473 w 688823"/>
              <a:gd name="connsiteY33" fmla="*/ 555811 h 807022"/>
              <a:gd name="connsiteX34" fmla="*/ 651717 w 688823"/>
              <a:gd name="connsiteY34" fmla="*/ 601921 h 807022"/>
              <a:gd name="connsiteX35" fmla="*/ 610459 w 688823"/>
              <a:gd name="connsiteY35" fmla="*/ 626845 h 807022"/>
              <a:gd name="connsiteX36" fmla="*/ 436671 w 688823"/>
              <a:gd name="connsiteY36" fmla="*/ 692895 h 807022"/>
              <a:gd name="connsiteX37" fmla="*/ 340401 w 688823"/>
              <a:gd name="connsiteY37" fmla="*/ 714080 h 807022"/>
              <a:gd name="connsiteX38" fmla="*/ 279137 w 688823"/>
              <a:gd name="connsiteY38" fmla="*/ 727789 h 807022"/>
              <a:gd name="connsiteX39" fmla="*/ 270385 w 688823"/>
              <a:gd name="connsiteY39" fmla="*/ 724050 h 807022"/>
              <a:gd name="connsiteX40" fmla="*/ 216625 w 688823"/>
              <a:gd name="connsiteY40" fmla="*/ 593198 h 807022"/>
              <a:gd name="connsiteX41" fmla="*/ 161613 w 688823"/>
              <a:gd name="connsiteY41" fmla="*/ 463591 h 807022"/>
              <a:gd name="connsiteX42" fmla="*/ 164113 w 688823"/>
              <a:gd name="connsiteY42" fmla="*/ 454868 h 807022"/>
              <a:gd name="connsiteX43" fmla="*/ 195369 w 688823"/>
              <a:gd name="connsiteY43" fmla="*/ 423712 h 807022"/>
              <a:gd name="connsiteX44" fmla="*/ 210373 w 688823"/>
              <a:gd name="connsiteY44" fmla="*/ 346447 h 807022"/>
              <a:gd name="connsiteX45" fmla="*/ 212873 w 688823"/>
              <a:gd name="connsiteY45" fmla="*/ 271674 h 807022"/>
              <a:gd name="connsiteX46" fmla="*/ 229127 w 688823"/>
              <a:gd name="connsiteY46" fmla="*/ 210610 h 807022"/>
              <a:gd name="connsiteX47" fmla="*/ 249131 w 688823"/>
              <a:gd name="connsiteY47" fmla="*/ 148299 h 807022"/>
              <a:gd name="connsiteX48" fmla="*/ 241629 w 688823"/>
              <a:gd name="connsiteY48" fmla="*/ 85989 h 807022"/>
              <a:gd name="connsiteX49" fmla="*/ 222875 w 688823"/>
              <a:gd name="connsiteY49" fmla="*/ 22432 h 807022"/>
              <a:gd name="connsiteX50" fmla="*/ 227877 w 688823"/>
              <a:gd name="connsiteY50" fmla="*/ 8723 h 807022"/>
              <a:gd name="connsiteX51" fmla="*/ 266635 w 688823"/>
              <a:gd name="connsiteY51" fmla="*/ 0 h 80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8823" h="807022">
                <a:moveTo>
                  <a:pt x="118197" y="467746"/>
                </a:moveTo>
                <a:cubicBezTo>
                  <a:pt x="125041" y="470540"/>
                  <a:pt x="130641" y="476749"/>
                  <a:pt x="134995" y="486062"/>
                </a:cubicBezTo>
                <a:cubicBezTo>
                  <a:pt x="152415" y="527040"/>
                  <a:pt x="169833" y="568017"/>
                  <a:pt x="186009" y="608995"/>
                </a:cubicBezTo>
                <a:cubicBezTo>
                  <a:pt x="203427" y="648731"/>
                  <a:pt x="218359" y="688467"/>
                  <a:pt x="237021" y="728202"/>
                </a:cubicBezTo>
                <a:cubicBezTo>
                  <a:pt x="246975" y="750554"/>
                  <a:pt x="237021" y="766696"/>
                  <a:pt x="217115" y="774147"/>
                </a:cubicBezTo>
                <a:cubicBezTo>
                  <a:pt x="193473" y="784081"/>
                  <a:pt x="169833" y="792773"/>
                  <a:pt x="146193" y="803949"/>
                </a:cubicBezTo>
                <a:cubicBezTo>
                  <a:pt x="128773" y="811399"/>
                  <a:pt x="112599" y="805191"/>
                  <a:pt x="105133" y="786564"/>
                </a:cubicBezTo>
                <a:cubicBezTo>
                  <a:pt x="71539" y="704609"/>
                  <a:pt x="36701" y="622654"/>
                  <a:pt x="3107" y="541941"/>
                </a:cubicBezTo>
                <a:cubicBezTo>
                  <a:pt x="-4359" y="522073"/>
                  <a:pt x="1863" y="507172"/>
                  <a:pt x="19281" y="499721"/>
                </a:cubicBezTo>
                <a:cubicBezTo>
                  <a:pt x="45411" y="489787"/>
                  <a:pt x="69051" y="478612"/>
                  <a:pt x="93935" y="469919"/>
                </a:cubicBezTo>
                <a:cubicBezTo>
                  <a:pt x="103267" y="465573"/>
                  <a:pt x="111355" y="464952"/>
                  <a:pt x="118197" y="467746"/>
                </a:cubicBezTo>
                <a:close/>
                <a:moveTo>
                  <a:pt x="266635" y="0"/>
                </a:moveTo>
                <a:cubicBezTo>
                  <a:pt x="292891" y="1246"/>
                  <a:pt x="312895" y="12462"/>
                  <a:pt x="327897" y="33648"/>
                </a:cubicBezTo>
                <a:cubicBezTo>
                  <a:pt x="352903" y="66049"/>
                  <a:pt x="362905" y="103436"/>
                  <a:pt x="360405" y="143314"/>
                </a:cubicBezTo>
                <a:cubicBezTo>
                  <a:pt x="359155" y="166993"/>
                  <a:pt x="357905" y="190671"/>
                  <a:pt x="357905" y="214349"/>
                </a:cubicBezTo>
                <a:cubicBezTo>
                  <a:pt x="357905" y="226811"/>
                  <a:pt x="359155" y="238027"/>
                  <a:pt x="365405" y="249243"/>
                </a:cubicBezTo>
                <a:cubicBezTo>
                  <a:pt x="369157" y="257966"/>
                  <a:pt x="371657" y="259212"/>
                  <a:pt x="380409" y="255474"/>
                </a:cubicBezTo>
                <a:cubicBezTo>
                  <a:pt x="411665" y="241765"/>
                  <a:pt x="444173" y="226811"/>
                  <a:pt x="476679" y="214349"/>
                </a:cubicBezTo>
                <a:cubicBezTo>
                  <a:pt x="496685" y="206871"/>
                  <a:pt x="517939" y="200640"/>
                  <a:pt x="537943" y="193163"/>
                </a:cubicBezTo>
                <a:cubicBezTo>
                  <a:pt x="551695" y="189424"/>
                  <a:pt x="565449" y="190671"/>
                  <a:pt x="577951" y="196902"/>
                </a:cubicBezTo>
                <a:cubicBezTo>
                  <a:pt x="594205" y="204379"/>
                  <a:pt x="609209" y="214349"/>
                  <a:pt x="620461" y="228057"/>
                </a:cubicBezTo>
                <a:cubicBezTo>
                  <a:pt x="625461" y="235534"/>
                  <a:pt x="627963" y="243012"/>
                  <a:pt x="625461" y="251735"/>
                </a:cubicBezTo>
                <a:cubicBezTo>
                  <a:pt x="624211" y="257966"/>
                  <a:pt x="622961" y="265443"/>
                  <a:pt x="620461" y="271674"/>
                </a:cubicBezTo>
                <a:cubicBezTo>
                  <a:pt x="616709" y="282890"/>
                  <a:pt x="620461" y="290368"/>
                  <a:pt x="629213" y="297845"/>
                </a:cubicBezTo>
                <a:cubicBezTo>
                  <a:pt x="636713" y="302830"/>
                  <a:pt x="645465" y="309061"/>
                  <a:pt x="651717" y="314046"/>
                </a:cubicBezTo>
                <a:cubicBezTo>
                  <a:pt x="664219" y="325262"/>
                  <a:pt x="666721" y="330246"/>
                  <a:pt x="661719" y="343955"/>
                </a:cubicBezTo>
                <a:cubicBezTo>
                  <a:pt x="659219" y="352678"/>
                  <a:pt x="656719" y="360156"/>
                  <a:pt x="654217" y="366387"/>
                </a:cubicBezTo>
                <a:cubicBezTo>
                  <a:pt x="650467" y="377603"/>
                  <a:pt x="652967" y="387572"/>
                  <a:pt x="660469" y="395050"/>
                </a:cubicBezTo>
                <a:cubicBezTo>
                  <a:pt x="666721" y="401281"/>
                  <a:pt x="672971" y="406265"/>
                  <a:pt x="677973" y="412497"/>
                </a:cubicBezTo>
                <a:cubicBezTo>
                  <a:pt x="689225" y="423712"/>
                  <a:pt x="691725" y="436175"/>
                  <a:pt x="685475" y="451129"/>
                </a:cubicBezTo>
                <a:cubicBezTo>
                  <a:pt x="681723" y="459853"/>
                  <a:pt x="677973" y="469822"/>
                  <a:pt x="674221" y="478546"/>
                </a:cubicBezTo>
                <a:cubicBezTo>
                  <a:pt x="671721" y="487269"/>
                  <a:pt x="670471" y="495993"/>
                  <a:pt x="675473" y="503470"/>
                </a:cubicBezTo>
                <a:cubicBezTo>
                  <a:pt x="676723" y="505963"/>
                  <a:pt x="677973" y="508455"/>
                  <a:pt x="679223" y="512194"/>
                </a:cubicBezTo>
                <a:cubicBezTo>
                  <a:pt x="687975" y="525902"/>
                  <a:pt x="686725" y="540857"/>
                  <a:pt x="680473" y="555811"/>
                </a:cubicBezTo>
                <a:cubicBezTo>
                  <a:pt x="672971" y="573258"/>
                  <a:pt x="666721" y="590705"/>
                  <a:pt x="651717" y="601921"/>
                </a:cubicBezTo>
                <a:cubicBezTo>
                  <a:pt x="639215" y="611891"/>
                  <a:pt x="625461" y="619368"/>
                  <a:pt x="610459" y="626845"/>
                </a:cubicBezTo>
                <a:cubicBezTo>
                  <a:pt x="554197" y="653016"/>
                  <a:pt x="496685" y="674201"/>
                  <a:pt x="436671" y="692895"/>
                </a:cubicBezTo>
                <a:cubicBezTo>
                  <a:pt x="405415" y="701618"/>
                  <a:pt x="372907" y="707849"/>
                  <a:pt x="340401" y="714080"/>
                </a:cubicBezTo>
                <a:cubicBezTo>
                  <a:pt x="320397" y="719065"/>
                  <a:pt x="299141" y="722804"/>
                  <a:pt x="279137" y="727789"/>
                </a:cubicBezTo>
                <a:cubicBezTo>
                  <a:pt x="274137" y="729035"/>
                  <a:pt x="272887" y="727789"/>
                  <a:pt x="270385" y="724050"/>
                </a:cubicBezTo>
                <a:cubicBezTo>
                  <a:pt x="252881" y="680433"/>
                  <a:pt x="234127" y="636815"/>
                  <a:pt x="216625" y="593198"/>
                </a:cubicBezTo>
                <a:cubicBezTo>
                  <a:pt x="197871" y="549580"/>
                  <a:pt x="180367" y="505963"/>
                  <a:pt x="161613" y="463591"/>
                </a:cubicBezTo>
                <a:cubicBezTo>
                  <a:pt x="160361" y="459853"/>
                  <a:pt x="160361" y="456114"/>
                  <a:pt x="164113" y="454868"/>
                </a:cubicBezTo>
                <a:cubicBezTo>
                  <a:pt x="181617" y="449883"/>
                  <a:pt x="189119" y="438667"/>
                  <a:pt x="195369" y="423712"/>
                </a:cubicBezTo>
                <a:cubicBezTo>
                  <a:pt x="205371" y="398788"/>
                  <a:pt x="209123" y="372618"/>
                  <a:pt x="210373" y="346447"/>
                </a:cubicBezTo>
                <a:cubicBezTo>
                  <a:pt x="211623" y="321523"/>
                  <a:pt x="214123" y="296599"/>
                  <a:pt x="212873" y="271674"/>
                </a:cubicBezTo>
                <a:cubicBezTo>
                  <a:pt x="211623" y="249243"/>
                  <a:pt x="217875" y="229303"/>
                  <a:pt x="229127" y="210610"/>
                </a:cubicBezTo>
                <a:cubicBezTo>
                  <a:pt x="240379" y="191917"/>
                  <a:pt x="249131" y="170731"/>
                  <a:pt x="249131" y="148299"/>
                </a:cubicBezTo>
                <a:cubicBezTo>
                  <a:pt x="250381" y="127114"/>
                  <a:pt x="246631" y="105928"/>
                  <a:pt x="241629" y="85989"/>
                </a:cubicBezTo>
                <a:cubicBezTo>
                  <a:pt x="235379" y="64803"/>
                  <a:pt x="229127" y="43617"/>
                  <a:pt x="222875" y="22432"/>
                </a:cubicBezTo>
                <a:cubicBezTo>
                  <a:pt x="221625" y="16201"/>
                  <a:pt x="222875" y="12462"/>
                  <a:pt x="227877" y="8723"/>
                </a:cubicBezTo>
                <a:cubicBezTo>
                  <a:pt x="239129" y="1246"/>
                  <a:pt x="252881" y="0"/>
                  <a:pt x="2666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2CF15D68-CAEE-5040-8673-9746B6E59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874" y="7673393"/>
            <a:ext cx="536860" cy="1278123"/>
          </a:xfrm>
          <a:custGeom>
            <a:avLst/>
            <a:gdLst>
              <a:gd name="connsiteX0" fmla="*/ 222449 w 536860"/>
              <a:gd name="connsiteY0" fmla="*/ 247812 h 1278123"/>
              <a:gd name="connsiteX1" fmla="*/ 306955 w 536860"/>
              <a:gd name="connsiteY1" fmla="*/ 247812 h 1278123"/>
              <a:gd name="connsiteX2" fmla="*/ 401403 w 536860"/>
              <a:gd name="connsiteY2" fmla="*/ 275155 h 1278123"/>
              <a:gd name="connsiteX3" fmla="*/ 499579 w 536860"/>
              <a:gd name="connsiteY3" fmla="*/ 379553 h 1278123"/>
              <a:gd name="connsiteX4" fmla="*/ 529404 w 536860"/>
              <a:gd name="connsiteY4" fmla="*/ 462823 h 1278123"/>
              <a:gd name="connsiteX5" fmla="*/ 536860 w 536860"/>
              <a:gd name="connsiteY5" fmla="*/ 567221 h 1278123"/>
              <a:gd name="connsiteX6" fmla="*/ 536860 w 536860"/>
              <a:gd name="connsiteY6" fmla="*/ 643034 h 1278123"/>
              <a:gd name="connsiteX7" fmla="*/ 507035 w 536860"/>
              <a:gd name="connsiteY7" fmla="*/ 690262 h 1278123"/>
              <a:gd name="connsiteX8" fmla="*/ 484666 w 536860"/>
              <a:gd name="connsiteY8" fmla="*/ 695233 h 1278123"/>
              <a:gd name="connsiteX9" fmla="*/ 473481 w 536860"/>
              <a:gd name="connsiteY9" fmla="*/ 693991 h 1278123"/>
              <a:gd name="connsiteX10" fmla="*/ 433714 w 536860"/>
              <a:gd name="connsiteY10" fmla="*/ 655463 h 1278123"/>
              <a:gd name="connsiteX11" fmla="*/ 432471 w 536860"/>
              <a:gd name="connsiteY11" fmla="*/ 643034 h 1278123"/>
              <a:gd name="connsiteX12" fmla="*/ 432471 w 536860"/>
              <a:gd name="connsiteY12" fmla="*/ 559764 h 1278123"/>
              <a:gd name="connsiteX13" fmla="*/ 425015 w 536860"/>
              <a:gd name="connsiteY13" fmla="*/ 488923 h 1278123"/>
              <a:gd name="connsiteX14" fmla="*/ 401403 w 536860"/>
              <a:gd name="connsiteY14" fmla="*/ 423052 h 1278123"/>
              <a:gd name="connsiteX15" fmla="*/ 401403 w 536860"/>
              <a:gd name="connsiteY15" fmla="*/ 587107 h 1278123"/>
              <a:gd name="connsiteX16" fmla="*/ 401403 w 536860"/>
              <a:gd name="connsiteY16" fmla="*/ 656705 h 1278123"/>
              <a:gd name="connsiteX17" fmla="*/ 401403 w 536860"/>
              <a:gd name="connsiteY17" fmla="*/ 657948 h 1278123"/>
              <a:gd name="connsiteX18" fmla="*/ 402645 w 536860"/>
              <a:gd name="connsiteY18" fmla="*/ 708905 h 1278123"/>
              <a:gd name="connsiteX19" fmla="*/ 402645 w 536860"/>
              <a:gd name="connsiteY19" fmla="*/ 753646 h 1278123"/>
              <a:gd name="connsiteX20" fmla="*/ 402645 w 536860"/>
              <a:gd name="connsiteY20" fmla="*/ 757375 h 1278123"/>
              <a:gd name="connsiteX21" fmla="*/ 402645 w 536860"/>
              <a:gd name="connsiteY21" fmla="*/ 790931 h 1278123"/>
              <a:gd name="connsiteX22" fmla="*/ 402645 w 536860"/>
              <a:gd name="connsiteY22" fmla="*/ 1215981 h 1278123"/>
              <a:gd name="connsiteX23" fmla="*/ 340509 w 536860"/>
              <a:gd name="connsiteY23" fmla="*/ 1278123 h 1278123"/>
              <a:gd name="connsiteX24" fmla="*/ 278372 w 536860"/>
              <a:gd name="connsiteY24" fmla="*/ 1215981 h 1278123"/>
              <a:gd name="connsiteX25" fmla="*/ 278372 w 536860"/>
              <a:gd name="connsiteY25" fmla="*/ 790931 h 1278123"/>
              <a:gd name="connsiteX26" fmla="*/ 259731 w 536860"/>
              <a:gd name="connsiteY26" fmla="*/ 790931 h 1278123"/>
              <a:gd name="connsiteX27" fmla="*/ 259731 w 536860"/>
              <a:gd name="connsiteY27" fmla="*/ 1215981 h 1278123"/>
              <a:gd name="connsiteX28" fmla="*/ 197595 w 536860"/>
              <a:gd name="connsiteY28" fmla="*/ 1278123 h 1278123"/>
              <a:gd name="connsiteX29" fmla="*/ 135458 w 536860"/>
              <a:gd name="connsiteY29" fmla="*/ 1215981 h 1278123"/>
              <a:gd name="connsiteX30" fmla="*/ 135458 w 536860"/>
              <a:gd name="connsiteY30" fmla="*/ 790931 h 1278123"/>
              <a:gd name="connsiteX31" fmla="*/ 135458 w 536860"/>
              <a:gd name="connsiteY31" fmla="*/ 672862 h 1278123"/>
              <a:gd name="connsiteX32" fmla="*/ 135458 w 536860"/>
              <a:gd name="connsiteY32" fmla="*/ 669134 h 1278123"/>
              <a:gd name="connsiteX33" fmla="*/ 135458 w 536860"/>
              <a:gd name="connsiteY33" fmla="*/ 661677 h 1278123"/>
              <a:gd name="connsiteX34" fmla="*/ 135458 w 536860"/>
              <a:gd name="connsiteY34" fmla="*/ 606992 h 1278123"/>
              <a:gd name="connsiteX35" fmla="*/ 135458 w 536860"/>
              <a:gd name="connsiteY35" fmla="*/ 425538 h 1278123"/>
              <a:gd name="connsiteX36" fmla="*/ 111846 w 536860"/>
              <a:gd name="connsiteY36" fmla="*/ 490165 h 1278123"/>
              <a:gd name="connsiteX37" fmla="*/ 104390 w 536860"/>
              <a:gd name="connsiteY37" fmla="*/ 562250 h 1278123"/>
              <a:gd name="connsiteX38" fmla="*/ 104390 w 536860"/>
              <a:gd name="connsiteY38" fmla="*/ 645520 h 1278123"/>
              <a:gd name="connsiteX39" fmla="*/ 103147 w 536860"/>
              <a:gd name="connsiteY39" fmla="*/ 659191 h 1278123"/>
              <a:gd name="connsiteX40" fmla="*/ 63380 w 536860"/>
              <a:gd name="connsiteY40" fmla="*/ 696476 h 1278123"/>
              <a:gd name="connsiteX41" fmla="*/ 52195 w 536860"/>
              <a:gd name="connsiteY41" fmla="*/ 697719 h 1278123"/>
              <a:gd name="connsiteX42" fmla="*/ 29826 w 536860"/>
              <a:gd name="connsiteY42" fmla="*/ 691505 h 1278123"/>
              <a:gd name="connsiteX43" fmla="*/ 0 w 536860"/>
              <a:gd name="connsiteY43" fmla="*/ 645520 h 1278123"/>
              <a:gd name="connsiteX44" fmla="*/ 0 w 536860"/>
              <a:gd name="connsiteY44" fmla="*/ 569707 h 1278123"/>
              <a:gd name="connsiteX45" fmla="*/ 6214 w 536860"/>
              <a:gd name="connsiteY45" fmla="*/ 466552 h 1278123"/>
              <a:gd name="connsiteX46" fmla="*/ 37282 w 536860"/>
              <a:gd name="connsiteY46" fmla="*/ 383282 h 1278123"/>
              <a:gd name="connsiteX47" fmla="*/ 135458 w 536860"/>
              <a:gd name="connsiteY47" fmla="*/ 277640 h 1278123"/>
              <a:gd name="connsiteX48" fmla="*/ 222449 w 536860"/>
              <a:gd name="connsiteY48" fmla="*/ 247812 h 1278123"/>
              <a:gd name="connsiteX49" fmla="*/ 269051 w 536860"/>
              <a:gd name="connsiteY49" fmla="*/ 0 h 1278123"/>
              <a:gd name="connsiteX50" fmla="*/ 372135 w 536860"/>
              <a:gd name="connsiteY50" fmla="*/ 103708 h 1278123"/>
              <a:gd name="connsiteX51" fmla="*/ 269051 w 536860"/>
              <a:gd name="connsiteY51" fmla="*/ 207417 h 1278123"/>
              <a:gd name="connsiteX52" fmla="*/ 164725 w 536860"/>
              <a:gd name="connsiteY52" fmla="*/ 103708 h 1278123"/>
              <a:gd name="connsiteX53" fmla="*/ 269051 w 536860"/>
              <a:gd name="connsiteY53" fmla="*/ 0 h 127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536860" h="1278123">
                <a:moveTo>
                  <a:pt x="222449" y="247812"/>
                </a:moveTo>
                <a:cubicBezTo>
                  <a:pt x="249789" y="241598"/>
                  <a:pt x="279615" y="241598"/>
                  <a:pt x="306955" y="247812"/>
                </a:cubicBezTo>
                <a:cubicBezTo>
                  <a:pt x="342994" y="250298"/>
                  <a:pt x="372820" y="260241"/>
                  <a:pt x="401403" y="275155"/>
                </a:cubicBezTo>
                <a:cubicBezTo>
                  <a:pt x="443656" y="298769"/>
                  <a:pt x="475967" y="336054"/>
                  <a:pt x="499579" y="379553"/>
                </a:cubicBezTo>
                <a:cubicBezTo>
                  <a:pt x="513249" y="405653"/>
                  <a:pt x="521948" y="434238"/>
                  <a:pt x="529404" y="462823"/>
                </a:cubicBezTo>
                <a:cubicBezTo>
                  <a:pt x="530647" y="466552"/>
                  <a:pt x="536860" y="512536"/>
                  <a:pt x="536860" y="567221"/>
                </a:cubicBezTo>
                <a:lnTo>
                  <a:pt x="536860" y="643034"/>
                </a:lnTo>
                <a:cubicBezTo>
                  <a:pt x="536860" y="662920"/>
                  <a:pt x="524433" y="681562"/>
                  <a:pt x="507035" y="690262"/>
                </a:cubicBezTo>
                <a:cubicBezTo>
                  <a:pt x="499579" y="692748"/>
                  <a:pt x="492122" y="695233"/>
                  <a:pt x="484666" y="695233"/>
                </a:cubicBezTo>
                <a:cubicBezTo>
                  <a:pt x="480938" y="695233"/>
                  <a:pt x="477209" y="693991"/>
                  <a:pt x="473481" y="693991"/>
                </a:cubicBezTo>
                <a:cubicBezTo>
                  <a:pt x="453597" y="690262"/>
                  <a:pt x="436199" y="677834"/>
                  <a:pt x="433714" y="655463"/>
                </a:cubicBezTo>
                <a:cubicBezTo>
                  <a:pt x="432471" y="651734"/>
                  <a:pt x="432471" y="646763"/>
                  <a:pt x="432471" y="643034"/>
                </a:cubicBezTo>
                <a:lnTo>
                  <a:pt x="432471" y="559764"/>
                </a:lnTo>
                <a:cubicBezTo>
                  <a:pt x="432471" y="527450"/>
                  <a:pt x="427500" y="500108"/>
                  <a:pt x="425015" y="488923"/>
                </a:cubicBezTo>
                <a:cubicBezTo>
                  <a:pt x="420044" y="465309"/>
                  <a:pt x="411345" y="441695"/>
                  <a:pt x="401403" y="423052"/>
                </a:cubicBezTo>
                <a:lnTo>
                  <a:pt x="401403" y="587107"/>
                </a:lnTo>
                <a:cubicBezTo>
                  <a:pt x="401403" y="610721"/>
                  <a:pt x="401403" y="633092"/>
                  <a:pt x="401403" y="656705"/>
                </a:cubicBezTo>
                <a:cubicBezTo>
                  <a:pt x="401403" y="656705"/>
                  <a:pt x="401403" y="656705"/>
                  <a:pt x="401403" y="657948"/>
                </a:cubicBezTo>
                <a:lnTo>
                  <a:pt x="402645" y="708905"/>
                </a:lnTo>
                <a:lnTo>
                  <a:pt x="402645" y="753646"/>
                </a:lnTo>
                <a:cubicBezTo>
                  <a:pt x="402645" y="754889"/>
                  <a:pt x="402645" y="756132"/>
                  <a:pt x="402645" y="757375"/>
                </a:cubicBezTo>
                <a:lnTo>
                  <a:pt x="402645" y="790931"/>
                </a:lnTo>
                <a:lnTo>
                  <a:pt x="402645" y="1215981"/>
                </a:lnTo>
                <a:cubicBezTo>
                  <a:pt x="402645" y="1249538"/>
                  <a:pt x="375305" y="1278123"/>
                  <a:pt x="340509" y="1278123"/>
                </a:cubicBezTo>
                <a:cubicBezTo>
                  <a:pt x="306955" y="1278123"/>
                  <a:pt x="278372" y="1249538"/>
                  <a:pt x="278372" y="1215981"/>
                </a:cubicBezTo>
                <a:lnTo>
                  <a:pt x="278372" y="790931"/>
                </a:lnTo>
                <a:cubicBezTo>
                  <a:pt x="272159" y="790931"/>
                  <a:pt x="265945" y="790931"/>
                  <a:pt x="259731" y="790931"/>
                </a:cubicBezTo>
                <a:lnTo>
                  <a:pt x="259731" y="1215981"/>
                </a:lnTo>
                <a:cubicBezTo>
                  <a:pt x="259731" y="1249538"/>
                  <a:pt x="232391" y="1278123"/>
                  <a:pt x="197595" y="1278123"/>
                </a:cubicBezTo>
                <a:cubicBezTo>
                  <a:pt x="164041" y="1278123"/>
                  <a:pt x="135458" y="1249538"/>
                  <a:pt x="135458" y="1215981"/>
                </a:cubicBezTo>
                <a:lnTo>
                  <a:pt x="135458" y="790931"/>
                </a:lnTo>
                <a:cubicBezTo>
                  <a:pt x="135458" y="751161"/>
                  <a:pt x="135458" y="711390"/>
                  <a:pt x="135458" y="672862"/>
                </a:cubicBezTo>
                <a:cubicBezTo>
                  <a:pt x="135458" y="671619"/>
                  <a:pt x="135458" y="670377"/>
                  <a:pt x="135458" y="669134"/>
                </a:cubicBezTo>
                <a:cubicBezTo>
                  <a:pt x="135458" y="666648"/>
                  <a:pt x="135458" y="664162"/>
                  <a:pt x="135458" y="661677"/>
                </a:cubicBezTo>
                <a:lnTo>
                  <a:pt x="135458" y="606992"/>
                </a:lnTo>
                <a:lnTo>
                  <a:pt x="135458" y="425538"/>
                </a:lnTo>
                <a:cubicBezTo>
                  <a:pt x="125516" y="445423"/>
                  <a:pt x="116817" y="467794"/>
                  <a:pt x="111846" y="490165"/>
                </a:cubicBezTo>
                <a:cubicBezTo>
                  <a:pt x="109361" y="503837"/>
                  <a:pt x="104390" y="529936"/>
                  <a:pt x="104390" y="562250"/>
                </a:cubicBezTo>
                <a:lnTo>
                  <a:pt x="104390" y="645520"/>
                </a:lnTo>
                <a:cubicBezTo>
                  <a:pt x="104390" y="649248"/>
                  <a:pt x="103147" y="654220"/>
                  <a:pt x="103147" y="659191"/>
                </a:cubicBezTo>
                <a:cubicBezTo>
                  <a:pt x="99419" y="681562"/>
                  <a:pt x="83263" y="693991"/>
                  <a:pt x="63380" y="696476"/>
                </a:cubicBezTo>
                <a:cubicBezTo>
                  <a:pt x="59651" y="697719"/>
                  <a:pt x="55923" y="697719"/>
                  <a:pt x="52195" y="697719"/>
                </a:cubicBezTo>
                <a:cubicBezTo>
                  <a:pt x="44739" y="697719"/>
                  <a:pt x="37282" y="696476"/>
                  <a:pt x="29826" y="691505"/>
                </a:cubicBezTo>
                <a:cubicBezTo>
                  <a:pt x="12428" y="684048"/>
                  <a:pt x="0" y="666648"/>
                  <a:pt x="0" y="645520"/>
                </a:cubicBezTo>
                <a:lnTo>
                  <a:pt x="0" y="569707"/>
                </a:lnTo>
                <a:cubicBezTo>
                  <a:pt x="0" y="515022"/>
                  <a:pt x="6214" y="469037"/>
                  <a:pt x="6214" y="466552"/>
                </a:cubicBezTo>
                <a:cubicBezTo>
                  <a:pt x="13670" y="436723"/>
                  <a:pt x="23612" y="408138"/>
                  <a:pt x="37282" y="383282"/>
                </a:cubicBezTo>
                <a:cubicBezTo>
                  <a:pt x="60894" y="338539"/>
                  <a:pt x="93205" y="301254"/>
                  <a:pt x="135458" y="277640"/>
                </a:cubicBezTo>
                <a:cubicBezTo>
                  <a:pt x="160313" y="262726"/>
                  <a:pt x="190138" y="252784"/>
                  <a:pt x="222449" y="247812"/>
                </a:cubicBezTo>
                <a:close/>
                <a:moveTo>
                  <a:pt x="269051" y="0"/>
                </a:moveTo>
                <a:cubicBezTo>
                  <a:pt x="326182" y="0"/>
                  <a:pt x="372135" y="45681"/>
                  <a:pt x="372135" y="103708"/>
                </a:cubicBezTo>
                <a:cubicBezTo>
                  <a:pt x="372135" y="160501"/>
                  <a:pt x="326182" y="207417"/>
                  <a:pt x="269051" y="207417"/>
                </a:cubicBezTo>
                <a:cubicBezTo>
                  <a:pt x="211920" y="207417"/>
                  <a:pt x="164725" y="160501"/>
                  <a:pt x="164725" y="103708"/>
                </a:cubicBezTo>
                <a:cubicBezTo>
                  <a:pt x="164725" y="45681"/>
                  <a:pt x="211920" y="0"/>
                  <a:pt x="2690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CA69DF8-B539-A240-9562-943A37A39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813" y="7673393"/>
            <a:ext cx="536858" cy="1278123"/>
          </a:xfrm>
          <a:custGeom>
            <a:avLst/>
            <a:gdLst>
              <a:gd name="connsiteX0" fmla="*/ 222964 w 536858"/>
              <a:gd name="connsiteY0" fmla="*/ 247812 h 1278123"/>
              <a:gd name="connsiteX1" fmla="*/ 306420 w 536858"/>
              <a:gd name="connsiteY1" fmla="*/ 247812 h 1278123"/>
              <a:gd name="connsiteX2" fmla="*/ 401086 w 536858"/>
              <a:gd name="connsiteY2" fmla="*/ 275155 h 1278123"/>
              <a:gd name="connsiteX3" fmla="*/ 499489 w 536858"/>
              <a:gd name="connsiteY3" fmla="*/ 379553 h 1278123"/>
              <a:gd name="connsiteX4" fmla="*/ 530630 w 536858"/>
              <a:gd name="connsiteY4" fmla="*/ 462823 h 1278123"/>
              <a:gd name="connsiteX5" fmla="*/ 536858 w 536858"/>
              <a:gd name="connsiteY5" fmla="*/ 567221 h 1278123"/>
              <a:gd name="connsiteX6" fmla="*/ 536858 w 536858"/>
              <a:gd name="connsiteY6" fmla="*/ 643034 h 1278123"/>
              <a:gd name="connsiteX7" fmla="*/ 506963 w 536858"/>
              <a:gd name="connsiteY7" fmla="*/ 690262 h 1278123"/>
              <a:gd name="connsiteX8" fmla="*/ 484542 w 536858"/>
              <a:gd name="connsiteY8" fmla="*/ 695233 h 1278123"/>
              <a:gd name="connsiteX9" fmla="*/ 473332 w 536858"/>
              <a:gd name="connsiteY9" fmla="*/ 693991 h 1278123"/>
              <a:gd name="connsiteX10" fmla="*/ 434718 w 536858"/>
              <a:gd name="connsiteY10" fmla="*/ 655463 h 1278123"/>
              <a:gd name="connsiteX11" fmla="*/ 432226 w 536858"/>
              <a:gd name="connsiteY11" fmla="*/ 643034 h 1278123"/>
              <a:gd name="connsiteX12" fmla="*/ 432226 w 536858"/>
              <a:gd name="connsiteY12" fmla="*/ 559764 h 1278123"/>
              <a:gd name="connsiteX13" fmla="*/ 425998 w 536858"/>
              <a:gd name="connsiteY13" fmla="*/ 488923 h 1278123"/>
              <a:gd name="connsiteX14" fmla="*/ 401086 w 536858"/>
              <a:gd name="connsiteY14" fmla="*/ 423052 h 1278123"/>
              <a:gd name="connsiteX15" fmla="*/ 401086 w 536858"/>
              <a:gd name="connsiteY15" fmla="*/ 587107 h 1278123"/>
              <a:gd name="connsiteX16" fmla="*/ 402332 w 536858"/>
              <a:gd name="connsiteY16" fmla="*/ 656705 h 1278123"/>
              <a:gd name="connsiteX17" fmla="*/ 402332 w 536858"/>
              <a:gd name="connsiteY17" fmla="*/ 657948 h 1278123"/>
              <a:gd name="connsiteX18" fmla="*/ 402332 w 536858"/>
              <a:gd name="connsiteY18" fmla="*/ 708905 h 1278123"/>
              <a:gd name="connsiteX19" fmla="*/ 402332 w 536858"/>
              <a:gd name="connsiteY19" fmla="*/ 753646 h 1278123"/>
              <a:gd name="connsiteX20" fmla="*/ 403577 w 536858"/>
              <a:gd name="connsiteY20" fmla="*/ 757375 h 1278123"/>
              <a:gd name="connsiteX21" fmla="*/ 403577 w 536858"/>
              <a:gd name="connsiteY21" fmla="*/ 790931 h 1278123"/>
              <a:gd name="connsiteX22" fmla="*/ 403577 w 536858"/>
              <a:gd name="connsiteY22" fmla="*/ 1215981 h 1278123"/>
              <a:gd name="connsiteX23" fmla="*/ 341297 w 536858"/>
              <a:gd name="connsiteY23" fmla="*/ 1278123 h 1278123"/>
              <a:gd name="connsiteX24" fmla="*/ 279017 w 536858"/>
              <a:gd name="connsiteY24" fmla="*/ 1215981 h 1278123"/>
              <a:gd name="connsiteX25" fmla="*/ 279017 w 536858"/>
              <a:gd name="connsiteY25" fmla="*/ 790931 h 1278123"/>
              <a:gd name="connsiteX26" fmla="*/ 260332 w 536858"/>
              <a:gd name="connsiteY26" fmla="*/ 790931 h 1278123"/>
              <a:gd name="connsiteX27" fmla="*/ 260332 w 536858"/>
              <a:gd name="connsiteY27" fmla="*/ 1215981 h 1278123"/>
              <a:gd name="connsiteX28" fmla="*/ 198052 w 536858"/>
              <a:gd name="connsiteY28" fmla="*/ 1278123 h 1278123"/>
              <a:gd name="connsiteX29" fmla="*/ 135772 w 536858"/>
              <a:gd name="connsiteY29" fmla="*/ 1215981 h 1278123"/>
              <a:gd name="connsiteX30" fmla="*/ 135772 w 536858"/>
              <a:gd name="connsiteY30" fmla="*/ 790931 h 1278123"/>
              <a:gd name="connsiteX31" fmla="*/ 134526 w 536858"/>
              <a:gd name="connsiteY31" fmla="*/ 790931 h 1278123"/>
              <a:gd name="connsiteX32" fmla="*/ 135772 w 536858"/>
              <a:gd name="connsiteY32" fmla="*/ 672862 h 1278123"/>
              <a:gd name="connsiteX33" fmla="*/ 135772 w 536858"/>
              <a:gd name="connsiteY33" fmla="*/ 669134 h 1278123"/>
              <a:gd name="connsiteX34" fmla="*/ 135772 w 536858"/>
              <a:gd name="connsiteY34" fmla="*/ 661677 h 1278123"/>
              <a:gd name="connsiteX35" fmla="*/ 135772 w 536858"/>
              <a:gd name="connsiteY35" fmla="*/ 606992 h 1278123"/>
              <a:gd name="connsiteX36" fmla="*/ 135772 w 536858"/>
              <a:gd name="connsiteY36" fmla="*/ 425538 h 1278123"/>
              <a:gd name="connsiteX37" fmla="*/ 112105 w 536858"/>
              <a:gd name="connsiteY37" fmla="*/ 490165 h 1278123"/>
              <a:gd name="connsiteX38" fmla="*/ 104631 w 536858"/>
              <a:gd name="connsiteY38" fmla="*/ 562250 h 1278123"/>
              <a:gd name="connsiteX39" fmla="*/ 104631 w 536858"/>
              <a:gd name="connsiteY39" fmla="*/ 645520 h 1278123"/>
              <a:gd name="connsiteX40" fmla="*/ 102140 w 536858"/>
              <a:gd name="connsiteY40" fmla="*/ 659191 h 1278123"/>
              <a:gd name="connsiteX41" fmla="*/ 63526 w 536858"/>
              <a:gd name="connsiteY41" fmla="*/ 696476 h 1278123"/>
              <a:gd name="connsiteX42" fmla="*/ 52316 w 536858"/>
              <a:gd name="connsiteY42" fmla="*/ 697719 h 1278123"/>
              <a:gd name="connsiteX43" fmla="*/ 29895 w 536858"/>
              <a:gd name="connsiteY43" fmla="*/ 691505 h 1278123"/>
              <a:gd name="connsiteX44" fmla="*/ 0 w 536858"/>
              <a:gd name="connsiteY44" fmla="*/ 645520 h 1278123"/>
              <a:gd name="connsiteX45" fmla="*/ 0 w 536858"/>
              <a:gd name="connsiteY45" fmla="*/ 569707 h 1278123"/>
              <a:gd name="connsiteX46" fmla="*/ 6228 w 536858"/>
              <a:gd name="connsiteY46" fmla="*/ 466552 h 1278123"/>
              <a:gd name="connsiteX47" fmla="*/ 37368 w 536858"/>
              <a:gd name="connsiteY47" fmla="*/ 383282 h 1278123"/>
              <a:gd name="connsiteX48" fmla="*/ 135772 w 536858"/>
              <a:gd name="connsiteY48" fmla="*/ 277640 h 1278123"/>
              <a:gd name="connsiteX49" fmla="*/ 222964 w 536858"/>
              <a:gd name="connsiteY49" fmla="*/ 247812 h 1278123"/>
              <a:gd name="connsiteX50" fmla="*/ 269051 w 536858"/>
              <a:gd name="connsiteY50" fmla="*/ 0 h 1278123"/>
              <a:gd name="connsiteX51" fmla="*/ 372135 w 536858"/>
              <a:gd name="connsiteY51" fmla="*/ 103708 h 1278123"/>
              <a:gd name="connsiteX52" fmla="*/ 269051 w 536858"/>
              <a:gd name="connsiteY52" fmla="*/ 207417 h 1278123"/>
              <a:gd name="connsiteX53" fmla="*/ 164725 w 536858"/>
              <a:gd name="connsiteY53" fmla="*/ 103708 h 1278123"/>
              <a:gd name="connsiteX54" fmla="*/ 269051 w 536858"/>
              <a:gd name="connsiteY54" fmla="*/ 0 h 127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536858" h="1278123">
                <a:moveTo>
                  <a:pt x="222964" y="247812"/>
                </a:moveTo>
                <a:cubicBezTo>
                  <a:pt x="249122" y="241598"/>
                  <a:pt x="279017" y="241598"/>
                  <a:pt x="306420" y="247812"/>
                </a:cubicBezTo>
                <a:cubicBezTo>
                  <a:pt x="342543" y="250298"/>
                  <a:pt x="373683" y="260241"/>
                  <a:pt x="401086" y="275155"/>
                </a:cubicBezTo>
                <a:cubicBezTo>
                  <a:pt x="443437" y="298769"/>
                  <a:pt x="477068" y="336054"/>
                  <a:pt x="499489" y="379553"/>
                </a:cubicBezTo>
                <a:cubicBezTo>
                  <a:pt x="513191" y="405653"/>
                  <a:pt x="524402" y="434238"/>
                  <a:pt x="530630" y="462823"/>
                </a:cubicBezTo>
                <a:cubicBezTo>
                  <a:pt x="531875" y="466552"/>
                  <a:pt x="536858" y="512536"/>
                  <a:pt x="536858" y="567221"/>
                </a:cubicBezTo>
                <a:lnTo>
                  <a:pt x="536858" y="643034"/>
                </a:lnTo>
                <a:cubicBezTo>
                  <a:pt x="536858" y="662920"/>
                  <a:pt x="525647" y="681562"/>
                  <a:pt x="506963" y="690262"/>
                </a:cubicBezTo>
                <a:cubicBezTo>
                  <a:pt x="500735" y="692748"/>
                  <a:pt x="492016" y="695233"/>
                  <a:pt x="484542" y="695233"/>
                </a:cubicBezTo>
                <a:cubicBezTo>
                  <a:pt x="480805" y="695233"/>
                  <a:pt x="477068" y="693991"/>
                  <a:pt x="473332" y="693991"/>
                </a:cubicBezTo>
                <a:cubicBezTo>
                  <a:pt x="454647" y="690262"/>
                  <a:pt x="437209" y="677834"/>
                  <a:pt x="434718" y="655463"/>
                </a:cubicBezTo>
                <a:cubicBezTo>
                  <a:pt x="433472" y="651734"/>
                  <a:pt x="432226" y="646763"/>
                  <a:pt x="432226" y="643034"/>
                </a:cubicBezTo>
                <a:lnTo>
                  <a:pt x="432226" y="559764"/>
                </a:lnTo>
                <a:cubicBezTo>
                  <a:pt x="432226" y="527450"/>
                  <a:pt x="427244" y="500108"/>
                  <a:pt x="425998" y="488923"/>
                </a:cubicBezTo>
                <a:cubicBezTo>
                  <a:pt x="419770" y="465309"/>
                  <a:pt x="412297" y="441695"/>
                  <a:pt x="401086" y="423052"/>
                </a:cubicBezTo>
                <a:lnTo>
                  <a:pt x="401086" y="587107"/>
                </a:lnTo>
                <a:cubicBezTo>
                  <a:pt x="402332" y="610721"/>
                  <a:pt x="402332" y="633092"/>
                  <a:pt x="402332" y="656705"/>
                </a:cubicBezTo>
                <a:cubicBezTo>
                  <a:pt x="402332" y="656705"/>
                  <a:pt x="402332" y="656705"/>
                  <a:pt x="402332" y="657948"/>
                </a:cubicBezTo>
                <a:lnTo>
                  <a:pt x="402332" y="708905"/>
                </a:lnTo>
                <a:lnTo>
                  <a:pt x="402332" y="753646"/>
                </a:lnTo>
                <a:cubicBezTo>
                  <a:pt x="403577" y="754889"/>
                  <a:pt x="403577" y="756132"/>
                  <a:pt x="403577" y="757375"/>
                </a:cubicBezTo>
                <a:lnTo>
                  <a:pt x="403577" y="790931"/>
                </a:lnTo>
                <a:lnTo>
                  <a:pt x="403577" y="1215981"/>
                </a:lnTo>
                <a:cubicBezTo>
                  <a:pt x="403577" y="1249538"/>
                  <a:pt x="374928" y="1278123"/>
                  <a:pt x="341297" y="1278123"/>
                </a:cubicBezTo>
                <a:cubicBezTo>
                  <a:pt x="306420" y="1278123"/>
                  <a:pt x="279017" y="1249538"/>
                  <a:pt x="279017" y="1215981"/>
                </a:cubicBezTo>
                <a:lnTo>
                  <a:pt x="279017" y="790931"/>
                </a:lnTo>
                <a:cubicBezTo>
                  <a:pt x="272789" y="790931"/>
                  <a:pt x="266561" y="790931"/>
                  <a:pt x="260332" y="790931"/>
                </a:cubicBezTo>
                <a:lnTo>
                  <a:pt x="260332" y="1215981"/>
                </a:lnTo>
                <a:cubicBezTo>
                  <a:pt x="260332" y="1249538"/>
                  <a:pt x="231683" y="1278123"/>
                  <a:pt x="198052" y="1278123"/>
                </a:cubicBezTo>
                <a:cubicBezTo>
                  <a:pt x="163175" y="1278123"/>
                  <a:pt x="135772" y="1249538"/>
                  <a:pt x="135772" y="1215981"/>
                </a:cubicBezTo>
                <a:lnTo>
                  <a:pt x="135772" y="790931"/>
                </a:lnTo>
                <a:lnTo>
                  <a:pt x="134526" y="790931"/>
                </a:lnTo>
                <a:cubicBezTo>
                  <a:pt x="135772" y="751161"/>
                  <a:pt x="135772" y="711390"/>
                  <a:pt x="135772" y="672862"/>
                </a:cubicBezTo>
                <a:cubicBezTo>
                  <a:pt x="135772" y="671619"/>
                  <a:pt x="135772" y="670377"/>
                  <a:pt x="135772" y="669134"/>
                </a:cubicBezTo>
                <a:cubicBezTo>
                  <a:pt x="135772" y="666648"/>
                  <a:pt x="135772" y="664162"/>
                  <a:pt x="135772" y="661677"/>
                </a:cubicBezTo>
                <a:lnTo>
                  <a:pt x="135772" y="606992"/>
                </a:lnTo>
                <a:lnTo>
                  <a:pt x="135772" y="425538"/>
                </a:lnTo>
                <a:cubicBezTo>
                  <a:pt x="124561" y="445423"/>
                  <a:pt x="117087" y="467794"/>
                  <a:pt x="112105" y="490165"/>
                </a:cubicBezTo>
                <a:cubicBezTo>
                  <a:pt x="108368" y="503837"/>
                  <a:pt x="104631" y="529936"/>
                  <a:pt x="104631" y="562250"/>
                </a:cubicBezTo>
                <a:lnTo>
                  <a:pt x="104631" y="645520"/>
                </a:lnTo>
                <a:cubicBezTo>
                  <a:pt x="104631" y="649248"/>
                  <a:pt x="103386" y="654220"/>
                  <a:pt x="102140" y="659191"/>
                </a:cubicBezTo>
                <a:cubicBezTo>
                  <a:pt x="99649" y="681562"/>
                  <a:pt x="83456" y="693991"/>
                  <a:pt x="63526" y="696476"/>
                </a:cubicBezTo>
                <a:cubicBezTo>
                  <a:pt x="59789" y="697719"/>
                  <a:pt x="56053" y="697719"/>
                  <a:pt x="52316" y="697719"/>
                </a:cubicBezTo>
                <a:cubicBezTo>
                  <a:pt x="43596" y="697719"/>
                  <a:pt x="36123" y="696476"/>
                  <a:pt x="29895" y="691505"/>
                </a:cubicBezTo>
                <a:cubicBezTo>
                  <a:pt x="12456" y="684048"/>
                  <a:pt x="0" y="666648"/>
                  <a:pt x="0" y="645520"/>
                </a:cubicBezTo>
                <a:lnTo>
                  <a:pt x="0" y="569707"/>
                </a:lnTo>
                <a:cubicBezTo>
                  <a:pt x="0" y="515022"/>
                  <a:pt x="6228" y="469037"/>
                  <a:pt x="6228" y="466552"/>
                </a:cubicBezTo>
                <a:cubicBezTo>
                  <a:pt x="13702" y="436723"/>
                  <a:pt x="23667" y="408138"/>
                  <a:pt x="37368" y="383282"/>
                </a:cubicBezTo>
                <a:cubicBezTo>
                  <a:pt x="61035" y="338539"/>
                  <a:pt x="92175" y="301254"/>
                  <a:pt x="135772" y="277640"/>
                </a:cubicBezTo>
                <a:cubicBezTo>
                  <a:pt x="160684" y="262726"/>
                  <a:pt x="189333" y="252784"/>
                  <a:pt x="222964" y="247812"/>
                </a:cubicBezTo>
                <a:close/>
                <a:moveTo>
                  <a:pt x="269051" y="0"/>
                </a:moveTo>
                <a:cubicBezTo>
                  <a:pt x="326182" y="0"/>
                  <a:pt x="372135" y="45681"/>
                  <a:pt x="372135" y="103708"/>
                </a:cubicBezTo>
                <a:cubicBezTo>
                  <a:pt x="372135" y="160501"/>
                  <a:pt x="326182" y="207417"/>
                  <a:pt x="269051" y="207417"/>
                </a:cubicBezTo>
                <a:cubicBezTo>
                  <a:pt x="210678" y="207417"/>
                  <a:pt x="164725" y="160501"/>
                  <a:pt x="164725" y="103708"/>
                </a:cubicBezTo>
                <a:cubicBezTo>
                  <a:pt x="164725" y="45681"/>
                  <a:pt x="210678" y="0"/>
                  <a:pt x="2690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3ADE435F-0071-F04C-B992-17C050BD6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260" y="7673393"/>
            <a:ext cx="536860" cy="1278123"/>
          </a:xfrm>
          <a:custGeom>
            <a:avLst/>
            <a:gdLst>
              <a:gd name="connsiteX0" fmla="*/ 223692 w 536860"/>
              <a:gd name="connsiteY0" fmla="*/ 247812 h 1278123"/>
              <a:gd name="connsiteX1" fmla="*/ 306955 w 536860"/>
              <a:gd name="connsiteY1" fmla="*/ 247812 h 1278123"/>
              <a:gd name="connsiteX2" fmla="*/ 401403 w 536860"/>
              <a:gd name="connsiteY2" fmla="*/ 275155 h 1278123"/>
              <a:gd name="connsiteX3" fmla="*/ 498336 w 536860"/>
              <a:gd name="connsiteY3" fmla="*/ 379553 h 1278123"/>
              <a:gd name="connsiteX4" fmla="*/ 530647 w 536860"/>
              <a:gd name="connsiteY4" fmla="*/ 462823 h 1278123"/>
              <a:gd name="connsiteX5" fmla="*/ 536860 w 536860"/>
              <a:gd name="connsiteY5" fmla="*/ 567221 h 1278123"/>
              <a:gd name="connsiteX6" fmla="*/ 536860 w 536860"/>
              <a:gd name="connsiteY6" fmla="*/ 643034 h 1278123"/>
              <a:gd name="connsiteX7" fmla="*/ 505792 w 536860"/>
              <a:gd name="connsiteY7" fmla="*/ 690262 h 1278123"/>
              <a:gd name="connsiteX8" fmla="*/ 484666 w 536860"/>
              <a:gd name="connsiteY8" fmla="*/ 695233 h 1278123"/>
              <a:gd name="connsiteX9" fmla="*/ 473481 w 536860"/>
              <a:gd name="connsiteY9" fmla="*/ 693991 h 1278123"/>
              <a:gd name="connsiteX10" fmla="*/ 433714 w 536860"/>
              <a:gd name="connsiteY10" fmla="*/ 655463 h 1278123"/>
              <a:gd name="connsiteX11" fmla="*/ 432471 w 536860"/>
              <a:gd name="connsiteY11" fmla="*/ 643034 h 1278123"/>
              <a:gd name="connsiteX12" fmla="*/ 432471 w 536860"/>
              <a:gd name="connsiteY12" fmla="*/ 559764 h 1278123"/>
              <a:gd name="connsiteX13" fmla="*/ 425015 w 536860"/>
              <a:gd name="connsiteY13" fmla="*/ 488923 h 1278123"/>
              <a:gd name="connsiteX14" fmla="*/ 401403 w 536860"/>
              <a:gd name="connsiteY14" fmla="*/ 423052 h 1278123"/>
              <a:gd name="connsiteX15" fmla="*/ 401403 w 536860"/>
              <a:gd name="connsiteY15" fmla="*/ 587107 h 1278123"/>
              <a:gd name="connsiteX16" fmla="*/ 401403 w 536860"/>
              <a:gd name="connsiteY16" fmla="*/ 656705 h 1278123"/>
              <a:gd name="connsiteX17" fmla="*/ 401403 w 536860"/>
              <a:gd name="connsiteY17" fmla="*/ 657948 h 1278123"/>
              <a:gd name="connsiteX18" fmla="*/ 402645 w 536860"/>
              <a:gd name="connsiteY18" fmla="*/ 708905 h 1278123"/>
              <a:gd name="connsiteX19" fmla="*/ 402645 w 536860"/>
              <a:gd name="connsiteY19" fmla="*/ 753646 h 1278123"/>
              <a:gd name="connsiteX20" fmla="*/ 402645 w 536860"/>
              <a:gd name="connsiteY20" fmla="*/ 757375 h 1278123"/>
              <a:gd name="connsiteX21" fmla="*/ 402645 w 536860"/>
              <a:gd name="connsiteY21" fmla="*/ 790931 h 1278123"/>
              <a:gd name="connsiteX22" fmla="*/ 402645 w 536860"/>
              <a:gd name="connsiteY22" fmla="*/ 1215981 h 1278123"/>
              <a:gd name="connsiteX23" fmla="*/ 340509 w 536860"/>
              <a:gd name="connsiteY23" fmla="*/ 1278123 h 1278123"/>
              <a:gd name="connsiteX24" fmla="*/ 278372 w 536860"/>
              <a:gd name="connsiteY24" fmla="*/ 1215981 h 1278123"/>
              <a:gd name="connsiteX25" fmla="*/ 278372 w 536860"/>
              <a:gd name="connsiteY25" fmla="*/ 790931 h 1278123"/>
              <a:gd name="connsiteX26" fmla="*/ 260974 w 536860"/>
              <a:gd name="connsiteY26" fmla="*/ 790931 h 1278123"/>
              <a:gd name="connsiteX27" fmla="*/ 260974 w 536860"/>
              <a:gd name="connsiteY27" fmla="*/ 1215981 h 1278123"/>
              <a:gd name="connsiteX28" fmla="*/ 197595 w 536860"/>
              <a:gd name="connsiteY28" fmla="*/ 1278123 h 1278123"/>
              <a:gd name="connsiteX29" fmla="*/ 136701 w 536860"/>
              <a:gd name="connsiteY29" fmla="*/ 1215981 h 1278123"/>
              <a:gd name="connsiteX30" fmla="*/ 136701 w 536860"/>
              <a:gd name="connsiteY30" fmla="*/ 790931 h 1278123"/>
              <a:gd name="connsiteX31" fmla="*/ 135458 w 536860"/>
              <a:gd name="connsiteY31" fmla="*/ 790931 h 1278123"/>
              <a:gd name="connsiteX32" fmla="*/ 135458 w 536860"/>
              <a:gd name="connsiteY32" fmla="*/ 672862 h 1278123"/>
              <a:gd name="connsiteX33" fmla="*/ 135458 w 536860"/>
              <a:gd name="connsiteY33" fmla="*/ 669134 h 1278123"/>
              <a:gd name="connsiteX34" fmla="*/ 135458 w 536860"/>
              <a:gd name="connsiteY34" fmla="*/ 661677 h 1278123"/>
              <a:gd name="connsiteX35" fmla="*/ 135458 w 536860"/>
              <a:gd name="connsiteY35" fmla="*/ 606992 h 1278123"/>
              <a:gd name="connsiteX36" fmla="*/ 136701 w 536860"/>
              <a:gd name="connsiteY36" fmla="*/ 606992 h 1278123"/>
              <a:gd name="connsiteX37" fmla="*/ 136701 w 536860"/>
              <a:gd name="connsiteY37" fmla="*/ 425538 h 1278123"/>
              <a:gd name="connsiteX38" fmla="*/ 111846 w 536860"/>
              <a:gd name="connsiteY38" fmla="*/ 490165 h 1278123"/>
              <a:gd name="connsiteX39" fmla="*/ 105632 w 536860"/>
              <a:gd name="connsiteY39" fmla="*/ 562250 h 1278123"/>
              <a:gd name="connsiteX40" fmla="*/ 105632 w 536860"/>
              <a:gd name="connsiteY40" fmla="*/ 645520 h 1278123"/>
              <a:gd name="connsiteX41" fmla="*/ 103147 w 536860"/>
              <a:gd name="connsiteY41" fmla="*/ 659191 h 1278123"/>
              <a:gd name="connsiteX42" fmla="*/ 63379 w 536860"/>
              <a:gd name="connsiteY42" fmla="*/ 696476 h 1278123"/>
              <a:gd name="connsiteX43" fmla="*/ 53438 w 536860"/>
              <a:gd name="connsiteY43" fmla="*/ 697719 h 1278123"/>
              <a:gd name="connsiteX44" fmla="*/ 29826 w 536860"/>
              <a:gd name="connsiteY44" fmla="*/ 691505 h 1278123"/>
              <a:gd name="connsiteX45" fmla="*/ 0 w 536860"/>
              <a:gd name="connsiteY45" fmla="*/ 645520 h 1278123"/>
              <a:gd name="connsiteX46" fmla="*/ 0 w 536860"/>
              <a:gd name="connsiteY46" fmla="*/ 569707 h 1278123"/>
              <a:gd name="connsiteX47" fmla="*/ 6214 w 536860"/>
              <a:gd name="connsiteY47" fmla="*/ 466552 h 1278123"/>
              <a:gd name="connsiteX48" fmla="*/ 38525 w 536860"/>
              <a:gd name="connsiteY48" fmla="*/ 383282 h 1278123"/>
              <a:gd name="connsiteX49" fmla="*/ 136701 w 536860"/>
              <a:gd name="connsiteY49" fmla="*/ 277640 h 1278123"/>
              <a:gd name="connsiteX50" fmla="*/ 223692 w 536860"/>
              <a:gd name="connsiteY50" fmla="*/ 247812 h 1278123"/>
              <a:gd name="connsiteX51" fmla="*/ 268434 w 536860"/>
              <a:gd name="connsiteY51" fmla="*/ 0 h 1278123"/>
              <a:gd name="connsiteX52" fmla="*/ 372143 w 536860"/>
              <a:gd name="connsiteY52" fmla="*/ 103708 h 1278123"/>
              <a:gd name="connsiteX53" fmla="*/ 268434 w 536860"/>
              <a:gd name="connsiteY53" fmla="*/ 207417 h 1278123"/>
              <a:gd name="connsiteX54" fmla="*/ 164725 w 536860"/>
              <a:gd name="connsiteY54" fmla="*/ 103708 h 1278123"/>
              <a:gd name="connsiteX55" fmla="*/ 268434 w 536860"/>
              <a:gd name="connsiteY55" fmla="*/ 0 h 127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36860" h="1278123">
                <a:moveTo>
                  <a:pt x="223692" y="247812"/>
                </a:moveTo>
                <a:cubicBezTo>
                  <a:pt x="249789" y="241598"/>
                  <a:pt x="279615" y="241598"/>
                  <a:pt x="306955" y="247812"/>
                </a:cubicBezTo>
                <a:cubicBezTo>
                  <a:pt x="342994" y="250298"/>
                  <a:pt x="374063" y="260241"/>
                  <a:pt x="401403" y="275155"/>
                </a:cubicBezTo>
                <a:cubicBezTo>
                  <a:pt x="444898" y="298769"/>
                  <a:pt x="475967" y="336054"/>
                  <a:pt x="498336" y="379553"/>
                </a:cubicBezTo>
                <a:cubicBezTo>
                  <a:pt x="512006" y="405653"/>
                  <a:pt x="523190" y="434238"/>
                  <a:pt x="530647" y="462823"/>
                </a:cubicBezTo>
                <a:cubicBezTo>
                  <a:pt x="530647" y="466552"/>
                  <a:pt x="536860" y="512536"/>
                  <a:pt x="536860" y="567221"/>
                </a:cubicBezTo>
                <a:lnTo>
                  <a:pt x="536860" y="643034"/>
                </a:lnTo>
                <a:cubicBezTo>
                  <a:pt x="536860" y="662920"/>
                  <a:pt x="524433" y="681562"/>
                  <a:pt x="505792" y="690262"/>
                </a:cubicBezTo>
                <a:cubicBezTo>
                  <a:pt x="500821" y="692748"/>
                  <a:pt x="493365" y="695233"/>
                  <a:pt x="484666" y="695233"/>
                </a:cubicBezTo>
                <a:cubicBezTo>
                  <a:pt x="480937" y="695233"/>
                  <a:pt x="477209" y="693991"/>
                  <a:pt x="473481" y="693991"/>
                </a:cubicBezTo>
                <a:cubicBezTo>
                  <a:pt x="453597" y="690262"/>
                  <a:pt x="437442" y="677834"/>
                  <a:pt x="433714" y="655463"/>
                </a:cubicBezTo>
                <a:cubicBezTo>
                  <a:pt x="432471" y="651734"/>
                  <a:pt x="432471" y="646763"/>
                  <a:pt x="432471" y="643034"/>
                </a:cubicBezTo>
                <a:lnTo>
                  <a:pt x="432471" y="559764"/>
                </a:lnTo>
                <a:cubicBezTo>
                  <a:pt x="432471" y="527450"/>
                  <a:pt x="427500" y="500108"/>
                  <a:pt x="425015" y="488923"/>
                </a:cubicBezTo>
                <a:cubicBezTo>
                  <a:pt x="420044" y="465309"/>
                  <a:pt x="412587" y="441695"/>
                  <a:pt x="401403" y="423052"/>
                </a:cubicBezTo>
                <a:lnTo>
                  <a:pt x="401403" y="587107"/>
                </a:lnTo>
                <a:cubicBezTo>
                  <a:pt x="401403" y="610721"/>
                  <a:pt x="401403" y="633092"/>
                  <a:pt x="401403" y="656705"/>
                </a:cubicBezTo>
                <a:cubicBezTo>
                  <a:pt x="401403" y="656705"/>
                  <a:pt x="401403" y="656705"/>
                  <a:pt x="401403" y="657948"/>
                </a:cubicBezTo>
                <a:lnTo>
                  <a:pt x="402645" y="708905"/>
                </a:lnTo>
                <a:lnTo>
                  <a:pt x="402645" y="753646"/>
                </a:lnTo>
                <a:cubicBezTo>
                  <a:pt x="402645" y="754889"/>
                  <a:pt x="402645" y="756132"/>
                  <a:pt x="402645" y="757375"/>
                </a:cubicBezTo>
                <a:lnTo>
                  <a:pt x="402645" y="790931"/>
                </a:lnTo>
                <a:lnTo>
                  <a:pt x="402645" y="1215981"/>
                </a:lnTo>
                <a:cubicBezTo>
                  <a:pt x="402645" y="1249538"/>
                  <a:pt x="375305" y="1278123"/>
                  <a:pt x="340509" y="1278123"/>
                </a:cubicBezTo>
                <a:cubicBezTo>
                  <a:pt x="306955" y="1278123"/>
                  <a:pt x="278372" y="1249538"/>
                  <a:pt x="278372" y="1215981"/>
                </a:cubicBezTo>
                <a:lnTo>
                  <a:pt x="278372" y="790931"/>
                </a:lnTo>
                <a:cubicBezTo>
                  <a:pt x="272158" y="790931"/>
                  <a:pt x="265945" y="790931"/>
                  <a:pt x="260974" y="790931"/>
                </a:cubicBezTo>
                <a:lnTo>
                  <a:pt x="260974" y="1215981"/>
                </a:lnTo>
                <a:cubicBezTo>
                  <a:pt x="260974" y="1249538"/>
                  <a:pt x="232391" y="1278123"/>
                  <a:pt x="197595" y="1278123"/>
                </a:cubicBezTo>
                <a:cubicBezTo>
                  <a:pt x="164041" y="1278123"/>
                  <a:pt x="136701" y="1249538"/>
                  <a:pt x="136701" y="1215981"/>
                </a:cubicBezTo>
                <a:lnTo>
                  <a:pt x="136701" y="790931"/>
                </a:lnTo>
                <a:lnTo>
                  <a:pt x="135458" y="790931"/>
                </a:lnTo>
                <a:cubicBezTo>
                  <a:pt x="135458" y="751161"/>
                  <a:pt x="135458" y="711390"/>
                  <a:pt x="135458" y="672862"/>
                </a:cubicBezTo>
                <a:cubicBezTo>
                  <a:pt x="135458" y="671619"/>
                  <a:pt x="135458" y="670377"/>
                  <a:pt x="135458" y="669134"/>
                </a:cubicBezTo>
                <a:cubicBezTo>
                  <a:pt x="135458" y="666648"/>
                  <a:pt x="135458" y="664162"/>
                  <a:pt x="135458" y="661677"/>
                </a:cubicBezTo>
                <a:lnTo>
                  <a:pt x="135458" y="606992"/>
                </a:lnTo>
                <a:lnTo>
                  <a:pt x="136701" y="606992"/>
                </a:lnTo>
                <a:lnTo>
                  <a:pt x="136701" y="425538"/>
                </a:lnTo>
                <a:cubicBezTo>
                  <a:pt x="125516" y="445423"/>
                  <a:pt x="118060" y="467794"/>
                  <a:pt x="111846" y="490165"/>
                </a:cubicBezTo>
                <a:cubicBezTo>
                  <a:pt x="109361" y="503837"/>
                  <a:pt x="105632" y="529936"/>
                  <a:pt x="105632" y="562250"/>
                </a:cubicBezTo>
                <a:lnTo>
                  <a:pt x="105632" y="645520"/>
                </a:lnTo>
                <a:cubicBezTo>
                  <a:pt x="105632" y="649248"/>
                  <a:pt x="104390" y="654220"/>
                  <a:pt x="103147" y="659191"/>
                </a:cubicBezTo>
                <a:cubicBezTo>
                  <a:pt x="99419" y="681562"/>
                  <a:pt x="83263" y="693991"/>
                  <a:pt x="63379" y="696476"/>
                </a:cubicBezTo>
                <a:cubicBezTo>
                  <a:pt x="60894" y="697719"/>
                  <a:pt x="55923" y="697719"/>
                  <a:pt x="53438" y="697719"/>
                </a:cubicBezTo>
                <a:cubicBezTo>
                  <a:pt x="44738" y="697719"/>
                  <a:pt x="37282" y="696476"/>
                  <a:pt x="29826" y="691505"/>
                </a:cubicBezTo>
                <a:cubicBezTo>
                  <a:pt x="12427" y="684048"/>
                  <a:pt x="0" y="666648"/>
                  <a:pt x="0" y="645520"/>
                </a:cubicBezTo>
                <a:lnTo>
                  <a:pt x="0" y="569707"/>
                </a:lnTo>
                <a:cubicBezTo>
                  <a:pt x="0" y="515022"/>
                  <a:pt x="6214" y="469037"/>
                  <a:pt x="6214" y="466552"/>
                </a:cubicBezTo>
                <a:cubicBezTo>
                  <a:pt x="13670" y="436723"/>
                  <a:pt x="24855" y="408138"/>
                  <a:pt x="38525" y="383282"/>
                </a:cubicBezTo>
                <a:cubicBezTo>
                  <a:pt x="60894" y="338539"/>
                  <a:pt x="93205" y="301254"/>
                  <a:pt x="136701" y="277640"/>
                </a:cubicBezTo>
                <a:cubicBezTo>
                  <a:pt x="161555" y="262726"/>
                  <a:pt x="190138" y="252784"/>
                  <a:pt x="223692" y="247812"/>
                </a:cubicBezTo>
                <a:close/>
                <a:moveTo>
                  <a:pt x="268434" y="0"/>
                </a:moveTo>
                <a:cubicBezTo>
                  <a:pt x="326461" y="0"/>
                  <a:pt x="372143" y="45681"/>
                  <a:pt x="372143" y="103708"/>
                </a:cubicBezTo>
                <a:cubicBezTo>
                  <a:pt x="372143" y="160501"/>
                  <a:pt x="326461" y="207417"/>
                  <a:pt x="268434" y="207417"/>
                </a:cubicBezTo>
                <a:cubicBezTo>
                  <a:pt x="211641" y="207417"/>
                  <a:pt x="164725" y="160501"/>
                  <a:pt x="164725" y="103708"/>
                </a:cubicBezTo>
                <a:cubicBezTo>
                  <a:pt x="164725" y="45681"/>
                  <a:pt x="211641" y="0"/>
                  <a:pt x="2684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66CFBE14-F547-CB41-BD2D-242CA8676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999" y="7673393"/>
            <a:ext cx="536860" cy="1278123"/>
          </a:xfrm>
          <a:custGeom>
            <a:avLst/>
            <a:gdLst>
              <a:gd name="connsiteX0" fmla="*/ 222449 w 536860"/>
              <a:gd name="connsiteY0" fmla="*/ 247812 h 1278123"/>
              <a:gd name="connsiteX1" fmla="*/ 306955 w 536860"/>
              <a:gd name="connsiteY1" fmla="*/ 247812 h 1278123"/>
              <a:gd name="connsiteX2" fmla="*/ 400160 w 536860"/>
              <a:gd name="connsiteY2" fmla="*/ 275155 h 1278123"/>
              <a:gd name="connsiteX3" fmla="*/ 498336 w 536860"/>
              <a:gd name="connsiteY3" fmla="*/ 379553 h 1278123"/>
              <a:gd name="connsiteX4" fmla="*/ 530647 w 536860"/>
              <a:gd name="connsiteY4" fmla="*/ 462823 h 1278123"/>
              <a:gd name="connsiteX5" fmla="*/ 536860 w 536860"/>
              <a:gd name="connsiteY5" fmla="*/ 567221 h 1278123"/>
              <a:gd name="connsiteX6" fmla="*/ 536860 w 536860"/>
              <a:gd name="connsiteY6" fmla="*/ 643034 h 1278123"/>
              <a:gd name="connsiteX7" fmla="*/ 507035 w 536860"/>
              <a:gd name="connsiteY7" fmla="*/ 690262 h 1278123"/>
              <a:gd name="connsiteX8" fmla="*/ 483423 w 536860"/>
              <a:gd name="connsiteY8" fmla="*/ 695233 h 1278123"/>
              <a:gd name="connsiteX9" fmla="*/ 473481 w 536860"/>
              <a:gd name="connsiteY9" fmla="*/ 693991 h 1278123"/>
              <a:gd name="connsiteX10" fmla="*/ 433714 w 536860"/>
              <a:gd name="connsiteY10" fmla="*/ 655463 h 1278123"/>
              <a:gd name="connsiteX11" fmla="*/ 431228 w 536860"/>
              <a:gd name="connsiteY11" fmla="*/ 643034 h 1278123"/>
              <a:gd name="connsiteX12" fmla="*/ 431228 w 536860"/>
              <a:gd name="connsiteY12" fmla="*/ 559764 h 1278123"/>
              <a:gd name="connsiteX13" fmla="*/ 425015 w 536860"/>
              <a:gd name="connsiteY13" fmla="*/ 488923 h 1278123"/>
              <a:gd name="connsiteX14" fmla="*/ 400160 w 536860"/>
              <a:gd name="connsiteY14" fmla="*/ 423052 h 1278123"/>
              <a:gd name="connsiteX15" fmla="*/ 400160 w 536860"/>
              <a:gd name="connsiteY15" fmla="*/ 587107 h 1278123"/>
              <a:gd name="connsiteX16" fmla="*/ 401403 w 536860"/>
              <a:gd name="connsiteY16" fmla="*/ 656705 h 1278123"/>
              <a:gd name="connsiteX17" fmla="*/ 401403 w 536860"/>
              <a:gd name="connsiteY17" fmla="*/ 657948 h 1278123"/>
              <a:gd name="connsiteX18" fmla="*/ 401403 w 536860"/>
              <a:gd name="connsiteY18" fmla="*/ 708905 h 1278123"/>
              <a:gd name="connsiteX19" fmla="*/ 402645 w 536860"/>
              <a:gd name="connsiteY19" fmla="*/ 753646 h 1278123"/>
              <a:gd name="connsiteX20" fmla="*/ 402645 w 536860"/>
              <a:gd name="connsiteY20" fmla="*/ 757375 h 1278123"/>
              <a:gd name="connsiteX21" fmla="*/ 402645 w 536860"/>
              <a:gd name="connsiteY21" fmla="*/ 790931 h 1278123"/>
              <a:gd name="connsiteX22" fmla="*/ 402645 w 536860"/>
              <a:gd name="connsiteY22" fmla="*/ 1215981 h 1278123"/>
              <a:gd name="connsiteX23" fmla="*/ 340509 w 536860"/>
              <a:gd name="connsiteY23" fmla="*/ 1278123 h 1278123"/>
              <a:gd name="connsiteX24" fmla="*/ 278372 w 536860"/>
              <a:gd name="connsiteY24" fmla="*/ 1215981 h 1278123"/>
              <a:gd name="connsiteX25" fmla="*/ 278372 w 536860"/>
              <a:gd name="connsiteY25" fmla="*/ 790931 h 1278123"/>
              <a:gd name="connsiteX26" fmla="*/ 259731 w 536860"/>
              <a:gd name="connsiteY26" fmla="*/ 790931 h 1278123"/>
              <a:gd name="connsiteX27" fmla="*/ 259731 w 536860"/>
              <a:gd name="connsiteY27" fmla="*/ 1215981 h 1278123"/>
              <a:gd name="connsiteX28" fmla="*/ 197595 w 536860"/>
              <a:gd name="connsiteY28" fmla="*/ 1278123 h 1278123"/>
              <a:gd name="connsiteX29" fmla="*/ 135458 w 536860"/>
              <a:gd name="connsiteY29" fmla="*/ 1215981 h 1278123"/>
              <a:gd name="connsiteX30" fmla="*/ 135458 w 536860"/>
              <a:gd name="connsiteY30" fmla="*/ 790931 h 1278123"/>
              <a:gd name="connsiteX31" fmla="*/ 135458 w 536860"/>
              <a:gd name="connsiteY31" fmla="*/ 672862 h 1278123"/>
              <a:gd name="connsiteX32" fmla="*/ 135458 w 536860"/>
              <a:gd name="connsiteY32" fmla="*/ 669134 h 1278123"/>
              <a:gd name="connsiteX33" fmla="*/ 135458 w 536860"/>
              <a:gd name="connsiteY33" fmla="*/ 661677 h 1278123"/>
              <a:gd name="connsiteX34" fmla="*/ 135458 w 536860"/>
              <a:gd name="connsiteY34" fmla="*/ 606992 h 1278123"/>
              <a:gd name="connsiteX35" fmla="*/ 135458 w 536860"/>
              <a:gd name="connsiteY35" fmla="*/ 425538 h 1278123"/>
              <a:gd name="connsiteX36" fmla="*/ 111846 w 536860"/>
              <a:gd name="connsiteY36" fmla="*/ 490165 h 1278123"/>
              <a:gd name="connsiteX37" fmla="*/ 104390 w 536860"/>
              <a:gd name="connsiteY37" fmla="*/ 562250 h 1278123"/>
              <a:gd name="connsiteX38" fmla="*/ 104390 w 536860"/>
              <a:gd name="connsiteY38" fmla="*/ 645520 h 1278123"/>
              <a:gd name="connsiteX39" fmla="*/ 101904 w 536860"/>
              <a:gd name="connsiteY39" fmla="*/ 659191 h 1278123"/>
              <a:gd name="connsiteX40" fmla="*/ 62137 w 536860"/>
              <a:gd name="connsiteY40" fmla="*/ 696476 h 1278123"/>
              <a:gd name="connsiteX41" fmla="*/ 52195 w 536860"/>
              <a:gd name="connsiteY41" fmla="*/ 697719 h 1278123"/>
              <a:gd name="connsiteX42" fmla="*/ 29826 w 536860"/>
              <a:gd name="connsiteY42" fmla="*/ 691505 h 1278123"/>
              <a:gd name="connsiteX43" fmla="*/ 0 w 536860"/>
              <a:gd name="connsiteY43" fmla="*/ 645520 h 1278123"/>
              <a:gd name="connsiteX44" fmla="*/ 0 w 536860"/>
              <a:gd name="connsiteY44" fmla="*/ 569707 h 1278123"/>
              <a:gd name="connsiteX45" fmla="*/ 6214 w 536860"/>
              <a:gd name="connsiteY45" fmla="*/ 466552 h 1278123"/>
              <a:gd name="connsiteX46" fmla="*/ 37282 w 536860"/>
              <a:gd name="connsiteY46" fmla="*/ 383282 h 1278123"/>
              <a:gd name="connsiteX47" fmla="*/ 135458 w 536860"/>
              <a:gd name="connsiteY47" fmla="*/ 277640 h 1278123"/>
              <a:gd name="connsiteX48" fmla="*/ 222449 w 536860"/>
              <a:gd name="connsiteY48" fmla="*/ 247812 h 1278123"/>
              <a:gd name="connsiteX49" fmla="*/ 267809 w 536860"/>
              <a:gd name="connsiteY49" fmla="*/ 0 h 1278123"/>
              <a:gd name="connsiteX50" fmla="*/ 372135 w 536860"/>
              <a:gd name="connsiteY50" fmla="*/ 103708 h 1278123"/>
              <a:gd name="connsiteX51" fmla="*/ 267809 w 536860"/>
              <a:gd name="connsiteY51" fmla="*/ 207417 h 1278123"/>
              <a:gd name="connsiteX52" fmla="*/ 164725 w 536860"/>
              <a:gd name="connsiteY52" fmla="*/ 103708 h 1278123"/>
              <a:gd name="connsiteX53" fmla="*/ 267809 w 536860"/>
              <a:gd name="connsiteY53" fmla="*/ 0 h 127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536860" h="1278123">
                <a:moveTo>
                  <a:pt x="222449" y="247812"/>
                </a:moveTo>
                <a:cubicBezTo>
                  <a:pt x="248547" y="241598"/>
                  <a:pt x="279615" y="241598"/>
                  <a:pt x="306955" y="247812"/>
                </a:cubicBezTo>
                <a:cubicBezTo>
                  <a:pt x="342994" y="250298"/>
                  <a:pt x="374063" y="260241"/>
                  <a:pt x="400160" y="275155"/>
                </a:cubicBezTo>
                <a:cubicBezTo>
                  <a:pt x="443656" y="298769"/>
                  <a:pt x="474724" y="336054"/>
                  <a:pt x="498336" y="379553"/>
                </a:cubicBezTo>
                <a:cubicBezTo>
                  <a:pt x="512006" y="405653"/>
                  <a:pt x="523190" y="434238"/>
                  <a:pt x="530647" y="462823"/>
                </a:cubicBezTo>
                <a:cubicBezTo>
                  <a:pt x="530647" y="466552"/>
                  <a:pt x="536860" y="512536"/>
                  <a:pt x="536860" y="567221"/>
                </a:cubicBezTo>
                <a:lnTo>
                  <a:pt x="536860" y="643034"/>
                </a:lnTo>
                <a:cubicBezTo>
                  <a:pt x="536860" y="662920"/>
                  <a:pt x="524433" y="681562"/>
                  <a:pt x="507035" y="690262"/>
                </a:cubicBezTo>
                <a:cubicBezTo>
                  <a:pt x="499579" y="692748"/>
                  <a:pt x="492122" y="695233"/>
                  <a:pt x="483423" y="695233"/>
                </a:cubicBezTo>
                <a:cubicBezTo>
                  <a:pt x="479695" y="695233"/>
                  <a:pt x="475967" y="693991"/>
                  <a:pt x="473481" y="693991"/>
                </a:cubicBezTo>
                <a:cubicBezTo>
                  <a:pt x="453597" y="690262"/>
                  <a:pt x="437442" y="677834"/>
                  <a:pt x="433714" y="655463"/>
                </a:cubicBezTo>
                <a:cubicBezTo>
                  <a:pt x="432471" y="651734"/>
                  <a:pt x="431228" y="646763"/>
                  <a:pt x="431228" y="643034"/>
                </a:cubicBezTo>
                <a:lnTo>
                  <a:pt x="431228" y="559764"/>
                </a:lnTo>
                <a:cubicBezTo>
                  <a:pt x="431228" y="527450"/>
                  <a:pt x="427500" y="500108"/>
                  <a:pt x="425015" y="488923"/>
                </a:cubicBezTo>
                <a:cubicBezTo>
                  <a:pt x="418801" y="465309"/>
                  <a:pt x="411345" y="441695"/>
                  <a:pt x="400160" y="423052"/>
                </a:cubicBezTo>
                <a:lnTo>
                  <a:pt x="400160" y="587107"/>
                </a:lnTo>
                <a:cubicBezTo>
                  <a:pt x="401403" y="610721"/>
                  <a:pt x="401403" y="633092"/>
                  <a:pt x="401403" y="656705"/>
                </a:cubicBezTo>
                <a:cubicBezTo>
                  <a:pt x="401403" y="656705"/>
                  <a:pt x="401403" y="656705"/>
                  <a:pt x="401403" y="657948"/>
                </a:cubicBezTo>
                <a:lnTo>
                  <a:pt x="401403" y="708905"/>
                </a:lnTo>
                <a:lnTo>
                  <a:pt x="402645" y="753646"/>
                </a:lnTo>
                <a:cubicBezTo>
                  <a:pt x="402645" y="754889"/>
                  <a:pt x="402645" y="756132"/>
                  <a:pt x="402645" y="757375"/>
                </a:cubicBezTo>
                <a:lnTo>
                  <a:pt x="402645" y="790931"/>
                </a:lnTo>
                <a:lnTo>
                  <a:pt x="402645" y="1215981"/>
                </a:lnTo>
                <a:cubicBezTo>
                  <a:pt x="402645" y="1249538"/>
                  <a:pt x="375305" y="1278123"/>
                  <a:pt x="340509" y="1278123"/>
                </a:cubicBezTo>
                <a:cubicBezTo>
                  <a:pt x="305712" y="1278123"/>
                  <a:pt x="278372" y="1249538"/>
                  <a:pt x="278372" y="1215981"/>
                </a:cubicBezTo>
                <a:lnTo>
                  <a:pt x="278372" y="790931"/>
                </a:lnTo>
                <a:cubicBezTo>
                  <a:pt x="272159" y="790931"/>
                  <a:pt x="265945" y="790931"/>
                  <a:pt x="259731" y="790931"/>
                </a:cubicBezTo>
                <a:lnTo>
                  <a:pt x="259731" y="1215981"/>
                </a:lnTo>
                <a:cubicBezTo>
                  <a:pt x="259731" y="1249538"/>
                  <a:pt x="232391" y="1278123"/>
                  <a:pt x="197595" y="1278123"/>
                </a:cubicBezTo>
                <a:cubicBezTo>
                  <a:pt x="162798" y="1278123"/>
                  <a:pt x="135458" y="1249538"/>
                  <a:pt x="135458" y="1215981"/>
                </a:cubicBezTo>
                <a:lnTo>
                  <a:pt x="135458" y="790931"/>
                </a:lnTo>
                <a:cubicBezTo>
                  <a:pt x="135458" y="751161"/>
                  <a:pt x="135458" y="711390"/>
                  <a:pt x="135458" y="672862"/>
                </a:cubicBezTo>
                <a:cubicBezTo>
                  <a:pt x="135458" y="671619"/>
                  <a:pt x="135458" y="670377"/>
                  <a:pt x="135458" y="669134"/>
                </a:cubicBezTo>
                <a:cubicBezTo>
                  <a:pt x="135458" y="666648"/>
                  <a:pt x="135458" y="664162"/>
                  <a:pt x="135458" y="661677"/>
                </a:cubicBezTo>
                <a:lnTo>
                  <a:pt x="135458" y="606992"/>
                </a:lnTo>
                <a:lnTo>
                  <a:pt x="135458" y="425538"/>
                </a:lnTo>
                <a:cubicBezTo>
                  <a:pt x="124273" y="445423"/>
                  <a:pt x="116817" y="467794"/>
                  <a:pt x="111846" y="490165"/>
                </a:cubicBezTo>
                <a:cubicBezTo>
                  <a:pt x="109361" y="503837"/>
                  <a:pt x="104390" y="529936"/>
                  <a:pt x="104390" y="562250"/>
                </a:cubicBezTo>
                <a:lnTo>
                  <a:pt x="104390" y="645520"/>
                </a:lnTo>
                <a:cubicBezTo>
                  <a:pt x="104390" y="649248"/>
                  <a:pt x="103147" y="654220"/>
                  <a:pt x="101904" y="659191"/>
                </a:cubicBezTo>
                <a:cubicBezTo>
                  <a:pt x="99419" y="681562"/>
                  <a:pt x="82021" y="693991"/>
                  <a:pt x="62137" y="696476"/>
                </a:cubicBezTo>
                <a:cubicBezTo>
                  <a:pt x="59651" y="697719"/>
                  <a:pt x="55923" y="697719"/>
                  <a:pt x="52195" y="697719"/>
                </a:cubicBezTo>
                <a:cubicBezTo>
                  <a:pt x="43496" y="697719"/>
                  <a:pt x="37282" y="696476"/>
                  <a:pt x="29826" y="691505"/>
                </a:cubicBezTo>
                <a:cubicBezTo>
                  <a:pt x="11185" y="684048"/>
                  <a:pt x="0" y="666648"/>
                  <a:pt x="0" y="645520"/>
                </a:cubicBezTo>
                <a:lnTo>
                  <a:pt x="0" y="569707"/>
                </a:lnTo>
                <a:cubicBezTo>
                  <a:pt x="0" y="515022"/>
                  <a:pt x="6214" y="469037"/>
                  <a:pt x="6214" y="466552"/>
                </a:cubicBezTo>
                <a:cubicBezTo>
                  <a:pt x="13670" y="436723"/>
                  <a:pt x="23612" y="408138"/>
                  <a:pt x="37282" y="383282"/>
                </a:cubicBezTo>
                <a:cubicBezTo>
                  <a:pt x="60894" y="338539"/>
                  <a:pt x="93205" y="301254"/>
                  <a:pt x="135458" y="277640"/>
                </a:cubicBezTo>
                <a:cubicBezTo>
                  <a:pt x="160313" y="262726"/>
                  <a:pt x="190138" y="252784"/>
                  <a:pt x="222449" y="247812"/>
                </a:cubicBezTo>
                <a:close/>
                <a:moveTo>
                  <a:pt x="267809" y="0"/>
                </a:moveTo>
                <a:cubicBezTo>
                  <a:pt x="324940" y="0"/>
                  <a:pt x="372135" y="45681"/>
                  <a:pt x="372135" y="103708"/>
                </a:cubicBezTo>
                <a:cubicBezTo>
                  <a:pt x="372135" y="160501"/>
                  <a:pt x="324940" y="207417"/>
                  <a:pt x="267809" y="207417"/>
                </a:cubicBezTo>
                <a:cubicBezTo>
                  <a:pt x="210678" y="207417"/>
                  <a:pt x="164725" y="160501"/>
                  <a:pt x="164725" y="103708"/>
                </a:cubicBezTo>
                <a:cubicBezTo>
                  <a:pt x="164725" y="45681"/>
                  <a:pt x="210678" y="0"/>
                  <a:pt x="267809" y="0"/>
                </a:cubicBezTo>
                <a:close/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594CEE0A-2DF1-DC45-9B55-FA07CABD6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938" y="7673393"/>
            <a:ext cx="536860" cy="1278123"/>
          </a:xfrm>
          <a:custGeom>
            <a:avLst/>
            <a:gdLst>
              <a:gd name="connsiteX0" fmla="*/ 222449 w 536860"/>
              <a:gd name="connsiteY0" fmla="*/ 247812 h 1278123"/>
              <a:gd name="connsiteX1" fmla="*/ 306955 w 536860"/>
              <a:gd name="connsiteY1" fmla="*/ 247812 h 1278123"/>
              <a:gd name="connsiteX2" fmla="*/ 401403 w 536860"/>
              <a:gd name="connsiteY2" fmla="*/ 275155 h 1278123"/>
              <a:gd name="connsiteX3" fmla="*/ 499579 w 536860"/>
              <a:gd name="connsiteY3" fmla="*/ 379553 h 1278123"/>
              <a:gd name="connsiteX4" fmla="*/ 530647 w 536860"/>
              <a:gd name="connsiteY4" fmla="*/ 462823 h 1278123"/>
              <a:gd name="connsiteX5" fmla="*/ 536860 w 536860"/>
              <a:gd name="connsiteY5" fmla="*/ 567221 h 1278123"/>
              <a:gd name="connsiteX6" fmla="*/ 536860 w 536860"/>
              <a:gd name="connsiteY6" fmla="*/ 643034 h 1278123"/>
              <a:gd name="connsiteX7" fmla="*/ 507035 w 536860"/>
              <a:gd name="connsiteY7" fmla="*/ 690262 h 1278123"/>
              <a:gd name="connsiteX8" fmla="*/ 484666 w 536860"/>
              <a:gd name="connsiteY8" fmla="*/ 695233 h 1278123"/>
              <a:gd name="connsiteX9" fmla="*/ 473481 w 536860"/>
              <a:gd name="connsiteY9" fmla="*/ 693991 h 1278123"/>
              <a:gd name="connsiteX10" fmla="*/ 433714 w 536860"/>
              <a:gd name="connsiteY10" fmla="*/ 655463 h 1278123"/>
              <a:gd name="connsiteX11" fmla="*/ 432471 w 536860"/>
              <a:gd name="connsiteY11" fmla="*/ 643034 h 1278123"/>
              <a:gd name="connsiteX12" fmla="*/ 432471 w 536860"/>
              <a:gd name="connsiteY12" fmla="*/ 559764 h 1278123"/>
              <a:gd name="connsiteX13" fmla="*/ 426257 w 536860"/>
              <a:gd name="connsiteY13" fmla="*/ 488923 h 1278123"/>
              <a:gd name="connsiteX14" fmla="*/ 401403 w 536860"/>
              <a:gd name="connsiteY14" fmla="*/ 423052 h 1278123"/>
              <a:gd name="connsiteX15" fmla="*/ 401403 w 536860"/>
              <a:gd name="connsiteY15" fmla="*/ 587107 h 1278123"/>
              <a:gd name="connsiteX16" fmla="*/ 402645 w 536860"/>
              <a:gd name="connsiteY16" fmla="*/ 656705 h 1278123"/>
              <a:gd name="connsiteX17" fmla="*/ 402645 w 536860"/>
              <a:gd name="connsiteY17" fmla="*/ 657948 h 1278123"/>
              <a:gd name="connsiteX18" fmla="*/ 402645 w 536860"/>
              <a:gd name="connsiteY18" fmla="*/ 708905 h 1278123"/>
              <a:gd name="connsiteX19" fmla="*/ 402645 w 536860"/>
              <a:gd name="connsiteY19" fmla="*/ 753646 h 1278123"/>
              <a:gd name="connsiteX20" fmla="*/ 403888 w 536860"/>
              <a:gd name="connsiteY20" fmla="*/ 757375 h 1278123"/>
              <a:gd name="connsiteX21" fmla="*/ 403888 w 536860"/>
              <a:gd name="connsiteY21" fmla="*/ 790931 h 1278123"/>
              <a:gd name="connsiteX22" fmla="*/ 403888 w 536860"/>
              <a:gd name="connsiteY22" fmla="*/ 1215981 h 1278123"/>
              <a:gd name="connsiteX23" fmla="*/ 341752 w 536860"/>
              <a:gd name="connsiteY23" fmla="*/ 1278123 h 1278123"/>
              <a:gd name="connsiteX24" fmla="*/ 279615 w 536860"/>
              <a:gd name="connsiteY24" fmla="*/ 1215981 h 1278123"/>
              <a:gd name="connsiteX25" fmla="*/ 279615 w 536860"/>
              <a:gd name="connsiteY25" fmla="*/ 790931 h 1278123"/>
              <a:gd name="connsiteX26" fmla="*/ 278372 w 536860"/>
              <a:gd name="connsiteY26" fmla="*/ 790931 h 1278123"/>
              <a:gd name="connsiteX27" fmla="*/ 260974 w 536860"/>
              <a:gd name="connsiteY27" fmla="*/ 790931 h 1278123"/>
              <a:gd name="connsiteX28" fmla="*/ 260974 w 536860"/>
              <a:gd name="connsiteY28" fmla="*/ 1215981 h 1278123"/>
              <a:gd name="connsiteX29" fmla="*/ 198837 w 536860"/>
              <a:gd name="connsiteY29" fmla="*/ 1278123 h 1278123"/>
              <a:gd name="connsiteX30" fmla="*/ 136701 w 536860"/>
              <a:gd name="connsiteY30" fmla="*/ 1215981 h 1278123"/>
              <a:gd name="connsiteX31" fmla="*/ 136701 w 536860"/>
              <a:gd name="connsiteY31" fmla="*/ 790931 h 1278123"/>
              <a:gd name="connsiteX32" fmla="*/ 135458 w 536860"/>
              <a:gd name="connsiteY32" fmla="*/ 790931 h 1278123"/>
              <a:gd name="connsiteX33" fmla="*/ 135458 w 536860"/>
              <a:gd name="connsiteY33" fmla="*/ 672862 h 1278123"/>
              <a:gd name="connsiteX34" fmla="*/ 136701 w 536860"/>
              <a:gd name="connsiteY34" fmla="*/ 669134 h 1278123"/>
              <a:gd name="connsiteX35" fmla="*/ 135458 w 536860"/>
              <a:gd name="connsiteY35" fmla="*/ 661677 h 1278123"/>
              <a:gd name="connsiteX36" fmla="*/ 135458 w 536860"/>
              <a:gd name="connsiteY36" fmla="*/ 606992 h 1278123"/>
              <a:gd name="connsiteX37" fmla="*/ 136701 w 536860"/>
              <a:gd name="connsiteY37" fmla="*/ 606992 h 1278123"/>
              <a:gd name="connsiteX38" fmla="*/ 136701 w 536860"/>
              <a:gd name="connsiteY38" fmla="*/ 425538 h 1278123"/>
              <a:gd name="connsiteX39" fmla="*/ 111846 w 536860"/>
              <a:gd name="connsiteY39" fmla="*/ 490165 h 1278123"/>
              <a:gd name="connsiteX40" fmla="*/ 105632 w 536860"/>
              <a:gd name="connsiteY40" fmla="*/ 562250 h 1278123"/>
              <a:gd name="connsiteX41" fmla="*/ 105632 w 536860"/>
              <a:gd name="connsiteY41" fmla="*/ 645520 h 1278123"/>
              <a:gd name="connsiteX42" fmla="*/ 103147 w 536860"/>
              <a:gd name="connsiteY42" fmla="*/ 659191 h 1278123"/>
              <a:gd name="connsiteX43" fmla="*/ 64622 w 536860"/>
              <a:gd name="connsiteY43" fmla="*/ 696476 h 1278123"/>
              <a:gd name="connsiteX44" fmla="*/ 52195 w 536860"/>
              <a:gd name="connsiteY44" fmla="*/ 697719 h 1278123"/>
              <a:gd name="connsiteX45" fmla="*/ 31069 w 536860"/>
              <a:gd name="connsiteY45" fmla="*/ 691505 h 1278123"/>
              <a:gd name="connsiteX46" fmla="*/ 0 w 536860"/>
              <a:gd name="connsiteY46" fmla="*/ 645520 h 1278123"/>
              <a:gd name="connsiteX47" fmla="*/ 0 w 536860"/>
              <a:gd name="connsiteY47" fmla="*/ 569707 h 1278123"/>
              <a:gd name="connsiteX48" fmla="*/ 7457 w 536860"/>
              <a:gd name="connsiteY48" fmla="*/ 466552 h 1278123"/>
              <a:gd name="connsiteX49" fmla="*/ 38525 w 536860"/>
              <a:gd name="connsiteY49" fmla="*/ 383282 h 1278123"/>
              <a:gd name="connsiteX50" fmla="*/ 136701 w 536860"/>
              <a:gd name="connsiteY50" fmla="*/ 277640 h 1278123"/>
              <a:gd name="connsiteX51" fmla="*/ 222449 w 536860"/>
              <a:gd name="connsiteY51" fmla="*/ 247812 h 1278123"/>
              <a:gd name="connsiteX52" fmla="*/ 267809 w 536860"/>
              <a:gd name="connsiteY52" fmla="*/ 0 h 1278123"/>
              <a:gd name="connsiteX53" fmla="*/ 372135 w 536860"/>
              <a:gd name="connsiteY53" fmla="*/ 103708 h 1278123"/>
              <a:gd name="connsiteX54" fmla="*/ 267809 w 536860"/>
              <a:gd name="connsiteY54" fmla="*/ 207417 h 1278123"/>
              <a:gd name="connsiteX55" fmla="*/ 164725 w 536860"/>
              <a:gd name="connsiteY55" fmla="*/ 103708 h 1278123"/>
              <a:gd name="connsiteX56" fmla="*/ 267809 w 536860"/>
              <a:gd name="connsiteY56" fmla="*/ 0 h 127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536860" h="1278123">
                <a:moveTo>
                  <a:pt x="222449" y="247812"/>
                </a:moveTo>
                <a:cubicBezTo>
                  <a:pt x="251032" y="241598"/>
                  <a:pt x="279615" y="241598"/>
                  <a:pt x="306955" y="247812"/>
                </a:cubicBezTo>
                <a:cubicBezTo>
                  <a:pt x="342994" y="250298"/>
                  <a:pt x="374063" y="260241"/>
                  <a:pt x="401403" y="275155"/>
                </a:cubicBezTo>
                <a:cubicBezTo>
                  <a:pt x="443656" y="298769"/>
                  <a:pt x="475967" y="336054"/>
                  <a:pt x="499579" y="379553"/>
                </a:cubicBezTo>
                <a:cubicBezTo>
                  <a:pt x="512006" y="405653"/>
                  <a:pt x="523190" y="434238"/>
                  <a:pt x="530647" y="462823"/>
                </a:cubicBezTo>
                <a:cubicBezTo>
                  <a:pt x="531890" y="466552"/>
                  <a:pt x="536860" y="512536"/>
                  <a:pt x="536860" y="567221"/>
                </a:cubicBezTo>
                <a:lnTo>
                  <a:pt x="536860" y="643034"/>
                </a:lnTo>
                <a:cubicBezTo>
                  <a:pt x="536860" y="662920"/>
                  <a:pt x="524433" y="681562"/>
                  <a:pt x="507035" y="690262"/>
                </a:cubicBezTo>
                <a:cubicBezTo>
                  <a:pt x="500821" y="692748"/>
                  <a:pt x="493365" y="695233"/>
                  <a:pt x="484666" y="695233"/>
                </a:cubicBezTo>
                <a:cubicBezTo>
                  <a:pt x="480938" y="695233"/>
                  <a:pt x="477209" y="693991"/>
                  <a:pt x="473481" y="693991"/>
                </a:cubicBezTo>
                <a:cubicBezTo>
                  <a:pt x="453597" y="690262"/>
                  <a:pt x="437442" y="677834"/>
                  <a:pt x="433714" y="655463"/>
                </a:cubicBezTo>
                <a:cubicBezTo>
                  <a:pt x="433714" y="651734"/>
                  <a:pt x="432471" y="646763"/>
                  <a:pt x="432471" y="643034"/>
                </a:cubicBezTo>
                <a:lnTo>
                  <a:pt x="432471" y="559764"/>
                </a:lnTo>
                <a:cubicBezTo>
                  <a:pt x="432471" y="527450"/>
                  <a:pt x="428743" y="500108"/>
                  <a:pt x="426257" y="488923"/>
                </a:cubicBezTo>
                <a:cubicBezTo>
                  <a:pt x="420044" y="465309"/>
                  <a:pt x="412587" y="441695"/>
                  <a:pt x="401403" y="423052"/>
                </a:cubicBezTo>
                <a:lnTo>
                  <a:pt x="401403" y="587107"/>
                </a:lnTo>
                <a:cubicBezTo>
                  <a:pt x="401403" y="610721"/>
                  <a:pt x="402645" y="633092"/>
                  <a:pt x="402645" y="656705"/>
                </a:cubicBezTo>
                <a:cubicBezTo>
                  <a:pt x="402645" y="656705"/>
                  <a:pt x="402645" y="656705"/>
                  <a:pt x="402645" y="657948"/>
                </a:cubicBezTo>
                <a:lnTo>
                  <a:pt x="402645" y="708905"/>
                </a:lnTo>
                <a:lnTo>
                  <a:pt x="402645" y="753646"/>
                </a:lnTo>
                <a:cubicBezTo>
                  <a:pt x="402645" y="754889"/>
                  <a:pt x="403888" y="756132"/>
                  <a:pt x="403888" y="757375"/>
                </a:cubicBezTo>
                <a:lnTo>
                  <a:pt x="403888" y="790931"/>
                </a:lnTo>
                <a:lnTo>
                  <a:pt x="403888" y="1215981"/>
                </a:lnTo>
                <a:cubicBezTo>
                  <a:pt x="403888" y="1249538"/>
                  <a:pt x="375305" y="1278123"/>
                  <a:pt x="341752" y="1278123"/>
                </a:cubicBezTo>
                <a:cubicBezTo>
                  <a:pt x="306955" y="1278123"/>
                  <a:pt x="279615" y="1249538"/>
                  <a:pt x="279615" y="1215981"/>
                </a:cubicBezTo>
                <a:lnTo>
                  <a:pt x="279615" y="790931"/>
                </a:lnTo>
                <a:lnTo>
                  <a:pt x="278372" y="790931"/>
                </a:lnTo>
                <a:cubicBezTo>
                  <a:pt x="273401" y="790931"/>
                  <a:pt x="267188" y="790931"/>
                  <a:pt x="260974" y="790931"/>
                </a:cubicBezTo>
                <a:lnTo>
                  <a:pt x="260974" y="1215981"/>
                </a:lnTo>
                <a:cubicBezTo>
                  <a:pt x="260974" y="1249538"/>
                  <a:pt x="232391" y="1278123"/>
                  <a:pt x="198837" y="1278123"/>
                </a:cubicBezTo>
                <a:cubicBezTo>
                  <a:pt x="164041" y="1278123"/>
                  <a:pt x="136701" y="1249538"/>
                  <a:pt x="136701" y="1215981"/>
                </a:cubicBezTo>
                <a:lnTo>
                  <a:pt x="136701" y="790931"/>
                </a:lnTo>
                <a:lnTo>
                  <a:pt x="135458" y="790931"/>
                </a:lnTo>
                <a:cubicBezTo>
                  <a:pt x="135458" y="751161"/>
                  <a:pt x="135458" y="711390"/>
                  <a:pt x="135458" y="672862"/>
                </a:cubicBezTo>
                <a:cubicBezTo>
                  <a:pt x="135458" y="671619"/>
                  <a:pt x="136701" y="670377"/>
                  <a:pt x="136701" y="669134"/>
                </a:cubicBezTo>
                <a:cubicBezTo>
                  <a:pt x="136701" y="666648"/>
                  <a:pt x="135458" y="664162"/>
                  <a:pt x="135458" y="661677"/>
                </a:cubicBezTo>
                <a:lnTo>
                  <a:pt x="135458" y="606992"/>
                </a:lnTo>
                <a:lnTo>
                  <a:pt x="136701" y="606992"/>
                </a:lnTo>
                <a:lnTo>
                  <a:pt x="136701" y="425538"/>
                </a:lnTo>
                <a:cubicBezTo>
                  <a:pt x="124273" y="445423"/>
                  <a:pt x="116817" y="467794"/>
                  <a:pt x="111846" y="490165"/>
                </a:cubicBezTo>
                <a:cubicBezTo>
                  <a:pt x="109361" y="503837"/>
                  <a:pt x="105632" y="529936"/>
                  <a:pt x="105632" y="562250"/>
                </a:cubicBezTo>
                <a:lnTo>
                  <a:pt x="105632" y="645520"/>
                </a:lnTo>
                <a:cubicBezTo>
                  <a:pt x="105632" y="649248"/>
                  <a:pt x="104390" y="654220"/>
                  <a:pt x="103147" y="659191"/>
                </a:cubicBezTo>
                <a:cubicBezTo>
                  <a:pt x="100662" y="681562"/>
                  <a:pt x="83263" y="693991"/>
                  <a:pt x="64622" y="696476"/>
                </a:cubicBezTo>
                <a:cubicBezTo>
                  <a:pt x="59651" y="697719"/>
                  <a:pt x="57166" y="697719"/>
                  <a:pt x="52195" y="697719"/>
                </a:cubicBezTo>
                <a:cubicBezTo>
                  <a:pt x="44739" y="697719"/>
                  <a:pt x="37282" y="696476"/>
                  <a:pt x="31069" y="691505"/>
                </a:cubicBezTo>
                <a:cubicBezTo>
                  <a:pt x="13670" y="684048"/>
                  <a:pt x="0" y="666648"/>
                  <a:pt x="0" y="645520"/>
                </a:cubicBezTo>
                <a:lnTo>
                  <a:pt x="0" y="569707"/>
                </a:lnTo>
                <a:cubicBezTo>
                  <a:pt x="0" y="515022"/>
                  <a:pt x="6214" y="469037"/>
                  <a:pt x="7457" y="466552"/>
                </a:cubicBezTo>
                <a:cubicBezTo>
                  <a:pt x="14913" y="436723"/>
                  <a:pt x="24855" y="408138"/>
                  <a:pt x="38525" y="383282"/>
                </a:cubicBezTo>
                <a:cubicBezTo>
                  <a:pt x="60894" y="338539"/>
                  <a:pt x="94448" y="301254"/>
                  <a:pt x="136701" y="277640"/>
                </a:cubicBezTo>
                <a:cubicBezTo>
                  <a:pt x="161555" y="262726"/>
                  <a:pt x="190138" y="252784"/>
                  <a:pt x="222449" y="247812"/>
                </a:cubicBezTo>
                <a:close/>
                <a:moveTo>
                  <a:pt x="267809" y="0"/>
                </a:moveTo>
                <a:cubicBezTo>
                  <a:pt x="326182" y="0"/>
                  <a:pt x="372135" y="45681"/>
                  <a:pt x="372135" y="103708"/>
                </a:cubicBezTo>
                <a:cubicBezTo>
                  <a:pt x="372135" y="160501"/>
                  <a:pt x="326182" y="207417"/>
                  <a:pt x="267809" y="207417"/>
                </a:cubicBezTo>
                <a:cubicBezTo>
                  <a:pt x="210678" y="207417"/>
                  <a:pt x="164725" y="160501"/>
                  <a:pt x="164725" y="103708"/>
                </a:cubicBezTo>
                <a:cubicBezTo>
                  <a:pt x="164725" y="45681"/>
                  <a:pt x="210678" y="0"/>
                  <a:pt x="26780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2DCF8957-A315-BB49-9EF8-D2FD6CE1F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9063" y="7673393"/>
            <a:ext cx="536860" cy="1278123"/>
          </a:xfrm>
          <a:custGeom>
            <a:avLst/>
            <a:gdLst>
              <a:gd name="connsiteX0" fmla="*/ 222449 w 536860"/>
              <a:gd name="connsiteY0" fmla="*/ 247812 h 1278123"/>
              <a:gd name="connsiteX1" fmla="*/ 306955 w 536860"/>
              <a:gd name="connsiteY1" fmla="*/ 247812 h 1278123"/>
              <a:gd name="connsiteX2" fmla="*/ 401403 w 536860"/>
              <a:gd name="connsiteY2" fmla="*/ 275155 h 1278123"/>
              <a:gd name="connsiteX3" fmla="*/ 498336 w 536860"/>
              <a:gd name="connsiteY3" fmla="*/ 379553 h 1278123"/>
              <a:gd name="connsiteX4" fmla="*/ 530647 w 536860"/>
              <a:gd name="connsiteY4" fmla="*/ 462823 h 1278123"/>
              <a:gd name="connsiteX5" fmla="*/ 536860 w 536860"/>
              <a:gd name="connsiteY5" fmla="*/ 567221 h 1278123"/>
              <a:gd name="connsiteX6" fmla="*/ 536860 w 536860"/>
              <a:gd name="connsiteY6" fmla="*/ 643034 h 1278123"/>
              <a:gd name="connsiteX7" fmla="*/ 505792 w 536860"/>
              <a:gd name="connsiteY7" fmla="*/ 690262 h 1278123"/>
              <a:gd name="connsiteX8" fmla="*/ 484666 w 536860"/>
              <a:gd name="connsiteY8" fmla="*/ 695233 h 1278123"/>
              <a:gd name="connsiteX9" fmla="*/ 473481 w 536860"/>
              <a:gd name="connsiteY9" fmla="*/ 693991 h 1278123"/>
              <a:gd name="connsiteX10" fmla="*/ 433714 w 536860"/>
              <a:gd name="connsiteY10" fmla="*/ 655463 h 1278123"/>
              <a:gd name="connsiteX11" fmla="*/ 432471 w 536860"/>
              <a:gd name="connsiteY11" fmla="*/ 643034 h 1278123"/>
              <a:gd name="connsiteX12" fmla="*/ 432471 w 536860"/>
              <a:gd name="connsiteY12" fmla="*/ 559764 h 1278123"/>
              <a:gd name="connsiteX13" fmla="*/ 425015 w 536860"/>
              <a:gd name="connsiteY13" fmla="*/ 488923 h 1278123"/>
              <a:gd name="connsiteX14" fmla="*/ 401403 w 536860"/>
              <a:gd name="connsiteY14" fmla="*/ 423052 h 1278123"/>
              <a:gd name="connsiteX15" fmla="*/ 401403 w 536860"/>
              <a:gd name="connsiteY15" fmla="*/ 587107 h 1278123"/>
              <a:gd name="connsiteX16" fmla="*/ 401403 w 536860"/>
              <a:gd name="connsiteY16" fmla="*/ 656705 h 1278123"/>
              <a:gd name="connsiteX17" fmla="*/ 401403 w 536860"/>
              <a:gd name="connsiteY17" fmla="*/ 657948 h 1278123"/>
              <a:gd name="connsiteX18" fmla="*/ 402645 w 536860"/>
              <a:gd name="connsiteY18" fmla="*/ 708905 h 1278123"/>
              <a:gd name="connsiteX19" fmla="*/ 403888 w 536860"/>
              <a:gd name="connsiteY19" fmla="*/ 753646 h 1278123"/>
              <a:gd name="connsiteX20" fmla="*/ 403888 w 536860"/>
              <a:gd name="connsiteY20" fmla="*/ 757375 h 1278123"/>
              <a:gd name="connsiteX21" fmla="*/ 403888 w 536860"/>
              <a:gd name="connsiteY21" fmla="*/ 790931 h 1278123"/>
              <a:gd name="connsiteX22" fmla="*/ 403888 w 536860"/>
              <a:gd name="connsiteY22" fmla="*/ 1215981 h 1278123"/>
              <a:gd name="connsiteX23" fmla="*/ 340509 w 536860"/>
              <a:gd name="connsiteY23" fmla="*/ 1278123 h 1278123"/>
              <a:gd name="connsiteX24" fmla="*/ 278372 w 536860"/>
              <a:gd name="connsiteY24" fmla="*/ 1215981 h 1278123"/>
              <a:gd name="connsiteX25" fmla="*/ 278372 w 536860"/>
              <a:gd name="connsiteY25" fmla="*/ 790931 h 1278123"/>
              <a:gd name="connsiteX26" fmla="*/ 260974 w 536860"/>
              <a:gd name="connsiteY26" fmla="*/ 790931 h 1278123"/>
              <a:gd name="connsiteX27" fmla="*/ 260974 w 536860"/>
              <a:gd name="connsiteY27" fmla="*/ 1215981 h 1278123"/>
              <a:gd name="connsiteX28" fmla="*/ 197595 w 536860"/>
              <a:gd name="connsiteY28" fmla="*/ 1278123 h 1278123"/>
              <a:gd name="connsiteX29" fmla="*/ 135458 w 536860"/>
              <a:gd name="connsiteY29" fmla="*/ 1215981 h 1278123"/>
              <a:gd name="connsiteX30" fmla="*/ 135458 w 536860"/>
              <a:gd name="connsiteY30" fmla="*/ 790931 h 1278123"/>
              <a:gd name="connsiteX31" fmla="*/ 135458 w 536860"/>
              <a:gd name="connsiteY31" fmla="*/ 672862 h 1278123"/>
              <a:gd name="connsiteX32" fmla="*/ 135458 w 536860"/>
              <a:gd name="connsiteY32" fmla="*/ 669134 h 1278123"/>
              <a:gd name="connsiteX33" fmla="*/ 135458 w 536860"/>
              <a:gd name="connsiteY33" fmla="*/ 661677 h 1278123"/>
              <a:gd name="connsiteX34" fmla="*/ 135458 w 536860"/>
              <a:gd name="connsiteY34" fmla="*/ 606992 h 1278123"/>
              <a:gd name="connsiteX35" fmla="*/ 135458 w 536860"/>
              <a:gd name="connsiteY35" fmla="*/ 425538 h 1278123"/>
              <a:gd name="connsiteX36" fmla="*/ 111846 w 536860"/>
              <a:gd name="connsiteY36" fmla="*/ 490165 h 1278123"/>
              <a:gd name="connsiteX37" fmla="*/ 105632 w 536860"/>
              <a:gd name="connsiteY37" fmla="*/ 562250 h 1278123"/>
              <a:gd name="connsiteX38" fmla="*/ 105632 w 536860"/>
              <a:gd name="connsiteY38" fmla="*/ 645520 h 1278123"/>
              <a:gd name="connsiteX39" fmla="*/ 103147 w 536860"/>
              <a:gd name="connsiteY39" fmla="*/ 659191 h 1278123"/>
              <a:gd name="connsiteX40" fmla="*/ 63380 w 536860"/>
              <a:gd name="connsiteY40" fmla="*/ 696476 h 1278123"/>
              <a:gd name="connsiteX41" fmla="*/ 53438 w 536860"/>
              <a:gd name="connsiteY41" fmla="*/ 697719 h 1278123"/>
              <a:gd name="connsiteX42" fmla="*/ 29826 w 536860"/>
              <a:gd name="connsiteY42" fmla="*/ 691505 h 1278123"/>
              <a:gd name="connsiteX43" fmla="*/ 0 w 536860"/>
              <a:gd name="connsiteY43" fmla="*/ 645520 h 1278123"/>
              <a:gd name="connsiteX44" fmla="*/ 0 w 536860"/>
              <a:gd name="connsiteY44" fmla="*/ 569707 h 1278123"/>
              <a:gd name="connsiteX45" fmla="*/ 6214 w 536860"/>
              <a:gd name="connsiteY45" fmla="*/ 466552 h 1278123"/>
              <a:gd name="connsiteX46" fmla="*/ 38525 w 536860"/>
              <a:gd name="connsiteY46" fmla="*/ 383282 h 1278123"/>
              <a:gd name="connsiteX47" fmla="*/ 135458 w 536860"/>
              <a:gd name="connsiteY47" fmla="*/ 277640 h 1278123"/>
              <a:gd name="connsiteX48" fmla="*/ 222449 w 536860"/>
              <a:gd name="connsiteY48" fmla="*/ 247812 h 1278123"/>
              <a:gd name="connsiteX49" fmla="*/ 268434 w 536860"/>
              <a:gd name="connsiteY49" fmla="*/ 0 h 1278123"/>
              <a:gd name="connsiteX50" fmla="*/ 372143 w 536860"/>
              <a:gd name="connsiteY50" fmla="*/ 103708 h 1278123"/>
              <a:gd name="connsiteX51" fmla="*/ 268434 w 536860"/>
              <a:gd name="connsiteY51" fmla="*/ 207417 h 1278123"/>
              <a:gd name="connsiteX52" fmla="*/ 164725 w 536860"/>
              <a:gd name="connsiteY52" fmla="*/ 103708 h 1278123"/>
              <a:gd name="connsiteX53" fmla="*/ 268434 w 536860"/>
              <a:gd name="connsiteY53" fmla="*/ 0 h 127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536860" h="1278123">
                <a:moveTo>
                  <a:pt x="222449" y="247812"/>
                </a:moveTo>
                <a:cubicBezTo>
                  <a:pt x="249789" y="241598"/>
                  <a:pt x="279615" y="241598"/>
                  <a:pt x="306955" y="247812"/>
                </a:cubicBezTo>
                <a:cubicBezTo>
                  <a:pt x="341752" y="250298"/>
                  <a:pt x="374063" y="260241"/>
                  <a:pt x="401403" y="275155"/>
                </a:cubicBezTo>
                <a:cubicBezTo>
                  <a:pt x="443656" y="298769"/>
                  <a:pt x="475967" y="336054"/>
                  <a:pt x="498336" y="379553"/>
                </a:cubicBezTo>
                <a:cubicBezTo>
                  <a:pt x="512006" y="405653"/>
                  <a:pt x="523190" y="434238"/>
                  <a:pt x="530647" y="462823"/>
                </a:cubicBezTo>
                <a:cubicBezTo>
                  <a:pt x="530647" y="466552"/>
                  <a:pt x="536860" y="512536"/>
                  <a:pt x="536860" y="567221"/>
                </a:cubicBezTo>
                <a:lnTo>
                  <a:pt x="536860" y="643034"/>
                </a:lnTo>
                <a:cubicBezTo>
                  <a:pt x="536860" y="662920"/>
                  <a:pt x="524433" y="681562"/>
                  <a:pt x="505792" y="690262"/>
                </a:cubicBezTo>
                <a:cubicBezTo>
                  <a:pt x="499579" y="692748"/>
                  <a:pt x="492122" y="695233"/>
                  <a:pt x="484666" y="695233"/>
                </a:cubicBezTo>
                <a:cubicBezTo>
                  <a:pt x="480938" y="695233"/>
                  <a:pt x="477209" y="693991"/>
                  <a:pt x="473481" y="693991"/>
                </a:cubicBezTo>
                <a:cubicBezTo>
                  <a:pt x="453597" y="690262"/>
                  <a:pt x="437442" y="677834"/>
                  <a:pt x="433714" y="655463"/>
                </a:cubicBezTo>
                <a:cubicBezTo>
                  <a:pt x="432471" y="651734"/>
                  <a:pt x="432471" y="646763"/>
                  <a:pt x="432471" y="643034"/>
                </a:cubicBezTo>
                <a:lnTo>
                  <a:pt x="432471" y="559764"/>
                </a:lnTo>
                <a:cubicBezTo>
                  <a:pt x="432471" y="527450"/>
                  <a:pt x="427500" y="500108"/>
                  <a:pt x="425015" y="488923"/>
                </a:cubicBezTo>
                <a:cubicBezTo>
                  <a:pt x="420044" y="465309"/>
                  <a:pt x="412587" y="441695"/>
                  <a:pt x="401403" y="423052"/>
                </a:cubicBezTo>
                <a:lnTo>
                  <a:pt x="401403" y="587107"/>
                </a:lnTo>
                <a:cubicBezTo>
                  <a:pt x="401403" y="610721"/>
                  <a:pt x="401403" y="633092"/>
                  <a:pt x="401403" y="656705"/>
                </a:cubicBezTo>
                <a:cubicBezTo>
                  <a:pt x="401403" y="656705"/>
                  <a:pt x="401403" y="656705"/>
                  <a:pt x="401403" y="657948"/>
                </a:cubicBezTo>
                <a:lnTo>
                  <a:pt x="402645" y="708905"/>
                </a:lnTo>
                <a:lnTo>
                  <a:pt x="403888" y="753646"/>
                </a:lnTo>
                <a:cubicBezTo>
                  <a:pt x="403888" y="754889"/>
                  <a:pt x="403888" y="756132"/>
                  <a:pt x="403888" y="757375"/>
                </a:cubicBezTo>
                <a:lnTo>
                  <a:pt x="403888" y="790931"/>
                </a:lnTo>
                <a:lnTo>
                  <a:pt x="403888" y="1215981"/>
                </a:lnTo>
                <a:cubicBezTo>
                  <a:pt x="403888" y="1249538"/>
                  <a:pt x="375305" y="1278123"/>
                  <a:pt x="340509" y="1278123"/>
                </a:cubicBezTo>
                <a:cubicBezTo>
                  <a:pt x="306955" y="1278123"/>
                  <a:pt x="278372" y="1249538"/>
                  <a:pt x="278372" y="1215981"/>
                </a:cubicBezTo>
                <a:lnTo>
                  <a:pt x="278372" y="790931"/>
                </a:lnTo>
                <a:cubicBezTo>
                  <a:pt x="272159" y="790931"/>
                  <a:pt x="265945" y="790931"/>
                  <a:pt x="260974" y="790931"/>
                </a:cubicBezTo>
                <a:lnTo>
                  <a:pt x="260974" y="1215981"/>
                </a:lnTo>
                <a:cubicBezTo>
                  <a:pt x="260974" y="1249538"/>
                  <a:pt x="232391" y="1278123"/>
                  <a:pt x="197595" y="1278123"/>
                </a:cubicBezTo>
                <a:cubicBezTo>
                  <a:pt x="164041" y="1278123"/>
                  <a:pt x="135458" y="1249538"/>
                  <a:pt x="135458" y="1215981"/>
                </a:cubicBezTo>
                <a:lnTo>
                  <a:pt x="135458" y="790931"/>
                </a:lnTo>
                <a:cubicBezTo>
                  <a:pt x="135458" y="751161"/>
                  <a:pt x="135458" y="711390"/>
                  <a:pt x="135458" y="672862"/>
                </a:cubicBezTo>
                <a:cubicBezTo>
                  <a:pt x="135458" y="671619"/>
                  <a:pt x="135458" y="670377"/>
                  <a:pt x="135458" y="669134"/>
                </a:cubicBezTo>
                <a:cubicBezTo>
                  <a:pt x="135458" y="666648"/>
                  <a:pt x="135458" y="664162"/>
                  <a:pt x="135458" y="661677"/>
                </a:cubicBezTo>
                <a:lnTo>
                  <a:pt x="135458" y="606992"/>
                </a:lnTo>
                <a:lnTo>
                  <a:pt x="135458" y="425538"/>
                </a:lnTo>
                <a:cubicBezTo>
                  <a:pt x="125516" y="445423"/>
                  <a:pt x="118060" y="467794"/>
                  <a:pt x="111846" y="490165"/>
                </a:cubicBezTo>
                <a:cubicBezTo>
                  <a:pt x="109361" y="503837"/>
                  <a:pt x="105632" y="529936"/>
                  <a:pt x="105632" y="562250"/>
                </a:cubicBezTo>
                <a:lnTo>
                  <a:pt x="105632" y="645520"/>
                </a:lnTo>
                <a:cubicBezTo>
                  <a:pt x="105632" y="649248"/>
                  <a:pt x="104390" y="654220"/>
                  <a:pt x="103147" y="659191"/>
                </a:cubicBezTo>
                <a:cubicBezTo>
                  <a:pt x="99419" y="681562"/>
                  <a:pt x="83263" y="693991"/>
                  <a:pt x="63380" y="696476"/>
                </a:cubicBezTo>
                <a:cubicBezTo>
                  <a:pt x="60894" y="697719"/>
                  <a:pt x="55923" y="697719"/>
                  <a:pt x="53438" y="697719"/>
                </a:cubicBezTo>
                <a:cubicBezTo>
                  <a:pt x="44739" y="697719"/>
                  <a:pt x="37282" y="696476"/>
                  <a:pt x="29826" y="691505"/>
                </a:cubicBezTo>
                <a:cubicBezTo>
                  <a:pt x="12428" y="684048"/>
                  <a:pt x="0" y="666648"/>
                  <a:pt x="0" y="645520"/>
                </a:cubicBezTo>
                <a:lnTo>
                  <a:pt x="0" y="569707"/>
                </a:lnTo>
                <a:cubicBezTo>
                  <a:pt x="0" y="515022"/>
                  <a:pt x="6214" y="469037"/>
                  <a:pt x="6214" y="466552"/>
                </a:cubicBezTo>
                <a:cubicBezTo>
                  <a:pt x="13670" y="436723"/>
                  <a:pt x="24855" y="408138"/>
                  <a:pt x="38525" y="383282"/>
                </a:cubicBezTo>
                <a:cubicBezTo>
                  <a:pt x="60894" y="338539"/>
                  <a:pt x="93205" y="301254"/>
                  <a:pt x="135458" y="277640"/>
                </a:cubicBezTo>
                <a:cubicBezTo>
                  <a:pt x="161555" y="262726"/>
                  <a:pt x="190138" y="252784"/>
                  <a:pt x="222449" y="247812"/>
                </a:cubicBezTo>
                <a:close/>
                <a:moveTo>
                  <a:pt x="268434" y="0"/>
                </a:moveTo>
                <a:cubicBezTo>
                  <a:pt x="326461" y="0"/>
                  <a:pt x="372143" y="45681"/>
                  <a:pt x="372143" y="103708"/>
                </a:cubicBezTo>
                <a:cubicBezTo>
                  <a:pt x="372143" y="160501"/>
                  <a:pt x="326461" y="207417"/>
                  <a:pt x="268434" y="207417"/>
                </a:cubicBezTo>
                <a:cubicBezTo>
                  <a:pt x="211641" y="207417"/>
                  <a:pt x="164725" y="160501"/>
                  <a:pt x="164725" y="103708"/>
                </a:cubicBezTo>
                <a:cubicBezTo>
                  <a:pt x="164725" y="45681"/>
                  <a:pt x="211641" y="0"/>
                  <a:pt x="268434" y="0"/>
                </a:cubicBezTo>
                <a:close/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4850721-4118-FD49-A184-1B76BA2E1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8677" y="7673393"/>
            <a:ext cx="536860" cy="1278123"/>
          </a:xfrm>
          <a:custGeom>
            <a:avLst/>
            <a:gdLst>
              <a:gd name="connsiteX0" fmla="*/ 222449 w 536860"/>
              <a:gd name="connsiteY0" fmla="*/ 247812 h 1278123"/>
              <a:gd name="connsiteX1" fmla="*/ 306955 w 536860"/>
              <a:gd name="connsiteY1" fmla="*/ 247812 h 1278123"/>
              <a:gd name="connsiteX2" fmla="*/ 401402 w 536860"/>
              <a:gd name="connsiteY2" fmla="*/ 275155 h 1278123"/>
              <a:gd name="connsiteX3" fmla="*/ 499578 w 536860"/>
              <a:gd name="connsiteY3" fmla="*/ 379553 h 1278123"/>
              <a:gd name="connsiteX4" fmla="*/ 529404 w 536860"/>
              <a:gd name="connsiteY4" fmla="*/ 462823 h 1278123"/>
              <a:gd name="connsiteX5" fmla="*/ 536860 w 536860"/>
              <a:gd name="connsiteY5" fmla="*/ 567221 h 1278123"/>
              <a:gd name="connsiteX6" fmla="*/ 536860 w 536860"/>
              <a:gd name="connsiteY6" fmla="*/ 643034 h 1278123"/>
              <a:gd name="connsiteX7" fmla="*/ 507035 w 536860"/>
              <a:gd name="connsiteY7" fmla="*/ 690262 h 1278123"/>
              <a:gd name="connsiteX8" fmla="*/ 484666 w 536860"/>
              <a:gd name="connsiteY8" fmla="*/ 695233 h 1278123"/>
              <a:gd name="connsiteX9" fmla="*/ 473481 w 536860"/>
              <a:gd name="connsiteY9" fmla="*/ 693991 h 1278123"/>
              <a:gd name="connsiteX10" fmla="*/ 433713 w 536860"/>
              <a:gd name="connsiteY10" fmla="*/ 655463 h 1278123"/>
              <a:gd name="connsiteX11" fmla="*/ 432471 w 536860"/>
              <a:gd name="connsiteY11" fmla="*/ 643034 h 1278123"/>
              <a:gd name="connsiteX12" fmla="*/ 432471 w 536860"/>
              <a:gd name="connsiteY12" fmla="*/ 559764 h 1278123"/>
              <a:gd name="connsiteX13" fmla="*/ 425014 w 536860"/>
              <a:gd name="connsiteY13" fmla="*/ 488923 h 1278123"/>
              <a:gd name="connsiteX14" fmla="*/ 401402 w 536860"/>
              <a:gd name="connsiteY14" fmla="*/ 423052 h 1278123"/>
              <a:gd name="connsiteX15" fmla="*/ 401402 w 536860"/>
              <a:gd name="connsiteY15" fmla="*/ 587107 h 1278123"/>
              <a:gd name="connsiteX16" fmla="*/ 401402 w 536860"/>
              <a:gd name="connsiteY16" fmla="*/ 656705 h 1278123"/>
              <a:gd name="connsiteX17" fmla="*/ 401402 w 536860"/>
              <a:gd name="connsiteY17" fmla="*/ 657948 h 1278123"/>
              <a:gd name="connsiteX18" fmla="*/ 402645 w 536860"/>
              <a:gd name="connsiteY18" fmla="*/ 708905 h 1278123"/>
              <a:gd name="connsiteX19" fmla="*/ 402645 w 536860"/>
              <a:gd name="connsiteY19" fmla="*/ 753646 h 1278123"/>
              <a:gd name="connsiteX20" fmla="*/ 402645 w 536860"/>
              <a:gd name="connsiteY20" fmla="*/ 757375 h 1278123"/>
              <a:gd name="connsiteX21" fmla="*/ 402645 w 536860"/>
              <a:gd name="connsiteY21" fmla="*/ 790931 h 1278123"/>
              <a:gd name="connsiteX22" fmla="*/ 402645 w 536860"/>
              <a:gd name="connsiteY22" fmla="*/ 1215981 h 1278123"/>
              <a:gd name="connsiteX23" fmla="*/ 340509 w 536860"/>
              <a:gd name="connsiteY23" fmla="*/ 1278123 h 1278123"/>
              <a:gd name="connsiteX24" fmla="*/ 278372 w 536860"/>
              <a:gd name="connsiteY24" fmla="*/ 1215981 h 1278123"/>
              <a:gd name="connsiteX25" fmla="*/ 278372 w 536860"/>
              <a:gd name="connsiteY25" fmla="*/ 790931 h 1278123"/>
              <a:gd name="connsiteX26" fmla="*/ 259731 w 536860"/>
              <a:gd name="connsiteY26" fmla="*/ 790931 h 1278123"/>
              <a:gd name="connsiteX27" fmla="*/ 259731 w 536860"/>
              <a:gd name="connsiteY27" fmla="*/ 1215981 h 1278123"/>
              <a:gd name="connsiteX28" fmla="*/ 197594 w 536860"/>
              <a:gd name="connsiteY28" fmla="*/ 1278123 h 1278123"/>
              <a:gd name="connsiteX29" fmla="*/ 135458 w 536860"/>
              <a:gd name="connsiteY29" fmla="*/ 1215981 h 1278123"/>
              <a:gd name="connsiteX30" fmla="*/ 135458 w 536860"/>
              <a:gd name="connsiteY30" fmla="*/ 790931 h 1278123"/>
              <a:gd name="connsiteX31" fmla="*/ 135458 w 536860"/>
              <a:gd name="connsiteY31" fmla="*/ 672862 h 1278123"/>
              <a:gd name="connsiteX32" fmla="*/ 135458 w 536860"/>
              <a:gd name="connsiteY32" fmla="*/ 669134 h 1278123"/>
              <a:gd name="connsiteX33" fmla="*/ 135458 w 536860"/>
              <a:gd name="connsiteY33" fmla="*/ 661677 h 1278123"/>
              <a:gd name="connsiteX34" fmla="*/ 135458 w 536860"/>
              <a:gd name="connsiteY34" fmla="*/ 606992 h 1278123"/>
              <a:gd name="connsiteX35" fmla="*/ 135458 w 536860"/>
              <a:gd name="connsiteY35" fmla="*/ 425538 h 1278123"/>
              <a:gd name="connsiteX36" fmla="*/ 111846 w 536860"/>
              <a:gd name="connsiteY36" fmla="*/ 490165 h 1278123"/>
              <a:gd name="connsiteX37" fmla="*/ 104389 w 536860"/>
              <a:gd name="connsiteY37" fmla="*/ 562250 h 1278123"/>
              <a:gd name="connsiteX38" fmla="*/ 104389 w 536860"/>
              <a:gd name="connsiteY38" fmla="*/ 645520 h 1278123"/>
              <a:gd name="connsiteX39" fmla="*/ 103147 w 536860"/>
              <a:gd name="connsiteY39" fmla="*/ 659191 h 1278123"/>
              <a:gd name="connsiteX40" fmla="*/ 63379 w 536860"/>
              <a:gd name="connsiteY40" fmla="*/ 696476 h 1278123"/>
              <a:gd name="connsiteX41" fmla="*/ 52195 w 536860"/>
              <a:gd name="connsiteY41" fmla="*/ 697719 h 1278123"/>
              <a:gd name="connsiteX42" fmla="*/ 29826 w 536860"/>
              <a:gd name="connsiteY42" fmla="*/ 691505 h 1278123"/>
              <a:gd name="connsiteX43" fmla="*/ 0 w 536860"/>
              <a:gd name="connsiteY43" fmla="*/ 645520 h 1278123"/>
              <a:gd name="connsiteX44" fmla="*/ 0 w 536860"/>
              <a:gd name="connsiteY44" fmla="*/ 569707 h 1278123"/>
              <a:gd name="connsiteX45" fmla="*/ 6214 w 536860"/>
              <a:gd name="connsiteY45" fmla="*/ 466552 h 1278123"/>
              <a:gd name="connsiteX46" fmla="*/ 37282 w 536860"/>
              <a:gd name="connsiteY46" fmla="*/ 383282 h 1278123"/>
              <a:gd name="connsiteX47" fmla="*/ 135458 w 536860"/>
              <a:gd name="connsiteY47" fmla="*/ 277640 h 1278123"/>
              <a:gd name="connsiteX48" fmla="*/ 222449 w 536860"/>
              <a:gd name="connsiteY48" fmla="*/ 247812 h 1278123"/>
              <a:gd name="connsiteX49" fmla="*/ 269051 w 536860"/>
              <a:gd name="connsiteY49" fmla="*/ 0 h 1278123"/>
              <a:gd name="connsiteX50" fmla="*/ 372135 w 536860"/>
              <a:gd name="connsiteY50" fmla="*/ 103708 h 1278123"/>
              <a:gd name="connsiteX51" fmla="*/ 269051 w 536860"/>
              <a:gd name="connsiteY51" fmla="*/ 207417 h 1278123"/>
              <a:gd name="connsiteX52" fmla="*/ 164725 w 536860"/>
              <a:gd name="connsiteY52" fmla="*/ 103708 h 1278123"/>
              <a:gd name="connsiteX53" fmla="*/ 269051 w 536860"/>
              <a:gd name="connsiteY53" fmla="*/ 0 h 127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536860" h="1278123">
                <a:moveTo>
                  <a:pt x="222449" y="247812"/>
                </a:moveTo>
                <a:cubicBezTo>
                  <a:pt x="249789" y="241598"/>
                  <a:pt x="279615" y="241598"/>
                  <a:pt x="306955" y="247812"/>
                </a:cubicBezTo>
                <a:cubicBezTo>
                  <a:pt x="342994" y="250298"/>
                  <a:pt x="372820" y="260241"/>
                  <a:pt x="401402" y="275155"/>
                </a:cubicBezTo>
                <a:cubicBezTo>
                  <a:pt x="443655" y="298769"/>
                  <a:pt x="475966" y="336054"/>
                  <a:pt x="499578" y="379553"/>
                </a:cubicBezTo>
                <a:cubicBezTo>
                  <a:pt x="513248" y="405653"/>
                  <a:pt x="521947" y="434238"/>
                  <a:pt x="529404" y="462823"/>
                </a:cubicBezTo>
                <a:cubicBezTo>
                  <a:pt x="530647" y="466552"/>
                  <a:pt x="536860" y="512536"/>
                  <a:pt x="536860" y="567221"/>
                </a:cubicBezTo>
                <a:lnTo>
                  <a:pt x="536860" y="643034"/>
                </a:lnTo>
                <a:cubicBezTo>
                  <a:pt x="536860" y="662920"/>
                  <a:pt x="524433" y="681562"/>
                  <a:pt x="507035" y="690262"/>
                </a:cubicBezTo>
                <a:cubicBezTo>
                  <a:pt x="499578" y="692748"/>
                  <a:pt x="492122" y="695233"/>
                  <a:pt x="484666" y="695233"/>
                </a:cubicBezTo>
                <a:cubicBezTo>
                  <a:pt x="480937" y="695233"/>
                  <a:pt x="477209" y="693991"/>
                  <a:pt x="473481" y="693991"/>
                </a:cubicBezTo>
                <a:cubicBezTo>
                  <a:pt x="453597" y="690262"/>
                  <a:pt x="436199" y="677834"/>
                  <a:pt x="433713" y="655463"/>
                </a:cubicBezTo>
                <a:cubicBezTo>
                  <a:pt x="432471" y="651734"/>
                  <a:pt x="432471" y="646763"/>
                  <a:pt x="432471" y="643034"/>
                </a:cubicBezTo>
                <a:lnTo>
                  <a:pt x="432471" y="559764"/>
                </a:lnTo>
                <a:cubicBezTo>
                  <a:pt x="432471" y="527450"/>
                  <a:pt x="427500" y="500108"/>
                  <a:pt x="425014" y="488923"/>
                </a:cubicBezTo>
                <a:cubicBezTo>
                  <a:pt x="418801" y="465309"/>
                  <a:pt x="411344" y="441695"/>
                  <a:pt x="401402" y="423052"/>
                </a:cubicBezTo>
                <a:lnTo>
                  <a:pt x="401402" y="587107"/>
                </a:lnTo>
                <a:cubicBezTo>
                  <a:pt x="401402" y="610721"/>
                  <a:pt x="401402" y="633092"/>
                  <a:pt x="401402" y="656705"/>
                </a:cubicBezTo>
                <a:cubicBezTo>
                  <a:pt x="401402" y="656705"/>
                  <a:pt x="401402" y="656705"/>
                  <a:pt x="401402" y="657948"/>
                </a:cubicBezTo>
                <a:lnTo>
                  <a:pt x="402645" y="708905"/>
                </a:lnTo>
                <a:lnTo>
                  <a:pt x="402645" y="753646"/>
                </a:lnTo>
                <a:cubicBezTo>
                  <a:pt x="402645" y="754889"/>
                  <a:pt x="402645" y="756132"/>
                  <a:pt x="402645" y="757375"/>
                </a:cubicBezTo>
                <a:lnTo>
                  <a:pt x="402645" y="790931"/>
                </a:lnTo>
                <a:lnTo>
                  <a:pt x="402645" y="1215981"/>
                </a:lnTo>
                <a:cubicBezTo>
                  <a:pt x="402645" y="1249538"/>
                  <a:pt x="375305" y="1278123"/>
                  <a:pt x="340509" y="1278123"/>
                </a:cubicBezTo>
                <a:cubicBezTo>
                  <a:pt x="306955" y="1278123"/>
                  <a:pt x="278372" y="1249538"/>
                  <a:pt x="278372" y="1215981"/>
                </a:cubicBezTo>
                <a:lnTo>
                  <a:pt x="278372" y="790931"/>
                </a:lnTo>
                <a:cubicBezTo>
                  <a:pt x="272158" y="790931"/>
                  <a:pt x="265945" y="790931"/>
                  <a:pt x="259731" y="790931"/>
                </a:cubicBezTo>
                <a:lnTo>
                  <a:pt x="259731" y="1215981"/>
                </a:lnTo>
                <a:cubicBezTo>
                  <a:pt x="259731" y="1249538"/>
                  <a:pt x="232391" y="1278123"/>
                  <a:pt x="197594" y="1278123"/>
                </a:cubicBezTo>
                <a:cubicBezTo>
                  <a:pt x="164041" y="1278123"/>
                  <a:pt x="135458" y="1249538"/>
                  <a:pt x="135458" y="1215981"/>
                </a:cubicBezTo>
                <a:lnTo>
                  <a:pt x="135458" y="790931"/>
                </a:lnTo>
                <a:cubicBezTo>
                  <a:pt x="135458" y="751161"/>
                  <a:pt x="135458" y="711390"/>
                  <a:pt x="135458" y="672862"/>
                </a:cubicBezTo>
                <a:cubicBezTo>
                  <a:pt x="135458" y="671619"/>
                  <a:pt x="135458" y="670377"/>
                  <a:pt x="135458" y="669134"/>
                </a:cubicBezTo>
                <a:cubicBezTo>
                  <a:pt x="135458" y="666648"/>
                  <a:pt x="135458" y="664162"/>
                  <a:pt x="135458" y="661677"/>
                </a:cubicBezTo>
                <a:lnTo>
                  <a:pt x="135458" y="606992"/>
                </a:lnTo>
                <a:lnTo>
                  <a:pt x="135458" y="425538"/>
                </a:lnTo>
                <a:cubicBezTo>
                  <a:pt x="125516" y="445423"/>
                  <a:pt x="116817" y="467794"/>
                  <a:pt x="111846" y="490165"/>
                </a:cubicBezTo>
                <a:cubicBezTo>
                  <a:pt x="109360" y="503837"/>
                  <a:pt x="104389" y="529936"/>
                  <a:pt x="104389" y="562250"/>
                </a:cubicBezTo>
                <a:lnTo>
                  <a:pt x="104389" y="645520"/>
                </a:lnTo>
                <a:cubicBezTo>
                  <a:pt x="104389" y="649248"/>
                  <a:pt x="103147" y="654220"/>
                  <a:pt x="103147" y="659191"/>
                </a:cubicBezTo>
                <a:cubicBezTo>
                  <a:pt x="99419" y="681562"/>
                  <a:pt x="83263" y="693991"/>
                  <a:pt x="63379" y="696476"/>
                </a:cubicBezTo>
                <a:cubicBezTo>
                  <a:pt x="59651" y="697719"/>
                  <a:pt x="55923" y="697719"/>
                  <a:pt x="52195" y="697719"/>
                </a:cubicBezTo>
                <a:cubicBezTo>
                  <a:pt x="44738" y="697719"/>
                  <a:pt x="37282" y="696476"/>
                  <a:pt x="29826" y="691505"/>
                </a:cubicBezTo>
                <a:cubicBezTo>
                  <a:pt x="12427" y="684048"/>
                  <a:pt x="0" y="666648"/>
                  <a:pt x="0" y="645520"/>
                </a:cubicBezTo>
                <a:lnTo>
                  <a:pt x="0" y="569707"/>
                </a:lnTo>
                <a:cubicBezTo>
                  <a:pt x="0" y="515022"/>
                  <a:pt x="6214" y="469037"/>
                  <a:pt x="6214" y="466552"/>
                </a:cubicBezTo>
                <a:cubicBezTo>
                  <a:pt x="13670" y="436723"/>
                  <a:pt x="23612" y="408138"/>
                  <a:pt x="37282" y="383282"/>
                </a:cubicBezTo>
                <a:cubicBezTo>
                  <a:pt x="60894" y="338539"/>
                  <a:pt x="93205" y="301254"/>
                  <a:pt x="135458" y="277640"/>
                </a:cubicBezTo>
                <a:cubicBezTo>
                  <a:pt x="160312" y="262726"/>
                  <a:pt x="190138" y="252784"/>
                  <a:pt x="222449" y="247812"/>
                </a:cubicBezTo>
                <a:close/>
                <a:moveTo>
                  <a:pt x="269051" y="0"/>
                </a:moveTo>
                <a:cubicBezTo>
                  <a:pt x="326182" y="0"/>
                  <a:pt x="372135" y="45681"/>
                  <a:pt x="372135" y="103708"/>
                </a:cubicBezTo>
                <a:cubicBezTo>
                  <a:pt x="372135" y="160501"/>
                  <a:pt x="326182" y="207417"/>
                  <a:pt x="269051" y="207417"/>
                </a:cubicBezTo>
                <a:cubicBezTo>
                  <a:pt x="211920" y="207417"/>
                  <a:pt x="164725" y="160501"/>
                  <a:pt x="164725" y="103708"/>
                </a:cubicBezTo>
                <a:cubicBezTo>
                  <a:pt x="164725" y="45681"/>
                  <a:pt x="211920" y="0"/>
                  <a:pt x="269051" y="0"/>
                </a:cubicBezTo>
                <a:close/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34AA9A82-96D8-694A-89A6-9E678AD84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6616" y="7673393"/>
            <a:ext cx="536857" cy="1278123"/>
          </a:xfrm>
          <a:custGeom>
            <a:avLst/>
            <a:gdLst>
              <a:gd name="connsiteX0" fmla="*/ 222964 w 536857"/>
              <a:gd name="connsiteY0" fmla="*/ 247812 h 1278123"/>
              <a:gd name="connsiteX1" fmla="*/ 306420 w 536857"/>
              <a:gd name="connsiteY1" fmla="*/ 247812 h 1278123"/>
              <a:gd name="connsiteX2" fmla="*/ 401086 w 536857"/>
              <a:gd name="connsiteY2" fmla="*/ 275155 h 1278123"/>
              <a:gd name="connsiteX3" fmla="*/ 499489 w 536857"/>
              <a:gd name="connsiteY3" fmla="*/ 379553 h 1278123"/>
              <a:gd name="connsiteX4" fmla="*/ 530629 w 536857"/>
              <a:gd name="connsiteY4" fmla="*/ 462823 h 1278123"/>
              <a:gd name="connsiteX5" fmla="*/ 536857 w 536857"/>
              <a:gd name="connsiteY5" fmla="*/ 567221 h 1278123"/>
              <a:gd name="connsiteX6" fmla="*/ 536857 w 536857"/>
              <a:gd name="connsiteY6" fmla="*/ 643034 h 1278123"/>
              <a:gd name="connsiteX7" fmla="*/ 506963 w 536857"/>
              <a:gd name="connsiteY7" fmla="*/ 690262 h 1278123"/>
              <a:gd name="connsiteX8" fmla="*/ 484542 w 536857"/>
              <a:gd name="connsiteY8" fmla="*/ 695233 h 1278123"/>
              <a:gd name="connsiteX9" fmla="*/ 473331 w 536857"/>
              <a:gd name="connsiteY9" fmla="*/ 693991 h 1278123"/>
              <a:gd name="connsiteX10" fmla="*/ 433472 w 536857"/>
              <a:gd name="connsiteY10" fmla="*/ 655463 h 1278123"/>
              <a:gd name="connsiteX11" fmla="*/ 432226 w 536857"/>
              <a:gd name="connsiteY11" fmla="*/ 643034 h 1278123"/>
              <a:gd name="connsiteX12" fmla="*/ 432226 w 536857"/>
              <a:gd name="connsiteY12" fmla="*/ 559764 h 1278123"/>
              <a:gd name="connsiteX13" fmla="*/ 425998 w 536857"/>
              <a:gd name="connsiteY13" fmla="*/ 488923 h 1278123"/>
              <a:gd name="connsiteX14" fmla="*/ 401086 w 536857"/>
              <a:gd name="connsiteY14" fmla="*/ 423052 h 1278123"/>
              <a:gd name="connsiteX15" fmla="*/ 401086 w 536857"/>
              <a:gd name="connsiteY15" fmla="*/ 587107 h 1278123"/>
              <a:gd name="connsiteX16" fmla="*/ 402332 w 536857"/>
              <a:gd name="connsiteY16" fmla="*/ 656705 h 1278123"/>
              <a:gd name="connsiteX17" fmla="*/ 402332 w 536857"/>
              <a:gd name="connsiteY17" fmla="*/ 657948 h 1278123"/>
              <a:gd name="connsiteX18" fmla="*/ 402332 w 536857"/>
              <a:gd name="connsiteY18" fmla="*/ 708905 h 1278123"/>
              <a:gd name="connsiteX19" fmla="*/ 402332 w 536857"/>
              <a:gd name="connsiteY19" fmla="*/ 753646 h 1278123"/>
              <a:gd name="connsiteX20" fmla="*/ 403577 w 536857"/>
              <a:gd name="connsiteY20" fmla="*/ 757375 h 1278123"/>
              <a:gd name="connsiteX21" fmla="*/ 403577 w 536857"/>
              <a:gd name="connsiteY21" fmla="*/ 790931 h 1278123"/>
              <a:gd name="connsiteX22" fmla="*/ 403577 w 536857"/>
              <a:gd name="connsiteY22" fmla="*/ 1215981 h 1278123"/>
              <a:gd name="connsiteX23" fmla="*/ 341297 w 536857"/>
              <a:gd name="connsiteY23" fmla="*/ 1278123 h 1278123"/>
              <a:gd name="connsiteX24" fmla="*/ 279016 w 536857"/>
              <a:gd name="connsiteY24" fmla="*/ 1215981 h 1278123"/>
              <a:gd name="connsiteX25" fmla="*/ 279016 w 536857"/>
              <a:gd name="connsiteY25" fmla="*/ 790931 h 1278123"/>
              <a:gd name="connsiteX26" fmla="*/ 260332 w 536857"/>
              <a:gd name="connsiteY26" fmla="*/ 790931 h 1278123"/>
              <a:gd name="connsiteX27" fmla="*/ 260332 w 536857"/>
              <a:gd name="connsiteY27" fmla="*/ 1215981 h 1278123"/>
              <a:gd name="connsiteX28" fmla="*/ 198052 w 536857"/>
              <a:gd name="connsiteY28" fmla="*/ 1278123 h 1278123"/>
              <a:gd name="connsiteX29" fmla="*/ 135771 w 536857"/>
              <a:gd name="connsiteY29" fmla="*/ 1215981 h 1278123"/>
              <a:gd name="connsiteX30" fmla="*/ 135771 w 536857"/>
              <a:gd name="connsiteY30" fmla="*/ 790931 h 1278123"/>
              <a:gd name="connsiteX31" fmla="*/ 134526 w 536857"/>
              <a:gd name="connsiteY31" fmla="*/ 790931 h 1278123"/>
              <a:gd name="connsiteX32" fmla="*/ 135771 w 536857"/>
              <a:gd name="connsiteY32" fmla="*/ 672862 h 1278123"/>
              <a:gd name="connsiteX33" fmla="*/ 135771 w 536857"/>
              <a:gd name="connsiteY33" fmla="*/ 669134 h 1278123"/>
              <a:gd name="connsiteX34" fmla="*/ 135771 w 536857"/>
              <a:gd name="connsiteY34" fmla="*/ 661677 h 1278123"/>
              <a:gd name="connsiteX35" fmla="*/ 135771 w 536857"/>
              <a:gd name="connsiteY35" fmla="*/ 606992 h 1278123"/>
              <a:gd name="connsiteX36" fmla="*/ 135771 w 536857"/>
              <a:gd name="connsiteY36" fmla="*/ 425538 h 1278123"/>
              <a:gd name="connsiteX37" fmla="*/ 110859 w 536857"/>
              <a:gd name="connsiteY37" fmla="*/ 490165 h 1278123"/>
              <a:gd name="connsiteX38" fmla="*/ 104631 w 536857"/>
              <a:gd name="connsiteY38" fmla="*/ 562250 h 1278123"/>
              <a:gd name="connsiteX39" fmla="*/ 104631 w 536857"/>
              <a:gd name="connsiteY39" fmla="*/ 645520 h 1278123"/>
              <a:gd name="connsiteX40" fmla="*/ 102140 w 536857"/>
              <a:gd name="connsiteY40" fmla="*/ 659191 h 1278123"/>
              <a:gd name="connsiteX41" fmla="*/ 63526 w 536857"/>
              <a:gd name="connsiteY41" fmla="*/ 696476 h 1278123"/>
              <a:gd name="connsiteX42" fmla="*/ 52316 w 536857"/>
              <a:gd name="connsiteY42" fmla="*/ 697719 h 1278123"/>
              <a:gd name="connsiteX43" fmla="*/ 28649 w 536857"/>
              <a:gd name="connsiteY43" fmla="*/ 691505 h 1278123"/>
              <a:gd name="connsiteX44" fmla="*/ 0 w 536857"/>
              <a:gd name="connsiteY44" fmla="*/ 645520 h 1278123"/>
              <a:gd name="connsiteX45" fmla="*/ 0 w 536857"/>
              <a:gd name="connsiteY45" fmla="*/ 569707 h 1278123"/>
              <a:gd name="connsiteX46" fmla="*/ 6228 w 536857"/>
              <a:gd name="connsiteY46" fmla="*/ 466552 h 1278123"/>
              <a:gd name="connsiteX47" fmla="*/ 37368 w 536857"/>
              <a:gd name="connsiteY47" fmla="*/ 383282 h 1278123"/>
              <a:gd name="connsiteX48" fmla="*/ 135771 w 536857"/>
              <a:gd name="connsiteY48" fmla="*/ 277640 h 1278123"/>
              <a:gd name="connsiteX49" fmla="*/ 222964 w 536857"/>
              <a:gd name="connsiteY49" fmla="*/ 247812 h 1278123"/>
              <a:gd name="connsiteX50" fmla="*/ 269051 w 536857"/>
              <a:gd name="connsiteY50" fmla="*/ 0 h 1278123"/>
              <a:gd name="connsiteX51" fmla="*/ 372135 w 536857"/>
              <a:gd name="connsiteY51" fmla="*/ 103708 h 1278123"/>
              <a:gd name="connsiteX52" fmla="*/ 269051 w 536857"/>
              <a:gd name="connsiteY52" fmla="*/ 207417 h 1278123"/>
              <a:gd name="connsiteX53" fmla="*/ 164725 w 536857"/>
              <a:gd name="connsiteY53" fmla="*/ 103708 h 1278123"/>
              <a:gd name="connsiteX54" fmla="*/ 269051 w 536857"/>
              <a:gd name="connsiteY54" fmla="*/ 0 h 127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536857" h="1278123">
                <a:moveTo>
                  <a:pt x="222964" y="247812"/>
                </a:moveTo>
                <a:cubicBezTo>
                  <a:pt x="249122" y="241598"/>
                  <a:pt x="279016" y="241598"/>
                  <a:pt x="306420" y="247812"/>
                </a:cubicBezTo>
                <a:cubicBezTo>
                  <a:pt x="342542" y="250298"/>
                  <a:pt x="373683" y="260241"/>
                  <a:pt x="401086" y="275155"/>
                </a:cubicBezTo>
                <a:cubicBezTo>
                  <a:pt x="443437" y="298769"/>
                  <a:pt x="477068" y="336054"/>
                  <a:pt x="499489" y="379553"/>
                </a:cubicBezTo>
                <a:cubicBezTo>
                  <a:pt x="513191" y="405653"/>
                  <a:pt x="523156" y="434238"/>
                  <a:pt x="530629" y="462823"/>
                </a:cubicBezTo>
                <a:cubicBezTo>
                  <a:pt x="531875" y="466552"/>
                  <a:pt x="536857" y="512536"/>
                  <a:pt x="536857" y="567221"/>
                </a:cubicBezTo>
                <a:lnTo>
                  <a:pt x="536857" y="643034"/>
                </a:lnTo>
                <a:cubicBezTo>
                  <a:pt x="536857" y="662920"/>
                  <a:pt x="524401" y="681562"/>
                  <a:pt x="506963" y="690262"/>
                </a:cubicBezTo>
                <a:cubicBezTo>
                  <a:pt x="500735" y="692748"/>
                  <a:pt x="492015" y="695233"/>
                  <a:pt x="484542" y="695233"/>
                </a:cubicBezTo>
                <a:cubicBezTo>
                  <a:pt x="480805" y="695233"/>
                  <a:pt x="477068" y="693991"/>
                  <a:pt x="473331" y="693991"/>
                </a:cubicBezTo>
                <a:cubicBezTo>
                  <a:pt x="453402" y="690262"/>
                  <a:pt x="437209" y="677834"/>
                  <a:pt x="433472" y="655463"/>
                </a:cubicBezTo>
                <a:cubicBezTo>
                  <a:pt x="433472" y="651734"/>
                  <a:pt x="432226" y="646763"/>
                  <a:pt x="432226" y="643034"/>
                </a:cubicBezTo>
                <a:lnTo>
                  <a:pt x="432226" y="559764"/>
                </a:lnTo>
                <a:cubicBezTo>
                  <a:pt x="432226" y="527450"/>
                  <a:pt x="427244" y="500108"/>
                  <a:pt x="425998" y="488923"/>
                </a:cubicBezTo>
                <a:cubicBezTo>
                  <a:pt x="419770" y="465309"/>
                  <a:pt x="412296" y="441695"/>
                  <a:pt x="401086" y="423052"/>
                </a:cubicBezTo>
                <a:lnTo>
                  <a:pt x="401086" y="587107"/>
                </a:lnTo>
                <a:cubicBezTo>
                  <a:pt x="402332" y="610721"/>
                  <a:pt x="402332" y="633092"/>
                  <a:pt x="402332" y="656705"/>
                </a:cubicBezTo>
                <a:cubicBezTo>
                  <a:pt x="402332" y="656705"/>
                  <a:pt x="402332" y="656705"/>
                  <a:pt x="402332" y="657948"/>
                </a:cubicBezTo>
                <a:lnTo>
                  <a:pt x="402332" y="708905"/>
                </a:lnTo>
                <a:lnTo>
                  <a:pt x="402332" y="753646"/>
                </a:lnTo>
                <a:cubicBezTo>
                  <a:pt x="402332" y="754889"/>
                  <a:pt x="403577" y="756132"/>
                  <a:pt x="403577" y="757375"/>
                </a:cubicBezTo>
                <a:lnTo>
                  <a:pt x="403577" y="790931"/>
                </a:lnTo>
                <a:lnTo>
                  <a:pt x="403577" y="1215981"/>
                </a:lnTo>
                <a:cubicBezTo>
                  <a:pt x="403577" y="1249538"/>
                  <a:pt x="374928" y="1278123"/>
                  <a:pt x="341297" y="1278123"/>
                </a:cubicBezTo>
                <a:cubicBezTo>
                  <a:pt x="306420" y="1278123"/>
                  <a:pt x="279016" y="1249538"/>
                  <a:pt x="279016" y="1215981"/>
                </a:cubicBezTo>
                <a:lnTo>
                  <a:pt x="279016" y="790931"/>
                </a:lnTo>
                <a:cubicBezTo>
                  <a:pt x="272788" y="790931"/>
                  <a:pt x="266560" y="790931"/>
                  <a:pt x="260332" y="790931"/>
                </a:cubicBezTo>
                <a:lnTo>
                  <a:pt x="260332" y="1215981"/>
                </a:lnTo>
                <a:cubicBezTo>
                  <a:pt x="260332" y="1249538"/>
                  <a:pt x="231683" y="1278123"/>
                  <a:pt x="198052" y="1278123"/>
                </a:cubicBezTo>
                <a:cubicBezTo>
                  <a:pt x="163175" y="1278123"/>
                  <a:pt x="135771" y="1249538"/>
                  <a:pt x="135771" y="1215981"/>
                </a:cubicBezTo>
                <a:lnTo>
                  <a:pt x="135771" y="790931"/>
                </a:lnTo>
                <a:lnTo>
                  <a:pt x="134526" y="790931"/>
                </a:lnTo>
                <a:cubicBezTo>
                  <a:pt x="135771" y="751161"/>
                  <a:pt x="135771" y="711390"/>
                  <a:pt x="135771" y="672862"/>
                </a:cubicBezTo>
                <a:cubicBezTo>
                  <a:pt x="135771" y="671619"/>
                  <a:pt x="135771" y="670377"/>
                  <a:pt x="135771" y="669134"/>
                </a:cubicBezTo>
                <a:cubicBezTo>
                  <a:pt x="135771" y="666648"/>
                  <a:pt x="135771" y="664162"/>
                  <a:pt x="135771" y="661677"/>
                </a:cubicBezTo>
                <a:lnTo>
                  <a:pt x="135771" y="606992"/>
                </a:lnTo>
                <a:lnTo>
                  <a:pt x="135771" y="425538"/>
                </a:lnTo>
                <a:cubicBezTo>
                  <a:pt x="124561" y="445423"/>
                  <a:pt x="117087" y="467794"/>
                  <a:pt x="110859" y="490165"/>
                </a:cubicBezTo>
                <a:cubicBezTo>
                  <a:pt x="108368" y="503837"/>
                  <a:pt x="104631" y="529936"/>
                  <a:pt x="104631" y="562250"/>
                </a:cubicBezTo>
                <a:lnTo>
                  <a:pt x="104631" y="645520"/>
                </a:lnTo>
                <a:cubicBezTo>
                  <a:pt x="104631" y="649248"/>
                  <a:pt x="103386" y="654220"/>
                  <a:pt x="102140" y="659191"/>
                </a:cubicBezTo>
                <a:cubicBezTo>
                  <a:pt x="99649" y="681562"/>
                  <a:pt x="83456" y="693991"/>
                  <a:pt x="63526" y="696476"/>
                </a:cubicBezTo>
                <a:cubicBezTo>
                  <a:pt x="58544" y="697719"/>
                  <a:pt x="54807" y="697719"/>
                  <a:pt x="52316" y="697719"/>
                </a:cubicBezTo>
                <a:cubicBezTo>
                  <a:pt x="43596" y="697719"/>
                  <a:pt x="36123" y="696476"/>
                  <a:pt x="28649" y="691505"/>
                </a:cubicBezTo>
                <a:cubicBezTo>
                  <a:pt x="12456" y="684048"/>
                  <a:pt x="0" y="666648"/>
                  <a:pt x="0" y="645520"/>
                </a:cubicBezTo>
                <a:lnTo>
                  <a:pt x="0" y="569707"/>
                </a:lnTo>
                <a:cubicBezTo>
                  <a:pt x="0" y="515022"/>
                  <a:pt x="4982" y="469037"/>
                  <a:pt x="6228" y="466552"/>
                </a:cubicBezTo>
                <a:cubicBezTo>
                  <a:pt x="13702" y="436723"/>
                  <a:pt x="23667" y="408138"/>
                  <a:pt x="37368" y="383282"/>
                </a:cubicBezTo>
                <a:cubicBezTo>
                  <a:pt x="61035" y="338539"/>
                  <a:pt x="92175" y="301254"/>
                  <a:pt x="135771" y="277640"/>
                </a:cubicBezTo>
                <a:cubicBezTo>
                  <a:pt x="160684" y="262726"/>
                  <a:pt x="189333" y="252784"/>
                  <a:pt x="222964" y="247812"/>
                </a:cubicBezTo>
                <a:close/>
                <a:moveTo>
                  <a:pt x="269051" y="0"/>
                </a:moveTo>
                <a:cubicBezTo>
                  <a:pt x="326182" y="0"/>
                  <a:pt x="372135" y="45681"/>
                  <a:pt x="372135" y="103708"/>
                </a:cubicBezTo>
                <a:cubicBezTo>
                  <a:pt x="372135" y="160501"/>
                  <a:pt x="326182" y="207417"/>
                  <a:pt x="269051" y="207417"/>
                </a:cubicBezTo>
                <a:cubicBezTo>
                  <a:pt x="210678" y="207417"/>
                  <a:pt x="164725" y="160501"/>
                  <a:pt x="164725" y="103708"/>
                </a:cubicBezTo>
                <a:cubicBezTo>
                  <a:pt x="164725" y="45681"/>
                  <a:pt x="210678" y="0"/>
                  <a:pt x="269051" y="0"/>
                </a:cubicBezTo>
                <a:close/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AFF3E411-A208-2045-A131-A3732A2CA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196" y="7673393"/>
            <a:ext cx="536860" cy="1278123"/>
          </a:xfrm>
          <a:custGeom>
            <a:avLst/>
            <a:gdLst>
              <a:gd name="connsiteX0" fmla="*/ 222449 w 536860"/>
              <a:gd name="connsiteY0" fmla="*/ 247812 h 1278123"/>
              <a:gd name="connsiteX1" fmla="*/ 306955 w 536860"/>
              <a:gd name="connsiteY1" fmla="*/ 247812 h 1278123"/>
              <a:gd name="connsiteX2" fmla="*/ 401403 w 536860"/>
              <a:gd name="connsiteY2" fmla="*/ 275155 h 1278123"/>
              <a:gd name="connsiteX3" fmla="*/ 498336 w 536860"/>
              <a:gd name="connsiteY3" fmla="*/ 379553 h 1278123"/>
              <a:gd name="connsiteX4" fmla="*/ 530647 w 536860"/>
              <a:gd name="connsiteY4" fmla="*/ 462823 h 1278123"/>
              <a:gd name="connsiteX5" fmla="*/ 536860 w 536860"/>
              <a:gd name="connsiteY5" fmla="*/ 567221 h 1278123"/>
              <a:gd name="connsiteX6" fmla="*/ 536860 w 536860"/>
              <a:gd name="connsiteY6" fmla="*/ 643034 h 1278123"/>
              <a:gd name="connsiteX7" fmla="*/ 507035 w 536860"/>
              <a:gd name="connsiteY7" fmla="*/ 690262 h 1278123"/>
              <a:gd name="connsiteX8" fmla="*/ 483423 w 536860"/>
              <a:gd name="connsiteY8" fmla="*/ 695233 h 1278123"/>
              <a:gd name="connsiteX9" fmla="*/ 473481 w 536860"/>
              <a:gd name="connsiteY9" fmla="*/ 693991 h 1278123"/>
              <a:gd name="connsiteX10" fmla="*/ 433714 w 536860"/>
              <a:gd name="connsiteY10" fmla="*/ 655463 h 1278123"/>
              <a:gd name="connsiteX11" fmla="*/ 431228 w 536860"/>
              <a:gd name="connsiteY11" fmla="*/ 643034 h 1278123"/>
              <a:gd name="connsiteX12" fmla="*/ 431228 w 536860"/>
              <a:gd name="connsiteY12" fmla="*/ 559764 h 1278123"/>
              <a:gd name="connsiteX13" fmla="*/ 425015 w 536860"/>
              <a:gd name="connsiteY13" fmla="*/ 488923 h 1278123"/>
              <a:gd name="connsiteX14" fmla="*/ 401403 w 536860"/>
              <a:gd name="connsiteY14" fmla="*/ 423052 h 1278123"/>
              <a:gd name="connsiteX15" fmla="*/ 401403 w 536860"/>
              <a:gd name="connsiteY15" fmla="*/ 587107 h 1278123"/>
              <a:gd name="connsiteX16" fmla="*/ 401403 w 536860"/>
              <a:gd name="connsiteY16" fmla="*/ 656705 h 1278123"/>
              <a:gd name="connsiteX17" fmla="*/ 401403 w 536860"/>
              <a:gd name="connsiteY17" fmla="*/ 657948 h 1278123"/>
              <a:gd name="connsiteX18" fmla="*/ 401403 w 536860"/>
              <a:gd name="connsiteY18" fmla="*/ 708905 h 1278123"/>
              <a:gd name="connsiteX19" fmla="*/ 402645 w 536860"/>
              <a:gd name="connsiteY19" fmla="*/ 753646 h 1278123"/>
              <a:gd name="connsiteX20" fmla="*/ 402645 w 536860"/>
              <a:gd name="connsiteY20" fmla="*/ 757375 h 1278123"/>
              <a:gd name="connsiteX21" fmla="*/ 402645 w 536860"/>
              <a:gd name="connsiteY21" fmla="*/ 790931 h 1278123"/>
              <a:gd name="connsiteX22" fmla="*/ 402645 w 536860"/>
              <a:gd name="connsiteY22" fmla="*/ 1215981 h 1278123"/>
              <a:gd name="connsiteX23" fmla="*/ 340509 w 536860"/>
              <a:gd name="connsiteY23" fmla="*/ 1278123 h 1278123"/>
              <a:gd name="connsiteX24" fmla="*/ 278372 w 536860"/>
              <a:gd name="connsiteY24" fmla="*/ 1215981 h 1278123"/>
              <a:gd name="connsiteX25" fmla="*/ 278372 w 536860"/>
              <a:gd name="connsiteY25" fmla="*/ 790931 h 1278123"/>
              <a:gd name="connsiteX26" fmla="*/ 259731 w 536860"/>
              <a:gd name="connsiteY26" fmla="*/ 790931 h 1278123"/>
              <a:gd name="connsiteX27" fmla="*/ 259731 w 536860"/>
              <a:gd name="connsiteY27" fmla="*/ 1215981 h 1278123"/>
              <a:gd name="connsiteX28" fmla="*/ 197595 w 536860"/>
              <a:gd name="connsiteY28" fmla="*/ 1278123 h 1278123"/>
              <a:gd name="connsiteX29" fmla="*/ 135458 w 536860"/>
              <a:gd name="connsiteY29" fmla="*/ 1215981 h 1278123"/>
              <a:gd name="connsiteX30" fmla="*/ 135458 w 536860"/>
              <a:gd name="connsiteY30" fmla="*/ 790931 h 1278123"/>
              <a:gd name="connsiteX31" fmla="*/ 135458 w 536860"/>
              <a:gd name="connsiteY31" fmla="*/ 672862 h 1278123"/>
              <a:gd name="connsiteX32" fmla="*/ 135458 w 536860"/>
              <a:gd name="connsiteY32" fmla="*/ 669134 h 1278123"/>
              <a:gd name="connsiteX33" fmla="*/ 135458 w 536860"/>
              <a:gd name="connsiteY33" fmla="*/ 661677 h 1278123"/>
              <a:gd name="connsiteX34" fmla="*/ 135458 w 536860"/>
              <a:gd name="connsiteY34" fmla="*/ 606992 h 1278123"/>
              <a:gd name="connsiteX35" fmla="*/ 135458 w 536860"/>
              <a:gd name="connsiteY35" fmla="*/ 425538 h 1278123"/>
              <a:gd name="connsiteX36" fmla="*/ 111846 w 536860"/>
              <a:gd name="connsiteY36" fmla="*/ 490165 h 1278123"/>
              <a:gd name="connsiteX37" fmla="*/ 104390 w 536860"/>
              <a:gd name="connsiteY37" fmla="*/ 562250 h 1278123"/>
              <a:gd name="connsiteX38" fmla="*/ 104390 w 536860"/>
              <a:gd name="connsiteY38" fmla="*/ 645520 h 1278123"/>
              <a:gd name="connsiteX39" fmla="*/ 101904 w 536860"/>
              <a:gd name="connsiteY39" fmla="*/ 659191 h 1278123"/>
              <a:gd name="connsiteX40" fmla="*/ 62137 w 536860"/>
              <a:gd name="connsiteY40" fmla="*/ 696476 h 1278123"/>
              <a:gd name="connsiteX41" fmla="*/ 52195 w 536860"/>
              <a:gd name="connsiteY41" fmla="*/ 697719 h 1278123"/>
              <a:gd name="connsiteX42" fmla="*/ 29826 w 536860"/>
              <a:gd name="connsiteY42" fmla="*/ 691505 h 1278123"/>
              <a:gd name="connsiteX43" fmla="*/ 0 w 536860"/>
              <a:gd name="connsiteY43" fmla="*/ 645520 h 1278123"/>
              <a:gd name="connsiteX44" fmla="*/ 0 w 536860"/>
              <a:gd name="connsiteY44" fmla="*/ 569707 h 1278123"/>
              <a:gd name="connsiteX45" fmla="*/ 6214 w 536860"/>
              <a:gd name="connsiteY45" fmla="*/ 466552 h 1278123"/>
              <a:gd name="connsiteX46" fmla="*/ 37282 w 536860"/>
              <a:gd name="connsiteY46" fmla="*/ 383282 h 1278123"/>
              <a:gd name="connsiteX47" fmla="*/ 135458 w 536860"/>
              <a:gd name="connsiteY47" fmla="*/ 277640 h 1278123"/>
              <a:gd name="connsiteX48" fmla="*/ 222449 w 536860"/>
              <a:gd name="connsiteY48" fmla="*/ 247812 h 1278123"/>
              <a:gd name="connsiteX49" fmla="*/ 267809 w 536860"/>
              <a:gd name="connsiteY49" fmla="*/ 0 h 1278123"/>
              <a:gd name="connsiteX50" fmla="*/ 372135 w 536860"/>
              <a:gd name="connsiteY50" fmla="*/ 103708 h 1278123"/>
              <a:gd name="connsiteX51" fmla="*/ 267809 w 536860"/>
              <a:gd name="connsiteY51" fmla="*/ 207417 h 1278123"/>
              <a:gd name="connsiteX52" fmla="*/ 164725 w 536860"/>
              <a:gd name="connsiteY52" fmla="*/ 103708 h 1278123"/>
              <a:gd name="connsiteX53" fmla="*/ 267809 w 536860"/>
              <a:gd name="connsiteY53" fmla="*/ 0 h 127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536860" h="1278123">
                <a:moveTo>
                  <a:pt x="222449" y="247812"/>
                </a:moveTo>
                <a:cubicBezTo>
                  <a:pt x="249789" y="241598"/>
                  <a:pt x="279615" y="241598"/>
                  <a:pt x="306955" y="247812"/>
                </a:cubicBezTo>
                <a:cubicBezTo>
                  <a:pt x="342994" y="250298"/>
                  <a:pt x="374063" y="260241"/>
                  <a:pt x="401403" y="275155"/>
                </a:cubicBezTo>
                <a:cubicBezTo>
                  <a:pt x="443656" y="298769"/>
                  <a:pt x="474724" y="336054"/>
                  <a:pt x="498336" y="379553"/>
                </a:cubicBezTo>
                <a:cubicBezTo>
                  <a:pt x="512006" y="405653"/>
                  <a:pt x="523190" y="434238"/>
                  <a:pt x="530647" y="462823"/>
                </a:cubicBezTo>
                <a:cubicBezTo>
                  <a:pt x="530647" y="466552"/>
                  <a:pt x="536860" y="512536"/>
                  <a:pt x="536860" y="567221"/>
                </a:cubicBezTo>
                <a:lnTo>
                  <a:pt x="536860" y="643034"/>
                </a:lnTo>
                <a:cubicBezTo>
                  <a:pt x="536860" y="662920"/>
                  <a:pt x="524433" y="681562"/>
                  <a:pt x="507035" y="690262"/>
                </a:cubicBezTo>
                <a:cubicBezTo>
                  <a:pt x="499578" y="692748"/>
                  <a:pt x="492122" y="695233"/>
                  <a:pt x="483423" y="695233"/>
                </a:cubicBezTo>
                <a:cubicBezTo>
                  <a:pt x="479695" y="695233"/>
                  <a:pt x="477209" y="693991"/>
                  <a:pt x="473481" y="693991"/>
                </a:cubicBezTo>
                <a:cubicBezTo>
                  <a:pt x="453597" y="690262"/>
                  <a:pt x="436199" y="677834"/>
                  <a:pt x="433714" y="655463"/>
                </a:cubicBezTo>
                <a:cubicBezTo>
                  <a:pt x="432471" y="651734"/>
                  <a:pt x="431228" y="646763"/>
                  <a:pt x="431228" y="643034"/>
                </a:cubicBezTo>
                <a:lnTo>
                  <a:pt x="431228" y="559764"/>
                </a:lnTo>
                <a:cubicBezTo>
                  <a:pt x="431228" y="527450"/>
                  <a:pt x="427500" y="500108"/>
                  <a:pt x="425015" y="488923"/>
                </a:cubicBezTo>
                <a:cubicBezTo>
                  <a:pt x="418801" y="465309"/>
                  <a:pt x="411344" y="441695"/>
                  <a:pt x="401403" y="423052"/>
                </a:cubicBezTo>
                <a:lnTo>
                  <a:pt x="401403" y="587107"/>
                </a:lnTo>
                <a:cubicBezTo>
                  <a:pt x="401403" y="610721"/>
                  <a:pt x="401403" y="633092"/>
                  <a:pt x="401403" y="656705"/>
                </a:cubicBezTo>
                <a:cubicBezTo>
                  <a:pt x="401403" y="656705"/>
                  <a:pt x="401403" y="656705"/>
                  <a:pt x="401403" y="657948"/>
                </a:cubicBezTo>
                <a:lnTo>
                  <a:pt x="401403" y="708905"/>
                </a:lnTo>
                <a:lnTo>
                  <a:pt x="402645" y="753646"/>
                </a:lnTo>
                <a:cubicBezTo>
                  <a:pt x="402645" y="754889"/>
                  <a:pt x="402645" y="756132"/>
                  <a:pt x="402645" y="757375"/>
                </a:cubicBezTo>
                <a:lnTo>
                  <a:pt x="402645" y="790931"/>
                </a:lnTo>
                <a:lnTo>
                  <a:pt x="402645" y="1215981"/>
                </a:lnTo>
                <a:cubicBezTo>
                  <a:pt x="402645" y="1249538"/>
                  <a:pt x="375305" y="1278123"/>
                  <a:pt x="340509" y="1278123"/>
                </a:cubicBezTo>
                <a:cubicBezTo>
                  <a:pt x="305712" y="1278123"/>
                  <a:pt x="278372" y="1249538"/>
                  <a:pt x="278372" y="1215981"/>
                </a:cubicBezTo>
                <a:lnTo>
                  <a:pt x="278372" y="790931"/>
                </a:lnTo>
                <a:cubicBezTo>
                  <a:pt x="272158" y="790931"/>
                  <a:pt x="265945" y="790931"/>
                  <a:pt x="259731" y="790931"/>
                </a:cubicBezTo>
                <a:lnTo>
                  <a:pt x="259731" y="1215981"/>
                </a:lnTo>
                <a:cubicBezTo>
                  <a:pt x="259731" y="1249538"/>
                  <a:pt x="232391" y="1278123"/>
                  <a:pt x="197595" y="1278123"/>
                </a:cubicBezTo>
                <a:cubicBezTo>
                  <a:pt x="162798" y="1278123"/>
                  <a:pt x="135458" y="1249538"/>
                  <a:pt x="135458" y="1215981"/>
                </a:cubicBezTo>
                <a:lnTo>
                  <a:pt x="135458" y="790931"/>
                </a:lnTo>
                <a:cubicBezTo>
                  <a:pt x="135458" y="751161"/>
                  <a:pt x="135458" y="711390"/>
                  <a:pt x="135458" y="672862"/>
                </a:cubicBezTo>
                <a:cubicBezTo>
                  <a:pt x="135458" y="671619"/>
                  <a:pt x="135458" y="670377"/>
                  <a:pt x="135458" y="669134"/>
                </a:cubicBezTo>
                <a:cubicBezTo>
                  <a:pt x="135458" y="666648"/>
                  <a:pt x="135458" y="664162"/>
                  <a:pt x="135458" y="661677"/>
                </a:cubicBezTo>
                <a:lnTo>
                  <a:pt x="135458" y="606992"/>
                </a:lnTo>
                <a:lnTo>
                  <a:pt x="135458" y="425538"/>
                </a:lnTo>
                <a:cubicBezTo>
                  <a:pt x="124273" y="445423"/>
                  <a:pt x="116817" y="467794"/>
                  <a:pt x="111846" y="490165"/>
                </a:cubicBezTo>
                <a:cubicBezTo>
                  <a:pt x="109361" y="503837"/>
                  <a:pt x="104390" y="529936"/>
                  <a:pt x="104390" y="562250"/>
                </a:cubicBezTo>
                <a:lnTo>
                  <a:pt x="104390" y="645520"/>
                </a:lnTo>
                <a:cubicBezTo>
                  <a:pt x="104390" y="649248"/>
                  <a:pt x="103147" y="654220"/>
                  <a:pt x="101904" y="659191"/>
                </a:cubicBezTo>
                <a:cubicBezTo>
                  <a:pt x="100661" y="681562"/>
                  <a:pt x="82020" y="693991"/>
                  <a:pt x="62137" y="696476"/>
                </a:cubicBezTo>
                <a:cubicBezTo>
                  <a:pt x="59651" y="697719"/>
                  <a:pt x="55923" y="697719"/>
                  <a:pt x="52195" y="697719"/>
                </a:cubicBezTo>
                <a:cubicBezTo>
                  <a:pt x="44738" y="697719"/>
                  <a:pt x="37282" y="696476"/>
                  <a:pt x="29826" y="691505"/>
                </a:cubicBezTo>
                <a:cubicBezTo>
                  <a:pt x="11185" y="684048"/>
                  <a:pt x="0" y="666648"/>
                  <a:pt x="0" y="645520"/>
                </a:cubicBezTo>
                <a:lnTo>
                  <a:pt x="0" y="569707"/>
                </a:lnTo>
                <a:cubicBezTo>
                  <a:pt x="0" y="515022"/>
                  <a:pt x="6214" y="469037"/>
                  <a:pt x="6214" y="466552"/>
                </a:cubicBezTo>
                <a:cubicBezTo>
                  <a:pt x="13670" y="436723"/>
                  <a:pt x="23612" y="408138"/>
                  <a:pt x="37282" y="383282"/>
                </a:cubicBezTo>
                <a:cubicBezTo>
                  <a:pt x="60894" y="338539"/>
                  <a:pt x="93205" y="301254"/>
                  <a:pt x="135458" y="277640"/>
                </a:cubicBezTo>
                <a:cubicBezTo>
                  <a:pt x="160313" y="262726"/>
                  <a:pt x="190138" y="252784"/>
                  <a:pt x="222449" y="247812"/>
                </a:cubicBezTo>
                <a:close/>
                <a:moveTo>
                  <a:pt x="267809" y="0"/>
                </a:moveTo>
                <a:cubicBezTo>
                  <a:pt x="324940" y="0"/>
                  <a:pt x="372135" y="45681"/>
                  <a:pt x="372135" y="103708"/>
                </a:cubicBezTo>
                <a:cubicBezTo>
                  <a:pt x="372135" y="160501"/>
                  <a:pt x="324940" y="207417"/>
                  <a:pt x="267809" y="207417"/>
                </a:cubicBezTo>
                <a:cubicBezTo>
                  <a:pt x="210678" y="207417"/>
                  <a:pt x="164725" y="160501"/>
                  <a:pt x="164725" y="103708"/>
                </a:cubicBezTo>
                <a:cubicBezTo>
                  <a:pt x="164725" y="45681"/>
                  <a:pt x="210678" y="0"/>
                  <a:pt x="26780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12F4FE07-16C9-F246-82DF-C7DEC63C8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135" y="7673393"/>
            <a:ext cx="536860" cy="1278123"/>
          </a:xfrm>
          <a:custGeom>
            <a:avLst/>
            <a:gdLst>
              <a:gd name="connsiteX0" fmla="*/ 222449 w 536860"/>
              <a:gd name="connsiteY0" fmla="*/ 247812 h 1278123"/>
              <a:gd name="connsiteX1" fmla="*/ 306955 w 536860"/>
              <a:gd name="connsiteY1" fmla="*/ 247812 h 1278123"/>
              <a:gd name="connsiteX2" fmla="*/ 401403 w 536860"/>
              <a:gd name="connsiteY2" fmla="*/ 275155 h 1278123"/>
              <a:gd name="connsiteX3" fmla="*/ 499578 w 536860"/>
              <a:gd name="connsiteY3" fmla="*/ 379553 h 1278123"/>
              <a:gd name="connsiteX4" fmla="*/ 530647 w 536860"/>
              <a:gd name="connsiteY4" fmla="*/ 462823 h 1278123"/>
              <a:gd name="connsiteX5" fmla="*/ 536860 w 536860"/>
              <a:gd name="connsiteY5" fmla="*/ 567221 h 1278123"/>
              <a:gd name="connsiteX6" fmla="*/ 536860 w 536860"/>
              <a:gd name="connsiteY6" fmla="*/ 643034 h 1278123"/>
              <a:gd name="connsiteX7" fmla="*/ 507035 w 536860"/>
              <a:gd name="connsiteY7" fmla="*/ 690262 h 1278123"/>
              <a:gd name="connsiteX8" fmla="*/ 485908 w 536860"/>
              <a:gd name="connsiteY8" fmla="*/ 695233 h 1278123"/>
              <a:gd name="connsiteX9" fmla="*/ 473481 w 536860"/>
              <a:gd name="connsiteY9" fmla="*/ 693991 h 1278123"/>
              <a:gd name="connsiteX10" fmla="*/ 434956 w 536860"/>
              <a:gd name="connsiteY10" fmla="*/ 655463 h 1278123"/>
              <a:gd name="connsiteX11" fmla="*/ 432471 w 536860"/>
              <a:gd name="connsiteY11" fmla="*/ 643034 h 1278123"/>
              <a:gd name="connsiteX12" fmla="*/ 432471 w 536860"/>
              <a:gd name="connsiteY12" fmla="*/ 559764 h 1278123"/>
              <a:gd name="connsiteX13" fmla="*/ 426257 w 536860"/>
              <a:gd name="connsiteY13" fmla="*/ 488923 h 1278123"/>
              <a:gd name="connsiteX14" fmla="*/ 401403 w 536860"/>
              <a:gd name="connsiteY14" fmla="*/ 423052 h 1278123"/>
              <a:gd name="connsiteX15" fmla="*/ 401403 w 536860"/>
              <a:gd name="connsiteY15" fmla="*/ 587107 h 1278123"/>
              <a:gd name="connsiteX16" fmla="*/ 402645 w 536860"/>
              <a:gd name="connsiteY16" fmla="*/ 656705 h 1278123"/>
              <a:gd name="connsiteX17" fmla="*/ 402645 w 536860"/>
              <a:gd name="connsiteY17" fmla="*/ 657948 h 1278123"/>
              <a:gd name="connsiteX18" fmla="*/ 402645 w 536860"/>
              <a:gd name="connsiteY18" fmla="*/ 708905 h 1278123"/>
              <a:gd name="connsiteX19" fmla="*/ 402645 w 536860"/>
              <a:gd name="connsiteY19" fmla="*/ 753646 h 1278123"/>
              <a:gd name="connsiteX20" fmla="*/ 403888 w 536860"/>
              <a:gd name="connsiteY20" fmla="*/ 757375 h 1278123"/>
              <a:gd name="connsiteX21" fmla="*/ 403888 w 536860"/>
              <a:gd name="connsiteY21" fmla="*/ 790931 h 1278123"/>
              <a:gd name="connsiteX22" fmla="*/ 403888 w 536860"/>
              <a:gd name="connsiteY22" fmla="*/ 1215981 h 1278123"/>
              <a:gd name="connsiteX23" fmla="*/ 341751 w 536860"/>
              <a:gd name="connsiteY23" fmla="*/ 1278123 h 1278123"/>
              <a:gd name="connsiteX24" fmla="*/ 279615 w 536860"/>
              <a:gd name="connsiteY24" fmla="*/ 1215981 h 1278123"/>
              <a:gd name="connsiteX25" fmla="*/ 279615 w 536860"/>
              <a:gd name="connsiteY25" fmla="*/ 790931 h 1278123"/>
              <a:gd name="connsiteX26" fmla="*/ 260974 w 536860"/>
              <a:gd name="connsiteY26" fmla="*/ 790931 h 1278123"/>
              <a:gd name="connsiteX27" fmla="*/ 260974 w 536860"/>
              <a:gd name="connsiteY27" fmla="*/ 1215981 h 1278123"/>
              <a:gd name="connsiteX28" fmla="*/ 198837 w 536860"/>
              <a:gd name="connsiteY28" fmla="*/ 1278123 h 1278123"/>
              <a:gd name="connsiteX29" fmla="*/ 136700 w 536860"/>
              <a:gd name="connsiteY29" fmla="*/ 1215981 h 1278123"/>
              <a:gd name="connsiteX30" fmla="*/ 136700 w 536860"/>
              <a:gd name="connsiteY30" fmla="*/ 790931 h 1278123"/>
              <a:gd name="connsiteX31" fmla="*/ 135458 w 536860"/>
              <a:gd name="connsiteY31" fmla="*/ 790931 h 1278123"/>
              <a:gd name="connsiteX32" fmla="*/ 135458 w 536860"/>
              <a:gd name="connsiteY32" fmla="*/ 672862 h 1278123"/>
              <a:gd name="connsiteX33" fmla="*/ 136700 w 536860"/>
              <a:gd name="connsiteY33" fmla="*/ 669134 h 1278123"/>
              <a:gd name="connsiteX34" fmla="*/ 135458 w 536860"/>
              <a:gd name="connsiteY34" fmla="*/ 661677 h 1278123"/>
              <a:gd name="connsiteX35" fmla="*/ 135458 w 536860"/>
              <a:gd name="connsiteY35" fmla="*/ 606992 h 1278123"/>
              <a:gd name="connsiteX36" fmla="*/ 136700 w 536860"/>
              <a:gd name="connsiteY36" fmla="*/ 606992 h 1278123"/>
              <a:gd name="connsiteX37" fmla="*/ 136700 w 536860"/>
              <a:gd name="connsiteY37" fmla="*/ 425538 h 1278123"/>
              <a:gd name="connsiteX38" fmla="*/ 111846 w 536860"/>
              <a:gd name="connsiteY38" fmla="*/ 490165 h 1278123"/>
              <a:gd name="connsiteX39" fmla="*/ 105632 w 536860"/>
              <a:gd name="connsiteY39" fmla="*/ 562250 h 1278123"/>
              <a:gd name="connsiteX40" fmla="*/ 105632 w 536860"/>
              <a:gd name="connsiteY40" fmla="*/ 645520 h 1278123"/>
              <a:gd name="connsiteX41" fmla="*/ 103147 w 536860"/>
              <a:gd name="connsiteY41" fmla="*/ 659191 h 1278123"/>
              <a:gd name="connsiteX42" fmla="*/ 64622 w 536860"/>
              <a:gd name="connsiteY42" fmla="*/ 696476 h 1278123"/>
              <a:gd name="connsiteX43" fmla="*/ 52195 w 536860"/>
              <a:gd name="connsiteY43" fmla="*/ 697719 h 1278123"/>
              <a:gd name="connsiteX44" fmla="*/ 31068 w 536860"/>
              <a:gd name="connsiteY44" fmla="*/ 691505 h 1278123"/>
              <a:gd name="connsiteX45" fmla="*/ 0 w 536860"/>
              <a:gd name="connsiteY45" fmla="*/ 645520 h 1278123"/>
              <a:gd name="connsiteX46" fmla="*/ 0 w 536860"/>
              <a:gd name="connsiteY46" fmla="*/ 569707 h 1278123"/>
              <a:gd name="connsiteX47" fmla="*/ 7456 w 536860"/>
              <a:gd name="connsiteY47" fmla="*/ 466552 h 1278123"/>
              <a:gd name="connsiteX48" fmla="*/ 38525 w 536860"/>
              <a:gd name="connsiteY48" fmla="*/ 383282 h 1278123"/>
              <a:gd name="connsiteX49" fmla="*/ 136700 w 536860"/>
              <a:gd name="connsiteY49" fmla="*/ 277640 h 1278123"/>
              <a:gd name="connsiteX50" fmla="*/ 222449 w 536860"/>
              <a:gd name="connsiteY50" fmla="*/ 247812 h 1278123"/>
              <a:gd name="connsiteX51" fmla="*/ 269051 w 536860"/>
              <a:gd name="connsiteY51" fmla="*/ 0 h 1278123"/>
              <a:gd name="connsiteX52" fmla="*/ 372135 w 536860"/>
              <a:gd name="connsiteY52" fmla="*/ 103709 h 1278123"/>
              <a:gd name="connsiteX53" fmla="*/ 269051 w 536860"/>
              <a:gd name="connsiteY53" fmla="*/ 207418 h 1278123"/>
              <a:gd name="connsiteX54" fmla="*/ 164725 w 536860"/>
              <a:gd name="connsiteY54" fmla="*/ 103709 h 1278123"/>
              <a:gd name="connsiteX55" fmla="*/ 269051 w 536860"/>
              <a:gd name="connsiteY55" fmla="*/ 0 h 127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36860" h="1278123">
                <a:moveTo>
                  <a:pt x="222449" y="247812"/>
                </a:moveTo>
                <a:cubicBezTo>
                  <a:pt x="251032" y="241598"/>
                  <a:pt x="279615" y="241598"/>
                  <a:pt x="306955" y="247812"/>
                </a:cubicBezTo>
                <a:cubicBezTo>
                  <a:pt x="342994" y="250298"/>
                  <a:pt x="374062" y="260241"/>
                  <a:pt x="401403" y="275155"/>
                </a:cubicBezTo>
                <a:cubicBezTo>
                  <a:pt x="443655" y="298769"/>
                  <a:pt x="475966" y="336054"/>
                  <a:pt x="499578" y="379553"/>
                </a:cubicBezTo>
                <a:cubicBezTo>
                  <a:pt x="513248" y="405653"/>
                  <a:pt x="523190" y="434238"/>
                  <a:pt x="530647" y="462823"/>
                </a:cubicBezTo>
                <a:cubicBezTo>
                  <a:pt x="531889" y="466552"/>
                  <a:pt x="536860" y="512536"/>
                  <a:pt x="536860" y="567221"/>
                </a:cubicBezTo>
                <a:lnTo>
                  <a:pt x="536860" y="643034"/>
                </a:lnTo>
                <a:cubicBezTo>
                  <a:pt x="536860" y="662920"/>
                  <a:pt x="524433" y="681562"/>
                  <a:pt x="507035" y="690262"/>
                </a:cubicBezTo>
                <a:cubicBezTo>
                  <a:pt x="500821" y="692748"/>
                  <a:pt x="493365" y="695233"/>
                  <a:pt x="485908" y="695233"/>
                </a:cubicBezTo>
                <a:cubicBezTo>
                  <a:pt x="480937" y="695233"/>
                  <a:pt x="477209" y="693991"/>
                  <a:pt x="473481" y="693991"/>
                </a:cubicBezTo>
                <a:cubicBezTo>
                  <a:pt x="453597" y="690262"/>
                  <a:pt x="437442" y="677834"/>
                  <a:pt x="434956" y="655463"/>
                </a:cubicBezTo>
                <a:cubicBezTo>
                  <a:pt x="433714" y="651734"/>
                  <a:pt x="432471" y="646763"/>
                  <a:pt x="432471" y="643034"/>
                </a:cubicBezTo>
                <a:lnTo>
                  <a:pt x="432471" y="559764"/>
                </a:lnTo>
                <a:cubicBezTo>
                  <a:pt x="432471" y="527450"/>
                  <a:pt x="428743" y="500108"/>
                  <a:pt x="426257" y="488923"/>
                </a:cubicBezTo>
                <a:cubicBezTo>
                  <a:pt x="420044" y="465309"/>
                  <a:pt x="412587" y="441695"/>
                  <a:pt x="401403" y="423052"/>
                </a:cubicBezTo>
                <a:lnTo>
                  <a:pt x="401403" y="587107"/>
                </a:lnTo>
                <a:cubicBezTo>
                  <a:pt x="401403" y="610721"/>
                  <a:pt x="402645" y="633092"/>
                  <a:pt x="402645" y="656705"/>
                </a:cubicBezTo>
                <a:cubicBezTo>
                  <a:pt x="402645" y="656705"/>
                  <a:pt x="402645" y="656705"/>
                  <a:pt x="402645" y="657948"/>
                </a:cubicBezTo>
                <a:lnTo>
                  <a:pt x="402645" y="708905"/>
                </a:lnTo>
                <a:lnTo>
                  <a:pt x="402645" y="753646"/>
                </a:lnTo>
                <a:cubicBezTo>
                  <a:pt x="402645" y="754889"/>
                  <a:pt x="403888" y="756132"/>
                  <a:pt x="403888" y="757375"/>
                </a:cubicBezTo>
                <a:lnTo>
                  <a:pt x="403888" y="790931"/>
                </a:lnTo>
                <a:lnTo>
                  <a:pt x="403888" y="1215981"/>
                </a:lnTo>
                <a:cubicBezTo>
                  <a:pt x="403888" y="1249538"/>
                  <a:pt x="375305" y="1278123"/>
                  <a:pt x="341751" y="1278123"/>
                </a:cubicBezTo>
                <a:cubicBezTo>
                  <a:pt x="306955" y="1278123"/>
                  <a:pt x="279615" y="1249538"/>
                  <a:pt x="279615" y="1215981"/>
                </a:cubicBezTo>
                <a:lnTo>
                  <a:pt x="279615" y="790931"/>
                </a:lnTo>
                <a:cubicBezTo>
                  <a:pt x="273401" y="790931"/>
                  <a:pt x="267187" y="790931"/>
                  <a:pt x="260974" y="790931"/>
                </a:cubicBezTo>
                <a:lnTo>
                  <a:pt x="260974" y="1215981"/>
                </a:lnTo>
                <a:cubicBezTo>
                  <a:pt x="260974" y="1249538"/>
                  <a:pt x="232391" y="1278123"/>
                  <a:pt x="198837" y="1278123"/>
                </a:cubicBezTo>
                <a:cubicBezTo>
                  <a:pt x="164041" y="1278123"/>
                  <a:pt x="136700" y="1249538"/>
                  <a:pt x="136700" y="1215981"/>
                </a:cubicBezTo>
                <a:lnTo>
                  <a:pt x="136700" y="790931"/>
                </a:lnTo>
                <a:lnTo>
                  <a:pt x="135458" y="790931"/>
                </a:lnTo>
                <a:cubicBezTo>
                  <a:pt x="135458" y="751161"/>
                  <a:pt x="135458" y="711390"/>
                  <a:pt x="135458" y="672862"/>
                </a:cubicBezTo>
                <a:cubicBezTo>
                  <a:pt x="135458" y="671619"/>
                  <a:pt x="136700" y="670377"/>
                  <a:pt x="136700" y="669134"/>
                </a:cubicBezTo>
                <a:cubicBezTo>
                  <a:pt x="136700" y="666648"/>
                  <a:pt x="135458" y="664162"/>
                  <a:pt x="135458" y="661677"/>
                </a:cubicBezTo>
                <a:lnTo>
                  <a:pt x="135458" y="606992"/>
                </a:lnTo>
                <a:lnTo>
                  <a:pt x="136700" y="606992"/>
                </a:lnTo>
                <a:lnTo>
                  <a:pt x="136700" y="425538"/>
                </a:lnTo>
                <a:cubicBezTo>
                  <a:pt x="125516" y="445423"/>
                  <a:pt x="116817" y="467794"/>
                  <a:pt x="111846" y="490165"/>
                </a:cubicBezTo>
                <a:cubicBezTo>
                  <a:pt x="109360" y="503837"/>
                  <a:pt x="105632" y="529936"/>
                  <a:pt x="105632" y="562250"/>
                </a:cubicBezTo>
                <a:lnTo>
                  <a:pt x="105632" y="645520"/>
                </a:lnTo>
                <a:cubicBezTo>
                  <a:pt x="105632" y="649248"/>
                  <a:pt x="104389" y="654220"/>
                  <a:pt x="103147" y="659191"/>
                </a:cubicBezTo>
                <a:cubicBezTo>
                  <a:pt x="100661" y="681562"/>
                  <a:pt x="84506" y="693991"/>
                  <a:pt x="64622" y="696476"/>
                </a:cubicBezTo>
                <a:cubicBezTo>
                  <a:pt x="59651" y="697719"/>
                  <a:pt x="57166" y="697719"/>
                  <a:pt x="52195" y="697719"/>
                </a:cubicBezTo>
                <a:cubicBezTo>
                  <a:pt x="44738" y="697719"/>
                  <a:pt x="37282" y="696476"/>
                  <a:pt x="31068" y="691505"/>
                </a:cubicBezTo>
                <a:cubicBezTo>
                  <a:pt x="13670" y="684048"/>
                  <a:pt x="0" y="666648"/>
                  <a:pt x="0" y="645520"/>
                </a:cubicBezTo>
                <a:lnTo>
                  <a:pt x="0" y="569707"/>
                </a:lnTo>
                <a:cubicBezTo>
                  <a:pt x="0" y="515022"/>
                  <a:pt x="6214" y="469037"/>
                  <a:pt x="7456" y="466552"/>
                </a:cubicBezTo>
                <a:cubicBezTo>
                  <a:pt x="14913" y="436723"/>
                  <a:pt x="24855" y="408138"/>
                  <a:pt x="38525" y="383282"/>
                </a:cubicBezTo>
                <a:cubicBezTo>
                  <a:pt x="62137" y="338539"/>
                  <a:pt x="94448" y="301254"/>
                  <a:pt x="136700" y="277640"/>
                </a:cubicBezTo>
                <a:cubicBezTo>
                  <a:pt x="161555" y="262726"/>
                  <a:pt x="190138" y="252784"/>
                  <a:pt x="222449" y="247812"/>
                </a:cubicBezTo>
                <a:close/>
                <a:moveTo>
                  <a:pt x="269051" y="0"/>
                </a:moveTo>
                <a:cubicBezTo>
                  <a:pt x="326182" y="0"/>
                  <a:pt x="372135" y="45681"/>
                  <a:pt x="372135" y="103709"/>
                </a:cubicBezTo>
                <a:cubicBezTo>
                  <a:pt x="372135" y="160502"/>
                  <a:pt x="326182" y="207418"/>
                  <a:pt x="269051" y="207418"/>
                </a:cubicBezTo>
                <a:cubicBezTo>
                  <a:pt x="210678" y="207418"/>
                  <a:pt x="164725" y="160502"/>
                  <a:pt x="164725" y="103709"/>
                </a:cubicBezTo>
                <a:cubicBezTo>
                  <a:pt x="164725" y="45681"/>
                  <a:pt x="210678" y="0"/>
                  <a:pt x="2690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A7330-1CF4-4A41-B109-0DECDB0B9D67}"/>
              </a:ext>
            </a:extLst>
          </p:cNvPr>
          <p:cNvSpPr txBox="1"/>
          <p:nvPr/>
        </p:nvSpPr>
        <p:spPr>
          <a:xfrm>
            <a:off x="1422503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91AA9-A597-7F4A-9D0F-A437489C9FC8}"/>
              </a:ext>
            </a:extLst>
          </p:cNvPr>
          <p:cNvSpPr txBox="1"/>
          <p:nvPr/>
        </p:nvSpPr>
        <p:spPr>
          <a:xfrm>
            <a:off x="1422503" y="1867301"/>
            <a:ext cx="8168583" cy="579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E0D585-D488-E145-B8EC-BDF3D46EE08D}"/>
              </a:ext>
            </a:extLst>
          </p:cNvPr>
          <p:cNvSpPr txBox="1"/>
          <p:nvPr/>
        </p:nvSpPr>
        <p:spPr>
          <a:xfrm>
            <a:off x="1422503" y="3671815"/>
            <a:ext cx="2274662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30" dirty="0">
                <a:solidFill>
                  <a:schemeClr val="accent2"/>
                </a:solidFill>
                <a:latin typeface="DM Sans" pitchFamily="2" charset="77"/>
              </a:rPr>
              <a:t>60%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91575-4F88-5640-9FF8-CC64E06F2F3B}"/>
              </a:ext>
            </a:extLst>
          </p:cNvPr>
          <p:cNvSpPr txBox="1"/>
          <p:nvPr/>
        </p:nvSpPr>
        <p:spPr>
          <a:xfrm>
            <a:off x="1428765" y="4833630"/>
            <a:ext cx="429733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Engagement Goals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23EC82-C26D-0E43-831F-9D08DB476CB6}"/>
              </a:ext>
            </a:extLst>
          </p:cNvPr>
          <p:cNvSpPr txBox="1"/>
          <p:nvPr/>
        </p:nvSpPr>
        <p:spPr>
          <a:xfrm>
            <a:off x="1422502" y="5510878"/>
            <a:ext cx="8478879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 Turn complex data into easy to understand infographics.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61481E-0E79-494B-BA57-32E6ECF0EFE8}"/>
              </a:ext>
            </a:extLst>
          </p:cNvPr>
          <p:cNvSpPr txBox="1"/>
          <p:nvPr/>
        </p:nvSpPr>
        <p:spPr>
          <a:xfrm>
            <a:off x="1422502" y="10260880"/>
            <a:ext cx="1701428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Stage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8AE8B9-2686-2941-A1C9-0A30EB6BAB97}"/>
              </a:ext>
            </a:extLst>
          </p:cNvPr>
          <p:cNvSpPr txBox="1"/>
          <p:nvPr/>
        </p:nvSpPr>
        <p:spPr>
          <a:xfrm>
            <a:off x="1422502" y="10946441"/>
            <a:ext cx="4100103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44AA2E-01D8-6A4A-82A7-959DA40C5534}"/>
              </a:ext>
            </a:extLst>
          </p:cNvPr>
          <p:cNvSpPr txBox="1"/>
          <p:nvPr/>
        </p:nvSpPr>
        <p:spPr>
          <a:xfrm>
            <a:off x="6017291" y="10260880"/>
            <a:ext cx="1805623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Stage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46F082-CBF7-1B46-8212-D62A65615F41}"/>
              </a:ext>
            </a:extLst>
          </p:cNvPr>
          <p:cNvSpPr txBox="1"/>
          <p:nvPr/>
        </p:nvSpPr>
        <p:spPr>
          <a:xfrm>
            <a:off x="6017291" y="10946441"/>
            <a:ext cx="4100103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3324545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73">
            <a:extLst>
              <a:ext uri="{FF2B5EF4-FFF2-40B4-BE49-F238E27FC236}">
                <a16:creationId xmlns:a16="http://schemas.microsoft.com/office/drawing/2014/main" id="{9E68675F-6A92-C943-8944-B4398FE4D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585" y="10439467"/>
            <a:ext cx="1060160" cy="1054665"/>
          </a:xfrm>
          <a:custGeom>
            <a:avLst/>
            <a:gdLst>
              <a:gd name="T0" fmla="*/ 848 w 849"/>
              <a:gd name="T1" fmla="*/ 424 h 848"/>
              <a:gd name="T2" fmla="*/ 848 w 849"/>
              <a:gd name="T3" fmla="*/ 424 h 848"/>
              <a:gd name="T4" fmla="*/ 424 w 849"/>
              <a:gd name="T5" fmla="*/ 847 h 848"/>
              <a:gd name="T6" fmla="*/ 424 w 849"/>
              <a:gd name="T7" fmla="*/ 847 h 848"/>
              <a:gd name="T8" fmla="*/ 0 w 849"/>
              <a:gd name="T9" fmla="*/ 424 h 848"/>
              <a:gd name="T10" fmla="*/ 0 w 849"/>
              <a:gd name="T11" fmla="*/ 424 h 848"/>
              <a:gd name="T12" fmla="*/ 424 w 849"/>
              <a:gd name="T13" fmla="*/ 0 h 848"/>
              <a:gd name="T14" fmla="*/ 424 w 849"/>
              <a:gd name="T15" fmla="*/ 0 h 848"/>
              <a:gd name="T16" fmla="*/ 848 w 849"/>
              <a:gd name="T17" fmla="*/ 424 h 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9" h="848">
                <a:moveTo>
                  <a:pt x="848" y="424"/>
                </a:moveTo>
                <a:lnTo>
                  <a:pt x="848" y="424"/>
                </a:lnTo>
                <a:cubicBezTo>
                  <a:pt x="848" y="658"/>
                  <a:pt x="658" y="847"/>
                  <a:pt x="424" y="847"/>
                </a:cubicBezTo>
                <a:lnTo>
                  <a:pt x="424" y="847"/>
                </a:lnTo>
                <a:cubicBezTo>
                  <a:pt x="189" y="847"/>
                  <a:pt x="0" y="658"/>
                  <a:pt x="0" y="424"/>
                </a:cubicBezTo>
                <a:lnTo>
                  <a:pt x="0" y="424"/>
                </a:lnTo>
                <a:cubicBezTo>
                  <a:pt x="0" y="190"/>
                  <a:pt x="189" y="0"/>
                  <a:pt x="424" y="0"/>
                </a:cubicBezTo>
                <a:lnTo>
                  <a:pt x="424" y="0"/>
                </a:lnTo>
                <a:cubicBezTo>
                  <a:pt x="658" y="0"/>
                  <a:pt x="848" y="190"/>
                  <a:pt x="848" y="424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74">
            <a:extLst>
              <a:ext uri="{FF2B5EF4-FFF2-40B4-BE49-F238E27FC236}">
                <a16:creationId xmlns:a16="http://schemas.microsoft.com/office/drawing/2014/main" id="{B35AE419-7E9F-854F-8F38-C2D01C423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611" y="10692147"/>
            <a:ext cx="296625" cy="554799"/>
          </a:xfrm>
          <a:custGeom>
            <a:avLst/>
            <a:gdLst>
              <a:gd name="T0" fmla="*/ 179 w 240"/>
              <a:gd name="T1" fmla="*/ 0 h 445"/>
              <a:gd name="T2" fmla="*/ 179 w 240"/>
              <a:gd name="T3" fmla="*/ 0 h 445"/>
              <a:gd name="T4" fmla="*/ 80 w 240"/>
              <a:gd name="T5" fmla="*/ 108 h 445"/>
              <a:gd name="T6" fmla="*/ 80 w 240"/>
              <a:gd name="T7" fmla="*/ 174 h 445"/>
              <a:gd name="T8" fmla="*/ 0 w 240"/>
              <a:gd name="T9" fmla="*/ 174 h 445"/>
              <a:gd name="T10" fmla="*/ 0 w 240"/>
              <a:gd name="T11" fmla="*/ 254 h 445"/>
              <a:gd name="T12" fmla="*/ 80 w 240"/>
              <a:gd name="T13" fmla="*/ 254 h 445"/>
              <a:gd name="T14" fmla="*/ 80 w 240"/>
              <a:gd name="T15" fmla="*/ 444 h 445"/>
              <a:gd name="T16" fmla="*/ 159 w 240"/>
              <a:gd name="T17" fmla="*/ 444 h 445"/>
              <a:gd name="T18" fmla="*/ 159 w 240"/>
              <a:gd name="T19" fmla="*/ 254 h 445"/>
              <a:gd name="T20" fmla="*/ 223 w 240"/>
              <a:gd name="T21" fmla="*/ 254 h 445"/>
              <a:gd name="T22" fmla="*/ 239 w 240"/>
              <a:gd name="T23" fmla="*/ 174 h 445"/>
              <a:gd name="T24" fmla="*/ 159 w 240"/>
              <a:gd name="T25" fmla="*/ 174 h 445"/>
              <a:gd name="T26" fmla="*/ 159 w 240"/>
              <a:gd name="T27" fmla="*/ 121 h 445"/>
              <a:gd name="T28" fmla="*/ 159 w 240"/>
              <a:gd name="T29" fmla="*/ 121 h 445"/>
              <a:gd name="T30" fmla="*/ 195 w 240"/>
              <a:gd name="T31" fmla="*/ 79 h 445"/>
              <a:gd name="T32" fmla="*/ 239 w 240"/>
              <a:gd name="T33" fmla="*/ 79 h 445"/>
              <a:gd name="T34" fmla="*/ 239 w 240"/>
              <a:gd name="T35" fmla="*/ 3 h 445"/>
              <a:gd name="T36" fmla="*/ 239 w 240"/>
              <a:gd name="T37" fmla="*/ 3 h 445"/>
              <a:gd name="T38" fmla="*/ 179 w 240"/>
              <a:gd name="T39" fmla="*/ 0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40" h="445">
                <a:moveTo>
                  <a:pt x="179" y="0"/>
                </a:moveTo>
                <a:lnTo>
                  <a:pt x="179" y="0"/>
                </a:lnTo>
                <a:cubicBezTo>
                  <a:pt x="116" y="0"/>
                  <a:pt x="80" y="33"/>
                  <a:pt x="80" y="108"/>
                </a:cubicBezTo>
                <a:lnTo>
                  <a:pt x="80" y="174"/>
                </a:lnTo>
                <a:lnTo>
                  <a:pt x="0" y="174"/>
                </a:lnTo>
                <a:lnTo>
                  <a:pt x="0" y="254"/>
                </a:lnTo>
                <a:lnTo>
                  <a:pt x="80" y="254"/>
                </a:lnTo>
                <a:lnTo>
                  <a:pt x="80" y="444"/>
                </a:lnTo>
                <a:lnTo>
                  <a:pt x="159" y="444"/>
                </a:lnTo>
                <a:lnTo>
                  <a:pt x="159" y="254"/>
                </a:lnTo>
                <a:lnTo>
                  <a:pt x="223" y="254"/>
                </a:lnTo>
                <a:lnTo>
                  <a:pt x="239" y="174"/>
                </a:lnTo>
                <a:lnTo>
                  <a:pt x="159" y="174"/>
                </a:lnTo>
                <a:lnTo>
                  <a:pt x="159" y="121"/>
                </a:lnTo>
                <a:lnTo>
                  <a:pt x="159" y="121"/>
                </a:lnTo>
                <a:cubicBezTo>
                  <a:pt x="159" y="93"/>
                  <a:pt x="168" y="79"/>
                  <a:pt x="195" y="79"/>
                </a:cubicBezTo>
                <a:lnTo>
                  <a:pt x="239" y="79"/>
                </a:lnTo>
                <a:lnTo>
                  <a:pt x="239" y="3"/>
                </a:lnTo>
                <a:lnTo>
                  <a:pt x="239" y="3"/>
                </a:lnTo>
                <a:cubicBezTo>
                  <a:pt x="231" y="2"/>
                  <a:pt x="209" y="0"/>
                  <a:pt x="179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75">
            <a:extLst>
              <a:ext uri="{FF2B5EF4-FFF2-40B4-BE49-F238E27FC236}">
                <a16:creationId xmlns:a16="http://schemas.microsoft.com/office/drawing/2014/main" id="{D7B814FB-C465-7A48-96B7-6EF4DD9B0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180" y="10439467"/>
            <a:ext cx="1060160" cy="1054665"/>
          </a:xfrm>
          <a:custGeom>
            <a:avLst/>
            <a:gdLst>
              <a:gd name="T0" fmla="*/ 848 w 849"/>
              <a:gd name="T1" fmla="*/ 424 h 848"/>
              <a:gd name="T2" fmla="*/ 848 w 849"/>
              <a:gd name="T3" fmla="*/ 424 h 848"/>
              <a:gd name="T4" fmla="*/ 424 w 849"/>
              <a:gd name="T5" fmla="*/ 847 h 848"/>
              <a:gd name="T6" fmla="*/ 424 w 849"/>
              <a:gd name="T7" fmla="*/ 847 h 848"/>
              <a:gd name="T8" fmla="*/ 0 w 849"/>
              <a:gd name="T9" fmla="*/ 424 h 848"/>
              <a:gd name="T10" fmla="*/ 0 w 849"/>
              <a:gd name="T11" fmla="*/ 424 h 848"/>
              <a:gd name="T12" fmla="*/ 424 w 849"/>
              <a:gd name="T13" fmla="*/ 0 h 848"/>
              <a:gd name="T14" fmla="*/ 424 w 849"/>
              <a:gd name="T15" fmla="*/ 0 h 848"/>
              <a:gd name="T16" fmla="*/ 848 w 849"/>
              <a:gd name="T17" fmla="*/ 424 h 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9" h="848">
                <a:moveTo>
                  <a:pt x="848" y="424"/>
                </a:moveTo>
                <a:lnTo>
                  <a:pt x="848" y="424"/>
                </a:lnTo>
                <a:cubicBezTo>
                  <a:pt x="848" y="658"/>
                  <a:pt x="658" y="847"/>
                  <a:pt x="424" y="847"/>
                </a:cubicBezTo>
                <a:lnTo>
                  <a:pt x="424" y="847"/>
                </a:lnTo>
                <a:cubicBezTo>
                  <a:pt x="190" y="847"/>
                  <a:pt x="0" y="658"/>
                  <a:pt x="0" y="424"/>
                </a:cubicBezTo>
                <a:lnTo>
                  <a:pt x="0" y="424"/>
                </a:lnTo>
                <a:cubicBezTo>
                  <a:pt x="0" y="190"/>
                  <a:pt x="190" y="0"/>
                  <a:pt x="424" y="0"/>
                </a:cubicBezTo>
                <a:lnTo>
                  <a:pt x="424" y="0"/>
                </a:lnTo>
                <a:cubicBezTo>
                  <a:pt x="658" y="0"/>
                  <a:pt x="848" y="190"/>
                  <a:pt x="848" y="424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76">
            <a:extLst>
              <a:ext uri="{FF2B5EF4-FFF2-40B4-BE49-F238E27FC236}">
                <a16:creationId xmlns:a16="http://schemas.microsoft.com/office/drawing/2014/main" id="{D31D527E-D56E-7843-B93A-15ECD6C0F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13" y="10774544"/>
            <a:ext cx="477893" cy="390005"/>
          </a:xfrm>
          <a:custGeom>
            <a:avLst/>
            <a:gdLst>
              <a:gd name="T0" fmla="*/ 381 w 382"/>
              <a:gd name="T1" fmla="*/ 37 h 311"/>
              <a:gd name="T2" fmla="*/ 381 w 382"/>
              <a:gd name="T3" fmla="*/ 37 h 311"/>
              <a:gd name="T4" fmla="*/ 336 w 382"/>
              <a:gd name="T5" fmla="*/ 49 h 311"/>
              <a:gd name="T6" fmla="*/ 336 w 382"/>
              <a:gd name="T7" fmla="*/ 49 h 311"/>
              <a:gd name="T8" fmla="*/ 370 w 382"/>
              <a:gd name="T9" fmla="*/ 6 h 311"/>
              <a:gd name="T10" fmla="*/ 370 w 382"/>
              <a:gd name="T11" fmla="*/ 6 h 311"/>
              <a:gd name="T12" fmla="*/ 321 w 382"/>
              <a:gd name="T13" fmla="*/ 25 h 311"/>
              <a:gd name="T14" fmla="*/ 321 w 382"/>
              <a:gd name="T15" fmla="*/ 25 h 311"/>
              <a:gd name="T16" fmla="*/ 263 w 382"/>
              <a:gd name="T17" fmla="*/ 0 h 311"/>
              <a:gd name="T18" fmla="*/ 263 w 382"/>
              <a:gd name="T19" fmla="*/ 0 h 311"/>
              <a:gd name="T20" fmla="*/ 186 w 382"/>
              <a:gd name="T21" fmla="*/ 78 h 311"/>
              <a:gd name="T22" fmla="*/ 186 w 382"/>
              <a:gd name="T23" fmla="*/ 78 h 311"/>
              <a:gd name="T24" fmla="*/ 188 w 382"/>
              <a:gd name="T25" fmla="*/ 96 h 311"/>
              <a:gd name="T26" fmla="*/ 188 w 382"/>
              <a:gd name="T27" fmla="*/ 96 h 311"/>
              <a:gd name="T28" fmla="*/ 26 w 382"/>
              <a:gd name="T29" fmla="*/ 14 h 311"/>
              <a:gd name="T30" fmla="*/ 26 w 382"/>
              <a:gd name="T31" fmla="*/ 14 h 311"/>
              <a:gd name="T32" fmla="*/ 16 w 382"/>
              <a:gd name="T33" fmla="*/ 53 h 311"/>
              <a:gd name="T34" fmla="*/ 16 w 382"/>
              <a:gd name="T35" fmla="*/ 53 h 311"/>
              <a:gd name="T36" fmla="*/ 51 w 382"/>
              <a:gd name="T37" fmla="*/ 119 h 311"/>
              <a:gd name="T38" fmla="*/ 51 w 382"/>
              <a:gd name="T39" fmla="*/ 119 h 311"/>
              <a:gd name="T40" fmla="*/ 15 w 382"/>
              <a:gd name="T41" fmla="*/ 109 h 311"/>
              <a:gd name="T42" fmla="*/ 15 w 382"/>
              <a:gd name="T43" fmla="*/ 110 h 311"/>
              <a:gd name="T44" fmla="*/ 15 w 382"/>
              <a:gd name="T45" fmla="*/ 110 h 311"/>
              <a:gd name="T46" fmla="*/ 78 w 382"/>
              <a:gd name="T47" fmla="*/ 187 h 311"/>
              <a:gd name="T48" fmla="*/ 78 w 382"/>
              <a:gd name="T49" fmla="*/ 187 h 311"/>
              <a:gd name="T50" fmla="*/ 57 w 382"/>
              <a:gd name="T51" fmla="*/ 189 h 311"/>
              <a:gd name="T52" fmla="*/ 57 w 382"/>
              <a:gd name="T53" fmla="*/ 189 h 311"/>
              <a:gd name="T54" fmla="*/ 42 w 382"/>
              <a:gd name="T55" fmla="*/ 188 h 311"/>
              <a:gd name="T56" fmla="*/ 42 w 382"/>
              <a:gd name="T57" fmla="*/ 188 h 311"/>
              <a:gd name="T58" fmla="*/ 115 w 382"/>
              <a:gd name="T59" fmla="*/ 242 h 311"/>
              <a:gd name="T60" fmla="*/ 115 w 382"/>
              <a:gd name="T61" fmla="*/ 242 h 311"/>
              <a:gd name="T62" fmla="*/ 18 w 382"/>
              <a:gd name="T63" fmla="*/ 275 h 311"/>
              <a:gd name="T64" fmla="*/ 18 w 382"/>
              <a:gd name="T65" fmla="*/ 275 h 311"/>
              <a:gd name="T66" fmla="*/ 0 w 382"/>
              <a:gd name="T67" fmla="*/ 275 h 311"/>
              <a:gd name="T68" fmla="*/ 0 w 382"/>
              <a:gd name="T69" fmla="*/ 275 h 311"/>
              <a:gd name="T70" fmla="*/ 120 w 382"/>
              <a:gd name="T71" fmla="*/ 310 h 311"/>
              <a:gd name="T72" fmla="*/ 120 w 382"/>
              <a:gd name="T73" fmla="*/ 310 h 311"/>
              <a:gd name="T74" fmla="*/ 342 w 382"/>
              <a:gd name="T75" fmla="*/ 87 h 311"/>
              <a:gd name="T76" fmla="*/ 342 w 382"/>
              <a:gd name="T77" fmla="*/ 87 h 311"/>
              <a:gd name="T78" fmla="*/ 342 w 382"/>
              <a:gd name="T79" fmla="*/ 77 h 311"/>
              <a:gd name="T80" fmla="*/ 342 w 382"/>
              <a:gd name="T81" fmla="*/ 77 h 311"/>
              <a:gd name="T82" fmla="*/ 381 w 382"/>
              <a:gd name="T83" fmla="*/ 37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82" h="311">
                <a:moveTo>
                  <a:pt x="381" y="37"/>
                </a:moveTo>
                <a:lnTo>
                  <a:pt x="381" y="37"/>
                </a:lnTo>
                <a:cubicBezTo>
                  <a:pt x="367" y="43"/>
                  <a:pt x="351" y="47"/>
                  <a:pt x="336" y="49"/>
                </a:cubicBezTo>
                <a:lnTo>
                  <a:pt x="336" y="49"/>
                </a:lnTo>
                <a:cubicBezTo>
                  <a:pt x="352" y="39"/>
                  <a:pt x="364" y="24"/>
                  <a:pt x="370" y="6"/>
                </a:cubicBezTo>
                <a:lnTo>
                  <a:pt x="370" y="6"/>
                </a:lnTo>
                <a:cubicBezTo>
                  <a:pt x="355" y="15"/>
                  <a:pt x="338" y="21"/>
                  <a:pt x="321" y="25"/>
                </a:cubicBezTo>
                <a:lnTo>
                  <a:pt x="321" y="25"/>
                </a:lnTo>
                <a:cubicBezTo>
                  <a:pt x="306" y="9"/>
                  <a:pt x="286" y="0"/>
                  <a:pt x="263" y="0"/>
                </a:cubicBezTo>
                <a:lnTo>
                  <a:pt x="263" y="0"/>
                </a:lnTo>
                <a:cubicBezTo>
                  <a:pt x="220" y="0"/>
                  <a:pt x="186" y="35"/>
                  <a:pt x="186" y="78"/>
                </a:cubicBezTo>
                <a:lnTo>
                  <a:pt x="186" y="78"/>
                </a:lnTo>
                <a:cubicBezTo>
                  <a:pt x="186" y="84"/>
                  <a:pt x="186" y="90"/>
                  <a:pt x="188" y="96"/>
                </a:cubicBezTo>
                <a:lnTo>
                  <a:pt x="188" y="96"/>
                </a:lnTo>
                <a:cubicBezTo>
                  <a:pt x="123" y="93"/>
                  <a:pt x="64" y="62"/>
                  <a:pt x="26" y="14"/>
                </a:cubicBezTo>
                <a:lnTo>
                  <a:pt x="26" y="14"/>
                </a:lnTo>
                <a:cubicBezTo>
                  <a:pt x="19" y="26"/>
                  <a:pt x="16" y="39"/>
                  <a:pt x="16" y="53"/>
                </a:cubicBezTo>
                <a:lnTo>
                  <a:pt x="16" y="53"/>
                </a:lnTo>
                <a:cubicBezTo>
                  <a:pt x="16" y="81"/>
                  <a:pt x="30" y="105"/>
                  <a:pt x="51" y="119"/>
                </a:cubicBezTo>
                <a:lnTo>
                  <a:pt x="51" y="119"/>
                </a:lnTo>
                <a:cubicBezTo>
                  <a:pt x="38" y="118"/>
                  <a:pt x="25" y="114"/>
                  <a:pt x="15" y="109"/>
                </a:cubicBezTo>
                <a:lnTo>
                  <a:pt x="15" y="110"/>
                </a:lnTo>
                <a:lnTo>
                  <a:pt x="15" y="110"/>
                </a:lnTo>
                <a:cubicBezTo>
                  <a:pt x="15" y="147"/>
                  <a:pt x="42" y="179"/>
                  <a:pt x="78" y="187"/>
                </a:cubicBezTo>
                <a:lnTo>
                  <a:pt x="78" y="187"/>
                </a:lnTo>
                <a:cubicBezTo>
                  <a:pt x="71" y="188"/>
                  <a:pt x="64" y="189"/>
                  <a:pt x="57" y="189"/>
                </a:cubicBezTo>
                <a:lnTo>
                  <a:pt x="57" y="189"/>
                </a:lnTo>
                <a:cubicBezTo>
                  <a:pt x="52" y="189"/>
                  <a:pt x="47" y="188"/>
                  <a:pt x="42" y="188"/>
                </a:cubicBezTo>
                <a:lnTo>
                  <a:pt x="42" y="188"/>
                </a:lnTo>
                <a:cubicBezTo>
                  <a:pt x="52" y="219"/>
                  <a:pt x="81" y="242"/>
                  <a:pt x="115" y="242"/>
                </a:cubicBezTo>
                <a:lnTo>
                  <a:pt x="115" y="242"/>
                </a:lnTo>
                <a:cubicBezTo>
                  <a:pt x="89" y="263"/>
                  <a:pt x="55" y="275"/>
                  <a:pt x="18" y="275"/>
                </a:cubicBezTo>
                <a:lnTo>
                  <a:pt x="18" y="275"/>
                </a:lnTo>
                <a:cubicBezTo>
                  <a:pt x="12" y="275"/>
                  <a:pt x="6" y="275"/>
                  <a:pt x="0" y="275"/>
                </a:cubicBezTo>
                <a:lnTo>
                  <a:pt x="0" y="275"/>
                </a:lnTo>
                <a:cubicBezTo>
                  <a:pt x="34" y="297"/>
                  <a:pt x="75" y="310"/>
                  <a:pt x="120" y="310"/>
                </a:cubicBezTo>
                <a:lnTo>
                  <a:pt x="120" y="310"/>
                </a:lnTo>
                <a:cubicBezTo>
                  <a:pt x="263" y="310"/>
                  <a:pt x="342" y="190"/>
                  <a:pt x="342" y="87"/>
                </a:cubicBezTo>
                <a:lnTo>
                  <a:pt x="342" y="87"/>
                </a:lnTo>
                <a:cubicBezTo>
                  <a:pt x="342" y="84"/>
                  <a:pt x="342" y="80"/>
                  <a:pt x="342" y="77"/>
                </a:cubicBezTo>
                <a:lnTo>
                  <a:pt x="342" y="77"/>
                </a:lnTo>
                <a:cubicBezTo>
                  <a:pt x="357" y="66"/>
                  <a:pt x="370" y="52"/>
                  <a:pt x="381" y="37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77">
            <a:extLst>
              <a:ext uri="{FF2B5EF4-FFF2-40B4-BE49-F238E27FC236}">
                <a16:creationId xmlns:a16="http://schemas.microsoft.com/office/drawing/2014/main" id="{7264AFE9-AF7B-DC4E-8CE4-A906CDC29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1268" y="10439467"/>
            <a:ext cx="1054665" cy="1054665"/>
          </a:xfrm>
          <a:custGeom>
            <a:avLst/>
            <a:gdLst>
              <a:gd name="T0" fmla="*/ 847 w 848"/>
              <a:gd name="T1" fmla="*/ 424 h 848"/>
              <a:gd name="T2" fmla="*/ 847 w 848"/>
              <a:gd name="T3" fmla="*/ 424 h 848"/>
              <a:gd name="T4" fmla="*/ 424 w 848"/>
              <a:gd name="T5" fmla="*/ 847 h 848"/>
              <a:gd name="T6" fmla="*/ 424 w 848"/>
              <a:gd name="T7" fmla="*/ 847 h 848"/>
              <a:gd name="T8" fmla="*/ 0 w 848"/>
              <a:gd name="T9" fmla="*/ 424 h 848"/>
              <a:gd name="T10" fmla="*/ 0 w 848"/>
              <a:gd name="T11" fmla="*/ 424 h 848"/>
              <a:gd name="T12" fmla="*/ 424 w 848"/>
              <a:gd name="T13" fmla="*/ 0 h 848"/>
              <a:gd name="T14" fmla="*/ 424 w 848"/>
              <a:gd name="T15" fmla="*/ 0 h 848"/>
              <a:gd name="T16" fmla="*/ 847 w 848"/>
              <a:gd name="T17" fmla="*/ 424 h 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8" h="848">
                <a:moveTo>
                  <a:pt x="847" y="424"/>
                </a:moveTo>
                <a:lnTo>
                  <a:pt x="847" y="424"/>
                </a:lnTo>
                <a:cubicBezTo>
                  <a:pt x="847" y="658"/>
                  <a:pt x="658" y="847"/>
                  <a:pt x="424" y="847"/>
                </a:cubicBezTo>
                <a:lnTo>
                  <a:pt x="424" y="847"/>
                </a:lnTo>
                <a:cubicBezTo>
                  <a:pt x="190" y="847"/>
                  <a:pt x="0" y="658"/>
                  <a:pt x="0" y="424"/>
                </a:cubicBezTo>
                <a:lnTo>
                  <a:pt x="0" y="424"/>
                </a:lnTo>
                <a:cubicBezTo>
                  <a:pt x="0" y="190"/>
                  <a:pt x="190" y="0"/>
                  <a:pt x="424" y="0"/>
                </a:cubicBezTo>
                <a:lnTo>
                  <a:pt x="424" y="0"/>
                </a:lnTo>
                <a:cubicBezTo>
                  <a:pt x="658" y="0"/>
                  <a:pt x="847" y="190"/>
                  <a:pt x="847" y="424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78">
            <a:extLst>
              <a:ext uri="{FF2B5EF4-FFF2-40B4-BE49-F238E27FC236}">
                <a16:creationId xmlns:a16="http://schemas.microsoft.com/office/drawing/2014/main" id="{73557757-69B5-E948-B88B-BB1CEA5BA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2402" y="10730600"/>
            <a:ext cx="477897" cy="477893"/>
          </a:xfrm>
          <a:custGeom>
            <a:avLst/>
            <a:gdLst>
              <a:gd name="T0" fmla="*/ 278 w 383"/>
              <a:gd name="T1" fmla="*/ 230 h 384"/>
              <a:gd name="T2" fmla="*/ 246 w 383"/>
              <a:gd name="T3" fmla="*/ 214 h 384"/>
              <a:gd name="T4" fmla="*/ 235 w 383"/>
              <a:gd name="T5" fmla="*/ 217 h 384"/>
              <a:gd name="T6" fmla="*/ 220 w 383"/>
              <a:gd name="T7" fmla="*/ 235 h 384"/>
              <a:gd name="T8" fmla="*/ 210 w 383"/>
              <a:gd name="T9" fmla="*/ 236 h 384"/>
              <a:gd name="T10" fmla="*/ 172 w 383"/>
              <a:gd name="T11" fmla="*/ 213 h 384"/>
              <a:gd name="T12" fmla="*/ 146 w 383"/>
              <a:gd name="T13" fmla="*/ 180 h 384"/>
              <a:gd name="T14" fmla="*/ 147 w 383"/>
              <a:gd name="T15" fmla="*/ 170 h 384"/>
              <a:gd name="T16" fmla="*/ 155 w 383"/>
              <a:gd name="T17" fmla="*/ 162 h 384"/>
              <a:gd name="T18" fmla="*/ 160 w 383"/>
              <a:gd name="T19" fmla="*/ 154 h 384"/>
              <a:gd name="T20" fmla="*/ 159 w 383"/>
              <a:gd name="T21" fmla="*/ 146 h 384"/>
              <a:gd name="T22" fmla="*/ 144 w 383"/>
              <a:gd name="T23" fmla="*/ 110 h 384"/>
              <a:gd name="T24" fmla="*/ 133 w 383"/>
              <a:gd name="T25" fmla="*/ 103 h 384"/>
              <a:gd name="T26" fmla="*/ 125 w 383"/>
              <a:gd name="T27" fmla="*/ 103 h 384"/>
              <a:gd name="T28" fmla="*/ 112 w 383"/>
              <a:gd name="T29" fmla="*/ 109 h 384"/>
              <a:gd name="T30" fmla="*/ 95 w 383"/>
              <a:gd name="T31" fmla="*/ 148 h 384"/>
              <a:gd name="T32" fmla="*/ 115 w 383"/>
              <a:gd name="T33" fmla="*/ 197 h 384"/>
              <a:gd name="T34" fmla="*/ 196 w 383"/>
              <a:gd name="T35" fmla="*/ 268 h 384"/>
              <a:gd name="T36" fmla="*/ 223 w 383"/>
              <a:gd name="T37" fmla="*/ 279 h 384"/>
              <a:gd name="T38" fmla="*/ 252 w 383"/>
              <a:gd name="T39" fmla="*/ 280 h 384"/>
              <a:gd name="T40" fmla="*/ 284 w 383"/>
              <a:gd name="T41" fmla="*/ 258 h 384"/>
              <a:gd name="T42" fmla="*/ 287 w 383"/>
              <a:gd name="T43" fmla="*/ 235 h 384"/>
              <a:gd name="T44" fmla="*/ 191 w 383"/>
              <a:gd name="T45" fmla="*/ 348 h 384"/>
              <a:gd name="T46" fmla="*/ 191 w 383"/>
              <a:gd name="T47" fmla="*/ 348 h 384"/>
              <a:gd name="T48" fmla="*/ 106 w 383"/>
              <a:gd name="T49" fmla="*/ 322 h 384"/>
              <a:gd name="T50" fmla="*/ 62 w 383"/>
              <a:gd name="T51" fmla="*/ 280 h 384"/>
              <a:gd name="T52" fmla="*/ 58 w 383"/>
              <a:gd name="T53" fmla="*/ 274 h 384"/>
              <a:gd name="T54" fmla="*/ 34 w 383"/>
              <a:gd name="T55" fmla="*/ 190 h 384"/>
              <a:gd name="T56" fmla="*/ 192 w 383"/>
              <a:gd name="T57" fmla="*/ 32 h 384"/>
              <a:gd name="T58" fmla="*/ 303 w 383"/>
              <a:gd name="T59" fmla="*/ 79 h 384"/>
              <a:gd name="T60" fmla="*/ 349 w 383"/>
              <a:gd name="T61" fmla="*/ 190 h 384"/>
              <a:gd name="T62" fmla="*/ 326 w 383"/>
              <a:gd name="T63" fmla="*/ 56 h 384"/>
              <a:gd name="T64" fmla="*/ 191 w 383"/>
              <a:gd name="T65" fmla="*/ 0 h 384"/>
              <a:gd name="T66" fmla="*/ 2 w 383"/>
              <a:gd name="T67" fmla="*/ 190 h 384"/>
              <a:gd name="T68" fmla="*/ 27 w 383"/>
              <a:gd name="T69" fmla="*/ 285 h 384"/>
              <a:gd name="T70" fmla="*/ 101 w 383"/>
              <a:gd name="T71" fmla="*/ 357 h 384"/>
              <a:gd name="T72" fmla="*/ 191 w 383"/>
              <a:gd name="T73" fmla="*/ 379 h 384"/>
              <a:gd name="T74" fmla="*/ 191 w 383"/>
              <a:gd name="T75" fmla="*/ 379 h 384"/>
              <a:gd name="T76" fmla="*/ 382 w 383"/>
              <a:gd name="T77" fmla="*/ 190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83" h="384">
                <a:moveTo>
                  <a:pt x="278" y="230"/>
                </a:moveTo>
                <a:lnTo>
                  <a:pt x="278" y="230"/>
                </a:lnTo>
                <a:cubicBezTo>
                  <a:pt x="273" y="227"/>
                  <a:pt x="250" y="216"/>
                  <a:pt x="246" y="214"/>
                </a:cubicBezTo>
                <a:lnTo>
                  <a:pt x="246" y="214"/>
                </a:lnTo>
                <a:cubicBezTo>
                  <a:pt x="241" y="213"/>
                  <a:pt x="239" y="212"/>
                  <a:pt x="235" y="217"/>
                </a:cubicBezTo>
                <a:lnTo>
                  <a:pt x="235" y="217"/>
                </a:lnTo>
                <a:cubicBezTo>
                  <a:pt x="232" y="221"/>
                  <a:pt x="223" y="232"/>
                  <a:pt x="220" y="235"/>
                </a:cubicBezTo>
                <a:lnTo>
                  <a:pt x="220" y="235"/>
                </a:lnTo>
                <a:cubicBezTo>
                  <a:pt x="217" y="238"/>
                  <a:pt x="215" y="239"/>
                  <a:pt x="210" y="236"/>
                </a:cubicBezTo>
                <a:lnTo>
                  <a:pt x="210" y="236"/>
                </a:lnTo>
                <a:cubicBezTo>
                  <a:pt x="205" y="234"/>
                  <a:pt x="189" y="229"/>
                  <a:pt x="172" y="213"/>
                </a:cubicBezTo>
                <a:lnTo>
                  <a:pt x="172" y="213"/>
                </a:lnTo>
                <a:cubicBezTo>
                  <a:pt x="158" y="200"/>
                  <a:pt x="148" y="185"/>
                  <a:pt x="146" y="180"/>
                </a:cubicBezTo>
                <a:lnTo>
                  <a:pt x="146" y="180"/>
                </a:lnTo>
                <a:cubicBezTo>
                  <a:pt x="142" y="175"/>
                  <a:pt x="145" y="173"/>
                  <a:pt x="147" y="170"/>
                </a:cubicBezTo>
                <a:lnTo>
                  <a:pt x="147" y="170"/>
                </a:lnTo>
                <a:cubicBezTo>
                  <a:pt x="150" y="169"/>
                  <a:pt x="152" y="165"/>
                  <a:pt x="155" y="162"/>
                </a:cubicBezTo>
                <a:lnTo>
                  <a:pt x="155" y="162"/>
                </a:lnTo>
                <a:cubicBezTo>
                  <a:pt x="157" y="159"/>
                  <a:pt x="158" y="158"/>
                  <a:pt x="160" y="154"/>
                </a:cubicBezTo>
                <a:lnTo>
                  <a:pt x="160" y="154"/>
                </a:lnTo>
                <a:cubicBezTo>
                  <a:pt x="161" y="151"/>
                  <a:pt x="160" y="148"/>
                  <a:pt x="159" y="146"/>
                </a:cubicBezTo>
                <a:lnTo>
                  <a:pt x="159" y="146"/>
                </a:lnTo>
                <a:cubicBezTo>
                  <a:pt x="158" y="143"/>
                  <a:pt x="148" y="120"/>
                  <a:pt x="144" y="110"/>
                </a:cubicBezTo>
                <a:lnTo>
                  <a:pt x="144" y="110"/>
                </a:lnTo>
                <a:cubicBezTo>
                  <a:pt x="141" y="101"/>
                  <a:pt x="136" y="103"/>
                  <a:pt x="133" y="103"/>
                </a:cubicBezTo>
                <a:lnTo>
                  <a:pt x="133" y="103"/>
                </a:lnTo>
                <a:cubicBezTo>
                  <a:pt x="131" y="103"/>
                  <a:pt x="128" y="103"/>
                  <a:pt x="125" y="103"/>
                </a:cubicBezTo>
                <a:lnTo>
                  <a:pt x="125" y="103"/>
                </a:lnTo>
                <a:cubicBezTo>
                  <a:pt x="121" y="103"/>
                  <a:pt x="116" y="104"/>
                  <a:pt x="112" y="109"/>
                </a:cubicBezTo>
                <a:lnTo>
                  <a:pt x="112" y="109"/>
                </a:lnTo>
                <a:cubicBezTo>
                  <a:pt x="108" y="113"/>
                  <a:pt x="95" y="125"/>
                  <a:pt x="95" y="148"/>
                </a:cubicBezTo>
                <a:lnTo>
                  <a:pt x="95" y="148"/>
                </a:lnTo>
                <a:cubicBezTo>
                  <a:pt x="95" y="171"/>
                  <a:pt x="113" y="194"/>
                  <a:pt x="115" y="197"/>
                </a:cubicBezTo>
                <a:lnTo>
                  <a:pt x="115" y="197"/>
                </a:lnTo>
                <a:cubicBezTo>
                  <a:pt x="117" y="200"/>
                  <a:pt x="148" y="248"/>
                  <a:pt x="196" y="268"/>
                </a:cubicBezTo>
                <a:lnTo>
                  <a:pt x="196" y="268"/>
                </a:lnTo>
                <a:cubicBezTo>
                  <a:pt x="207" y="273"/>
                  <a:pt x="216" y="276"/>
                  <a:pt x="223" y="279"/>
                </a:cubicBezTo>
                <a:lnTo>
                  <a:pt x="223" y="279"/>
                </a:lnTo>
                <a:cubicBezTo>
                  <a:pt x="234" y="282"/>
                  <a:pt x="244" y="282"/>
                  <a:pt x="252" y="280"/>
                </a:cubicBezTo>
                <a:lnTo>
                  <a:pt x="252" y="280"/>
                </a:lnTo>
                <a:cubicBezTo>
                  <a:pt x="262" y="279"/>
                  <a:pt x="281" y="269"/>
                  <a:pt x="284" y="258"/>
                </a:cubicBezTo>
                <a:lnTo>
                  <a:pt x="284" y="258"/>
                </a:lnTo>
                <a:cubicBezTo>
                  <a:pt x="289" y="247"/>
                  <a:pt x="289" y="237"/>
                  <a:pt x="287" y="235"/>
                </a:cubicBezTo>
                <a:lnTo>
                  <a:pt x="287" y="235"/>
                </a:lnTo>
                <a:cubicBezTo>
                  <a:pt x="286" y="233"/>
                  <a:pt x="283" y="232"/>
                  <a:pt x="278" y="230"/>
                </a:cubicBezTo>
                <a:close/>
                <a:moveTo>
                  <a:pt x="191" y="348"/>
                </a:moveTo>
                <a:lnTo>
                  <a:pt x="191" y="348"/>
                </a:lnTo>
                <a:lnTo>
                  <a:pt x="191" y="348"/>
                </a:lnTo>
                <a:cubicBezTo>
                  <a:pt x="163" y="348"/>
                  <a:pt x="136" y="340"/>
                  <a:pt x="111" y="326"/>
                </a:cubicBezTo>
                <a:lnTo>
                  <a:pt x="106" y="322"/>
                </a:lnTo>
                <a:lnTo>
                  <a:pt x="46" y="338"/>
                </a:lnTo>
                <a:lnTo>
                  <a:pt x="62" y="280"/>
                </a:lnTo>
                <a:lnTo>
                  <a:pt x="58" y="274"/>
                </a:lnTo>
                <a:lnTo>
                  <a:pt x="58" y="274"/>
                </a:lnTo>
                <a:cubicBezTo>
                  <a:pt x="42" y="249"/>
                  <a:pt x="34" y="220"/>
                  <a:pt x="34" y="190"/>
                </a:cubicBezTo>
                <a:lnTo>
                  <a:pt x="34" y="190"/>
                </a:lnTo>
                <a:cubicBezTo>
                  <a:pt x="34" y="103"/>
                  <a:pt x="105" y="32"/>
                  <a:pt x="192" y="32"/>
                </a:cubicBezTo>
                <a:lnTo>
                  <a:pt x="192" y="32"/>
                </a:lnTo>
                <a:cubicBezTo>
                  <a:pt x="234" y="32"/>
                  <a:pt x="273" y="49"/>
                  <a:pt x="303" y="79"/>
                </a:cubicBezTo>
                <a:lnTo>
                  <a:pt x="303" y="79"/>
                </a:lnTo>
                <a:cubicBezTo>
                  <a:pt x="333" y="109"/>
                  <a:pt x="349" y="148"/>
                  <a:pt x="349" y="190"/>
                </a:cubicBezTo>
                <a:lnTo>
                  <a:pt x="349" y="190"/>
                </a:lnTo>
                <a:cubicBezTo>
                  <a:pt x="349" y="277"/>
                  <a:pt x="278" y="348"/>
                  <a:pt x="191" y="348"/>
                </a:cubicBezTo>
                <a:close/>
                <a:moveTo>
                  <a:pt x="326" y="56"/>
                </a:moveTo>
                <a:lnTo>
                  <a:pt x="326" y="56"/>
                </a:lnTo>
                <a:cubicBezTo>
                  <a:pt x="290" y="20"/>
                  <a:pt x="242" y="0"/>
                  <a:pt x="191" y="0"/>
                </a:cubicBezTo>
                <a:lnTo>
                  <a:pt x="191" y="0"/>
                </a:lnTo>
                <a:cubicBezTo>
                  <a:pt x="87" y="0"/>
                  <a:pt x="2" y="85"/>
                  <a:pt x="2" y="190"/>
                </a:cubicBezTo>
                <a:lnTo>
                  <a:pt x="2" y="190"/>
                </a:lnTo>
                <a:cubicBezTo>
                  <a:pt x="2" y="224"/>
                  <a:pt x="11" y="256"/>
                  <a:pt x="27" y="285"/>
                </a:cubicBezTo>
                <a:lnTo>
                  <a:pt x="0" y="383"/>
                </a:lnTo>
                <a:lnTo>
                  <a:pt x="101" y="357"/>
                </a:lnTo>
                <a:lnTo>
                  <a:pt x="101" y="357"/>
                </a:lnTo>
                <a:cubicBezTo>
                  <a:pt x="128" y="372"/>
                  <a:pt x="160" y="379"/>
                  <a:pt x="191" y="379"/>
                </a:cubicBezTo>
                <a:lnTo>
                  <a:pt x="191" y="379"/>
                </a:lnTo>
                <a:lnTo>
                  <a:pt x="191" y="379"/>
                </a:lnTo>
                <a:cubicBezTo>
                  <a:pt x="296" y="379"/>
                  <a:pt x="381" y="295"/>
                  <a:pt x="382" y="190"/>
                </a:cubicBezTo>
                <a:lnTo>
                  <a:pt x="382" y="190"/>
                </a:lnTo>
                <a:cubicBezTo>
                  <a:pt x="382" y="139"/>
                  <a:pt x="361" y="92"/>
                  <a:pt x="326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79">
            <a:extLst>
              <a:ext uri="{FF2B5EF4-FFF2-40B4-BE49-F238E27FC236}">
                <a16:creationId xmlns:a16="http://schemas.microsoft.com/office/drawing/2014/main" id="{933EDBB1-529F-C74F-A12F-36A4548E6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7354" y="10439467"/>
            <a:ext cx="1060160" cy="1054665"/>
          </a:xfrm>
          <a:custGeom>
            <a:avLst/>
            <a:gdLst>
              <a:gd name="T0" fmla="*/ 849 w 850"/>
              <a:gd name="T1" fmla="*/ 424 h 848"/>
              <a:gd name="T2" fmla="*/ 849 w 850"/>
              <a:gd name="T3" fmla="*/ 424 h 848"/>
              <a:gd name="T4" fmla="*/ 425 w 850"/>
              <a:gd name="T5" fmla="*/ 847 h 848"/>
              <a:gd name="T6" fmla="*/ 425 w 850"/>
              <a:gd name="T7" fmla="*/ 847 h 848"/>
              <a:gd name="T8" fmla="*/ 0 w 850"/>
              <a:gd name="T9" fmla="*/ 424 h 848"/>
              <a:gd name="T10" fmla="*/ 0 w 850"/>
              <a:gd name="T11" fmla="*/ 424 h 848"/>
              <a:gd name="T12" fmla="*/ 425 w 850"/>
              <a:gd name="T13" fmla="*/ 0 h 848"/>
              <a:gd name="T14" fmla="*/ 425 w 850"/>
              <a:gd name="T15" fmla="*/ 0 h 848"/>
              <a:gd name="T16" fmla="*/ 849 w 850"/>
              <a:gd name="T17" fmla="*/ 424 h 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50" h="848">
                <a:moveTo>
                  <a:pt x="849" y="424"/>
                </a:moveTo>
                <a:lnTo>
                  <a:pt x="849" y="424"/>
                </a:lnTo>
                <a:cubicBezTo>
                  <a:pt x="849" y="658"/>
                  <a:pt x="659" y="847"/>
                  <a:pt x="425" y="847"/>
                </a:cubicBezTo>
                <a:lnTo>
                  <a:pt x="425" y="847"/>
                </a:lnTo>
                <a:cubicBezTo>
                  <a:pt x="190" y="847"/>
                  <a:pt x="0" y="658"/>
                  <a:pt x="0" y="424"/>
                </a:cubicBezTo>
                <a:lnTo>
                  <a:pt x="0" y="424"/>
                </a:lnTo>
                <a:cubicBezTo>
                  <a:pt x="0" y="190"/>
                  <a:pt x="190" y="0"/>
                  <a:pt x="425" y="0"/>
                </a:cubicBezTo>
                <a:lnTo>
                  <a:pt x="425" y="0"/>
                </a:lnTo>
                <a:cubicBezTo>
                  <a:pt x="659" y="0"/>
                  <a:pt x="849" y="190"/>
                  <a:pt x="849" y="424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80">
            <a:extLst>
              <a:ext uri="{FF2B5EF4-FFF2-40B4-BE49-F238E27FC236}">
                <a16:creationId xmlns:a16="http://schemas.microsoft.com/office/drawing/2014/main" id="{2D0FB560-8D2A-244F-BD62-FB4B75B40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6518" y="10769049"/>
            <a:ext cx="516346" cy="395499"/>
          </a:xfrm>
          <a:custGeom>
            <a:avLst/>
            <a:gdLst>
              <a:gd name="T0" fmla="*/ 191 w 414"/>
              <a:gd name="T1" fmla="*/ 123 h 318"/>
              <a:gd name="T2" fmla="*/ 254 w 414"/>
              <a:gd name="T3" fmla="*/ 159 h 318"/>
              <a:gd name="T4" fmla="*/ 191 w 414"/>
              <a:gd name="T5" fmla="*/ 195 h 318"/>
              <a:gd name="T6" fmla="*/ 191 w 414"/>
              <a:gd name="T7" fmla="*/ 123 h 318"/>
              <a:gd name="T8" fmla="*/ 159 w 414"/>
              <a:gd name="T9" fmla="*/ 68 h 318"/>
              <a:gd name="T10" fmla="*/ 159 w 414"/>
              <a:gd name="T11" fmla="*/ 249 h 318"/>
              <a:gd name="T12" fmla="*/ 183 w 414"/>
              <a:gd name="T13" fmla="*/ 236 h 318"/>
              <a:gd name="T14" fmla="*/ 294 w 414"/>
              <a:gd name="T15" fmla="*/ 173 h 318"/>
              <a:gd name="T16" fmla="*/ 317 w 414"/>
              <a:gd name="T17" fmla="*/ 159 h 318"/>
              <a:gd name="T18" fmla="*/ 294 w 414"/>
              <a:gd name="T19" fmla="*/ 145 h 318"/>
              <a:gd name="T20" fmla="*/ 183 w 414"/>
              <a:gd name="T21" fmla="*/ 81 h 318"/>
              <a:gd name="T22" fmla="*/ 159 w 414"/>
              <a:gd name="T23" fmla="*/ 68 h 318"/>
              <a:gd name="T24" fmla="*/ 207 w 414"/>
              <a:gd name="T25" fmla="*/ 32 h 318"/>
              <a:gd name="T26" fmla="*/ 207 w 414"/>
              <a:gd name="T27" fmla="*/ 32 h 318"/>
              <a:gd name="T28" fmla="*/ 347 w 414"/>
              <a:gd name="T29" fmla="*/ 42 h 318"/>
              <a:gd name="T30" fmla="*/ 347 w 414"/>
              <a:gd name="T31" fmla="*/ 42 h 318"/>
              <a:gd name="T32" fmla="*/ 373 w 414"/>
              <a:gd name="T33" fmla="*/ 68 h 318"/>
              <a:gd name="T34" fmla="*/ 373 w 414"/>
              <a:gd name="T35" fmla="*/ 68 h 318"/>
              <a:gd name="T36" fmla="*/ 381 w 414"/>
              <a:gd name="T37" fmla="*/ 159 h 318"/>
              <a:gd name="T38" fmla="*/ 381 w 414"/>
              <a:gd name="T39" fmla="*/ 159 h 318"/>
              <a:gd name="T40" fmla="*/ 373 w 414"/>
              <a:gd name="T41" fmla="*/ 250 h 318"/>
              <a:gd name="T42" fmla="*/ 373 w 414"/>
              <a:gd name="T43" fmla="*/ 250 h 318"/>
              <a:gd name="T44" fmla="*/ 347 w 414"/>
              <a:gd name="T45" fmla="*/ 275 h 318"/>
              <a:gd name="T46" fmla="*/ 347 w 414"/>
              <a:gd name="T47" fmla="*/ 275 h 318"/>
              <a:gd name="T48" fmla="*/ 207 w 414"/>
              <a:gd name="T49" fmla="*/ 285 h 318"/>
              <a:gd name="T50" fmla="*/ 207 w 414"/>
              <a:gd name="T51" fmla="*/ 285 h 318"/>
              <a:gd name="T52" fmla="*/ 66 w 414"/>
              <a:gd name="T53" fmla="*/ 275 h 318"/>
              <a:gd name="T54" fmla="*/ 66 w 414"/>
              <a:gd name="T55" fmla="*/ 275 h 318"/>
              <a:gd name="T56" fmla="*/ 40 w 414"/>
              <a:gd name="T57" fmla="*/ 250 h 318"/>
              <a:gd name="T58" fmla="*/ 40 w 414"/>
              <a:gd name="T59" fmla="*/ 250 h 318"/>
              <a:gd name="T60" fmla="*/ 32 w 414"/>
              <a:gd name="T61" fmla="*/ 159 h 318"/>
              <a:gd name="T62" fmla="*/ 32 w 414"/>
              <a:gd name="T63" fmla="*/ 159 h 318"/>
              <a:gd name="T64" fmla="*/ 40 w 414"/>
              <a:gd name="T65" fmla="*/ 68 h 318"/>
              <a:gd name="T66" fmla="*/ 40 w 414"/>
              <a:gd name="T67" fmla="*/ 68 h 318"/>
              <a:gd name="T68" fmla="*/ 66 w 414"/>
              <a:gd name="T69" fmla="*/ 42 h 318"/>
              <a:gd name="T70" fmla="*/ 66 w 414"/>
              <a:gd name="T71" fmla="*/ 42 h 318"/>
              <a:gd name="T72" fmla="*/ 207 w 414"/>
              <a:gd name="T73" fmla="*/ 32 h 318"/>
              <a:gd name="T74" fmla="*/ 207 w 414"/>
              <a:gd name="T75" fmla="*/ 0 h 318"/>
              <a:gd name="T76" fmla="*/ 207 w 414"/>
              <a:gd name="T77" fmla="*/ 0 h 318"/>
              <a:gd name="T78" fmla="*/ 62 w 414"/>
              <a:gd name="T79" fmla="*/ 11 h 318"/>
              <a:gd name="T80" fmla="*/ 62 w 414"/>
              <a:gd name="T81" fmla="*/ 11 h 318"/>
              <a:gd name="T82" fmla="*/ 8 w 414"/>
              <a:gd name="T83" fmla="*/ 62 h 318"/>
              <a:gd name="T84" fmla="*/ 8 w 414"/>
              <a:gd name="T85" fmla="*/ 62 h 318"/>
              <a:gd name="T86" fmla="*/ 0 w 414"/>
              <a:gd name="T87" fmla="*/ 159 h 318"/>
              <a:gd name="T88" fmla="*/ 0 w 414"/>
              <a:gd name="T89" fmla="*/ 159 h 318"/>
              <a:gd name="T90" fmla="*/ 8 w 414"/>
              <a:gd name="T91" fmla="*/ 256 h 318"/>
              <a:gd name="T92" fmla="*/ 8 w 414"/>
              <a:gd name="T93" fmla="*/ 256 h 318"/>
              <a:gd name="T94" fmla="*/ 62 w 414"/>
              <a:gd name="T95" fmla="*/ 307 h 318"/>
              <a:gd name="T96" fmla="*/ 62 w 414"/>
              <a:gd name="T97" fmla="*/ 307 h 318"/>
              <a:gd name="T98" fmla="*/ 207 w 414"/>
              <a:gd name="T99" fmla="*/ 317 h 318"/>
              <a:gd name="T100" fmla="*/ 207 w 414"/>
              <a:gd name="T101" fmla="*/ 317 h 318"/>
              <a:gd name="T102" fmla="*/ 351 w 414"/>
              <a:gd name="T103" fmla="*/ 307 h 318"/>
              <a:gd name="T104" fmla="*/ 351 w 414"/>
              <a:gd name="T105" fmla="*/ 307 h 318"/>
              <a:gd name="T106" fmla="*/ 404 w 414"/>
              <a:gd name="T107" fmla="*/ 256 h 318"/>
              <a:gd name="T108" fmla="*/ 404 w 414"/>
              <a:gd name="T109" fmla="*/ 256 h 318"/>
              <a:gd name="T110" fmla="*/ 413 w 414"/>
              <a:gd name="T111" fmla="*/ 159 h 318"/>
              <a:gd name="T112" fmla="*/ 413 w 414"/>
              <a:gd name="T113" fmla="*/ 159 h 318"/>
              <a:gd name="T114" fmla="*/ 404 w 414"/>
              <a:gd name="T115" fmla="*/ 62 h 318"/>
              <a:gd name="T116" fmla="*/ 404 w 414"/>
              <a:gd name="T117" fmla="*/ 62 h 318"/>
              <a:gd name="T118" fmla="*/ 351 w 414"/>
              <a:gd name="T119" fmla="*/ 11 h 318"/>
              <a:gd name="T120" fmla="*/ 351 w 414"/>
              <a:gd name="T121" fmla="*/ 11 h 318"/>
              <a:gd name="T122" fmla="*/ 207 w 414"/>
              <a:gd name="T123" fmla="*/ 0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14" h="318">
                <a:moveTo>
                  <a:pt x="191" y="123"/>
                </a:moveTo>
                <a:lnTo>
                  <a:pt x="254" y="159"/>
                </a:lnTo>
                <a:lnTo>
                  <a:pt x="191" y="195"/>
                </a:lnTo>
                <a:lnTo>
                  <a:pt x="191" y="123"/>
                </a:lnTo>
                <a:close/>
                <a:moveTo>
                  <a:pt x="159" y="68"/>
                </a:moveTo>
                <a:lnTo>
                  <a:pt x="159" y="249"/>
                </a:lnTo>
                <a:lnTo>
                  <a:pt x="183" y="236"/>
                </a:lnTo>
                <a:lnTo>
                  <a:pt x="294" y="173"/>
                </a:lnTo>
                <a:lnTo>
                  <a:pt x="317" y="159"/>
                </a:lnTo>
                <a:lnTo>
                  <a:pt x="294" y="145"/>
                </a:lnTo>
                <a:lnTo>
                  <a:pt x="183" y="81"/>
                </a:lnTo>
                <a:lnTo>
                  <a:pt x="159" y="68"/>
                </a:lnTo>
                <a:close/>
                <a:moveTo>
                  <a:pt x="207" y="32"/>
                </a:moveTo>
                <a:lnTo>
                  <a:pt x="207" y="32"/>
                </a:lnTo>
                <a:cubicBezTo>
                  <a:pt x="264" y="32"/>
                  <a:pt x="316" y="38"/>
                  <a:pt x="347" y="42"/>
                </a:cubicBezTo>
                <a:lnTo>
                  <a:pt x="347" y="42"/>
                </a:lnTo>
                <a:cubicBezTo>
                  <a:pt x="360" y="45"/>
                  <a:pt x="370" y="54"/>
                  <a:pt x="373" y="68"/>
                </a:cubicBezTo>
                <a:lnTo>
                  <a:pt x="373" y="68"/>
                </a:lnTo>
                <a:cubicBezTo>
                  <a:pt x="377" y="88"/>
                  <a:pt x="381" y="120"/>
                  <a:pt x="381" y="159"/>
                </a:cubicBezTo>
                <a:lnTo>
                  <a:pt x="381" y="159"/>
                </a:lnTo>
                <a:cubicBezTo>
                  <a:pt x="381" y="198"/>
                  <a:pt x="377" y="229"/>
                  <a:pt x="373" y="250"/>
                </a:cubicBezTo>
                <a:lnTo>
                  <a:pt x="373" y="250"/>
                </a:lnTo>
                <a:cubicBezTo>
                  <a:pt x="370" y="263"/>
                  <a:pt x="360" y="273"/>
                  <a:pt x="347" y="275"/>
                </a:cubicBezTo>
                <a:lnTo>
                  <a:pt x="347" y="275"/>
                </a:lnTo>
                <a:cubicBezTo>
                  <a:pt x="316" y="280"/>
                  <a:pt x="264" y="285"/>
                  <a:pt x="207" y="285"/>
                </a:cubicBezTo>
                <a:lnTo>
                  <a:pt x="207" y="285"/>
                </a:lnTo>
                <a:cubicBezTo>
                  <a:pt x="149" y="285"/>
                  <a:pt x="97" y="280"/>
                  <a:pt x="66" y="275"/>
                </a:cubicBezTo>
                <a:lnTo>
                  <a:pt x="66" y="275"/>
                </a:lnTo>
                <a:cubicBezTo>
                  <a:pt x="53" y="273"/>
                  <a:pt x="42" y="263"/>
                  <a:pt x="40" y="250"/>
                </a:cubicBezTo>
                <a:lnTo>
                  <a:pt x="40" y="250"/>
                </a:lnTo>
                <a:cubicBezTo>
                  <a:pt x="36" y="229"/>
                  <a:pt x="32" y="198"/>
                  <a:pt x="32" y="159"/>
                </a:cubicBezTo>
                <a:lnTo>
                  <a:pt x="32" y="159"/>
                </a:lnTo>
                <a:cubicBezTo>
                  <a:pt x="32" y="119"/>
                  <a:pt x="36" y="88"/>
                  <a:pt x="40" y="68"/>
                </a:cubicBezTo>
                <a:lnTo>
                  <a:pt x="40" y="68"/>
                </a:lnTo>
                <a:cubicBezTo>
                  <a:pt x="42" y="54"/>
                  <a:pt x="53" y="45"/>
                  <a:pt x="66" y="42"/>
                </a:cubicBezTo>
                <a:lnTo>
                  <a:pt x="66" y="42"/>
                </a:lnTo>
                <a:cubicBezTo>
                  <a:pt x="97" y="38"/>
                  <a:pt x="149" y="32"/>
                  <a:pt x="207" y="32"/>
                </a:cubicBezTo>
                <a:close/>
                <a:moveTo>
                  <a:pt x="207" y="0"/>
                </a:moveTo>
                <a:lnTo>
                  <a:pt x="207" y="0"/>
                </a:lnTo>
                <a:cubicBezTo>
                  <a:pt x="147" y="0"/>
                  <a:pt x="94" y="6"/>
                  <a:pt x="62" y="11"/>
                </a:cubicBezTo>
                <a:lnTo>
                  <a:pt x="62" y="11"/>
                </a:lnTo>
                <a:cubicBezTo>
                  <a:pt x="35" y="15"/>
                  <a:pt x="13" y="35"/>
                  <a:pt x="8" y="62"/>
                </a:cubicBezTo>
                <a:lnTo>
                  <a:pt x="8" y="62"/>
                </a:lnTo>
                <a:cubicBezTo>
                  <a:pt x="4" y="84"/>
                  <a:pt x="0" y="117"/>
                  <a:pt x="0" y="159"/>
                </a:cubicBezTo>
                <a:lnTo>
                  <a:pt x="0" y="159"/>
                </a:lnTo>
                <a:cubicBezTo>
                  <a:pt x="0" y="200"/>
                  <a:pt x="4" y="233"/>
                  <a:pt x="8" y="256"/>
                </a:cubicBezTo>
                <a:lnTo>
                  <a:pt x="8" y="256"/>
                </a:lnTo>
                <a:cubicBezTo>
                  <a:pt x="13" y="282"/>
                  <a:pt x="35" y="303"/>
                  <a:pt x="62" y="307"/>
                </a:cubicBezTo>
                <a:lnTo>
                  <a:pt x="62" y="307"/>
                </a:lnTo>
                <a:cubicBezTo>
                  <a:pt x="94" y="311"/>
                  <a:pt x="147" y="317"/>
                  <a:pt x="207" y="317"/>
                </a:cubicBezTo>
                <a:lnTo>
                  <a:pt x="207" y="317"/>
                </a:lnTo>
                <a:cubicBezTo>
                  <a:pt x="266" y="317"/>
                  <a:pt x="319" y="311"/>
                  <a:pt x="351" y="307"/>
                </a:cubicBezTo>
                <a:lnTo>
                  <a:pt x="351" y="307"/>
                </a:lnTo>
                <a:cubicBezTo>
                  <a:pt x="378" y="303"/>
                  <a:pt x="399" y="282"/>
                  <a:pt x="404" y="256"/>
                </a:cubicBezTo>
                <a:lnTo>
                  <a:pt x="404" y="256"/>
                </a:lnTo>
                <a:cubicBezTo>
                  <a:pt x="409" y="233"/>
                  <a:pt x="413" y="200"/>
                  <a:pt x="413" y="159"/>
                </a:cubicBezTo>
                <a:lnTo>
                  <a:pt x="413" y="159"/>
                </a:lnTo>
                <a:cubicBezTo>
                  <a:pt x="413" y="117"/>
                  <a:pt x="409" y="84"/>
                  <a:pt x="404" y="62"/>
                </a:cubicBezTo>
                <a:lnTo>
                  <a:pt x="404" y="62"/>
                </a:lnTo>
                <a:cubicBezTo>
                  <a:pt x="399" y="35"/>
                  <a:pt x="378" y="15"/>
                  <a:pt x="351" y="11"/>
                </a:cubicBezTo>
                <a:lnTo>
                  <a:pt x="351" y="11"/>
                </a:lnTo>
                <a:cubicBezTo>
                  <a:pt x="319" y="6"/>
                  <a:pt x="266" y="0"/>
                  <a:pt x="2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81">
            <a:extLst>
              <a:ext uri="{FF2B5EF4-FFF2-40B4-BE49-F238E27FC236}">
                <a16:creationId xmlns:a16="http://schemas.microsoft.com/office/drawing/2014/main" id="{DBCCCDF0-90EE-3F46-91D3-C43D54337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7948" y="10439467"/>
            <a:ext cx="1060160" cy="1054665"/>
          </a:xfrm>
          <a:custGeom>
            <a:avLst/>
            <a:gdLst>
              <a:gd name="T0" fmla="*/ 848 w 849"/>
              <a:gd name="T1" fmla="*/ 424 h 848"/>
              <a:gd name="T2" fmla="*/ 848 w 849"/>
              <a:gd name="T3" fmla="*/ 424 h 848"/>
              <a:gd name="T4" fmla="*/ 424 w 849"/>
              <a:gd name="T5" fmla="*/ 847 h 848"/>
              <a:gd name="T6" fmla="*/ 424 w 849"/>
              <a:gd name="T7" fmla="*/ 847 h 848"/>
              <a:gd name="T8" fmla="*/ 0 w 849"/>
              <a:gd name="T9" fmla="*/ 424 h 848"/>
              <a:gd name="T10" fmla="*/ 0 w 849"/>
              <a:gd name="T11" fmla="*/ 424 h 848"/>
              <a:gd name="T12" fmla="*/ 424 w 849"/>
              <a:gd name="T13" fmla="*/ 0 h 848"/>
              <a:gd name="T14" fmla="*/ 424 w 849"/>
              <a:gd name="T15" fmla="*/ 0 h 848"/>
              <a:gd name="T16" fmla="*/ 848 w 849"/>
              <a:gd name="T17" fmla="*/ 424 h 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9" h="848">
                <a:moveTo>
                  <a:pt x="848" y="424"/>
                </a:moveTo>
                <a:lnTo>
                  <a:pt x="848" y="424"/>
                </a:lnTo>
                <a:cubicBezTo>
                  <a:pt x="848" y="658"/>
                  <a:pt x="658" y="847"/>
                  <a:pt x="424" y="847"/>
                </a:cubicBezTo>
                <a:lnTo>
                  <a:pt x="424" y="847"/>
                </a:lnTo>
                <a:cubicBezTo>
                  <a:pt x="190" y="847"/>
                  <a:pt x="0" y="658"/>
                  <a:pt x="0" y="424"/>
                </a:cubicBezTo>
                <a:lnTo>
                  <a:pt x="0" y="424"/>
                </a:lnTo>
                <a:cubicBezTo>
                  <a:pt x="0" y="190"/>
                  <a:pt x="190" y="0"/>
                  <a:pt x="424" y="0"/>
                </a:cubicBezTo>
                <a:lnTo>
                  <a:pt x="424" y="0"/>
                </a:lnTo>
                <a:cubicBezTo>
                  <a:pt x="658" y="0"/>
                  <a:pt x="848" y="190"/>
                  <a:pt x="848" y="424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82">
            <a:extLst>
              <a:ext uri="{FF2B5EF4-FFF2-40B4-BE49-F238E27FC236}">
                <a16:creationId xmlns:a16="http://schemas.microsoft.com/office/drawing/2014/main" id="{06545801-5515-BE4F-95A8-731E90140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8517" y="10719617"/>
            <a:ext cx="373527" cy="494374"/>
          </a:xfrm>
          <a:custGeom>
            <a:avLst/>
            <a:gdLst>
              <a:gd name="T0" fmla="*/ 160 w 302"/>
              <a:gd name="T1" fmla="*/ 0 h 398"/>
              <a:gd name="T2" fmla="*/ 160 w 302"/>
              <a:gd name="T3" fmla="*/ 0 h 398"/>
              <a:gd name="T4" fmla="*/ 0 w 302"/>
              <a:gd name="T5" fmla="*/ 141 h 398"/>
              <a:gd name="T6" fmla="*/ 0 w 302"/>
              <a:gd name="T7" fmla="*/ 141 h 398"/>
              <a:gd name="T8" fmla="*/ 49 w 302"/>
              <a:gd name="T9" fmla="*/ 228 h 398"/>
              <a:gd name="T10" fmla="*/ 49 w 302"/>
              <a:gd name="T11" fmla="*/ 228 h 398"/>
              <a:gd name="T12" fmla="*/ 61 w 302"/>
              <a:gd name="T13" fmla="*/ 200 h 398"/>
              <a:gd name="T14" fmla="*/ 61 w 302"/>
              <a:gd name="T15" fmla="*/ 200 h 398"/>
              <a:gd name="T16" fmla="*/ 43 w 302"/>
              <a:gd name="T17" fmla="*/ 147 h 398"/>
              <a:gd name="T18" fmla="*/ 43 w 302"/>
              <a:gd name="T19" fmla="*/ 147 h 398"/>
              <a:gd name="T20" fmla="*/ 153 w 302"/>
              <a:gd name="T21" fmla="*/ 39 h 398"/>
              <a:gd name="T22" fmla="*/ 153 w 302"/>
              <a:gd name="T23" fmla="*/ 39 h 398"/>
              <a:gd name="T24" fmla="*/ 246 w 302"/>
              <a:gd name="T25" fmla="*/ 125 h 398"/>
              <a:gd name="T26" fmla="*/ 246 w 302"/>
              <a:gd name="T27" fmla="*/ 125 h 398"/>
              <a:gd name="T28" fmla="*/ 175 w 302"/>
              <a:gd name="T29" fmla="*/ 245 h 398"/>
              <a:gd name="T30" fmla="*/ 175 w 302"/>
              <a:gd name="T31" fmla="*/ 245 h 398"/>
              <a:gd name="T32" fmla="*/ 139 w 302"/>
              <a:gd name="T33" fmla="*/ 210 h 398"/>
              <a:gd name="T34" fmla="*/ 139 w 302"/>
              <a:gd name="T35" fmla="*/ 210 h 398"/>
              <a:gd name="T36" fmla="*/ 158 w 302"/>
              <a:gd name="T37" fmla="*/ 121 h 398"/>
              <a:gd name="T38" fmla="*/ 158 w 302"/>
              <a:gd name="T39" fmla="*/ 121 h 398"/>
              <a:gd name="T40" fmla="*/ 86 w 302"/>
              <a:gd name="T41" fmla="*/ 142 h 398"/>
              <a:gd name="T42" fmla="*/ 86 w 302"/>
              <a:gd name="T43" fmla="*/ 142 h 398"/>
              <a:gd name="T44" fmla="*/ 94 w 302"/>
              <a:gd name="T45" fmla="*/ 182 h 398"/>
              <a:gd name="T46" fmla="*/ 94 w 302"/>
              <a:gd name="T47" fmla="*/ 182 h 398"/>
              <a:gd name="T48" fmla="*/ 63 w 302"/>
              <a:gd name="T49" fmla="*/ 350 h 398"/>
              <a:gd name="T50" fmla="*/ 63 w 302"/>
              <a:gd name="T51" fmla="*/ 350 h 398"/>
              <a:gd name="T52" fmla="*/ 66 w 302"/>
              <a:gd name="T53" fmla="*/ 395 h 398"/>
              <a:gd name="T54" fmla="*/ 66 w 302"/>
              <a:gd name="T55" fmla="*/ 395 h 398"/>
              <a:gd name="T56" fmla="*/ 72 w 302"/>
              <a:gd name="T57" fmla="*/ 396 h 398"/>
              <a:gd name="T58" fmla="*/ 72 w 302"/>
              <a:gd name="T59" fmla="*/ 396 h 398"/>
              <a:gd name="T60" fmla="*/ 126 w 302"/>
              <a:gd name="T61" fmla="*/ 256 h 398"/>
              <a:gd name="T62" fmla="*/ 126 w 302"/>
              <a:gd name="T63" fmla="*/ 256 h 398"/>
              <a:gd name="T64" fmla="*/ 180 w 302"/>
              <a:gd name="T65" fmla="*/ 284 h 398"/>
              <a:gd name="T66" fmla="*/ 180 w 302"/>
              <a:gd name="T67" fmla="*/ 284 h 398"/>
              <a:gd name="T68" fmla="*/ 301 w 302"/>
              <a:gd name="T69" fmla="*/ 129 h 398"/>
              <a:gd name="T70" fmla="*/ 301 w 302"/>
              <a:gd name="T71" fmla="*/ 129 h 398"/>
              <a:gd name="T72" fmla="*/ 160 w 302"/>
              <a:gd name="T73" fmla="*/ 0 h 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02" h="398">
                <a:moveTo>
                  <a:pt x="160" y="0"/>
                </a:moveTo>
                <a:lnTo>
                  <a:pt x="160" y="0"/>
                </a:lnTo>
                <a:cubicBezTo>
                  <a:pt x="79" y="0"/>
                  <a:pt x="0" y="54"/>
                  <a:pt x="0" y="141"/>
                </a:cubicBezTo>
                <a:lnTo>
                  <a:pt x="0" y="141"/>
                </a:lnTo>
                <a:cubicBezTo>
                  <a:pt x="0" y="196"/>
                  <a:pt x="31" y="228"/>
                  <a:pt x="49" y="228"/>
                </a:cubicBezTo>
                <a:lnTo>
                  <a:pt x="49" y="228"/>
                </a:lnTo>
                <a:cubicBezTo>
                  <a:pt x="57" y="228"/>
                  <a:pt x="61" y="206"/>
                  <a:pt x="61" y="200"/>
                </a:cubicBezTo>
                <a:lnTo>
                  <a:pt x="61" y="200"/>
                </a:lnTo>
                <a:cubicBezTo>
                  <a:pt x="61" y="193"/>
                  <a:pt x="43" y="177"/>
                  <a:pt x="43" y="147"/>
                </a:cubicBezTo>
                <a:lnTo>
                  <a:pt x="43" y="147"/>
                </a:lnTo>
                <a:cubicBezTo>
                  <a:pt x="43" y="83"/>
                  <a:pt x="91" y="39"/>
                  <a:pt x="153" y="39"/>
                </a:cubicBezTo>
                <a:lnTo>
                  <a:pt x="153" y="39"/>
                </a:lnTo>
                <a:cubicBezTo>
                  <a:pt x="207" y="39"/>
                  <a:pt x="246" y="69"/>
                  <a:pt x="246" y="125"/>
                </a:cubicBezTo>
                <a:lnTo>
                  <a:pt x="246" y="125"/>
                </a:lnTo>
                <a:cubicBezTo>
                  <a:pt x="246" y="166"/>
                  <a:pt x="230" y="245"/>
                  <a:pt x="175" y="245"/>
                </a:cubicBezTo>
                <a:lnTo>
                  <a:pt x="175" y="245"/>
                </a:lnTo>
                <a:cubicBezTo>
                  <a:pt x="156" y="245"/>
                  <a:pt x="139" y="231"/>
                  <a:pt x="139" y="210"/>
                </a:cubicBezTo>
                <a:lnTo>
                  <a:pt x="139" y="210"/>
                </a:lnTo>
                <a:cubicBezTo>
                  <a:pt x="139" y="181"/>
                  <a:pt x="158" y="152"/>
                  <a:pt x="158" y="121"/>
                </a:cubicBezTo>
                <a:lnTo>
                  <a:pt x="158" y="121"/>
                </a:lnTo>
                <a:cubicBezTo>
                  <a:pt x="158" y="69"/>
                  <a:pt x="86" y="79"/>
                  <a:pt x="86" y="142"/>
                </a:cubicBezTo>
                <a:lnTo>
                  <a:pt x="86" y="142"/>
                </a:lnTo>
                <a:cubicBezTo>
                  <a:pt x="86" y="155"/>
                  <a:pt x="88" y="169"/>
                  <a:pt x="94" y="182"/>
                </a:cubicBezTo>
                <a:lnTo>
                  <a:pt x="94" y="182"/>
                </a:lnTo>
                <a:cubicBezTo>
                  <a:pt x="83" y="228"/>
                  <a:pt x="63" y="303"/>
                  <a:pt x="63" y="350"/>
                </a:cubicBezTo>
                <a:lnTo>
                  <a:pt x="63" y="350"/>
                </a:lnTo>
                <a:cubicBezTo>
                  <a:pt x="63" y="365"/>
                  <a:pt x="65" y="380"/>
                  <a:pt x="66" y="395"/>
                </a:cubicBezTo>
                <a:lnTo>
                  <a:pt x="66" y="395"/>
                </a:lnTo>
                <a:cubicBezTo>
                  <a:pt x="69" y="397"/>
                  <a:pt x="68" y="397"/>
                  <a:pt x="72" y="396"/>
                </a:cubicBezTo>
                <a:lnTo>
                  <a:pt x="72" y="396"/>
                </a:lnTo>
                <a:cubicBezTo>
                  <a:pt x="111" y="342"/>
                  <a:pt x="108" y="327"/>
                  <a:pt x="126" y="256"/>
                </a:cubicBezTo>
                <a:lnTo>
                  <a:pt x="126" y="256"/>
                </a:lnTo>
                <a:cubicBezTo>
                  <a:pt x="135" y="274"/>
                  <a:pt x="161" y="284"/>
                  <a:pt x="180" y="284"/>
                </a:cubicBezTo>
                <a:lnTo>
                  <a:pt x="180" y="284"/>
                </a:lnTo>
                <a:cubicBezTo>
                  <a:pt x="264" y="284"/>
                  <a:pt x="301" y="202"/>
                  <a:pt x="301" y="129"/>
                </a:cubicBezTo>
                <a:lnTo>
                  <a:pt x="301" y="129"/>
                </a:lnTo>
                <a:cubicBezTo>
                  <a:pt x="301" y="51"/>
                  <a:pt x="234" y="0"/>
                  <a:pt x="160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Line 133">
            <a:extLst>
              <a:ext uri="{FF2B5EF4-FFF2-40B4-BE49-F238E27FC236}">
                <a16:creationId xmlns:a16="http://schemas.microsoft.com/office/drawing/2014/main" id="{58041EAC-2EA5-3744-BF63-28E1F85D90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589" y="9252969"/>
            <a:ext cx="8673522" cy="0"/>
          </a:xfrm>
          <a:prstGeom prst="line">
            <a:avLst/>
          </a:prstGeom>
          <a:noFill/>
          <a:ln w="12700" cap="flat">
            <a:solidFill>
              <a:srgbClr val="E2EE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Line 134">
            <a:extLst>
              <a:ext uri="{FF2B5EF4-FFF2-40B4-BE49-F238E27FC236}">
                <a16:creationId xmlns:a16="http://schemas.microsoft.com/office/drawing/2014/main" id="{0C44773E-B381-C54F-8EFD-05F9D6366E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589" y="8489440"/>
            <a:ext cx="8673522" cy="0"/>
          </a:xfrm>
          <a:prstGeom prst="line">
            <a:avLst/>
          </a:prstGeom>
          <a:noFill/>
          <a:ln w="12700" cap="flat">
            <a:solidFill>
              <a:srgbClr val="E2EE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Line 135">
            <a:extLst>
              <a:ext uri="{FF2B5EF4-FFF2-40B4-BE49-F238E27FC236}">
                <a16:creationId xmlns:a16="http://schemas.microsoft.com/office/drawing/2014/main" id="{C55D8EEB-956F-704B-9E8A-F854FD1E1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589" y="7725902"/>
            <a:ext cx="8673522" cy="0"/>
          </a:xfrm>
          <a:prstGeom prst="line">
            <a:avLst/>
          </a:prstGeom>
          <a:noFill/>
          <a:ln w="12700" cap="flat">
            <a:solidFill>
              <a:srgbClr val="E2EE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Line 136">
            <a:extLst>
              <a:ext uri="{FF2B5EF4-FFF2-40B4-BE49-F238E27FC236}">
                <a16:creationId xmlns:a16="http://schemas.microsoft.com/office/drawing/2014/main" id="{1F31EFBA-6A47-7D4E-A36C-8818ADA6D6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589" y="6967861"/>
            <a:ext cx="8673522" cy="0"/>
          </a:xfrm>
          <a:prstGeom prst="line">
            <a:avLst/>
          </a:prstGeom>
          <a:noFill/>
          <a:ln w="12700" cap="flat">
            <a:solidFill>
              <a:srgbClr val="E2EE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1" name="Line 137">
            <a:extLst>
              <a:ext uri="{FF2B5EF4-FFF2-40B4-BE49-F238E27FC236}">
                <a16:creationId xmlns:a16="http://schemas.microsoft.com/office/drawing/2014/main" id="{B84AE288-E782-9447-B6B2-816F216752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589" y="6204333"/>
            <a:ext cx="8673522" cy="0"/>
          </a:xfrm>
          <a:prstGeom prst="line">
            <a:avLst/>
          </a:prstGeom>
          <a:noFill/>
          <a:ln w="12700" cap="flat">
            <a:solidFill>
              <a:srgbClr val="E2EE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2" name="Line 138">
            <a:extLst>
              <a:ext uri="{FF2B5EF4-FFF2-40B4-BE49-F238E27FC236}">
                <a16:creationId xmlns:a16="http://schemas.microsoft.com/office/drawing/2014/main" id="{67C3B655-E9FB-F046-A1D7-B4660A0BA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589" y="5440795"/>
            <a:ext cx="8673522" cy="0"/>
          </a:xfrm>
          <a:prstGeom prst="line">
            <a:avLst/>
          </a:prstGeom>
          <a:noFill/>
          <a:ln w="12700" cap="flat">
            <a:solidFill>
              <a:srgbClr val="E2EE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3" name="Line 139">
            <a:extLst>
              <a:ext uri="{FF2B5EF4-FFF2-40B4-BE49-F238E27FC236}">
                <a16:creationId xmlns:a16="http://schemas.microsoft.com/office/drawing/2014/main" id="{B4A6ED65-06C2-EE47-A70A-A1397574DB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589" y="4677266"/>
            <a:ext cx="8673522" cy="0"/>
          </a:xfrm>
          <a:prstGeom prst="line">
            <a:avLst/>
          </a:prstGeom>
          <a:noFill/>
          <a:ln w="12700" cap="flat">
            <a:solidFill>
              <a:srgbClr val="E2EE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4" name="Line 140">
            <a:extLst>
              <a:ext uri="{FF2B5EF4-FFF2-40B4-BE49-F238E27FC236}">
                <a16:creationId xmlns:a16="http://schemas.microsoft.com/office/drawing/2014/main" id="{A3253B56-3E92-EB41-B61C-94F8C7F9E8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589" y="3913728"/>
            <a:ext cx="8673522" cy="0"/>
          </a:xfrm>
          <a:prstGeom prst="line">
            <a:avLst/>
          </a:prstGeom>
          <a:noFill/>
          <a:ln w="12700" cap="flat">
            <a:solidFill>
              <a:srgbClr val="E2EE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5" name="Freeform 141">
            <a:extLst>
              <a:ext uri="{FF2B5EF4-FFF2-40B4-BE49-F238E27FC236}">
                <a16:creationId xmlns:a16="http://schemas.microsoft.com/office/drawing/2014/main" id="{8787117C-FCA1-3042-9100-741F0241C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666" y="6221011"/>
            <a:ext cx="379018" cy="381217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6" name="Freeform 142">
            <a:extLst>
              <a:ext uri="{FF2B5EF4-FFF2-40B4-BE49-F238E27FC236}">
                <a16:creationId xmlns:a16="http://schemas.microsoft.com/office/drawing/2014/main" id="{674AF474-EFCF-B84C-AABD-785072CDA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666" y="3930409"/>
            <a:ext cx="379018" cy="6102776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accent3"/>
            </a:solidFill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7" name="Freeform 143">
            <a:extLst>
              <a:ext uri="{FF2B5EF4-FFF2-40B4-BE49-F238E27FC236}">
                <a16:creationId xmlns:a16="http://schemas.microsoft.com/office/drawing/2014/main" id="{8ECA1F8E-0273-434A-859D-071CDDDA9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748" y="5457476"/>
            <a:ext cx="379022" cy="457570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54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8" name="Freeform 144">
            <a:extLst>
              <a:ext uri="{FF2B5EF4-FFF2-40B4-BE49-F238E27FC236}">
                <a16:creationId xmlns:a16="http://schemas.microsoft.com/office/drawing/2014/main" id="{6FF3F853-98A7-484F-B7FF-83C03BC41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748" y="3930409"/>
            <a:ext cx="379022" cy="6102776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9" name="Freeform 145">
            <a:extLst>
              <a:ext uri="{FF2B5EF4-FFF2-40B4-BE49-F238E27FC236}">
                <a16:creationId xmlns:a16="http://schemas.microsoft.com/office/drawing/2014/main" id="{2F872761-79F9-D743-913C-05A5A4E6A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1841" y="6979051"/>
            <a:ext cx="379018" cy="305413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0" name="Freeform 146">
            <a:extLst>
              <a:ext uri="{FF2B5EF4-FFF2-40B4-BE49-F238E27FC236}">
                <a16:creationId xmlns:a16="http://schemas.microsoft.com/office/drawing/2014/main" id="{F73B5B2F-68AE-844E-A160-22668BCBF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1841" y="3930409"/>
            <a:ext cx="379018" cy="6102776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1" name="Freeform 146">
            <a:extLst>
              <a:ext uri="{FF2B5EF4-FFF2-40B4-BE49-F238E27FC236}">
                <a16:creationId xmlns:a16="http://schemas.microsoft.com/office/drawing/2014/main" id="{93F4FA4E-E7D5-3C46-8123-CE241DEC2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9971" y="3930409"/>
            <a:ext cx="379018" cy="6102776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accent4"/>
            </a:solidFill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2" name="Freeform 147">
            <a:extLst>
              <a:ext uri="{FF2B5EF4-FFF2-40B4-BE49-F238E27FC236}">
                <a16:creationId xmlns:a16="http://schemas.microsoft.com/office/drawing/2014/main" id="{48626D06-B881-8F48-989A-7FA995CB9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2435" y="3930409"/>
            <a:ext cx="379018" cy="610277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5400">
            <a:solidFill>
              <a:schemeClr val="accent4"/>
            </a:solidFill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3" name="Freeform 148">
            <a:extLst>
              <a:ext uri="{FF2B5EF4-FFF2-40B4-BE49-F238E27FC236}">
                <a16:creationId xmlns:a16="http://schemas.microsoft.com/office/drawing/2014/main" id="{00000E45-7918-3F4E-AB90-1A36B3CCA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8517" y="7704133"/>
            <a:ext cx="379022" cy="232905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25400">
            <a:solidFill>
              <a:schemeClr val="accent6"/>
            </a:solidFill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54" name="Freeform 149">
            <a:extLst>
              <a:ext uri="{FF2B5EF4-FFF2-40B4-BE49-F238E27FC236}">
                <a16:creationId xmlns:a16="http://schemas.microsoft.com/office/drawing/2014/main" id="{1E333527-42AB-254C-84C8-A0D4F44D9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8517" y="3891959"/>
            <a:ext cx="379022" cy="6141226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accent6"/>
            </a:solidFill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8ACCE9-73FC-2041-8FA4-912641F7EEB5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BBBAB-319B-4A4F-91D2-09D24B97A90B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10E042-E31D-5841-A4FE-2FEAABD852C3}"/>
              </a:ext>
            </a:extLst>
          </p:cNvPr>
          <p:cNvSpPr txBox="1"/>
          <p:nvPr/>
        </p:nvSpPr>
        <p:spPr>
          <a:xfrm>
            <a:off x="13543716" y="4996674"/>
            <a:ext cx="4148251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Campaign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E8EC85-5F54-6949-9F5B-47276D306732}"/>
              </a:ext>
            </a:extLst>
          </p:cNvPr>
          <p:cNvSpPr txBox="1"/>
          <p:nvPr/>
        </p:nvSpPr>
        <p:spPr>
          <a:xfrm>
            <a:off x="13537453" y="5673922"/>
            <a:ext cx="8339791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 Turn complex data into easy to understand infographics.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56FA5D-0C2D-D74D-84B2-EA319C2D70E5}"/>
              </a:ext>
            </a:extLst>
          </p:cNvPr>
          <p:cNvSpPr txBox="1"/>
          <p:nvPr/>
        </p:nvSpPr>
        <p:spPr>
          <a:xfrm>
            <a:off x="13549417" y="8000616"/>
            <a:ext cx="134524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Sales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BE6A7B-6E1A-FE4C-8CC1-D343EDF5584F}"/>
              </a:ext>
            </a:extLst>
          </p:cNvPr>
          <p:cNvSpPr txBox="1"/>
          <p:nvPr/>
        </p:nvSpPr>
        <p:spPr>
          <a:xfrm>
            <a:off x="13549417" y="8677864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A09A35-C0DD-9C48-8135-ADA8DFF53BB1}"/>
              </a:ext>
            </a:extLst>
          </p:cNvPr>
          <p:cNvSpPr txBox="1"/>
          <p:nvPr/>
        </p:nvSpPr>
        <p:spPr>
          <a:xfrm>
            <a:off x="18358510" y="8002629"/>
            <a:ext cx="2087751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Revenue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68C185-0664-0F4E-964D-FC69A14831D8}"/>
              </a:ext>
            </a:extLst>
          </p:cNvPr>
          <p:cNvSpPr txBox="1"/>
          <p:nvPr/>
        </p:nvSpPr>
        <p:spPr>
          <a:xfrm>
            <a:off x="18358510" y="8679877"/>
            <a:ext cx="4405005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6CBA77-4B21-FC4A-8C64-80384C6553E1}"/>
              </a:ext>
            </a:extLst>
          </p:cNvPr>
          <p:cNvSpPr txBox="1"/>
          <p:nvPr/>
        </p:nvSpPr>
        <p:spPr>
          <a:xfrm>
            <a:off x="13546784" y="10097532"/>
            <a:ext cx="2197718" cy="12311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7400" b="1" spc="-120" dirty="0">
                <a:solidFill>
                  <a:schemeClr val="accent2"/>
                </a:solidFill>
                <a:latin typeface="DM Sans" pitchFamily="2" charset="77"/>
              </a:rPr>
              <a:t>89%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6960E4-CB34-A341-9DBD-EAEBD57D9C9D}"/>
              </a:ext>
            </a:extLst>
          </p:cNvPr>
          <p:cNvSpPr txBox="1"/>
          <p:nvPr/>
        </p:nvSpPr>
        <p:spPr>
          <a:xfrm>
            <a:off x="18353963" y="10097532"/>
            <a:ext cx="2161489" cy="12311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7400" b="1" spc="-120" dirty="0">
                <a:solidFill>
                  <a:schemeClr val="accent2"/>
                </a:solidFill>
                <a:latin typeface="DM Sans" pitchFamily="2" charset="77"/>
              </a:rPr>
              <a:t>45%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F16D66-D25D-2A4D-A971-D9C804F5B4E7}"/>
              </a:ext>
            </a:extLst>
          </p:cNvPr>
          <p:cNvSpPr txBox="1"/>
          <p:nvPr/>
        </p:nvSpPr>
        <p:spPr>
          <a:xfrm>
            <a:off x="2330477" y="8939503"/>
            <a:ext cx="446276" cy="533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1k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BB6B0F-7C7B-7949-B233-498678F2FAAE}"/>
              </a:ext>
            </a:extLst>
          </p:cNvPr>
          <p:cNvSpPr txBox="1"/>
          <p:nvPr/>
        </p:nvSpPr>
        <p:spPr>
          <a:xfrm>
            <a:off x="2240709" y="8177251"/>
            <a:ext cx="536044" cy="533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2k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654B3-0CC7-7245-B192-F73740A6D3E1}"/>
              </a:ext>
            </a:extLst>
          </p:cNvPr>
          <p:cNvSpPr txBox="1"/>
          <p:nvPr/>
        </p:nvSpPr>
        <p:spPr>
          <a:xfrm>
            <a:off x="2235899" y="7414999"/>
            <a:ext cx="540854" cy="533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3k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72456C-E538-3046-A458-A9AE0BA1D395}"/>
              </a:ext>
            </a:extLst>
          </p:cNvPr>
          <p:cNvSpPr txBox="1"/>
          <p:nvPr/>
        </p:nvSpPr>
        <p:spPr>
          <a:xfrm>
            <a:off x="2229487" y="6652747"/>
            <a:ext cx="547266" cy="533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4k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0CDD68-036F-3C4B-A803-AF3FD06F6DD6}"/>
              </a:ext>
            </a:extLst>
          </p:cNvPr>
          <p:cNvSpPr txBox="1"/>
          <p:nvPr/>
        </p:nvSpPr>
        <p:spPr>
          <a:xfrm>
            <a:off x="2227885" y="5890495"/>
            <a:ext cx="548868" cy="533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5k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638A3C-F499-B244-8C4B-2EAFB21F02F2}"/>
              </a:ext>
            </a:extLst>
          </p:cNvPr>
          <p:cNvSpPr txBox="1"/>
          <p:nvPr/>
        </p:nvSpPr>
        <p:spPr>
          <a:xfrm>
            <a:off x="2221473" y="5128243"/>
            <a:ext cx="555280" cy="533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6k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AE750-27F8-1046-9305-923E8EE071D8}"/>
              </a:ext>
            </a:extLst>
          </p:cNvPr>
          <p:cNvSpPr txBox="1"/>
          <p:nvPr/>
        </p:nvSpPr>
        <p:spPr>
          <a:xfrm>
            <a:off x="2253533" y="4365991"/>
            <a:ext cx="523220" cy="533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7k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D7EE4D-C323-E24B-8F43-5EC5157DEBBB}"/>
              </a:ext>
            </a:extLst>
          </p:cNvPr>
          <p:cNvSpPr txBox="1"/>
          <p:nvPr/>
        </p:nvSpPr>
        <p:spPr>
          <a:xfrm>
            <a:off x="2227885" y="3603739"/>
            <a:ext cx="548868" cy="533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8k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0CC82B-DA30-CB40-92D4-A3E9CCD38C22}"/>
              </a:ext>
            </a:extLst>
          </p:cNvPr>
          <p:cNvSpPr txBox="1"/>
          <p:nvPr/>
        </p:nvSpPr>
        <p:spPr>
          <a:xfrm>
            <a:off x="2958233" y="11579987"/>
            <a:ext cx="944489" cy="53386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Likes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D81C12-9AB2-324B-A0D2-050C3E83D0F4}"/>
              </a:ext>
            </a:extLst>
          </p:cNvPr>
          <p:cNvSpPr txBox="1"/>
          <p:nvPr/>
        </p:nvSpPr>
        <p:spPr>
          <a:xfrm>
            <a:off x="4529270" y="11579987"/>
            <a:ext cx="1599157" cy="53386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Followers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716492-363C-D34F-8810-D3865720A51B}"/>
              </a:ext>
            </a:extLst>
          </p:cNvPr>
          <p:cNvSpPr txBox="1"/>
          <p:nvPr/>
        </p:nvSpPr>
        <p:spPr>
          <a:xfrm>
            <a:off x="6527167" y="11579987"/>
            <a:ext cx="1408078" cy="99552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Chat</a:t>
            </a:r>
          </a:p>
          <a:p>
            <a:pPr algn="ct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Support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248863-9E3C-3141-A3AF-8BB65C3915E6}"/>
              </a:ext>
            </a:extLst>
          </p:cNvPr>
          <p:cNvSpPr txBox="1"/>
          <p:nvPr/>
        </p:nvSpPr>
        <p:spPr>
          <a:xfrm>
            <a:off x="8601548" y="11579987"/>
            <a:ext cx="1075936" cy="53386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Views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3747BD-05D2-E345-8BDE-3717130920F1}"/>
              </a:ext>
            </a:extLst>
          </p:cNvPr>
          <p:cNvSpPr txBox="1"/>
          <p:nvPr/>
        </p:nvSpPr>
        <p:spPr>
          <a:xfrm>
            <a:off x="10640245" y="11579987"/>
            <a:ext cx="799258" cy="53386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Pins</a:t>
            </a:r>
          </a:p>
        </p:txBody>
      </p:sp>
    </p:spTree>
    <p:extLst>
      <p:ext uri="{BB962C8B-B14F-4D97-AF65-F5344CB8AC3E}">
        <p14:creationId xmlns:p14="http://schemas.microsoft.com/office/powerpoint/2010/main" val="1573942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">
            <a:extLst>
              <a:ext uri="{FF2B5EF4-FFF2-40B4-BE49-F238E27FC236}">
                <a16:creationId xmlns:a16="http://schemas.microsoft.com/office/drawing/2014/main" id="{DFA8D40F-C7A3-F242-8363-7E5B97E26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8824" y="2679"/>
            <a:ext cx="12189072" cy="13710643"/>
          </a:xfrm>
          <a:custGeom>
            <a:avLst/>
            <a:gdLst>
              <a:gd name="T0" fmla="*/ 0 w 9785"/>
              <a:gd name="T1" fmla="*/ 11007 h 11008"/>
              <a:gd name="T2" fmla="*/ 9784 w 9785"/>
              <a:gd name="T3" fmla="*/ 11007 h 11008"/>
              <a:gd name="T4" fmla="*/ 9784 w 9785"/>
              <a:gd name="T5" fmla="*/ 0 h 11008"/>
              <a:gd name="T6" fmla="*/ 0 w 9785"/>
              <a:gd name="T7" fmla="*/ 0 h 11008"/>
              <a:gd name="T8" fmla="*/ 0 w 9785"/>
              <a:gd name="T9" fmla="*/ 11007 h 1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785" h="11008">
                <a:moveTo>
                  <a:pt x="0" y="11007"/>
                </a:moveTo>
                <a:lnTo>
                  <a:pt x="9784" y="11007"/>
                </a:lnTo>
                <a:lnTo>
                  <a:pt x="9784" y="0"/>
                </a:lnTo>
                <a:lnTo>
                  <a:pt x="0" y="0"/>
                </a:lnTo>
                <a:lnTo>
                  <a:pt x="0" y="11007"/>
                </a:lnTo>
              </a:path>
            </a:pathLst>
          </a:custGeom>
          <a:solidFill>
            <a:srgbClr val="1DA1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303">
            <a:extLst>
              <a:ext uri="{FF2B5EF4-FFF2-40B4-BE49-F238E27FC236}">
                <a16:creationId xmlns:a16="http://schemas.microsoft.com/office/drawing/2014/main" id="{9080A764-FED0-824D-99C0-A5FFF5328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3873" y="3875278"/>
            <a:ext cx="2455390" cy="2455390"/>
          </a:xfrm>
          <a:custGeom>
            <a:avLst/>
            <a:gdLst>
              <a:gd name="T0" fmla="*/ 831 w 1970"/>
              <a:gd name="T1" fmla="*/ 1886 h 1972"/>
              <a:gd name="T2" fmla="*/ 84 w 1970"/>
              <a:gd name="T3" fmla="*/ 1138 h 1972"/>
              <a:gd name="T4" fmla="*/ 84 w 1970"/>
              <a:gd name="T5" fmla="*/ 1138 h 1972"/>
              <a:gd name="T6" fmla="*/ 84 w 1970"/>
              <a:gd name="T7" fmla="*/ 832 h 1972"/>
              <a:gd name="T8" fmla="*/ 831 w 1970"/>
              <a:gd name="T9" fmla="*/ 84 h 1972"/>
              <a:gd name="T10" fmla="*/ 831 w 1970"/>
              <a:gd name="T11" fmla="*/ 84 h 1972"/>
              <a:gd name="T12" fmla="*/ 1138 w 1970"/>
              <a:gd name="T13" fmla="*/ 84 h 1972"/>
              <a:gd name="T14" fmla="*/ 1885 w 1970"/>
              <a:gd name="T15" fmla="*/ 832 h 1972"/>
              <a:gd name="T16" fmla="*/ 1885 w 1970"/>
              <a:gd name="T17" fmla="*/ 832 h 1972"/>
              <a:gd name="T18" fmla="*/ 1885 w 1970"/>
              <a:gd name="T19" fmla="*/ 1138 h 1972"/>
              <a:gd name="T20" fmla="*/ 1138 w 1970"/>
              <a:gd name="T21" fmla="*/ 1886 h 1972"/>
              <a:gd name="T22" fmla="*/ 1138 w 1970"/>
              <a:gd name="T23" fmla="*/ 1886 h 1972"/>
              <a:gd name="T24" fmla="*/ 831 w 1970"/>
              <a:gd name="T25" fmla="*/ 1886 h 19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70" h="1972">
                <a:moveTo>
                  <a:pt x="831" y="1886"/>
                </a:moveTo>
                <a:lnTo>
                  <a:pt x="84" y="1138"/>
                </a:lnTo>
                <a:lnTo>
                  <a:pt x="84" y="1138"/>
                </a:lnTo>
                <a:cubicBezTo>
                  <a:pt x="0" y="1054"/>
                  <a:pt x="0" y="917"/>
                  <a:pt x="84" y="832"/>
                </a:cubicBezTo>
                <a:lnTo>
                  <a:pt x="831" y="84"/>
                </a:lnTo>
                <a:lnTo>
                  <a:pt x="831" y="84"/>
                </a:lnTo>
                <a:cubicBezTo>
                  <a:pt x="917" y="0"/>
                  <a:pt x="1053" y="0"/>
                  <a:pt x="1138" y="84"/>
                </a:cubicBezTo>
                <a:lnTo>
                  <a:pt x="1885" y="832"/>
                </a:lnTo>
                <a:lnTo>
                  <a:pt x="1885" y="832"/>
                </a:lnTo>
                <a:cubicBezTo>
                  <a:pt x="1969" y="917"/>
                  <a:pt x="1969" y="1054"/>
                  <a:pt x="1885" y="1138"/>
                </a:cubicBezTo>
                <a:lnTo>
                  <a:pt x="1138" y="1886"/>
                </a:lnTo>
                <a:lnTo>
                  <a:pt x="1138" y="1886"/>
                </a:lnTo>
                <a:cubicBezTo>
                  <a:pt x="1053" y="1971"/>
                  <a:pt x="917" y="1971"/>
                  <a:pt x="831" y="1886"/>
                </a:cubicBezTo>
              </a:path>
            </a:pathLst>
          </a:custGeom>
          <a:solidFill>
            <a:schemeClr val="bg2"/>
          </a:solidFill>
          <a:ln w="63500" cap="flat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305">
            <a:extLst>
              <a:ext uri="{FF2B5EF4-FFF2-40B4-BE49-F238E27FC236}">
                <a16:creationId xmlns:a16="http://schemas.microsoft.com/office/drawing/2014/main" id="{F98FBD26-797D-D440-8A05-1CEA9BF52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3873" y="6896454"/>
            <a:ext cx="2455390" cy="2455390"/>
          </a:xfrm>
          <a:custGeom>
            <a:avLst/>
            <a:gdLst>
              <a:gd name="T0" fmla="*/ 831 w 1970"/>
              <a:gd name="T1" fmla="*/ 1886 h 1972"/>
              <a:gd name="T2" fmla="*/ 84 w 1970"/>
              <a:gd name="T3" fmla="*/ 1138 h 1972"/>
              <a:gd name="T4" fmla="*/ 84 w 1970"/>
              <a:gd name="T5" fmla="*/ 1138 h 1972"/>
              <a:gd name="T6" fmla="*/ 84 w 1970"/>
              <a:gd name="T7" fmla="*/ 832 h 1972"/>
              <a:gd name="T8" fmla="*/ 831 w 1970"/>
              <a:gd name="T9" fmla="*/ 85 h 1972"/>
              <a:gd name="T10" fmla="*/ 831 w 1970"/>
              <a:gd name="T11" fmla="*/ 85 h 1972"/>
              <a:gd name="T12" fmla="*/ 1138 w 1970"/>
              <a:gd name="T13" fmla="*/ 85 h 1972"/>
              <a:gd name="T14" fmla="*/ 1885 w 1970"/>
              <a:gd name="T15" fmla="*/ 832 h 1972"/>
              <a:gd name="T16" fmla="*/ 1885 w 1970"/>
              <a:gd name="T17" fmla="*/ 832 h 1972"/>
              <a:gd name="T18" fmla="*/ 1885 w 1970"/>
              <a:gd name="T19" fmla="*/ 1138 h 1972"/>
              <a:gd name="T20" fmla="*/ 1138 w 1970"/>
              <a:gd name="T21" fmla="*/ 1886 h 1972"/>
              <a:gd name="T22" fmla="*/ 1138 w 1970"/>
              <a:gd name="T23" fmla="*/ 1886 h 1972"/>
              <a:gd name="T24" fmla="*/ 831 w 1970"/>
              <a:gd name="T25" fmla="*/ 1886 h 19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70" h="1972">
                <a:moveTo>
                  <a:pt x="831" y="1886"/>
                </a:moveTo>
                <a:lnTo>
                  <a:pt x="84" y="1138"/>
                </a:lnTo>
                <a:lnTo>
                  <a:pt x="84" y="1138"/>
                </a:lnTo>
                <a:cubicBezTo>
                  <a:pt x="0" y="1054"/>
                  <a:pt x="0" y="916"/>
                  <a:pt x="84" y="832"/>
                </a:cubicBezTo>
                <a:lnTo>
                  <a:pt x="831" y="85"/>
                </a:lnTo>
                <a:lnTo>
                  <a:pt x="831" y="85"/>
                </a:lnTo>
                <a:cubicBezTo>
                  <a:pt x="917" y="0"/>
                  <a:pt x="1053" y="0"/>
                  <a:pt x="1138" y="85"/>
                </a:cubicBezTo>
                <a:lnTo>
                  <a:pt x="1885" y="832"/>
                </a:lnTo>
                <a:lnTo>
                  <a:pt x="1885" y="832"/>
                </a:lnTo>
                <a:cubicBezTo>
                  <a:pt x="1969" y="916"/>
                  <a:pt x="1969" y="1054"/>
                  <a:pt x="1885" y="1138"/>
                </a:cubicBezTo>
                <a:lnTo>
                  <a:pt x="1138" y="1886"/>
                </a:lnTo>
                <a:lnTo>
                  <a:pt x="1138" y="1886"/>
                </a:lnTo>
                <a:cubicBezTo>
                  <a:pt x="1053" y="1971"/>
                  <a:pt x="917" y="1971"/>
                  <a:pt x="831" y="1886"/>
                </a:cubicBezTo>
              </a:path>
            </a:pathLst>
          </a:custGeom>
          <a:solidFill>
            <a:schemeClr val="bg2"/>
          </a:solidFill>
          <a:ln w="63500" cap="flat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307">
            <a:extLst>
              <a:ext uri="{FF2B5EF4-FFF2-40B4-BE49-F238E27FC236}">
                <a16:creationId xmlns:a16="http://schemas.microsoft.com/office/drawing/2014/main" id="{CDEB88F4-4D3A-D940-9FDE-7E71CB01C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3873" y="9917629"/>
            <a:ext cx="2455390" cy="2455390"/>
          </a:xfrm>
          <a:custGeom>
            <a:avLst/>
            <a:gdLst>
              <a:gd name="T0" fmla="*/ 831 w 1970"/>
              <a:gd name="T1" fmla="*/ 1886 h 1971"/>
              <a:gd name="T2" fmla="*/ 84 w 1970"/>
              <a:gd name="T3" fmla="*/ 1138 h 1971"/>
              <a:gd name="T4" fmla="*/ 84 w 1970"/>
              <a:gd name="T5" fmla="*/ 1138 h 1971"/>
              <a:gd name="T6" fmla="*/ 84 w 1970"/>
              <a:gd name="T7" fmla="*/ 832 h 1971"/>
              <a:gd name="T8" fmla="*/ 831 w 1970"/>
              <a:gd name="T9" fmla="*/ 84 h 1971"/>
              <a:gd name="T10" fmla="*/ 831 w 1970"/>
              <a:gd name="T11" fmla="*/ 84 h 1971"/>
              <a:gd name="T12" fmla="*/ 1138 w 1970"/>
              <a:gd name="T13" fmla="*/ 84 h 1971"/>
              <a:gd name="T14" fmla="*/ 1885 w 1970"/>
              <a:gd name="T15" fmla="*/ 832 h 1971"/>
              <a:gd name="T16" fmla="*/ 1885 w 1970"/>
              <a:gd name="T17" fmla="*/ 832 h 1971"/>
              <a:gd name="T18" fmla="*/ 1885 w 1970"/>
              <a:gd name="T19" fmla="*/ 1138 h 1971"/>
              <a:gd name="T20" fmla="*/ 1138 w 1970"/>
              <a:gd name="T21" fmla="*/ 1886 h 1971"/>
              <a:gd name="T22" fmla="*/ 1138 w 1970"/>
              <a:gd name="T23" fmla="*/ 1886 h 1971"/>
              <a:gd name="T24" fmla="*/ 831 w 1970"/>
              <a:gd name="T25" fmla="*/ 1886 h 19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70" h="1971">
                <a:moveTo>
                  <a:pt x="831" y="1886"/>
                </a:moveTo>
                <a:lnTo>
                  <a:pt x="84" y="1138"/>
                </a:lnTo>
                <a:lnTo>
                  <a:pt x="84" y="1138"/>
                </a:lnTo>
                <a:cubicBezTo>
                  <a:pt x="0" y="1053"/>
                  <a:pt x="0" y="916"/>
                  <a:pt x="84" y="832"/>
                </a:cubicBezTo>
                <a:lnTo>
                  <a:pt x="831" y="84"/>
                </a:lnTo>
                <a:lnTo>
                  <a:pt x="831" y="84"/>
                </a:lnTo>
                <a:cubicBezTo>
                  <a:pt x="917" y="0"/>
                  <a:pt x="1053" y="0"/>
                  <a:pt x="1138" y="84"/>
                </a:cubicBezTo>
                <a:lnTo>
                  <a:pt x="1885" y="832"/>
                </a:lnTo>
                <a:lnTo>
                  <a:pt x="1885" y="832"/>
                </a:lnTo>
                <a:cubicBezTo>
                  <a:pt x="1969" y="916"/>
                  <a:pt x="1969" y="1053"/>
                  <a:pt x="1885" y="1138"/>
                </a:cubicBezTo>
                <a:lnTo>
                  <a:pt x="1138" y="1886"/>
                </a:lnTo>
                <a:lnTo>
                  <a:pt x="1138" y="1886"/>
                </a:lnTo>
                <a:cubicBezTo>
                  <a:pt x="1053" y="1970"/>
                  <a:pt x="917" y="1970"/>
                  <a:pt x="831" y="1886"/>
                </a:cubicBezTo>
              </a:path>
            </a:pathLst>
          </a:custGeom>
          <a:solidFill>
            <a:schemeClr val="bg2"/>
          </a:solidFill>
          <a:ln w="63500" cap="flat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308">
            <a:extLst>
              <a:ext uri="{FF2B5EF4-FFF2-40B4-BE49-F238E27FC236}">
                <a16:creationId xmlns:a16="http://schemas.microsoft.com/office/drawing/2014/main" id="{AAFABFC6-C284-A347-A244-C3920723B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3889" y="7758860"/>
            <a:ext cx="889874" cy="730577"/>
          </a:xfrm>
          <a:custGeom>
            <a:avLst/>
            <a:gdLst>
              <a:gd name="T0" fmla="*/ 599 w 714"/>
              <a:gd name="T1" fmla="*/ 259 h 585"/>
              <a:gd name="T2" fmla="*/ 584 w 714"/>
              <a:gd name="T3" fmla="*/ 276 h 585"/>
              <a:gd name="T4" fmla="*/ 599 w 714"/>
              <a:gd name="T5" fmla="*/ 292 h 585"/>
              <a:gd name="T6" fmla="*/ 616 w 714"/>
              <a:gd name="T7" fmla="*/ 276 h 585"/>
              <a:gd name="T8" fmla="*/ 599 w 714"/>
              <a:gd name="T9" fmla="*/ 194 h 585"/>
              <a:gd name="T10" fmla="*/ 584 w 714"/>
              <a:gd name="T11" fmla="*/ 179 h 585"/>
              <a:gd name="T12" fmla="*/ 599 w 714"/>
              <a:gd name="T13" fmla="*/ 162 h 585"/>
              <a:gd name="T14" fmla="*/ 616 w 714"/>
              <a:gd name="T15" fmla="*/ 179 h 585"/>
              <a:gd name="T16" fmla="*/ 599 w 714"/>
              <a:gd name="T17" fmla="*/ 194 h 585"/>
              <a:gd name="T18" fmla="*/ 599 w 714"/>
              <a:gd name="T19" fmla="*/ 130 h 585"/>
              <a:gd name="T20" fmla="*/ 551 w 714"/>
              <a:gd name="T21" fmla="*/ 179 h 585"/>
              <a:gd name="T22" fmla="*/ 599 w 714"/>
              <a:gd name="T23" fmla="*/ 227 h 585"/>
              <a:gd name="T24" fmla="*/ 648 w 714"/>
              <a:gd name="T25" fmla="*/ 179 h 585"/>
              <a:gd name="T26" fmla="*/ 681 w 714"/>
              <a:gd name="T27" fmla="*/ 390 h 585"/>
              <a:gd name="T28" fmla="*/ 540 w 714"/>
              <a:gd name="T29" fmla="*/ 390 h 585"/>
              <a:gd name="T30" fmla="*/ 681 w 714"/>
              <a:gd name="T31" fmla="*/ 422 h 585"/>
              <a:gd name="T32" fmla="*/ 681 w 714"/>
              <a:gd name="T33" fmla="*/ 519 h 585"/>
              <a:gd name="T34" fmla="*/ 65 w 714"/>
              <a:gd name="T35" fmla="*/ 552 h 585"/>
              <a:gd name="T36" fmla="*/ 32 w 714"/>
              <a:gd name="T37" fmla="*/ 519 h 585"/>
              <a:gd name="T38" fmla="*/ 188 w 714"/>
              <a:gd name="T39" fmla="*/ 422 h 585"/>
              <a:gd name="T40" fmla="*/ 174 w 714"/>
              <a:gd name="T41" fmla="*/ 390 h 585"/>
              <a:gd name="T42" fmla="*/ 32 w 714"/>
              <a:gd name="T43" fmla="*/ 130 h 585"/>
              <a:gd name="T44" fmla="*/ 65 w 714"/>
              <a:gd name="T45" fmla="*/ 97 h 585"/>
              <a:gd name="T46" fmla="*/ 129 w 714"/>
              <a:gd name="T47" fmla="*/ 97 h 585"/>
              <a:gd name="T48" fmla="*/ 357 w 714"/>
              <a:gd name="T49" fmla="*/ 32 h 585"/>
              <a:gd name="T50" fmla="*/ 470 w 714"/>
              <a:gd name="T51" fmla="*/ 32 h 585"/>
              <a:gd name="T52" fmla="*/ 648 w 714"/>
              <a:gd name="T53" fmla="*/ 97 h 585"/>
              <a:gd name="T54" fmla="*/ 681 w 714"/>
              <a:gd name="T55" fmla="*/ 130 h 585"/>
              <a:gd name="T56" fmla="*/ 648 w 714"/>
              <a:gd name="T57" fmla="*/ 65 h 585"/>
              <a:gd name="T58" fmla="*/ 584 w 714"/>
              <a:gd name="T59" fmla="*/ 65 h 585"/>
              <a:gd name="T60" fmla="*/ 357 w 714"/>
              <a:gd name="T61" fmla="*/ 0 h 585"/>
              <a:gd name="T62" fmla="*/ 243 w 714"/>
              <a:gd name="T63" fmla="*/ 0 h 585"/>
              <a:gd name="T64" fmla="*/ 65 w 714"/>
              <a:gd name="T65" fmla="*/ 65 h 585"/>
              <a:gd name="T66" fmla="*/ 0 w 714"/>
              <a:gd name="T67" fmla="*/ 130 h 585"/>
              <a:gd name="T68" fmla="*/ 0 w 714"/>
              <a:gd name="T69" fmla="*/ 519 h 585"/>
              <a:gd name="T70" fmla="*/ 648 w 714"/>
              <a:gd name="T71" fmla="*/ 584 h 585"/>
              <a:gd name="T72" fmla="*/ 713 w 714"/>
              <a:gd name="T73" fmla="*/ 519 h 585"/>
              <a:gd name="T74" fmla="*/ 713 w 714"/>
              <a:gd name="T75" fmla="*/ 130 h 585"/>
              <a:gd name="T76" fmla="*/ 357 w 714"/>
              <a:gd name="T77" fmla="*/ 455 h 585"/>
              <a:gd name="T78" fmla="*/ 227 w 714"/>
              <a:gd name="T79" fmla="*/ 325 h 585"/>
              <a:gd name="T80" fmla="*/ 357 w 714"/>
              <a:gd name="T81" fmla="*/ 194 h 585"/>
              <a:gd name="T82" fmla="*/ 486 w 714"/>
              <a:gd name="T83" fmla="*/ 325 h 585"/>
              <a:gd name="T84" fmla="*/ 357 w 714"/>
              <a:gd name="T85" fmla="*/ 455 h 585"/>
              <a:gd name="T86" fmla="*/ 357 w 714"/>
              <a:gd name="T87" fmla="*/ 162 h 585"/>
              <a:gd name="T88" fmla="*/ 195 w 714"/>
              <a:gd name="T89" fmla="*/ 325 h 585"/>
              <a:gd name="T90" fmla="*/ 357 w 714"/>
              <a:gd name="T91" fmla="*/ 487 h 585"/>
              <a:gd name="T92" fmla="*/ 518 w 714"/>
              <a:gd name="T93" fmla="*/ 325 h 585"/>
              <a:gd name="T94" fmla="*/ 276 w 714"/>
              <a:gd name="T95" fmla="*/ 97 h 585"/>
              <a:gd name="T96" fmla="*/ 437 w 714"/>
              <a:gd name="T97" fmla="*/ 97 h 585"/>
              <a:gd name="T98" fmla="*/ 453 w 714"/>
              <a:gd name="T99" fmla="*/ 81 h 585"/>
              <a:gd name="T100" fmla="*/ 276 w 714"/>
              <a:gd name="T101" fmla="*/ 65 h 585"/>
              <a:gd name="T102" fmla="*/ 260 w 714"/>
              <a:gd name="T103" fmla="*/ 81 h 585"/>
              <a:gd name="T104" fmla="*/ 276 w 714"/>
              <a:gd name="T105" fmla="*/ 97 h 585"/>
              <a:gd name="T106" fmla="*/ 357 w 714"/>
              <a:gd name="T107" fmla="*/ 390 h 585"/>
              <a:gd name="T108" fmla="*/ 292 w 714"/>
              <a:gd name="T109" fmla="*/ 325 h 585"/>
              <a:gd name="T110" fmla="*/ 357 w 714"/>
              <a:gd name="T111" fmla="*/ 259 h 585"/>
              <a:gd name="T112" fmla="*/ 421 w 714"/>
              <a:gd name="T113" fmla="*/ 325 h 585"/>
              <a:gd name="T114" fmla="*/ 357 w 714"/>
              <a:gd name="T115" fmla="*/ 227 h 585"/>
              <a:gd name="T116" fmla="*/ 260 w 714"/>
              <a:gd name="T117" fmla="*/ 325 h 585"/>
              <a:gd name="T118" fmla="*/ 357 w 714"/>
              <a:gd name="T119" fmla="*/ 422 h 585"/>
              <a:gd name="T120" fmla="*/ 453 w 714"/>
              <a:gd name="T121" fmla="*/ 325 h 585"/>
              <a:gd name="T122" fmla="*/ 357 w 714"/>
              <a:gd name="T123" fmla="*/ 2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714" h="585">
                <a:moveTo>
                  <a:pt x="599" y="259"/>
                </a:moveTo>
                <a:lnTo>
                  <a:pt x="599" y="259"/>
                </a:lnTo>
                <a:cubicBezTo>
                  <a:pt x="590" y="259"/>
                  <a:pt x="584" y="267"/>
                  <a:pt x="584" y="276"/>
                </a:cubicBezTo>
                <a:lnTo>
                  <a:pt x="584" y="276"/>
                </a:lnTo>
                <a:cubicBezTo>
                  <a:pt x="584" y="285"/>
                  <a:pt x="590" y="292"/>
                  <a:pt x="599" y="292"/>
                </a:cubicBezTo>
                <a:lnTo>
                  <a:pt x="599" y="292"/>
                </a:lnTo>
                <a:cubicBezTo>
                  <a:pt x="609" y="292"/>
                  <a:pt x="616" y="285"/>
                  <a:pt x="616" y="276"/>
                </a:cubicBezTo>
                <a:lnTo>
                  <a:pt x="616" y="276"/>
                </a:lnTo>
                <a:cubicBezTo>
                  <a:pt x="616" y="267"/>
                  <a:pt x="609" y="259"/>
                  <a:pt x="599" y="259"/>
                </a:cubicBezTo>
                <a:close/>
                <a:moveTo>
                  <a:pt x="599" y="194"/>
                </a:moveTo>
                <a:lnTo>
                  <a:pt x="599" y="194"/>
                </a:lnTo>
                <a:cubicBezTo>
                  <a:pt x="590" y="194"/>
                  <a:pt x="584" y="187"/>
                  <a:pt x="584" y="179"/>
                </a:cubicBezTo>
                <a:lnTo>
                  <a:pt x="584" y="179"/>
                </a:lnTo>
                <a:cubicBezTo>
                  <a:pt x="584" y="170"/>
                  <a:pt x="590" y="162"/>
                  <a:pt x="599" y="162"/>
                </a:cubicBezTo>
                <a:lnTo>
                  <a:pt x="599" y="162"/>
                </a:lnTo>
                <a:cubicBezTo>
                  <a:pt x="609" y="162"/>
                  <a:pt x="616" y="170"/>
                  <a:pt x="616" y="179"/>
                </a:cubicBezTo>
                <a:lnTo>
                  <a:pt x="616" y="179"/>
                </a:lnTo>
                <a:cubicBezTo>
                  <a:pt x="616" y="187"/>
                  <a:pt x="609" y="194"/>
                  <a:pt x="599" y="194"/>
                </a:cubicBezTo>
                <a:close/>
                <a:moveTo>
                  <a:pt x="599" y="130"/>
                </a:moveTo>
                <a:lnTo>
                  <a:pt x="599" y="130"/>
                </a:lnTo>
                <a:cubicBezTo>
                  <a:pt x="573" y="130"/>
                  <a:pt x="551" y="152"/>
                  <a:pt x="551" y="179"/>
                </a:cubicBezTo>
                <a:lnTo>
                  <a:pt x="551" y="179"/>
                </a:lnTo>
                <a:cubicBezTo>
                  <a:pt x="551" y="206"/>
                  <a:pt x="573" y="227"/>
                  <a:pt x="599" y="227"/>
                </a:cubicBezTo>
                <a:lnTo>
                  <a:pt x="599" y="227"/>
                </a:lnTo>
                <a:cubicBezTo>
                  <a:pt x="626" y="227"/>
                  <a:pt x="648" y="206"/>
                  <a:pt x="648" y="179"/>
                </a:cubicBezTo>
                <a:lnTo>
                  <a:pt x="648" y="179"/>
                </a:lnTo>
                <a:cubicBezTo>
                  <a:pt x="648" y="152"/>
                  <a:pt x="626" y="130"/>
                  <a:pt x="599" y="130"/>
                </a:cubicBezTo>
                <a:close/>
                <a:moveTo>
                  <a:pt x="681" y="390"/>
                </a:moveTo>
                <a:lnTo>
                  <a:pt x="540" y="390"/>
                </a:lnTo>
                <a:lnTo>
                  <a:pt x="540" y="390"/>
                </a:lnTo>
                <a:cubicBezTo>
                  <a:pt x="535" y="401"/>
                  <a:pt x="530" y="412"/>
                  <a:pt x="525" y="422"/>
                </a:cubicBezTo>
                <a:lnTo>
                  <a:pt x="681" y="422"/>
                </a:lnTo>
                <a:lnTo>
                  <a:pt x="681" y="519"/>
                </a:lnTo>
                <a:lnTo>
                  <a:pt x="681" y="519"/>
                </a:lnTo>
                <a:cubicBezTo>
                  <a:pt x="681" y="537"/>
                  <a:pt x="666" y="552"/>
                  <a:pt x="648" y="552"/>
                </a:cubicBezTo>
                <a:lnTo>
                  <a:pt x="65" y="552"/>
                </a:lnTo>
                <a:lnTo>
                  <a:pt x="65" y="552"/>
                </a:lnTo>
                <a:cubicBezTo>
                  <a:pt x="47" y="552"/>
                  <a:pt x="32" y="537"/>
                  <a:pt x="32" y="519"/>
                </a:cubicBezTo>
                <a:lnTo>
                  <a:pt x="32" y="422"/>
                </a:lnTo>
                <a:lnTo>
                  <a:pt x="188" y="422"/>
                </a:lnTo>
                <a:lnTo>
                  <a:pt x="188" y="422"/>
                </a:lnTo>
                <a:cubicBezTo>
                  <a:pt x="183" y="412"/>
                  <a:pt x="178" y="401"/>
                  <a:pt x="174" y="390"/>
                </a:cubicBezTo>
                <a:lnTo>
                  <a:pt x="32" y="390"/>
                </a:lnTo>
                <a:lnTo>
                  <a:pt x="32" y="130"/>
                </a:lnTo>
                <a:lnTo>
                  <a:pt x="32" y="130"/>
                </a:lnTo>
                <a:cubicBezTo>
                  <a:pt x="32" y="112"/>
                  <a:pt x="47" y="97"/>
                  <a:pt x="65" y="97"/>
                </a:cubicBezTo>
                <a:lnTo>
                  <a:pt x="129" y="97"/>
                </a:lnTo>
                <a:lnTo>
                  <a:pt x="129" y="97"/>
                </a:lnTo>
                <a:cubicBezTo>
                  <a:pt x="195" y="97"/>
                  <a:pt x="195" y="32"/>
                  <a:pt x="243" y="32"/>
                </a:cubicBezTo>
                <a:lnTo>
                  <a:pt x="357" y="32"/>
                </a:lnTo>
                <a:lnTo>
                  <a:pt x="470" y="32"/>
                </a:lnTo>
                <a:lnTo>
                  <a:pt x="470" y="32"/>
                </a:lnTo>
                <a:cubicBezTo>
                  <a:pt x="518" y="32"/>
                  <a:pt x="518" y="97"/>
                  <a:pt x="584" y="97"/>
                </a:cubicBezTo>
                <a:lnTo>
                  <a:pt x="648" y="97"/>
                </a:lnTo>
                <a:lnTo>
                  <a:pt x="648" y="97"/>
                </a:lnTo>
                <a:cubicBezTo>
                  <a:pt x="666" y="97"/>
                  <a:pt x="681" y="112"/>
                  <a:pt x="681" y="130"/>
                </a:cubicBezTo>
                <a:lnTo>
                  <a:pt x="681" y="390"/>
                </a:lnTo>
                <a:close/>
                <a:moveTo>
                  <a:pt x="648" y="65"/>
                </a:moveTo>
                <a:lnTo>
                  <a:pt x="584" y="65"/>
                </a:lnTo>
                <a:lnTo>
                  <a:pt x="584" y="65"/>
                </a:lnTo>
                <a:cubicBezTo>
                  <a:pt x="535" y="65"/>
                  <a:pt x="535" y="0"/>
                  <a:pt x="470" y="0"/>
                </a:cubicBezTo>
                <a:lnTo>
                  <a:pt x="357" y="0"/>
                </a:lnTo>
                <a:lnTo>
                  <a:pt x="243" y="0"/>
                </a:lnTo>
                <a:lnTo>
                  <a:pt x="243" y="0"/>
                </a:lnTo>
                <a:cubicBezTo>
                  <a:pt x="179" y="0"/>
                  <a:pt x="179" y="65"/>
                  <a:pt x="129" y="65"/>
                </a:cubicBezTo>
                <a:lnTo>
                  <a:pt x="65" y="65"/>
                </a:lnTo>
                <a:lnTo>
                  <a:pt x="65" y="65"/>
                </a:lnTo>
                <a:cubicBezTo>
                  <a:pt x="29" y="65"/>
                  <a:pt x="0" y="94"/>
                  <a:pt x="0" y="130"/>
                </a:cubicBezTo>
                <a:lnTo>
                  <a:pt x="0" y="519"/>
                </a:lnTo>
                <a:lnTo>
                  <a:pt x="0" y="519"/>
                </a:lnTo>
                <a:cubicBezTo>
                  <a:pt x="0" y="555"/>
                  <a:pt x="29" y="584"/>
                  <a:pt x="65" y="584"/>
                </a:cubicBezTo>
                <a:lnTo>
                  <a:pt x="648" y="584"/>
                </a:lnTo>
                <a:lnTo>
                  <a:pt x="648" y="584"/>
                </a:lnTo>
                <a:cubicBezTo>
                  <a:pt x="684" y="584"/>
                  <a:pt x="713" y="555"/>
                  <a:pt x="713" y="519"/>
                </a:cubicBezTo>
                <a:lnTo>
                  <a:pt x="713" y="130"/>
                </a:lnTo>
                <a:lnTo>
                  <a:pt x="713" y="130"/>
                </a:lnTo>
                <a:cubicBezTo>
                  <a:pt x="713" y="94"/>
                  <a:pt x="684" y="65"/>
                  <a:pt x="648" y="65"/>
                </a:cubicBezTo>
                <a:close/>
                <a:moveTo>
                  <a:pt x="357" y="455"/>
                </a:moveTo>
                <a:lnTo>
                  <a:pt x="357" y="455"/>
                </a:lnTo>
                <a:cubicBezTo>
                  <a:pt x="286" y="455"/>
                  <a:pt x="227" y="396"/>
                  <a:pt x="227" y="325"/>
                </a:cubicBezTo>
                <a:lnTo>
                  <a:pt x="227" y="325"/>
                </a:lnTo>
                <a:cubicBezTo>
                  <a:pt x="227" y="253"/>
                  <a:pt x="286" y="194"/>
                  <a:pt x="357" y="194"/>
                </a:cubicBezTo>
                <a:lnTo>
                  <a:pt x="357" y="194"/>
                </a:lnTo>
                <a:cubicBezTo>
                  <a:pt x="428" y="194"/>
                  <a:pt x="486" y="253"/>
                  <a:pt x="486" y="325"/>
                </a:cubicBezTo>
                <a:lnTo>
                  <a:pt x="486" y="325"/>
                </a:lnTo>
                <a:cubicBezTo>
                  <a:pt x="486" y="396"/>
                  <a:pt x="428" y="455"/>
                  <a:pt x="357" y="455"/>
                </a:cubicBezTo>
                <a:close/>
                <a:moveTo>
                  <a:pt x="357" y="162"/>
                </a:moveTo>
                <a:lnTo>
                  <a:pt x="357" y="162"/>
                </a:lnTo>
                <a:cubicBezTo>
                  <a:pt x="267" y="162"/>
                  <a:pt x="195" y="235"/>
                  <a:pt x="195" y="325"/>
                </a:cubicBezTo>
                <a:lnTo>
                  <a:pt x="195" y="325"/>
                </a:lnTo>
                <a:cubicBezTo>
                  <a:pt x="195" y="414"/>
                  <a:pt x="267" y="487"/>
                  <a:pt x="357" y="487"/>
                </a:cubicBezTo>
                <a:lnTo>
                  <a:pt x="357" y="487"/>
                </a:lnTo>
                <a:cubicBezTo>
                  <a:pt x="446" y="487"/>
                  <a:pt x="518" y="414"/>
                  <a:pt x="518" y="325"/>
                </a:cubicBezTo>
                <a:lnTo>
                  <a:pt x="518" y="325"/>
                </a:lnTo>
                <a:cubicBezTo>
                  <a:pt x="518" y="235"/>
                  <a:pt x="446" y="162"/>
                  <a:pt x="357" y="162"/>
                </a:cubicBezTo>
                <a:close/>
                <a:moveTo>
                  <a:pt x="276" y="97"/>
                </a:moveTo>
                <a:lnTo>
                  <a:pt x="437" y="97"/>
                </a:lnTo>
                <a:lnTo>
                  <a:pt x="437" y="97"/>
                </a:lnTo>
                <a:cubicBezTo>
                  <a:pt x="446" y="97"/>
                  <a:pt x="453" y="90"/>
                  <a:pt x="453" y="81"/>
                </a:cubicBezTo>
                <a:lnTo>
                  <a:pt x="453" y="81"/>
                </a:lnTo>
                <a:cubicBezTo>
                  <a:pt x="453" y="72"/>
                  <a:pt x="446" y="65"/>
                  <a:pt x="437" y="65"/>
                </a:cubicBezTo>
                <a:lnTo>
                  <a:pt x="276" y="65"/>
                </a:lnTo>
                <a:lnTo>
                  <a:pt x="276" y="65"/>
                </a:lnTo>
                <a:cubicBezTo>
                  <a:pt x="267" y="65"/>
                  <a:pt x="260" y="72"/>
                  <a:pt x="260" y="81"/>
                </a:cubicBezTo>
                <a:lnTo>
                  <a:pt x="260" y="81"/>
                </a:lnTo>
                <a:cubicBezTo>
                  <a:pt x="260" y="90"/>
                  <a:pt x="267" y="97"/>
                  <a:pt x="276" y="97"/>
                </a:cubicBezTo>
                <a:close/>
                <a:moveTo>
                  <a:pt x="357" y="390"/>
                </a:moveTo>
                <a:lnTo>
                  <a:pt x="357" y="390"/>
                </a:lnTo>
                <a:cubicBezTo>
                  <a:pt x="321" y="390"/>
                  <a:pt x="292" y="360"/>
                  <a:pt x="292" y="325"/>
                </a:cubicBezTo>
                <a:lnTo>
                  <a:pt x="292" y="325"/>
                </a:lnTo>
                <a:cubicBezTo>
                  <a:pt x="292" y="289"/>
                  <a:pt x="321" y="259"/>
                  <a:pt x="357" y="259"/>
                </a:cubicBezTo>
                <a:lnTo>
                  <a:pt x="357" y="259"/>
                </a:lnTo>
                <a:cubicBezTo>
                  <a:pt x="392" y="259"/>
                  <a:pt x="421" y="289"/>
                  <a:pt x="421" y="325"/>
                </a:cubicBezTo>
                <a:lnTo>
                  <a:pt x="421" y="325"/>
                </a:lnTo>
                <a:cubicBezTo>
                  <a:pt x="421" y="360"/>
                  <a:pt x="392" y="390"/>
                  <a:pt x="357" y="390"/>
                </a:cubicBezTo>
                <a:close/>
                <a:moveTo>
                  <a:pt x="357" y="227"/>
                </a:moveTo>
                <a:lnTo>
                  <a:pt x="357" y="227"/>
                </a:lnTo>
                <a:cubicBezTo>
                  <a:pt x="303" y="227"/>
                  <a:pt x="260" y="271"/>
                  <a:pt x="260" y="325"/>
                </a:cubicBezTo>
                <a:lnTo>
                  <a:pt x="260" y="325"/>
                </a:lnTo>
                <a:cubicBezTo>
                  <a:pt x="260" y="379"/>
                  <a:pt x="303" y="422"/>
                  <a:pt x="357" y="422"/>
                </a:cubicBezTo>
                <a:lnTo>
                  <a:pt x="357" y="422"/>
                </a:lnTo>
                <a:cubicBezTo>
                  <a:pt x="410" y="422"/>
                  <a:pt x="453" y="379"/>
                  <a:pt x="453" y="325"/>
                </a:cubicBezTo>
                <a:lnTo>
                  <a:pt x="453" y="325"/>
                </a:lnTo>
                <a:cubicBezTo>
                  <a:pt x="453" y="271"/>
                  <a:pt x="410" y="227"/>
                  <a:pt x="357" y="2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309">
            <a:extLst>
              <a:ext uri="{FF2B5EF4-FFF2-40B4-BE49-F238E27FC236}">
                <a16:creationId xmlns:a16="http://schemas.microsoft.com/office/drawing/2014/main" id="{F2A0B36D-19F0-D044-8CE6-08C993CA2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3889" y="4660786"/>
            <a:ext cx="889874" cy="889873"/>
          </a:xfrm>
          <a:custGeom>
            <a:avLst/>
            <a:gdLst>
              <a:gd name="T0" fmla="*/ 616 w 714"/>
              <a:gd name="T1" fmla="*/ 244 h 715"/>
              <a:gd name="T2" fmla="*/ 681 w 714"/>
              <a:gd name="T3" fmla="*/ 309 h 715"/>
              <a:gd name="T4" fmla="*/ 616 w 714"/>
              <a:gd name="T5" fmla="*/ 373 h 715"/>
              <a:gd name="T6" fmla="*/ 584 w 714"/>
              <a:gd name="T7" fmla="*/ 568 h 715"/>
              <a:gd name="T8" fmla="*/ 567 w 714"/>
              <a:gd name="T9" fmla="*/ 584 h 715"/>
              <a:gd name="T10" fmla="*/ 551 w 714"/>
              <a:gd name="T11" fmla="*/ 48 h 715"/>
              <a:gd name="T12" fmla="*/ 567 w 714"/>
              <a:gd name="T13" fmla="*/ 33 h 715"/>
              <a:gd name="T14" fmla="*/ 584 w 714"/>
              <a:gd name="T15" fmla="*/ 48 h 715"/>
              <a:gd name="T16" fmla="*/ 518 w 714"/>
              <a:gd name="T17" fmla="*/ 522 h 715"/>
              <a:gd name="T18" fmla="*/ 292 w 714"/>
              <a:gd name="T19" fmla="*/ 163 h 715"/>
              <a:gd name="T20" fmla="*/ 518 w 714"/>
              <a:gd name="T21" fmla="*/ 522 h 715"/>
              <a:gd name="T22" fmla="*/ 320 w 714"/>
              <a:gd name="T23" fmla="*/ 682 h 715"/>
              <a:gd name="T24" fmla="*/ 217 w 714"/>
              <a:gd name="T25" fmla="*/ 650 h 715"/>
              <a:gd name="T26" fmla="*/ 210 w 714"/>
              <a:gd name="T27" fmla="*/ 617 h 715"/>
              <a:gd name="T28" fmla="*/ 270 w 714"/>
              <a:gd name="T29" fmla="*/ 481 h 715"/>
              <a:gd name="T30" fmla="*/ 306 w 714"/>
              <a:gd name="T31" fmla="*/ 617 h 715"/>
              <a:gd name="T32" fmla="*/ 32 w 714"/>
              <a:gd name="T33" fmla="*/ 422 h 715"/>
              <a:gd name="T34" fmla="*/ 114 w 714"/>
              <a:gd name="T35" fmla="*/ 357 h 715"/>
              <a:gd name="T36" fmla="*/ 129 w 714"/>
              <a:gd name="T37" fmla="*/ 341 h 715"/>
              <a:gd name="T38" fmla="*/ 114 w 714"/>
              <a:gd name="T39" fmla="*/ 325 h 715"/>
              <a:gd name="T40" fmla="*/ 32 w 714"/>
              <a:gd name="T41" fmla="*/ 293 h 715"/>
              <a:gd name="T42" fmla="*/ 81 w 714"/>
              <a:gd name="T43" fmla="*/ 293 h 715"/>
              <a:gd name="T44" fmla="*/ 97 w 714"/>
              <a:gd name="T45" fmla="*/ 276 h 715"/>
              <a:gd name="T46" fmla="*/ 32 w 714"/>
              <a:gd name="T47" fmla="*/ 260 h 715"/>
              <a:gd name="T48" fmla="*/ 260 w 714"/>
              <a:gd name="T49" fmla="*/ 170 h 715"/>
              <a:gd name="T50" fmla="*/ 32 w 714"/>
              <a:gd name="T51" fmla="*/ 422 h 715"/>
              <a:gd name="T52" fmla="*/ 616 w 714"/>
              <a:gd name="T53" fmla="*/ 48 h 715"/>
              <a:gd name="T54" fmla="*/ 567 w 714"/>
              <a:gd name="T55" fmla="*/ 0 h 715"/>
              <a:gd name="T56" fmla="*/ 518 w 714"/>
              <a:gd name="T57" fmla="*/ 48 h 715"/>
              <a:gd name="T58" fmla="*/ 270 w 714"/>
              <a:gd name="T59" fmla="*/ 136 h 715"/>
              <a:gd name="T60" fmla="*/ 32 w 714"/>
              <a:gd name="T61" fmla="*/ 162 h 715"/>
              <a:gd name="T62" fmla="*/ 0 w 714"/>
              <a:gd name="T63" fmla="*/ 422 h 715"/>
              <a:gd name="T64" fmla="*/ 32 w 714"/>
              <a:gd name="T65" fmla="*/ 455 h 715"/>
              <a:gd name="T66" fmla="*/ 195 w 714"/>
              <a:gd name="T67" fmla="*/ 702 h 715"/>
              <a:gd name="T68" fmla="*/ 196 w 714"/>
              <a:gd name="T69" fmla="*/ 702 h 715"/>
              <a:gd name="T70" fmla="*/ 341 w 714"/>
              <a:gd name="T71" fmla="*/ 714 h 715"/>
              <a:gd name="T72" fmla="*/ 357 w 714"/>
              <a:gd name="T73" fmla="*/ 698 h 715"/>
              <a:gd name="T74" fmla="*/ 357 w 714"/>
              <a:gd name="T75" fmla="*/ 695 h 715"/>
              <a:gd name="T76" fmla="*/ 312 w 714"/>
              <a:gd name="T77" fmla="*/ 494 h 715"/>
              <a:gd name="T78" fmla="*/ 518 w 714"/>
              <a:gd name="T79" fmla="*/ 568 h 715"/>
              <a:gd name="T80" fmla="*/ 567 w 714"/>
              <a:gd name="T81" fmla="*/ 617 h 715"/>
              <a:gd name="T82" fmla="*/ 616 w 714"/>
              <a:gd name="T83" fmla="*/ 568 h 715"/>
              <a:gd name="T84" fmla="*/ 616 w 714"/>
              <a:gd name="T85" fmla="*/ 406 h 715"/>
              <a:gd name="T86" fmla="*/ 713 w 714"/>
              <a:gd name="T87" fmla="*/ 309 h 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714" h="715">
                <a:moveTo>
                  <a:pt x="616" y="373"/>
                </a:moveTo>
                <a:lnTo>
                  <a:pt x="616" y="244"/>
                </a:lnTo>
                <a:lnTo>
                  <a:pt x="616" y="244"/>
                </a:lnTo>
                <a:cubicBezTo>
                  <a:pt x="651" y="244"/>
                  <a:pt x="681" y="273"/>
                  <a:pt x="681" y="309"/>
                </a:cubicBezTo>
                <a:lnTo>
                  <a:pt x="681" y="309"/>
                </a:lnTo>
                <a:cubicBezTo>
                  <a:pt x="681" y="345"/>
                  <a:pt x="651" y="373"/>
                  <a:pt x="616" y="373"/>
                </a:cubicBezTo>
                <a:close/>
                <a:moveTo>
                  <a:pt x="584" y="568"/>
                </a:moveTo>
                <a:lnTo>
                  <a:pt x="584" y="568"/>
                </a:lnTo>
                <a:cubicBezTo>
                  <a:pt x="584" y="578"/>
                  <a:pt x="576" y="584"/>
                  <a:pt x="567" y="584"/>
                </a:cubicBezTo>
                <a:lnTo>
                  <a:pt x="567" y="584"/>
                </a:lnTo>
                <a:cubicBezTo>
                  <a:pt x="558" y="584"/>
                  <a:pt x="551" y="578"/>
                  <a:pt x="551" y="568"/>
                </a:cubicBezTo>
                <a:lnTo>
                  <a:pt x="551" y="48"/>
                </a:lnTo>
                <a:lnTo>
                  <a:pt x="551" y="48"/>
                </a:lnTo>
                <a:cubicBezTo>
                  <a:pt x="551" y="40"/>
                  <a:pt x="558" y="33"/>
                  <a:pt x="567" y="33"/>
                </a:cubicBezTo>
                <a:lnTo>
                  <a:pt x="567" y="33"/>
                </a:lnTo>
                <a:cubicBezTo>
                  <a:pt x="576" y="33"/>
                  <a:pt x="584" y="40"/>
                  <a:pt x="584" y="48"/>
                </a:cubicBezTo>
                <a:lnTo>
                  <a:pt x="584" y="568"/>
                </a:lnTo>
                <a:close/>
                <a:moveTo>
                  <a:pt x="518" y="522"/>
                </a:moveTo>
                <a:lnTo>
                  <a:pt x="292" y="454"/>
                </a:lnTo>
                <a:lnTo>
                  <a:pt x="292" y="163"/>
                </a:lnTo>
                <a:lnTo>
                  <a:pt x="518" y="95"/>
                </a:lnTo>
                <a:lnTo>
                  <a:pt x="518" y="522"/>
                </a:lnTo>
                <a:close/>
                <a:moveTo>
                  <a:pt x="314" y="650"/>
                </a:moveTo>
                <a:lnTo>
                  <a:pt x="320" y="682"/>
                </a:lnTo>
                <a:lnTo>
                  <a:pt x="224" y="682"/>
                </a:lnTo>
                <a:lnTo>
                  <a:pt x="217" y="650"/>
                </a:lnTo>
                <a:lnTo>
                  <a:pt x="314" y="650"/>
                </a:lnTo>
                <a:close/>
                <a:moveTo>
                  <a:pt x="210" y="617"/>
                </a:moveTo>
                <a:lnTo>
                  <a:pt x="177" y="471"/>
                </a:lnTo>
                <a:lnTo>
                  <a:pt x="270" y="481"/>
                </a:lnTo>
                <a:lnTo>
                  <a:pt x="276" y="483"/>
                </a:lnTo>
                <a:lnTo>
                  <a:pt x="306" y="617"/>
                </a:lnTo>
                <a:lnTo>
                  <a:pt x="210" y="617"/>
                </a:lnTo>
                <a:close/>
                <a:moveTo>
                  <a:pt x="32" y="422"/>
                </a:moveTo>
                <a:lnTo>
                  <a:pt x="32" y="357"/>
                </a:lnTo>
                <a:lnTo>
                  <a:pt x="114" y="357"/>
                </a:lnTo>
                <a:lnTo>
                  <a:pt x="114" y="357"/>
                </a:lnTo>
                <a:cubicBezTo>
                  <a:pt x="122" y="357"/>
                  <a:pt x="129" y="350"/>
                  <a:pt x="129" y="341"/>
                </a:cubicBezTo>
                <a:lnTo>
                  <a:pt x="129" y="341"/>
                </a:lnTo>
                <a:cubicBezTo>
                  <a:pt x="129" y="332"/>
                  <a:pt x="122" y="325"/>
                  <a:pt x="114" y="325"/>
                </a:cubicBezTo>
                <a:lnTo>
                  <a:pt x="32" y="325"/>
                </a:lnTo>
                <a:lnTo>
                  <a:pt x="32" y="293"/>
                </a:lnTo>
                <a:lnTo>
                  <a:pt x="81" y="293"/>
                </a:lnTo>
                <a:lnTo>
                  <a:pt x="81" y="293"/>
                </a:lnTo>
                <a:cubicBezTo>
                  <a:pt x="90" y="293"/>
                  <a:pt x="97" y="285"/>
                  <a:pt x="97" y="276"/>
                </a:cubicBezTo>
                <a:lnTo>
                  <a:pt x="97" y="276"/>
                </a:lnTo>
                <a:cubicBezTo>
                  <a:pt x="97" y="267"/>
                  <a:pt x="90" y="260"/>
                  <a:pt x="81" y="260"/>
                </a:cubicBezTo>
                <a:lnTo>
                  <a:pt x="32" y="260"/>
                </a:lnTo>
                <a:lnTo>
                  <a:pt x="32" y="195"/>
                </a:lnTo>
                <a:lnTo>
                  <a:pt x="260" y="170"/>
                </a:lnTo>
                <a:lnTo>
                  <a:pt x="260" y="447"/>
                </a:lnTo>
                <a:lnTo>
                  <a:pt x="32" y="422"/>
                </a:lnTo>
                <a:close/>
                <a:moveTo>
                  <a:pt x="616" y="211"/>
                </a:moveTo>
                <a:lnTo>
                  <a:pt x="616" y="48"/>
                </a:lnTo>
                <a:lnTo>
                  <a:pt x="616" y="48"/>
                </a:lnTo>
                <a:cubicBezTo>
                  <a:pt x="616" y="22"/>
                  <a:pt x="594" y="0"/>
                  <a:pt x="567" y="0"/>
                </a:cubicBezTo>
                <a:lnTo>
                  <a:pt x="567" y="0"/>
                </a:lnTo>
                <a:cubicBezTo>
                  <a:pt x="540" y="0"/>
                  <a:pt x="518" y="22"/>
                  <a:pt x="518" y="48"/>
                </a:cubicBezTo>
                <a:lnTo>
                  <a:pt x="518" y="61"/>
                </a:lnTo>
                <a:lnTo>
                  <a:pt x="270" y="136"/>
                </a:lnTo>
                <a:lnTo>
                  <a:pt x="32" y="162"/>
                </a:lnTo>
                <a:lnTo>
                  <a:pt x="32" y="162"/>
                </a:lnTo>
                <a:cubicBezTo>
                  <a:pt x="14" y="162"/>
                  <a:pt x="0" y="177"/>
                  <a:pt x="0" y="195"/>
                </a:cubicBezTo>
                <a:lnTo>
                  <a:pt x="0" y="422"/>
                </a:lnTo>
                <a:lnTo>
                  <a:pt x="0" y="422"/>
                </a:lnTo>
                <a:cubicBezTo>
                  <a:pt x="0" y="440"/>
                  <a:pt x="14" y="455"/>
                  <a:pt x="32" y="455"/>
                </a:cubicBezTo>
                <a:lnTo>
                  <a:pt x="143" y="467"/>
                </a:lnTo>
                <a:lnTo>
                  <a:pt x="195" y="702"/>
                </a:lnTo>
                <a:lnTo>
                  <a:pt x="196" y="702"/>
                </a:lnTo>
                <a:lnTo>
                  <a:pt x="196" y="702"/>
                </a:lnTo>
                <a:cubicBezTo>
                  <a:pt x="197" y="709"/>
                  <a:pt x="203" y="714"/>
                  <a:pt x="211" y="714"/>
                </a:cubicBezTo>
                <a:lnTo>
                  <a:pt x="341" y="714"/>
                </a:lnTo>
                <a:lnTo>
                  <a:pt x="341" y="714"/>
                </a:lnTo>
                <a:cubicBezTo>
                  <a:pt x="350" y="714"/>
                  <a:pt x="357" y="707"/>
                  <a:pt x="357" y="698"/>
                </a:cubicBezTo>
                <a:lnTo>
                  <a:pt x="357" y="698"/>
                </a:lnTo>
                <a:cubicBezTo>
                  <a:pt x="357" y="697"/>
                  <a:pt x="357" y="696"/>
                  <a:pt x="357" y="695"/>
                </a:cubicBezTo>
                <a:lnTo>
                  <a:pt x="357" y="694"/>
                </a:lnTo>
                <a:lnTo>
                  <a:pt x="312" y="494"/>
                </a:lnTo>
                <a:lnTo>
                  <a:pt x="518" y="556"/>
                </a:lnTo>
                <a:lnTo>
                  <a:pt x="518" y="568"/>
                </a:lnTo>
                <a:lnTo>
                  <a:pt x="518" y="568"/>
                </a:lnTo>
                <a:cubicBezTo>
                  <a:pt x="518" y="595"/>
                  <a:pt x="540" y="617"/>
                  <a:pt x="567" y="617"/>
                </a:cubicBezTo>
                <a:lnTo>
                  <a:pt x="567" y="617"/>
                </a:lnTo>
                <a:cubicBezTo>
                  <a:pt x="594" y="617"/>
                  <a:pt x="616" y="595"/>
                  <a:pt x="616" y="568"/>
                </a:cubicBezTo>
                <a:lnTo>
                  <a:pt x="616" y="406"/>
                </a:lnTo>
                <a:lnTo>
                  <a:pt x="616" y="406"/>
                </a:lnTo>
                <a:cubicBezTo>
                  <a:pt x="670" y="406"/>
                  <a:pt x="713" y="362"/>
                  <a:pt x="713" y="309"/>
                </a:cubicBezTo>
                <a:lnTo>
                  <a:pt x="713" y="309"/>
                </a:lnTo>
                <a:cubicBezTo>
                  <a:pt x="713" y="255"/>
                  <a:pt x="670" y="211"/>
                  <a:pt x="616" y="2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310">
            <a:extLst>
              <a:ext uri="{FF2B5EF4-FFF2-40B4-BE49-F238E27FC236}">
                <a16:creationId xmlns:a16="http://schemas.microsoft.com/office/drawing/2014/main" id="{697AAF53-B616-9245-A7FB-9E4B390AD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3889" y="10703136"/>
            <a:ext cx="911846" cy="889873"/>
          </a:xfrm>
          <a:custGeom>
            <a:avLst/>
            <a:gdLst>
              <a:gd name="T0" fmla="*/ 437 w 731"/>
              <a:gd name="T1" fmla="*/ 390 h 716"/>
              <a:gd name="T2" fmla="*/ 453 w 731"/>
              <a:gd name="T3" fmla="*/ 373 h 716"/>
              <a:gd name="T4" fmla="*/ 437 w 731"/>
              <a:gd name="T5" fmla="*/ 358 h 716"/>
              <a:gd name="T6" fmla="*/ 421 w 731"/>
              <a:gd name="T7" fmla="*/ 373 h 716"/>
              <a:gd name="T8" fmla="*/ 389 w 731"/>
              <a:gd name="T9" fmla="*/ 341 h 716"/>
              <a:gd name="T10" fmla="*/ 404 w 731"/>
              <a:gd name="T11" fmla="*/ 325 h 716"/>
              <a:gd name="T12" fmla="*/ 389 w 731"/>
              <a:gd name="T13" fmla="*/ 309 h 716"/>
              <a:gd name="T14" fmla="*/ 372 w 731"/>
              <a:gd name="T15" fmla="*/ 325 h 716"/>
              <a:gd name="T16" fmla="*/ 389 w 731"/>
              <a:gd name="T17" fmla="*/ 341 h 716"/>
              <a:gd name="T18" fmla="*/ 535 w 731"/>
              <a:gd name="T19" fmla="*/ 163 h 716"/>
              <a:gd name="T20" fmla="*/ 551 w 731"/>
              <a:gd name="T21" fmla="*/ 179 h 716"/>
              <a:gd name="T22" fmla="*/ 535 w 731"/>
              <a:gd name="T23" fmla="*/ 195 h 716"/>
              <a:gd name="T24" fmla="*/ 518 w 731"/>
              <a:gd name="T25" fmla="*/ 179 h 716"/>
              <a:gd name="T26" fmla="*/ 535 w 731"/>
              <a:gd name="T27" fmla="*/ 227 h 716"/>
              <a:gd name="T28" fmla="*/ 583 w 731"/>
              <a:gd name="T29" fmla="*/ 179 h 716"/>
              <a:gd name="T30" fmla="*/ 535 w 731"/>
              <a:gd name="T31" fmla="*/ 130 h 716"/>
              <a:gd name="T32" fmla="*/ 486 w 731"/>
              <a:gd name="T33" fmla="*/ 179 h 716"/>
              <a:gd name="T34" fmla="*/ 535 w 731"/>
              <a:gd name="T35" fmla="*/ 227 h 716"/>
              <a:gd name="T36" fmla="*/ 545 w 731"/>
              <a:gd name="T37" fmla="*/ 353 h 716"/>
              <a:gd name="T38" fmla="*/ 516 w 731"/>
              <a:gd name="T39" fmla="*/ 382 h 716"/>
              <a:gd name="T40" fmla="*/ 259 w 731"/>
              <a:gd name="T41" fmla="*/ 269 h 716"/>
              <a:gd name="T42" fmla="*/ 333 w 731"/>
              <a:gd name="T43" fmla="*/ 197 h 716"/>
              <a:gd name="T44" fmla="*/ 362 w 731"/>
              <a:gd name="T45" fmla="*/ 169 h 716"/>
              <a:gd name="T46" fmla="*/ 681 w 731"/>
              <a:gd name="T47" fmla="*/ 33 h 716"/>
              <a:gd name="T48" fmla="*/ 545 w 731"/>
              <a:gd name="T49" fmla="*/ 353 h 716"/>
              <a:gd name="T50" fmla="*/ 421 w 731"/>
              <a:gd name="T51" fmla="*/ 482 h 716"/>
              <a:gd name="T52" fmla="*/ 376 w 731"/>
              <a:gd name="T53" fmla="*/ 597 h 716"/>
              <a:gd name="T54" fmla="*/ 346 w 731"/>
              <a:gd name="T55" fmla="*/ 533 h 716"/>
              <a:gd name="T56" fmla="*/ 318 w 731"/>
              <a:gd name="T57" fmla="*/ 518 h 716"/>
              <a:gd name="T58" fmla="*/ 311 w 731"/>
              <a:gd name="T59" fmla="*/ 519 h 716"/>
              <a:gd name="T60" fmla="*/ 292 w 731"/>
              <a:gd name="T61" fmla="*/ 521 h 716"/>
              <a:gd name="T62" fmla="*/ 224 w 731"/>
              <a:gd name="T63" fmla="*/ 490 h 716"/>
              <a:gd name="T64" fmla="*/ 196 w 731"/>
              <a:gd name="T65" fmla="*/ 404 h 716"/>
              <a:gd name="T66" fmla="*/ 182 w 731"/>
              <a:gd name="T67" fmla="*/ 369 h 716"/>
              <a:gd name="T68" fmla="*/ 118 w 731"/>
              <a:gd name="T69" fmla="*/ 337 h 716"/>
              <a:gd name="T70" fmla="*/ 233 w 731"/>
              <a:gd name="T71" fmla="*/ 292 h 716"/>
              <a:gd name="T72" fmla="*/ 423 w 731"/>
              <a:gd name="T73" fmla="*/ 479 h 716"/>
              <a:gd name="T74" fmla="*/ 421 w 731"/>
              <a:gd name="T75" fmla="*/ 482 h 716"/>
              <a:gd name="T76" fmla="*/ 707 w 731"/>
              <a:gd name="T77" fmla="*/ 6 h 716"/>
              <a:gd name="T78" fmla="*/ 682 w 731"/>
              <a:gd name="T79" fmla="*/ 0 h 716"/>
              <a:gd name="T80" fmla="*/ 339 w 731"/>
              <a:gd name="T81" fmla="*/ 146 h 716"/>
              <a:gd name="T82" fmla="*/ 224 w 731"/>
              <a:gd name="T83" fmla="*/ 261 h 716"/>
              <a:gd name="T84" fmla="*/ 40 w 731"/>
              <a:gd name="T85" fmla="*/ 353 h 716"/>
              <a:gd name="T86" fmla="*/ 164 w 731"/>
              <a:gd name="T87" fmla="*/ 396 h 716"/>
              <a:gd name="T88" fmla="*/ 201 w 731"/>
              <a:gd name="T89" fmla="*/ 514 h 716"/>
              <a:gd name="T90" fmla="*/ 292 w 731"/>
              <a:gd name="T91" fmla="*/ 554 h 716"/>
              <a:gd name="T92" fmla="*/ 318 w 731"/>
              <a:gd name="T93" fmla="*/ 550 h 716"/>
              <a:gd name="T94" fmla="*/ 362 w 731"/>
              <a:gd name="T95" fmla="*/ 674 h 716"/>
              <a:gd name="T96" fmla="*/ 453 w 731"/>
              <a:gd name="T97" fmla="*/ 490 h 716"/>
              <a:gd name="T98" fmla="*/ 568 w 731"/>
              <a:gd name="T99" fmla="*/ 375 h 716"/>
              <a:gd name="T100" fmla="*/ 58 w 731"/>
              <a:gd name="T101" fmla="*/ 656 h 716"/>
              <a:gd name="T102" fmla="*/ 117 w 731"/>
              <a:gd name="T103" fmla="*/ 509 h 716"/>
              <a:gd name="T104" fmla="*/ 146 w 731"/>
              <a:gd name="T105" fmla="*/ 550 h 716"/>
              <a:gd name="T106" fmla="*/ 58 w 731"/>
              <a:gd name="T107" fmla="*/ 656 h 716"/>
              <a:gd name="T108" fmla="*/ 0 w 731"/>
              <a:gd name="T109" fmla="*/ 715 h 716"/>
              <a:gd name="T110" fmla="*/ 316 w 731"/>
              <a:gd name="T111" fmla="*/ 589 h 716"/>
              <a:gd name="T112" fmla="*/ 299 w 731"/>
              <a:gd name="T113" fmla="*/ 589 h 716"/>
              <a:gd name="T114" fmla="*/ 341 w 731"/>
              <a:gd name="T115" fmla="*/ 260 h 716"/>
              <a:gd name="T116" fmla="*/ 325 w 731"/>
              <a:gd name="T117" fmla="*/ 276 h 716"/>
              <a:gd name="T118" fmla="*/ 341 w 731"/>
              <a:gd name="T119" fmla="*/ 292 h 716"/>
              <a:gd name="T120" fmla="*/ 357 w 731"/>
              <a:gd name="T121" fmla="*/ 276 h 716"/>
              <a:gd name="T122" fmla="*/ 341 w 731"/>
              <a:gd name="T123" fmla="*/ 26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731" h="716">
                <a:moveTo>
                  <a:pt x="437" y="390"/>
                </a:moveTo>
                <a:lnTo>
                  <a:pt x="437" y="390"/>
                </a:lnTo>
                <a:cubicBezTo>
                  <a:pt x="446" y="390"/>
                  <a:pt x="453" y="383"/>
                  <a:pt x="453" y="373"/>
                </a:cubicBezTo>
                <a:lnTo>
                  <a:pt x="453" y="373"/>
                </a:lnTo>
                <a:cubicBezTo>
                  <a:pt x="453" y="364"/>
                  <a:pt x="446" y="358"/>
                  <a:pt x="437" y="358"/>
                </a:cubicBezTo>
                <a:lnTo>
                  <a:pt x="437" y="358"/>
                </a:lnTo>
                <a:cubicBezTo>
                  <a:pt x="428" y="358"/>
                  <a:pt x="421" y="364"/>
                  <a:pt x="421" y="373"/>
                </a:cubicBezTo>
                <a:lnTo>
                  <a:pt x="421" y="373"/>
                </a:lnTo>
                <a:cubicBezTo>
                  <a:pt x="421" y="383"/>
                  <a:pt x="428" y="390"/>
                  <a:pt x="437" y="390"/>
                </a:cubicBezTo>
                <a:close/>
                <a:moveTo>
                  <a:pt x="389" y="341"/>
                </a:moveTo>
                <a:lnTo>
                  <a:pt x="389" y="341"/>
                </a:lnTo>
                <a:cubicBezTo>
                  <a:pt x="397" y="341"/>
                  <a:pt x="404" y="334"/>
                  <a:pt x="404" y="325"/>
                </a:cubicBezTo>
                <a:lnTo>
                  <a:pt x="404" y="325"/>
                </a:lnTo>
                <a:cubicBezTo>
                  <a:pt x="404" y="316"/>
                  <a:pt x="397" y="309"/>
                  <a:pt x="389" y="309"/>
                </a:cubicBezTo>
                <a:lnTo>
                  <a:pt x="389" y="309"/>
                </a:lnTo>
                <a:cubicBezTo>
                  <a:pt x="379" y="309"/>
                  <a:pt x="372" y="316"/>
                  <a:pt x="372" y="325"/>
                </a:cubicBezTo>
                <a:lnTo>
                  <a:pt x="372" y="325"/>
                </a:lnTo>
                <a:cubicBezTo>
                  <a:pt x="372" y="334"/>
                  <a:pt x="379" y="341"/>
                  <a:pt x="389" y="341"/>
                </a:cubicBezTo>
                <a:close/>
                <a:moveTo>
                  <a:pt x="535" y="163"/>
                </a:moveTo>
                <a:lnTo>
                  <a:pt x="535" y="163"/>
                </a:lnTo>
                <a:cubicBezTo>
                  <a:pt x="543" y="163"/>
                  <a:pt x="551" y="170"/>
                  <a:pt x="551" y="179"/>
                </a:cubicBezTo>
                <a:lnTo>
                  <a:pt x="551" y="179"/>
                </a:lnTo>
                <a:cubicBezTo>
                  <a:pt x="551" y="188"/>
                  <a:pt x="543" y="195"/>
                  <a:pt x="535" y="195"/>
                </a:cubicBezTo>
                <a:lnTo>
                  <a:pt x="535" y="195"/>
                </a:lnTo>
                <a:cubicBezTo>
                  <a:pt x="525" y="195"/>
                  <a:pt x="518" y="188"/>
                  <a:pt x="518" y="179"/>
                </a:cubicBezTo>
                <a:lnTo>
                  <a:pt x="518" y="179"/>
                </a:lnTo>
                <a:cubicBezTo>
                  <a:pt x="518" y="170"/>
                  <a:pt x="525" y="163"/>
                  <a:pt x="535" y="163"/>
                </a:cubicBezTo>
                <a:close/>
                <a:moveTo>
                  <a:pt x="535" y="227"/>
                </a:moveTo>
                <a:lnTo>
                  <a:pt x="535" y="227"/>
                </a:lnTo>
                <a:cubicBezTo>
                  <a:pt x="562" y="227"/>
                  <a:pt x="583" y="206"/>
                  <a:pt x="583" y="179"/>
                </a:cubicBezTo>
                <a:lnTo>
                  <a:pt x="583" y="179"/>
                </a:lnTo>
                <a:cubicBezTo>
                  <a:pt x="583" y="152"/>
                  <a:pt x="562" y="130"/>
                  <a:pt x="535" y="130"/>
                </a:cubicBezTo>
                <a:lnTo>
                  <a:pt x="535" y="130"/>
                </a:lnTo>
                <a:cubicBezTo>
                  <a:pt x="508" y="130"/>
                  <a:pt x="486" y="152"/>
                  <a:pt x="486" y="179"/>
                </a:cubicBezTo>
                <a:lnTo>
                  <a:pt x="486" y="179"/>
                </a:lnTo>
                <a:cubicBezTo>
                  <a:pt x="486" y="206"/>
                  <a:pt x="508" y="227"/>
                  <a:pt x="535" y="227"/>
                </a:cubicBezTo>
                <a:close/>
                <a:moveTo>
                  <a:pt x="545" y="353"/>
                </a:moveTo>
                <a:lnTo>
                  <a:pt x="545" y="353"/>
                </a:lnTo>
                <a:cubicBezTo>
                  <a:pt x="538" y="359"/>
                  <a:pt x="528" y="370"/>
                  <a:pt x="516" y="382"/>
                </a:cubicBezTo>
                <a:lnTo>
                  <a:pt x="516" y="382"/>
                </a:lnTo>
                <a:cubicBezTo>
                  <a:pt x="495" y="403"/>
                  <a:pt x="463" y="437"/>
                  <a:pt x="444" y="455"/>
                </a:cubicBezTo>
                <a:lnTo>
                  <a:pt x="259" y="269"/>
                </a:lnTo>
                <a:lnTo>
                  <a:pt x="259" y="269"/>
                </a:lnTo>
                <a:cubicBezTo>
                  <a:pt x="277" y="250"/>
                  <a:pt x="311" y="218"/>
                  <a:pt x="333" y="197"/>
                </a:cubicBezTo>
                <a:lnTo>
                  <a:pt x="333" y="197"/>
                </a:lnTo>
                <a:cubicBezTo>
                  <a:pt x="345" y="185"/>
                  <a:pt x="355" y="175"/>
                  <a:pt x="362" y="169"/>
                </a:cubicBezTo>
                <a:lnTo>
                  <a:pt x="362" y="169"/>
                </a:lnTo>
                <a:cubicBezTo>
                  <a:pt x="448" y="81"/>
                  <a:pt x="617" y="33"/>
                  <a:pt x="681" y="33"/>
                </a:cubicBezTo>
                <a:lnTo>
                  <a:pt x="681" y="33"/>
                </a:lnTo>
                <a:cubicBezTo>
                  <a:pt x="680" y="85"/>
                  <a:pt x="636" y="261"/>
                  <a:pt x="545" y="353"/>
                </a:cubicBezTo>
                <a:close/>
                <a:moveTo>
                  <a:pt x="421" y="482"/>
                </a:moveTo>
                <a:lnTo>
                  <a:pt x="421" y="482"/>
                </a:lnTo>
                <a:cubicBezTo>
                  <a:pt x="409" y="525"/>
                  <a:pt x="394" y="565"/>
                  <a:pt x="376" y="597"/>
                </a:cubicBezTo>
                <a:lnTo>
                  <a:pt x="376" y="597"/>
                </a:lnTo>
                <a:cubicBezTo>
                  <a:pt x="369" y="577"/>
                  <a:pt x="360" y="556"/>
                  <a:pt x="346" y="533"/>
                </a:cubicBezTo>
                <a:lnTo>
                  <a:pt x="346" y="533"/>
                </a:lnTo>
                <a:cubicBezTo>
                  <a:pt x="340" y="523"/>
                  <a:pt x="330" y="518"/>
                  <a:pt x="318" y="518"/>
                </a:cubicBezTo>
                <a:lnTo>
                  <a:pt x="318" y="518"/>
                </a:lnTo>
                <a:cubicBezTo>
                  <a:pt x="316" y="518"/>
                  <a:pt x="313" y="518"/>
                  <a:pt x="311" y="519"/>
                </a:cubicBezTo>
                <a:lnTo>
                  <a:pt x="311" y="519"/>
                </a:lnTo>
                <a:cubicBezTo>
                  <a:pt x="305" y="520"/>
                  <a:pt x="298" y="521"/>
                  <a:pt x="292" y="521"/>
                </a:cubicBezTo>
                <a:lnTo>
                  <a:pt x="292" y="521"/>
                </a:lnTo>
                <a:cubicBezTo>
                  <a:pt x="268" y="521"/>
                  <a:pt x="244" y="510"/>
                  <a:pt x="224" y="490"/>
                </a:cubicBezTo>
                <a:lnTo>
                  <a:pt x="224" y="490"/>
                </a:lnTo>
                <a:cubicBezTo>
                  <a:pt x="198" y="464"/>
                  <a:pt x="188" y="434"/>
                  <a:pt x="196" y="404"/>
                </a:cubicBezTo>
                <a:lnTo>
                  <a:pt x="196" y="404"/>
                </a:lnTo>
                <a:cubicBezTo>
                  <a:pt x="199" y="390"/>
                  <a:pt x="193" y="376"/>
                  <a:pt x="182" y="369"/>
                </a:cubicBezTo>
                <a:lnTo>
                  <a:pt x="182" y="369"/>
                </a:lnTo>
                <a:cubicBezTo>
                  <a:pt x="159" y="354"/>
                  <a:pt x="137" y="344"/>
                  <a:pt x="118" y="337"/>
                </a:cubicBezTo>
                <a:lnTo>
                  <a:pt x="118" y="337"/>
                </a:lnTo>
                <a:cubicBezTo>
                  <a:pt x="150" y="320"/>
                  <a:pt x="190" y="304"/>
                  <a:pt x="233" y="292"/>
                </a:cubicBezTo>
                <a:lnTo>
                  <a:pt x="233" y="292"/>
                </a:lnTo>
                <a:cubicBezTo>
                  <a:pt x="234" y="291"/>
                  <a:pt x="234" y="291"/>
                  <a:pt x="235" y="291"/>
                </a:cubicBezTo>
                <a:lnTo>
                  <a:pt x="423" y="479"/>
                </a:lnTo>
                <a:lnTo>
                  <a:pt x="423" y="479"/>
                </a:lnTo>
                <a:cubicBezTo>
                  <a:pt x="422" y="480"/>
                  <a:pt x="421" y="481"/>
                  <a:pt x="421" y="482"/>
                </a:cubicBezTo>
                <a:close/>
                <a:moveTo>
                  <a:pt x="707" y="6"/>
                </a:moveTo>
                <a:lnTo>
                  <a:pt x="707" y="6"/>
                </a:lnTo>
                <a:cubicBezTo>
                  <a:pt x="703" y="2"/>
                  <a:pt x="694" y="0"/>
                  <a:pt x="682" y="0"/>
                </a:cubicBezTo>
                <a:lnTo>
                  <a:pt x="682" y="0"/>
                </a:lnTo>
                <a:cubicBezTo>
                  <a:pt x="613" y="0"/>
                  <a:pt x="434" y="50"/>
                  <a:pt x="339" y="146"/>
                </a:cubicBezTo>
                <a:lnTo>
                  <a:pt x="339" y="146"/>
                </a:lnTo>
                <a:cubicBezTo>
                  <a:pt x="316" y="169"/>
                  <a:pt x="242" y="238"/>
                  <a:pt x="224" y="261"/>
                </a:cubicBezTo>
                <a:lnTo>
                  <a:pt x="224" y="261"/>
                </a:lnTo>
                <a:cubicBezTo>
                  <a:pt x="168" y="276"/>
                  <a:pt x="86" y="307"/>
                  <a:pt x="40" y="353"/>
                </a:cubicBezTo>
                <a:lnTo>
                  <a:pt x="40" y="353"/>
                </a:lnTo>
                <a:cubicBezTo>
                  <a:pt x="40" y="353"/>
                  <a:pt x="96" y="353"/>
                  <a:pt x="164" y="396"/>
                </a:cubicBezTo>
                <a:lnTo>
                  <a:pt x="164" y="396"/>
                </a:lnTo>
                <a:cubicBezTo>
                  <a:pt x="154" y="436"/>
                  <a:pt x="167" y="479"/>
                  <a:pt x="201" y="514"/>
                </a:cubicBezTo>
                <a:lnTo>
                  <a:pt x="201" y="514"/>
                </a:lnTo>
                <a:cubicBezTo>
                  <a:pt x="228" y="540"/>
                  <a:pt x="260" y="554"/>
                  <a:pt x="292" y="554"/>
                </a:cubicBezTo>
                <a:lnTo>
                  <a:pt x="292" y="554"/>
                </a:lnTo>
                <a:cubicBezTo>
                  <a:pt x="300" y="554"/>
                  <a:pt x="310" y="553"/>
                  <a:pt x="318" y="550"/>
                </a:cubicBezTo>
                <a:lnTo>
                  <a:pt x="318" y="550"/>
                </a:lnTo>
                <a:cubicBezTo>
                  <a:pt x="362" y="618"/>
                  <a:pt x="362" y="674"/>
                  <a:pt x="362" y="674"/>
                </a:cubicBezTo>
                <a:lnTo>
                  <a:pt x="362" y="674"/>
                </a:lnTo>
                <a:cubicBezTo>
                  <a:pt x="406" y="629"/>
                  <a:pt x="437" y="546"/>
                  <a:pt x="453" y="490"/>
                </a:cubicBezTo>
                <a:lnTo>
                  <a:pt x="453" y="490"/>
                </a:lnTo>
                <a:cubicBezTo>
                  <a:pt x="476" y="473"/>
                  <a:pt x="545" y="398"/>
                  <a:pt x="568" y="375"/>
                </a:cubicBezTo>
                <a:lnTo>
                  <a:pt x="568" y="375"/>
                </a:lnTo>
                <a:cubicBezTo>
                  <a:pt x="682" y="262"/>
                  <a:pt x="730" y="28"/>
                  <a:pt x="707" y="6"/>
                </a:cubicBezTo>
                <a:close/>
                <a:moveTo>
                  <a:pt x="58" y="656"/>
                </a:moveTo>
                <a:lnTo>
                  <a:pt x="117" y="509"/>
                </a:lnTo>
                <a:lnTo>
                  <a:pt x="117" y="509"/>
                </a:lnTo>
                <a:cubicBezTo>
                  <a:pt x="125" y="524"/>
                  <a:pt x="134" y="537"/>
                  <a:pt x="146" y="550"/>
                </a:cubicBezTo>
                <a:lnTo>
                  <a:pt x="146" y="550"/>
                </a:lnTo>
                <a:cubicBezTo>
                  <a:pt x="163" y="570"/>
                  <a:pt x="184" y="585"/>
                  <a:pt x="205" y="598"/>
                </a:cubicBezTo>
                <a:lnTo>
                  <a:pt x="58" y="656"/>
                </a:lnTo>
                <a:close/>
                <a:moveTo>
                  <a:pt x="126" y="399"/>
                </a:moveTo>
                <a:lnTo>
                  <a:pt x="0" y="715"/>
                </a:lnTo>
                <a:lnTo>
                  <a:pt x="316" y="589"/>
                </a:lnTo>
                <a:lnTo>
                  <a:pt x="316" y="589"/>
                </a:lnTo>
                <a:cubicBezTo>
                  <a:pt x="310" y="589"/>
                  <a:pt x="305" y="589"/>
                  <a:pt x="299" y="589"/>
                </a:cubicBezTo>
                <a:lnTo>
                  <a:pt x="299" y="589"/>
                </a:lnTo>
                <a:cubicBezTo>
                  <a:pt x="202" y="589"/>
                  <a:pt x="115" y="496"/>
                  <a:pt x="126" y="399"/>
                </a:cubicBezTo>
                <a:close/>
                <a:moveTo>
                  <a:pt x="341" y="260"/>
                </a:moveTo>
                <a:lnTo>
                  <a:pt x="341" y="260"/>
                </a:lnTo>
                <a:cubicBezTo>
                  <a:pt x="331" y="260"/>
                  <a:pt x="325" y="267"/>
                  <a:pt x="325" y="276"/>
                </a:cubicBezTo>
                <a:lnTo>
                  <a:pt x="325" y="276"/>
                </a:lnTo>
                <a:cubicBezTo>
                  <a:pt x="325" y="285"/>
                  <a:pt x="331" y="292"/>
                  <a:pt x="341" y="292"/>
                </a:cubicBezTo>
                <a:lnTo>
                  <a:pt x="341" y="292"/>
                </a:lnTo>
                <a:cubicBezTo>
                  <a:pt x="350" y="292"/>
                  <a:pt x="357" y="285"/>
                  <a:pt x="357" y="276"/>
                </a:cubicBezTo>
                <a:lnTo>
                  <a:pt x="357" y="276"/>
                </a:lnTo>
                <a:cubicBezTo>
                  <a:pt x="357" y="267"/>
                  <a:pt x="350" y="260"/>
                  <a:pt x="341" y="26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311">
            <a:extLst>
              <a:ext uri="{FF2B5EF4-FFF2-40B4-BE49-F238E27FC236}">
                <a16:creationId xmlns:a16="http://schemas.microsoft.com/office/drawing/2014/main" id="{80A8ED23-F225-3949-9634-37CBC2337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846" y="4677263"/>
            <a:ext cx="1576503" cy="1576502"/>
          </a:xfrm>
          <a:custGeom>
            <a:avLst/>
            <a:gdLst>
              <a:gd name="T0" fmla="*/ 1265 w 1266"/>
              <a:gd name="T1" fmla="*/ 632 h 1265"/>
              <a:gd name="T2" fmla="*/ 1265 w 1266"/>
              <a:gd name="T3" fmla="*/ 632 h 1265"/>
              <a:gd name="T4" fmla="*/ 633 w 1266"/>
              <a:gd name="T5" fmla="*/ 1264 h 1265"/>
              <a:gd name="T6" fmla="*/ 633 w 1266"/>
              <a:gd name="T7" fmla="*/ 1264 h 1265"/>
              <a:gd name="T8" fmla="*/ 0 w 1266"/>
              <a:gd name="T9" fmla="*/ 632 h 1265"/>
              <a:gd name="T10" fmla="*/ 0 w 1266"/>
              <a:gd name="T11" fmla="*/ 632 h 1265"/>
              <a:gd name="T12" fmla="*/ 633 w 1266"/>
              <a:gd name="T13" fmla="*/ 0 h 1265"/>
              <a:gd name="T14" fmla="*/ 633 w 1266"/>
              <a:gd name="T15" fmla="*/ 0 h 1265"/>
              <a:gd name="T16" fmla="*/ 1265 w 1266"/>
              <a:gd name="T17" fmla="*/ 632 h 1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6" h="1265">
                <a:moveTo>
                  <a:pt x="1265" y="632"/>
                </a:moveTo>
                <a:lnTo>
                  <a:pt x="1265" y="632"/>
                </a:lnTo>
                <a:cubicBezTo>
                  <a:pt x="1265" y="981"/>
                  <a:pt x="982" y="1264"/>
                  <a:pt x="633" y="1264"/>
                </a:cubicBezTo>
                <a:lnTo>
                  <a:pt x="633" y="1264"/>
                </a:lnTo>
                <a:cubicBezTo>
                  <a:pt x="283" y="1264"/>
                  <a:pt x="0" y="981"/>
                  <a:pt x="0" y="632"/>
                </a:cubicBezTo>
                <a:lnTo>
                  <a:pt x="0" y="632"/>
                </a:lnTo>
                <a:cubicBezTo>
                  <a:pt x="0" y="283"/>
                  <a:pt x="283" y="0"/>
                  <a:pt x="633" y="0"/>
                </a:cubicBezTo>
                <a:lnTo>
                  <a:pt x="633" y="0"/>
                </a:lnTo>
                <a:cubicBezTo>
                  <a:pt x="982" y="0"/>
                  <a:pt x="1265" y="283"/>
                  <a:pt x="1265" y="632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312">
            <a:extLst>
              <a:ext uri="{FF2B5EF4-FFF2-40B4-BE49-F238E27FC236}">
                <a16:creationId xmlns:a16="http://schemas.microsoft.com/office/drawing/2014/main" id="{C4D3FBFD-1E79-1249-A51B-88296C83D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795" y="5177128"/>
            <a:ext cx="708605" cy="576772"/>
          </a:xfrm>
          <a:custGeom>
            <a:avLst/>
            <a:gdLst>
              <a:gd name="T0" fmla="*/ 567 w 568"/>
              <a:gd name="T1" fmla="*/ 55 h 463"/>
              <a:gd name="T2" fmla="*/ 567 w 568"/>
              <a:gd name="T3" fmla="*/ 55 h 463"/>
              <a:gd name="T4" fmla="*/ 501 w 568"/>
              <a:gd name="T5" fmla="*/ 73 h 463"/>
              <a:gd name="T6" fmla="*/ 501 w 568"/>
              <a:gd name="T7" fmla="*/ 73 h 463"/>
              <a:gd name="T8" fmla="*/ 552 w 568"/>
              <a:gd name="T9" fmla="*/ 9 h 463"/>
              <a:gd name="T10" fmla="*/ 552 w 568"/>
              <a:gd name="T11" fmla="*/ 9 h 463"/>
              <a:gd name="T12" fmla="*/ 478 w 568"/>
              <a:gd name="T13" fmla="*/ 37 h 463"/>
              <a:gd name="T14" fmla="*/ 478 w 568"/>
              <a:gd name="T15" fmla="*/ 37 h 463"/>
              <a:gd name="T16" fmla="*/ 393 w 568"/>
              <a:gd name="T17" fmla="*/ 0 h 463"/>
              <a:gd name="T18" fmla="*/ 393 w 568"/>
              <a:gd name="T19" fmla="*/ 0 h 463"/>
              <a:gd name="T20" fmla="*/ 276 w 568"/>
              <a:gd name="T21" fmla="*/ 117 h 463"/>
              <a:gd name="T22" fmla="*/ 276 w 568"/>
              <a:gd name="T23" fmla="*/ 117 h 463"/>
              <a:gd name="T24" fmla="*/ 279 w 568"/>
              <a:gd name="T25" fmla="*/ 144 h 463"/>
              <a:gd name="T26" fmla="*/ 279 w 568"/>
              <a:gd name="T27" fmla="*/ 144 h 463"/>
              <a:gd name="T28" fmla="*/ 39 w 568"/>
              <a:gd name="T29" fmla="*/ 22 h 463"/>
              <a:gd name="T30" fmla="*/ 39 w 568"/>
              <a:gd name="T31" fmla="*/ 22 h 463"/>
              <a:gd name="T32" fmla="*/ 24 w 568"/>
              <a:gd name="T33" fmla="*/ 80 h 463"/>
              <a:gd name="T34" fmla="*/ 24 w 568"/>
              <a:gd name="T35" fmla="*/ 80 h 463"/>
              <a:gd name="T36" fmla="*/ 75 w 568"/>
              <a:gd name="T37" fmla="*/ 177 h 463"/>
              <a:gd name="T38" fmla="*/ 75 w 568"/>
              <a:gd name="T39" fmla="*/ 177 h 463"/>
              <a:gd name="T40" fmla="*/ 22 w 568"/>
              <a:gd name="T41" fmla="*/ 163 h 463"/>
              <a:gd name="T42" fmla="*/ 22 w 568"/>
              <a:gd name="T43" fmla="*/ 164 h 463"/>
              <a:gd name="T44" fmla="*/ 22 w 568"/>
              <a:gd name="T45" fmla="*/ 164 h 463"/>
              <a:gd name="T46" fmla="*/ 116 w 568"/>
              <a:gd name="T47" fmla="*/ 278 h 463"/>
              <a:gd name="T48" fmla="*/ 116 w 568"/>
              <a:gd name="T49" fmla="*/ 278 h 463"/>
              <a:gd name="T50" fmla="*/ 85 w 568"/>
              <a:gd name="T51" fmla="*/ 282 h 463"/>
              <a:gd name="T52" fmla="*/ 85 w 568"/>
              <a:gd name="T53" fmla="*/ 282 h 463"/>
              <a:gd name="T54" fmla="*/ 63 w 568"/>
              <a:gd name="T55" fmla="*/ 280 h 463"/>
              <a:gd name="T56" fmla="*/ 63 w 568"/>
              <a:gd name="T57" fmla="*/ 280 h 463"/>
              <a:gd name="T58" fmla="*/ 172 w 568"/>
              <a:gd name="T59" fmla="*/ 361 h 463"/>
              <a:gd name="T60" fmla="*/ 172 w 568"/>
              <a:gd name="T61" fmla="*/ 361 h 463"/>
              <a:gd name="T62" fmla="*/ 27 w 568"/>
              <a:gd name="T63" fmla="*/ 411 h 463"/>
              <a:gd name="T64" fmla="*/ 27 w 568"/>
              <a:gd name="T65" fmla="*/ 411 h 463"/>
              <a:gd name="T66" fmla="*/ 0 w 568"/>
              <a:gd name="T67" fmla="*/ 410 h 463"/>
              <a:gd name="T68" fmla="*/ 0 w 568"/>
              <a:gd name="T69" fmla="*/ 410 h 463"/>
              <a:gd name="T70" fmla="*/ 178 w 568"/>
              <a:gd name="T71" fmla="*/ 462 h 463"/>
              <a:gd name="T72" fmla="*/ 178 w 568"/>
              <a:gd name="T73" fmla="*/ 462 h 463"/>
              <a:gd name="T74" fmla="*/ 510 w 568"/>
              <a:gd name="T75" fmla="*/ 130 h 463"/>
              <a:gd name="T76" fmla="*/ 510 w 568"/>
              <a:gd name="T77" fmla="*/ 130 h 463"/>
              <a:gd name="T78" fmla="*/ 509 w 568"/>
              <a:gd name="T79" fmla="*/ 115 h 463"/>
              <a:gd name="T80" fmla="*/ 509 w 568"/>
              <a:gd name="T81" fmla="*/ 115 h 463"/>
              <a:gd name="T82" fmla="*/ 567 w 568"/>
              <a:gd name="T83" fmla="*/ 55 h 4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68" h="463">
                <a:moveTo>
                  <a:pt x="567" y="55"/>
                </a:moveTo>
                <a:lnTo>
                  <a:pt x="567" y="55"/>
                </a:lnTo>
                <a:cubicBezTo>
                  <a:pt x="547" y="64"/>
                  <a:pt x="524" y="70"/>
                  <a:pt x="501" y="73"/>
                </a:cubicBezTo>
                <a:lnTo>
                  <a:pt x="501" y="73"/>
                </a:lnTo>
                <a:cubicBezTo>
                  <a:pt x="525" y="58"/>
                  <a:pt x="543" y="36"/>
                  <a:pt x="552" y="9"/>
                </a:cubicBezTo>
                <a:lnTo>
                  <a:pt x="552" y="9"/>
                </a:lnTo>
                <a:cubicBezTo>
                  <a:pt x="530" y="22"/>
                  <a:pt x="504" y="32"/>
                  <a:pt x="478" y="37"/>
                </a:cubicBezTo>
                <a:lnTo>
                  <a:pt x="478" y="37"/>
                </a:lnTo>
                <a:cubicBezTo>
                  <a:pt x="457" y="15"/>
                  <a:pt x="426" y="0"/>
                  <a:pt x="393" y="0"/>
                </a:cubicBezTo>
                <a:lnTo>
                  <a:pt x="393" y="0"/>
                </a:lnTo>
                <a:cubicBezTo>
                  <a:pt x="328" y="0"/>
                  <a:pt x="276" y="52"/>
                  <a:pt x="276" y="117"/>
                </a:cubicBezTo>
                <a:lnTo>
                  <a:pt x="276" y="117"/>
                </a:lnTo>
                <a:cubicBezTo>
                  <a:pt x="276" y="126"/>
                  <a:pt x="278" y="135"/>
                  <a:pt x="279" y="144"/>
                </a:cubicBezTo>
                <a:lnTo>
                  <a:pt x="279" y="144"/>
                </a:lnTo>
                <a:cubicBezTo>
                  <a:pt x="183" y="139"/>
                  <a:pt x="96" y="92"/>
                  <a:pt x="39" y="22"/>
                </a:cubicBezTo>
                <a:lnTo>
                  <a:pt x="39" y="22"/>
                </a:lnTo>
                <a:cubicBezTo>
                  <a:pt x="29" y="39"/>
                  <a:pt x="24" y="58"/>
                  <a:pt x="24" y="80"/>
                </a:cubicBezTo>
                <a:lnTo>
                  <a:pt x="24" y="80"/>
                </a:lnTo>
                <a:cubicBezTo>
                  <a:pt x="24" y="120"/>
                  <a:pt x="44" y="156"/>
                  <a:pt x="75" y="177"/>
                </a:cubicBezTo>
                <a:lnTo>
                  <a:pt x="75" y="177"/>
                </a:lnTo>
                <a:cubicBezTo>
                  <a:pt x="56" y="177"/>
                  <a:pt x="38" y="171"/>
                  <a:pt x="22" y="163"/>
                </a:cubicBezTo>
                <a:lnTo>
                  <a:pt x="22" y="164"/>
                </a:lnTo>
                <a:lnTo>
                  <a:pt x="22" y="164"/>
                </a:lnTo>
                <a:cubicBezTo>
                  <a:pt x="22" y="221"/>
                  <a:pt x="63" y="268"/>
                  <a:pt x="116" y="278"/>
                </a:cubicBezTo>
                <a:lnTo>
                  <a:pt x="116" y="278"/>
                </a:lnTo>
                <a:cubicBezTo>
                  <a:pt x="106" y="281"/>
                  <a:pt x="96" y="282"/>
                  <a:pt x="85" y="282"/>
                </a:cubicBezTo>
                <a:lnTo>
                  <a:pt x="85" y="282"/>
                </a:lnTo>
                <a:cubicBezTo>
                  <a:pt x="77" y="282"/>
                  <a:pt x="70" y="282"/>
                  <a:pt x="63" y="280"/>
                </a:cubicBezTo>
                <a:lnTo>
                  <a:pt x="63" y="280"/>
                </a:lnTo>
                <a:cubicBezTo>
                  <a:pt x="78" y="326"/>
                  <a:pt x="121" y="360"/>
                  <a:pt x="172" y="361"/>
                </a:cubicBezTo>
                <a:lnTo>
                  <a:pt x="172" y="361"/>
                </a:lnTo>
                <a:cubicBezTo>
                  <a:pt x="133" y="392"/>
                  <a:pt x="82" y="411"/>
                  <a:pt x="27" y="411"/>
                </a:cubicBezTo>
                <a:lnTo>
                  <a:pt x="27" y="411"/>
                </a:lnTo>
                <a:cubicBezTo>
                  <a:pt x="18" y="411"/>
                  <a:pt x="9" y="410"/>
                  <a:pt x="0" y="410"/>
                </a:cubicBezTo>
                <a:lnTo>
                  <a:pt x="0" y="410"/>
                </a:lnTo>
                <a:cubicBezTo>
                  <a:pt x="51" y="443"/>
                  <a:pt x="112" y="462"/>
                  <a:pt x="178" y="462"/>
                </a:cubicBezTo>
                <a:lnTo>
                  <a:pt x="178" y="462"/>
                </a:lnTo>
                <a:cubicBezTo>
                  <a:pt x="393" y="462"/>
                  <a:pt x="510" y="284"/>
                  <a:pt x="510" y="130"/>
                </a:cubicBezTo>
                <a:lnTo>
                  <a:pt x="510" y="130"/>
                </a:lnTo>
                <a:cubicBezTo>
                  <a:pt x="510" y="125"/>
                  <a:pt x="509" y="120"/>
                  <a:pt x="509" y="115"/>
                </a:cubicBezTo>
                <a:lnTo>
                  <a:pt x="509" y="115"/>
                </a:lnTo>
                <a:cubicBezTo>
                  <a:pt x="532" y="99"/>
                  <a:pt x="552" y="78"/>
                  <a:pt x="567" y="5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Line 467">
            <a:extLst>
              <a:ext uri="{FF2B5EF4-FFF2-40B4-BE49-F238E27FC236}">
                <a16:creationId xmlns:a16="http://schemas.microsoft.com/office/drawing/2014/main" id="{658B06D0-30BC-734C-AE2C-74A9A11ABF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19132" y="5100226"/>
            <a:ext cx="2812440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Line 468">
            <a:extLst>
              <a:ext uri="{FF2B5EF4-FFF2-40B4-BE49-F238E27FC236}">
                <a16:creationId xmlns:a16="http://schemas.microsoft.com/office/drawing/2014/main" id="{3EAE43F3-283C-244D-A8E8-F84221989F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19132" y="8121401"/>
            <a:ext cx="2812440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Line 469">
            <a:extLst>
              <a:ext uri="{FF2B5EF4-FFF2-40B4-BE49-F238E27FC236}">
                <a16:creationId xmlns:a16="http://schemas.microsoft.com/office/drawing/2014/main" id="{EF547336-7303-1B48-B185-7B7618A247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19132" y="11148075"/>
            <a:ext cx="2812440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8B0FE-F0F2-1547-A7AE-1B80A7B53284}"/>
              </a:ext>
            </a:extLst>
          </p:cNvPr>
          <p:cNvSpPr txBox="1"/>
          <p:nvPr/>
        </p:nvSpPr>
        <p:spPr>
          <a:xfrm>
            <a:off x="1422503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659EE-F2F9-A543-916A-52163533E9B2}"/>
              </a:ext>
            </a:extLst>
          </p:cNvPr>
          <p:cNvSpPr txBox="1"/>
          <p:nvPr/>
        </p:nvSpPr>
        <p:spPr>
          <a:xfrm>
            <a:off x="1422503" y="1867301"/>
            <a:ext cx="8168583" cy="579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B22FF4-C88C-B841-8B80-AC9D71A1A8B2}"/>
              </a:ext>
            </a:extLst>
          </p:cNvPr>
          <p:cNvSpPr txBox="1"/>
          <p:nvPr/>
        </p:nvSpPr>
        <p:spPr>
          <a:xfrm>
            <a:off x="1420673" y="6631706"/>
            <a:ext cx="4044056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Campaign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ED63B8-7795-9A41-B247-E50167966C9C}"/>
              </a:ext>
            </a:extLst>
          </p:cNvPr>
          <p:cNvSpPr txBox="1"/>
          <p:nvPr/>
        </p:nvSpPr>
        <p:spPr>
          <a:xfrm>
            <a:off x="1422503" y="7317046"/>
            <a:ext cx="6876680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 Turn complex data into easy to understand infographics.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1CA6A0-71F3-AF44-BDAF-7B503499F274}"/>
              </a:ext>
            </a:extLst>
          </p:cNvPr>
          <p:cNvSpPr txBox="1"/>
          <p:nvPr/>
        </p:nvSpPr>
        <p:spPr>
          <a:xfrm>
            <a:off x="1835419" y="9839856"/>
            <a:ext cx="1545296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30" dirty="0">
                <a:solidFill>
                  <a:schemeClr val="accent2"/>
                </a:solidFill>
                <a:latin typeface="DM Sans" pitchFamily="2" charset="77"/>
              </a:rPr>
              <a:t>17k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FADADC-EC68-2943-8BC9-1C328B047C28}"/>
              </a:ext>
            </a:extLst>
          </p:cNvPr>
          <p:cNvSpPr txBox="1"/>
          <p:nvPr/>
        </p:nvSpPr>
        <p:spPr>
          <a:xfrm>
            <a:off x="1469455" y="11011451"/>
            <a:ext cx="2277226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Followers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FE6B2-3B25-0D41-A2E2-85B89FE20949}"/>
              </a:ext>
            </a:extLst>
          </p:cNvPr>
          <p:cNvSpPr txBox="1"/>
          <p:nvPr/>
        </p:nvSpPr>
        <p:spPr>
          <a:xfrm>
            <a:off x="5774294" y="9839856"/>
            <a:ext cx="2620269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30" dirty="0">
                <a:solidFill>
                  <a:schemeClr val="accent2"/>
                </a:solidFill>
                <a:latin typeface="DM Sans" pitchFamily="2" charset="77"/>
              </a:rPr>
              <a:t>300k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1D089F-BB5D-E449-BCD5-453E45104869}"/>
              </a:ext>
            </a:extLst>
          </p:cNvPr>
          <p:cNvSpPr txBox="1"/>
          <p:nvPr/>
        </p:nvSpPr>
        <p:spPr>
          <a:xfrm>
            <a:off x="5106489" y="11011451"/>
            <a:ext cx="3955891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Tweets &amp; Replies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132FBC-008C-B540-8215-FA8F75571AA3}"/>
              </a:ext>
            </a:extLst>
          </p:cNvPr>
          <p:cNvSpPr txBox="1"/>
          <p:nvPr/>
        </p:nvSpPr>
        <p:spPr>
          <a:xfrm>
            <a:off x="14756636" y="4233498"/>
            <a:ext cx="114230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bg1"/>
                </a:solidFill>
                <a:latin typeface="DM Sans" pitchFamily="2" charset="77"/>
              </a:rPr>
              <a:t>+13k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F5B236-1D00-724B-B745-D066ACAE77D5}"/>
              </a:ext>
            </a:extLst>
          </p:cNvPr>
          <p:cNvSpPr txBox="1"/>
          <p:nvPr/>
        </p:nvSpPr>
        <p:spPr>
          <a:xfrm>
            <a:off x="14510895" y="7254370"/>
            <a:ext cx="1633782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bg1"/>
                </a:solidFill>
                <a:latin typeface="DM Sans" pitchFamily="2" charset="77"/>
              </a:rPr>
              <a:t>+300k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4B0A12-365A-384A-B147-EFC960E11FE0}"/>
              </a:ext>
            </a:extLst>
          </p:cNvPr>
          <p:cNvSpPr txBox="1"/>
          <p:nvPr/>
        </p:nvSpPr>
        <p:spPr>
          <a:xfrm>
            <a:off x="14678088" y="10271890"/>
            <a:ext cx="1299395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1" spc="-30" dirty="0">
                <a:solidFill>
                  <a:schemeClr val="bg1"/>
                </a:solidFill>
                <a:latin typeface="DM Sans" pitchFamily="2" charset="77"/>
              </a:rPr>
              <a:t>+19%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D5014-F47D-FC45-8261-2D24A235C896}"/>
              </a:ext>
            </a:extLst>
          </p:cNvPr>
          <p:cNvSpPr txBox="1"/>
          <p:nvPr/>
        </p:nvSpPr>
        <p:spPr>
          <a:xfrm>
            <a:off x="17214573" y="4240172"/>
            <a:ext cx="2002792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bg1"/>
                </a:solidFill>
                <a:latin typeface="DM Sans" pitchFamily="2" charset="77"/>
              </a:rPr>
              <a:t>Content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692F87-C6F5-504A-AA2A-2B8C35D03B93}"/>
              </a:ext>
            </a:extLst>
          </p:cNvPr>
          <p:cNvSpPr txBox="1"/>
          <p:nvPr/>
        </p:nvSpPr>
        <p:spPr>
          <a:xfrm>
            <a:off x="17208311" y="4917420"/>
            <a:ext cx="5699884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solidFill>
                  <a:schemeClr val="bg1"/>
                </a:solidFill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AD6CCE-DEC2-B244-9528-DF2B7D268232}"/>
              </a:ext>
            </a:extLst>
          </p:cNvPr>
          <p:cNvSpPr txBox="1"/>
          <p:nvPr/>
        </p:nvSpPr>
        <p:spPr>
          <a:xfrm>
            <a:off x="17214573" y="7261044"/>
            <a:ext cx="3776034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bg1"/>
                </a:solidFill>
                <a:latin typeface="DM Sans" pitchFamily="2" charset="77"/>
              </a:rPr>
              <a:t>Uploaded Media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DF0BC8-72DB-9344-BF83-3185E71006D2}"/>
              </a:ext>
            </a:extLst>
          </p:cNvPr>
          <p:cNvSpPr txBox="1"/>
          <p:nvPr/>
        </p:nvSpPr>
        <p:spPr>
          <a:xfrm>
            <a:off x="17208311" y="7938292"/>
            <a:ext cx="5699884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solidFill>
                  <a:schemeClr val="bg1"/>
                </a:solidFill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B776D2-2AFC-364F-8AE0-3E4EFEFF5284}"/>
              </a:ext>
            </a:extLst>
          </p:cNvPr>
          <p:cNvSpPr txBox="1"/>
          <p:nvPr/>
        </p:nvSpPr>
        <p:spPr>
          <a:xfrm>
            <a:off x="17214573" y="10278333"/>
            <a:ext cx="4347024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bg1"/>
                </a:solidFill>
                <a:latin typeface="DM Sans" pitchFamily="2" charset="77"/>
              </a:rPr>
              <a:t>Management goals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E4ACF3-7BBD-C542-A4C7-79981EAC9232}"/>
              </a:ext>
            </a:extLst>
          </p:cNvPr>
          <p:cNvSpPr txBox="1"/>
          <p:nvPr/>
        </p:nvSpPr>
        <p:spPr>
          <a:xfrm>
            <a:off x="17208311" y="10955581"/>
            <a:ext cx="5699884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solidFill>
                  <a:schemeClr val="bg1"/>
                </a:solidFill>
                <a:latin typeface="DM Sa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2890160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2">
            <a:extLst>
              <a:ext uri="{FF2B5EF4-FFF2-40B4-BE49-F238E27FC236}">
                <a16:creationId xmlns:a16="http://schemas.microsoft.com/office/drawing/2014/main" id="{3FC1F156-86B7-2248-9162-2DA78DDFD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3618" y="6921170"/>
            <a:ext cx="2004920" cy="3312243"/>
          </a:xfrm>
          <a:custGeom>
            <a:avLst/>
            <a:gdLst>
              <a:gd name="T0" fmla="*/ 1407 w 1610"/>
              <a:gd name="T1" fmla="*/ 2534 h 2658"/>
              <a:gd name="T2" fmla="*/ 1407 w 1610"/>
              <a:gd name="T3" fmla="*/ 2534 h 2658"/>
              <a:gd name="T4" fmla="*/ 1389 w 1610"/>
              <a:gd name="T5" fmla="*/ 2601 h 2658"/>
              <a:gd name="T6" fmla="*/ 1389 w 1610"/>
              <a:gd name="T7" fmla="*/ 2601 h 2658"/>
              <a:gd name="T8" fmla="*/ 1389 w 1610"/>
              <a:gd name="T9" fmla="*/ 2602 h 2658"/>
              <a:gd name="T10" fmla="*/ 1389 w 1610"/>
              <a:gd name="T11" fmla="*/ 2602 h 2658"/>
              <a:gd name="T12" fmla="*/ 805 w 1610"/>
              <a:gd name="T13" fmla="*/ 2657 h 2658"/>
              <a:gd name="T14" fmla="*/ 805 w 1610"/>
              <a:gd name="T15" fmla="*/ 2657 h 2658"/>
              <a:gd name="T16" fmla="*/ 220 w 1610"/>
              <a:gd name="T17" fmla="*/ 2602 h 2658"/>
              <a:gd name="T18" fmla="*/ 220 w 1610"/>
              <a:gd name="T19" fmla="*/ 2602 h 2658"/>
              <a:gd name="T20" fmla="*/ 220 w 1610"/>
              <a:gd name="T21" fmla="*/ 2602 h 2658"/>
              <a:gd name="T22" fmla="*/ 220 w 1610"/>
              <a:gd name="T23" fmla="*/ 2601 h 2658"/>
              <a:gd name="T24" fmla="*/ 220 w 1610"/>
              <a:gd name="T25" fmla="*/ 2601 h 2658"/>
              <a:gd name="T26" fmla="*/ 203 w 1610"/>
              <a:gd name="T27" fmla="*/ 2534 h 2658"/>
              <a:gd name="T28" fmla="*/ 203 w 1610"/>
              <a:gd name="T29" fmla="*/ 2534 h 2658"/>
              <a:gd name="T30" fmla="*/ 384 w 1610"/>
              <a:gd name="T31" fmla="*/ 616 h 2658"/>
              <a:gd name="T32" fmla="*/ 384 w 1610"/>
              <a:gd name="T33" fmla="*/ 616 h 2658"/>
              <a:gd name="T34" fmla="*/ 805 w 1610"/>
              <a:gd name="T35" fmla="*/ 0 h 2658"/>
              <a:gd name="T36" fmla="*/ 805 w 1610"/>
              <a:gd name="T37" fmla="*/ 0 h 2658"/>
              <a:gd name="T38" fmla="*/ 1225 w 1610"/>
              <a:gd name="T39" fmla="*/ 616 h 2658"/>
              <a:gd name="T40" fmla="*/ 1225 w 1610"/>
              <a:gd name="T41" fmla="*/ 616 h 2658"/>
              <a:gd name="T42" fmla="*/ 1407 w 1610"/>
              <a:gd name="T43" fmla="*/ 2534 h 2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610" h="2658">
                <a:moveTo>
                  <a:pt x="1407" y="2534"/>
                </a:moveTo>
                <a:lnTo>
                  <a:pt x="1407" y="2534"/>
                </a:lnTo>
                <a:cubicBezTo>
                  <a:pt x="1401" y="2556"/>
                  <a:pt x="1396" y="2579"/>
                  <a:pt x="1389" y="2601"/>
                </a:cubicBezTo>
                <a:lnTo>
                  <a:pt x="1389" y="2601"/>
                </a:lnTo>
                <a:cubicBezTo>
                  <a:pt x="1389" y="2601"/>
                  <a:pt x="1389" y="2601"/>
                  <a:pt x="1389" y="2602"/>
                </a:cubicBezTo>
                <a:lnTo>
                  <a:pt x="1389" y="2602"/>
                </a:lnTo>
                <a:cubicBezTo>
                  <a:pt x="1290" y="2635"/>
                  <a:pt x="1066" y="2657"/>
                  <a:pt x="805" y="2657"/>
                </a:cubicBezTo>
                <a:lnTo>
                  <a:pt x="805" y="2657"/>
                </a:lnTo>
                <a:cubicBezTo>
                  <a:pt x="544" y="2657"/>
                  <a:pt x="319" y="2635"/>
                  <a:pt x="220" y="2602"/>
                </a:cubicBezTo>
                <a:lnTo>
                  <a:pt x="220" y="2602"/>
                </a:lnTo>
                <a:lnTo>
                  <a:pt x="220" y="2602"/>
                </a:lnTo>
                <a:cubicBezTo>
                  <a:pt x="220" y="2601"/>
                  <a:pt x="220" y="2601"/>
                  <a:pt x="220" y="2601"/>
                </a:cubicBezTo>
                <a:lnTo>
                  <a:pt x="220" y="2601"/>
                </a:lnTo>
                <a:cubicBezTo>
                  <a:pt x="214" y="2579"/>
                  <a:pt x="208" y="2556"/>
                  <a:pt x="203" y="2534"/>
                </a:cubicBezTo>
                <a:lnTo>
                  <a:pt x="203" y="2534"/>
                </a:lnTo>
                <a:cubicBezTo>
                  <a:pt x="0" y="1705"/>
                  <a:pt x="173" y="1052"/>
                  <a:pt x="384" y="616"/>
                </a:cubicBezTo>
                <a:lnTo>
                  <a:pt x="384" y="616"/>
                </a:lnTo>
                <a:cubicBezTo>
                  <a:pt x="578" y="216"/>
                  <a:pt x="805" y="0"/>
                  <a:pt x="805" y="0"/>
                </a:cubicBezTo>
                <a:lnTo>
                  <a:pt x="805" y="0"/>
                </a:lnTo>
                <a:cubicBezTo>
                  <a:pt x="805" y="0"/>
                  <a:pt x="1031" y="216"/>
                  <a:pt x="1225" y="616"/>
                </a:cubicBezTo>
                <a:lnTo>
                  <a:pt x="1225" y="616"/>
                </a:lnTo>
                <a:cubicBezTo>
                  <a:pt x="1436" y="1052"/>
                  <a:pt x="1609" y="1705"/>
                  <a:pt x="1407" y="2534"/>
                </a:cubicBezTo>
              </a:path>
            </a:pathLst>
          </a:custGeom>
          <a:solidFill>
            <a:srgbClr val="F9FB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502">
            <a:extLst>
              <a:ext uri="{FF2B5EF4-FFF2-40B4-BE49-F238E27FC236}">
                <a16:creationId xmlns:a16="http://schemas.microsoft.com/office/drawing/2014/main" id="{DB81C36C-AAF2-FA44-8E6B-976A35924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8962" y="9349045"/>
            <a:ext cx="197746" cy="203240"/>
          </a:xfrm>
          <a:custGeom>
            <a:avLst/>
            <a:gdLst>
              <a:gd name="T0" fmla="*/ 130 w 159"/>
              <a:gd name="T1" fmla="*/ 131 h 161"/>
              <a:gd name="T2" fmla="*/ 130 w 159"/>
              <a:gd name="T3" fmla="*/ 131 h 161"/>
              <a:gd name="T4" fmla="*/ 130 w 159"/>
              <a:gd name="T5" fmla="*/ 29 h 161"/>
              <a:gd name="T6" fmla="*/ 130 w 159"/>
              <a:gd name="T7" fmla="*/ 29 h 161"/>
              <a:gd name="T8" fmla="*/ 28 w 159"/>
              <a:gd name="T9" fmla="*/ 29 h 161"/>
              <a:gd name="T10" fmla="*/ 28 w 159"/>
              <a:gd name="T11" fmla="*/ 29 h 161"/>
              <a:gd name="T12" fmla="*/ 28 w 159"/>
              <a:gd name="T13" fmla="*/ 131 h 161"/>
              <a:gd name="T14" fmla="*/ 28 w 159"/>
              <a:gd name="T15" fmla="*/ 131 h 161"/>
              <a:gd name="T16" fmla="*/ 130 w 159"/>
              <a:gd name="T17" fmla="*/ 131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9" h="161">
                <a:moveTo>
                  <a:pt x="130" y="131"/>
                </a:moveTo>
                <a:lnTo>
                  <a:pt x="130" y="131"/>
                </a:lnTo>
                <a:cubicBezTo>
                  <a:pt x="158" y="103"/>
                  <a:pt x="158" y="57"/>
                  <a:pt x="130" y="29"/>
                </a:cubicBezTo>
                <a:lnTo>
                  <a:pt x="130" y="29"/>
                </a:lnTo>
                <a:cubicBezTo>
                  <a:pt x="102" y="0"/>
                  <a:pt x="56" y="0"/>
                  <a:pt x="28" y="29"/>
                </a:cubicBezTo>
                <a:lnTo>
                  <a:pt x="28" y="29"/>
                </a:lnTo>
                <a:cubicBezTo>
                  <a:pt x="0" y="57"/>
                  <a:pt x="0" y="103"/>
                  <a:pt x="28" y="131"/>
                </a:cubicBezTo>
                <a:lnTo>
                  <a:pt x="28" y="131"/>
                </a:lnTo>
                <a:cubicBezTo>
                  <a:pt x="56" y="160"/>
                  <a:pt x="102" y="160"/>
                  <a:pt x="130" y="131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503">
            <a:extLst>
              <a:ext uri="{FF2B5EF4-FFF2-40B4-BE49-F238E27FC236}">
                <a16:creationId xmlns:a16="http://schemas.microsoft.com/office/drawing/2014/main" id="{7C55930C-C407-CC48-A83B-3EA611C42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9947" y="9349045"/>
            <a:ext cx="197746" cy="203240"/>
          </a:xfrm>
          <a:custGeom>
            <a:avLst/>
            <a:gdLst>
              <a:gd name="T0" fmla="*/ 28 w 159"/>
              <a:gd name="T1" fmla="*/ 29 h 161"/>
              <a:gd name="T2" fmla="*/ 28 w 159"/>
              <a:gd name="T3" fmla="*/ 29 h 161"/>
              <a:gd name="T4" fmla="*/ 28 w 159"/>
              <a:gd name="T5" fmla="*/ 131 h 161"/>
              <a:gd name="T6" fmla="*/ 28 w 159"/>
              <a:gd name="T7" fmla="*/ 131 h 161"/>
              <a:gd name="T8" fmla="*/ 130 w 159"/>
              <a:gd name="T9" fmla="*/ 131 h 161"/>
              <a:gd name="T10" fmla="*/ 130 w 159"/>
              <a:gd name="T11" fmla="*/ 131 h 161"/>
              <a:gd name="T12" fmla="*/ 130 w 159"/>
              <a:gd name="T13" fmla="*/ 29 h 161"/>
              <a:gd name="T14" fmla="*/ 130 w 159"/>
              <a:gd name="T15" fmla="*/ 29 h 161"/>
              <a:gd name="T16" fmla="*/ 28 w 159"/>
              <a:gd name="T17" fmla="*/ 29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9" h="161">
                <a:moveTo>
                  <a:pt x="28" y="29"/>
                </a:moveTo>
                <a:lnTo>
                  <a:pt x="28" y="29"/>
                </a:lnTo>
                <a:cubicBezTo>
                  <a:pt x="0" y="57"/>
                  <a:pt x="0" y="103"/>
                  <a:pt x="28" y="131"/>
                </a:cubicBezTo>
                <a:lnTo>
                  <a:pt x="28" y="131"/>
                </a:lnTo>
                <a:cubicBezTo>
                  <a:pt x="56" y="160"/>
                  <a:pt x="101" y="160"/>
                  <a:pt x="130" y="131"/>
                </a:cubicBezTo>
                <a:lnTo>
                  <a:pt x="130" y="131"/>
                </a:lnTo>
                <a:cubicBezTo>
                  <a:pt x="158" y="103"/>
                  <a:pt x="158" y="57"/>
                  <a:pt x="130" y="29"/>
                </a:cubicBezTo>
                <a:lnTo>
                  <a:pt x="130" y="29"/>
                </a:lnTo>
                <a:cubicBezTo>
                  <a:pt x="101" y="0"/>
                  <a:pt x="56" y="0"/>
                  <a:pt x="28" y="29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504">
            <a:extLst>
              <a:ext uri="{FF2B5EF4-FFF2-40B4-BE49-F238E27FC236}">
                <a16:creationId xmlns:a16="http://schemas.microsoft.com/office/drawing/2014/main" id="{7111B489-8C73-E943-A78E-2492CB49D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2202" y="8151585"/>
            <a:ext cx="593237" cy="593237"/>
          </a:xfrm>
          <a:custGeom>
            <a:avLst/>
            <a:gdLst>
              <a:gd name="T0" fmla="*/ 289 w 477"/>
              <a:gd name="T1" fmla="*/ 289 h 478"/>
              <a:gd name="T2" fmla="*/ 289 w 477"/>
              <a:gd name="T3" fmla="*/ 289 h 478"/>
              <a:gd name="T4" fmla="*/ 187 w 477"/>
              <a:gd name="T5" fmla="*/ 289 h 478"/>
              <a:gd name="T6" fmla="*/ 187 w 477"/>
              <a:gd name="T7" fmla="*/ 289 h 478"/>
              <a:gd name="T8" fmla="*/ 187 w 477"/>
              <a:gd name="T9" fmla="*/ 187 h 478"/>
              <a:gd name="T10" fmla="*/ 187 w 477"/>
              <a:gd name="T11" fmla="*/ 187 h 478"/>
              <a:gd name="T12" fmla="*/ 289 w 477"/>
              <a:gd name="T13" fmla="*/ 187 h 478"/>
              <a:gd name="T14" fmla="*/ 289 w 477"/>
              <a:gd name="T15" fmla="*/ 187 h 478"/>
              <a:gd name="T16" fmla="*/ 289 w 477"/>
              <a:gd name="T17" fmla="*/ 289 h 478"/>
              <a:gd name="T18" fmla="*/ 391 w 477"/>
              <a:gd name="T19" fmla="*/ 85 h 478"/>
              <a:gd name="T20" fmla="*/ 391 w 477"/>
              <a:gd name="T21" fmla="*/ 85 h 478"/>
              <a:gd name="T22" fmla="*/ 84 w 477"/>
              <a:gd name="T23" fmla="*/ 85 h 478"/>
              <a:gd name="T24" fmla="*/ 84 w 477"/>
              <a:gd name="T25" fmla="*/ 85 h 478"/>
              <a:gd name="T26" fmla="*/ 84 w 477"/>
              <a:gd name="T27" fmla="*/ 392 h 478"/>
              <a:gd name="T28" fmla="*/ 84 w 477"/>
              <a:gd name="T29" fmla="*/ 392 h 478"/>
              <a:gd name="T30" fmla="*/ 391 w 477"/>
              <a:gd name="T31" fmla="*/ 392 h 478"/>
              <a:gd name="T32" fmla="*/ 391 w 477"/>
              <a:gd name="T33" fmla="*/ 392 h 478"/>
              <a:gd name="T34" fmla="*/ 391 w 477"/>
              <a:gd name="T35" fmla="*/ 85 h 4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77" h="478">
                <a:moveTo>
                  <a:pt x="289" y="289"/>
                </a:moveTo>
                <a:lnTo>
                  <a:pt x="289" y="289"/>
                </a:lnTo>
                <a:cubicBezTo>
                  <a:pt x="260" y="318"/>
                  <a:pt x="215" y="318"/>
                  <a:pt x="187" y="289"/>
                </a:cubicBezTo>
                <a:lnTo>
                  <a:pt x="187" y="289"/>
                </a:lnTo>
                <a:cubicBezTo>
                  <a:pt x="159" y="261"/>
                  <a:pt x="159" y="215"/>
                  <a:pt x="187" y="187"/>
                </a:cubicBezTo>
                <a:lnTo>
                  <a:pt x="187" y="187"/>
                </a:lnTo>
                <a:cubicBezTo>
                  <a:pt x="215" y="159"/>
                  <a:pt x="260" y="159"/>
                  <a:pt x="289" y="187"/>
                </a:cubicBezTo>
                <a:lnTo>
                  <a:pt x="289" y="187"/>
                </a:lnTo>
                <a:cubicBezTo>
                  <a:pt x="317" y="215"/>
                  <a:pt x="317" y="261"/>
                  <a:pt x="289" y="289"/>
                </a:cubicBezTo>
                <a:close/>
                <a:moveTo>
                  <a:pt x="391" y="85"/>
                </a:moveTo>
                <a:lnTo>
                  <a:pt x="391" y="85"/>
                </a:lnTo>
                <a:cubicBezTo>
                  <a:pt x="306" y="0"/>
                  <a:pt x="170" y="0"/>
                  <a:pt x="84" y="85"/>
                </a:cubicBezTo>
                <a:lnTo>
                  <a:pt x="84" y="85"/>
                </a:lnTo>
                <a:cubicBezTo>
                  <a:pt x="0" y="169"/>
                  <a:pt x="0" y="307"/>
                  <a:pt x="84" y="392"/>
                </a:cubicBezTo>
                <a:lnTo>
                  <a:pt x="84" y="392"/>
                </a:lnTo>
                <a:cubicBezTo>
                  <a:pt x="170" y="477"/>
                  <a:pt x="306" y="477"/>
                  <a:pt x="391" y="392"/>
                </a:cubicBezTo>
                <a:lnTo>
                  <a:pt x="391" y="392"/>
                </a:lnTo>
                <a:cubicBezTo>
                  <a:pt x="476" y="307"/>
                  <a:pt x="476" y="169"/>
                  <a:pt x="391" y="8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505">
            <a:extLst>
              <a:ext uri="{FF2B5EF4-FFF2-40B4-BE49-F238E27FC236}">
                <a16:creationId xmlns:a16="http://schemas.microsoft.com/office/drawing/2014/main" id="{352AB6A3-F4FE-FD49-A518-8A4E63BFD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05442" y="9349045"/>
            <a:ext cx="197746" cy="203240"/>
          </a:xfrm>
          <a:custGeom>
            <a:avLst/>
            <a:gdLst>
              <a:gd name="T0" fmla="*/ 130 w 159"/>
              <a:gd name="T1" fmla="*/ 131 h 161"/>
              <a:gd name="T2" fmla="*/ 130 w 159"/>
              <a:gd name="T3" fmla="*/ 131 h 161"/>
              <a:gd name="T4" fmla="*/ 130 w 159"/>
              <a:gd name="T5" fmla="*/ 29 h 161"/>
              <a:gd name="T6" fmla="*/ 130 w 159"/>
              <a:gd name="T7" fmla="*/ 29 h 161"/>
              <a:gd name="T8" fmla="*/ 28 w 159"/>
              <a:gd name="T9" fmla="*/ 29 h 161"/>
              <a:gd name="T10" fmla="*/ 28 w 159"/>
              <a:gd name="T11" fmla="*/ 29 h 161"/>
              <a:gd name="T12" fmla="*/ 28 w 159"/>
              <a:gd name="T13" fmla="*/ 131 h 161"/>
              <a:gd name="T14" fmla="*/ 28 w 159"/>
              <a:gd name="T15" fmla="*/ 131 h 161"/>
              <a:gd name="T16" fmla="*/ 130 w 159"/>
              <a:gd name="T17" fmla="*/ 131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9" h="161">
                <a:moveTo>
                  <a:pt x="130" y="131"/>
                </a:moveTo>
                <a:lnTo>
                  <a:pt x="130" y="131"/>
                </a:lnTo>
                <a:cubicBezTo>
                  <a:pt x="158" y="103"/>
                  <a:pt x="158" y="57"/>
                  <a:pt x="130" y="29"/>
                </a:cubicBezTo>
                <a:lnTo>
                  <a:pt x="130" y="29"/>
                </a:lnTo>
                <a:cubicBezTo>
                  <a:pt x="102" y="0"/>
                  <a:pt x="56" y="0"/>
                  <a:pt x="28" y="29"/>
                </a:cubicBezTo>
                <a:lnTo>
                  <a:pt x="28" y="29"/>
                </a:lnTo>
                <a:cubicBezTo>
                  <a:pt x="0" y="57"/>
                  <a:pt x="0" y="103"/>
                  <a:pt x="28" y="131"/>
                </a:cubicBezTo>
                <a:lnTo>
                  <a:pt x="28" y="131"/>
                </a:lnTo>
                <a:cubicBezTo>
                  <a:pt x="56" y="160"/>
                  <a:pt x="102" y="160"/>
                  <a:pt x="130" y="131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507">
            <a:extLst>
              <a:ext uri="{FF2B5EF4-FFF2-40B4-BE49-F238E27FC236}">
                <a16:creationId xmlns:a16="http://schemas.microsoft.com/office/drawing/2014/main" id="{0CA58144-1B41-1E49-9D68-9FECFE7D0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1502" y="10200452"/>
            <a:ext cx="1049153" cy="324082"/>
          </a:xfrm>
          <a:custGeom>
            <a:avLst/>
            <a:gdLst>
              <a:gd name="T0" fmla="*/ 421 w 843"/>
              <a:gd name="T1" fmla="*/ 23 h 258"/>
              <a:gd name="T2" fmla="*/ 421 w 843"/>
              <a:gd name="T3" fmla="*/ 23 h 258"/>
              <a:gd name="T4" fmla="*/ 0 w 843"/>
              <a:gd name="T5" fmla="*/ 0 h 258"/>
              <a:gd name="T6" fmla="*/ 0 w 843"/>
              <a:gd name="T7" fmla="*/ 0 h 258"/>
              <a:gd name="T8" fmla="*/ 422 w 843"/>
              <a:gd name="T9" fmla="*/ 236 h 258"/>
              <a:gd name="T10" fmla="*/ 422 w 843"/>
              <a:gd name="T11" fmla="*/ 236 h 258"/>
              <a:gd name="T12" fmla="*/ 842 w 843"/>
              <a:gd name="T13" fmla="*/ 0 h 258"/>
              <a:gd name="T14" fmla="*/ 842 w 843"/>
              <a:gd name="T15" fmla="*/ 0 h 258"/>
              <a:gd name="T16" fmla="*/ 421 w 843"/>
              <a:gd name="T17" fmla="*/ 23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3" h="258">
                <a:moveTo>
                  <a:pt x="421" y="23"/>
                </a:moveTo>
                <a:lnTo>
                  <a:pt x="421" y="23"/>
                </a:lnTo>
                <a:cubicBezTo>
                  <a:pt x="260" y="23"/>
                  <a:pt x="113" y="14"/>
                  <a:pt x="0" y="0"/>
                </a:cubicBezTo>
                <a:lnTo>
                  <a:pt x="0" y="0"/>
                </a:lnTo>
                <a:cubicBezTo>
                  <a:pt x="162" y="257"/>
                  <a:pt x="422" y="236"/>
                  <a:pt x="422" y="236"/>
                </a:cubicBezTo>
                <a:lnTo>
                  <a:pt x="422" y="236"/>
                </a:lnTo>
                <a:cubicBezTo>
                  <a:pt x="422" y="236"/>
                  <a:pt x="681" y="257"/>
                  <a:pt x="842" y="0"/>
                </a:cubicBezTo>
                <a:lnTo>
                  <a:pt x="842" y="0"/>
                </a:lnTo>
                <a:cubicBezTo>
                  <a:pt x="730" y="14"/>
                  <a:pt x="582" y="23"/>
                  <a:pt x="421" y="23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508">
            <a:extLst>
              <a:ext uri="{FF2B5EF4-FFF2-40B4-BE49-F238E27FC236}">
                <a16:creationId xmlns:a16="http://schemas.microsoft.com/office/drawing/2014/main" id="{8E0CA208-D410-A246-BCF9-AA2FAD16D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1643" y="9156794"/>
            <a:ext cx="708591" cy="1312810"/>
          </a:xfrm>
          <a:custGeom>
            <a:avLst/>
            <a:gdLst>
              <a:gd name="T0" fmla="*/ 554 w 570"/>
              <a:gd name="T1" fmla="*/ 807 h 1055"/>
              <a:gd name="T2" fmla="*/ 554 w 570"/>
              <a:gd name="T3" fmla="*/ 807 h 1055"/>
              <a:gd name="T4" fmla="*/ 554 w 570"/>
              <a:gd name="T5" fmla="*/ 807 h 1055"/>
              <a:gd name="T6" fmla="*/ 554 w 570"/>
              <a:gd name="T7" fmla="*/ 806 h 1055"/>
              <a:gd name="T8" fmla="*/ 554 w 570"/>
              <a:gd name="T9" fmla="*/ 806 h 1055"/>
              <a:gd name="T10" fmla="*/ 537 w 570"/>
              <a:gd name="T11" fmla="*/ 739 h 1055"/>
              <a:gd name="T12" fmla="*/ 537 w 570"/>
              <a:gd name="T13" fmla="*/ 739 h 1055"/>
              <a:gd name="T14" fmla="*/ 447 w 570"/>
              <a:gd name="T15" fmla="*/ 4 h 1055"/>
              <a:gd name="T16" fmla="*/ 447 w 570"/>
              <a:gd name="T17" fmla="*/ 4 h 1055"/>
              <a:gd name="T18" fmla="*/ 446 w 570"/>
              <a:gd name="T19" fmla="*/ 0 h 1055"/>
              <a:gd name="T20" fmla="*/ 446 w 570"/>
              <a:gd name="T21" fmla="*/ 0 h 1055"/>
              <a:gd name="T22" fmla="*/ 0 w 570"/>
              <a:gd name="T23" fmla="*/ 1054 h 1055"/>
              <a:gd name="T24" fmla="*/ 0 w 570"/>
              <a:gd name="T25" fmla="*/ 1054 h 1055"/>
              <a:gd name="T26" fmla="*/ 569 w 570"/>
              <a:gd name="T27" fmla="*/ 811 h 1055"/>
              <a:gd name="T28" fmla="*/ 569 w 570"/>
              <a:gd name="T29" fmla="*/ 811 h 1055"/>
              <a:gd name="T30" fmla="*/ 554 w 570"/>
              <a:gd name="T31" fmla="*/ 807 h 10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70" h="1055">
                <a:moveTo>
                  <a:pt x="554" y="807"/>
                </a:moveTo>
                <a:lnTo>
                  <a:pt x="554" y="807"/>
                </a:lnTo>
                <a:lnTo>
                  <a:pt x="554" y="807"/>
                </a:lnTo>
                <a:lnTo>
                  <a:pt x="554" y="806"/>
                </a:lnTo>
                <a:lnTo>
                  <a:pt x="554" y="806"/>
                </a:lnTo>
                <a:cubicBezTo>
                  <a:pt x="548" y="784"/>
                  <a:pt x="542" y="761"/>
                  <a:pt x="537" y="739"/>
                </a:cubicBezTo>
                <a:lnTo>
                  <a:pt x="537" y="739"/>
                </a:lnTo>
                <a:cubicBezTo>
                  <a:pt x="473" y="476"/>
                  <a:pt x="446" y="230"/>
                  <a:pt x="447" y="4"/>
                </a:cubicBezTo>
                <a:lnTo>
                  <a:pt x="447" y="4"/>
                </a:lnTo>
                <a:cubicBezTo>
                  <a:pt x="446" y="3"/>
                  <a:pt x="446" y="2"/>
                  <a:pt x="446" y="0"/>
                </a:cubicBezTo>
                <a:lnTo>
                  <a:pt x="446" y="0"/>
                </a:lnTo>
                <a:cubicBezTo>
                  <a:pt x="263" y="270"/>
                  <a:pt x="28" y="696"/>
                  <a:pt x="0" y="1054"/>
                </a:cubicBezTo>
                <a:lnTo>
                  <a:pt x="0" y="1054"/>
                </a:lnTo>
                <a:cubicBezTo>
                  <a:pt x="0" y="1054"/>
                  <a:pt x="197" y="888"/>
                  <a:pt x="569" y="811"/>
                </a:cubicBezTo>
                <a:lnTo>
                  <a:pt x="569" y="811"/>
                </a:lnTo>
                <a:cubicBezTo>
                  <a:pt x="564" y="809"/>
                  <a:pt x="559" y="808"/>
                  <a:pt x="554" y="807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509">
            <a:extLst>
              <a:ext uri="{FF2B5EF4-FFF2-40B4-BE49-F238E27FC236}">
                <a16:creationId xmlns:a16="http://schemas.microsoft.com/office/drawing/2014/main" id="{5589BD04-9BE1-5048-B10B-A24A81290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7414" y="9156794"/>
            <a:ext cx="708587" cy="1312810"/>
          </a:xfrm>
          <a:custGeom>
            <a:avLst/>
            <a:gdLst>
              <a:gd name="T0" fmla="*/ 32 w 569"/>
              <a:gd name="T1" fmla="*/ 739 h 1055"/>
              <a:gd name="T2" fmla="*/ 32 w 569"/>
              <a:gd name="T3" fmla="*/ 739 h 1055"/>
              <a:gd name="T4" fmla="*/ 14 w 569"/>
              <a:gd name="T5" fmla="*/ 806 h 1055"/>
              <a:gd name="T6" fmla="*/ 14 w 569"/>
              <a:gd name="T7" fmla="*/ 806 h 1055"/>
              <a:gd name="T8" fmla="*/ 14 w 569"/>
              <a:gd name="T9" fmla="*/ 807 h 1055"/>
              <a:gd name="T10" fmla="*/ 14 w 569"/>
              <a:gd name="T11" fmla="*/ 807 h 1055"/>
              <a:gd name="T12" fmla="*/ 0 w 569"/>
              <a:gd name="T13" fmla="*/ 811 h 1055"/>
              <a:gd name="T14" fmla="*/ 0 w 569"/>
              <a:gd name="T15" fmla="*/ 811 h 1055"/>
              <a:gd name="T16" fmla="*/ 568 w 569"/>
              <a:gd name="T17" fmla="*/ 1054 h 1055"/>
              <a:gd name="T18" fmla="*/ 568 w 569"/>
              <a:gd name="T19" fmla="*/ 1054 h 1055"/>
              <a:gd name="T20" fmla="*/ 122 w 569"/>
              <a:gd name="T21" fmla="*/ 0 h 1055"/>
              <a:gd name="T22" fmla="*/ 122 w 569"/>
              <a:gd name="T23" fmla="*/ 0 h 1055"/>
              <a:gd name="T24" fmla="*/ 122 w 569"/>
              <a:gd name="T25" fmla="*/ 3 h 1055"/>
              <a:gd name="T26" fmla="*/ 122 w 569"/>
              <a:gd name="T27" fmla="*/ 3 h 1055"/>
              <a:gd name="T28" fmla="*/ 32 w 569"/>
              <a:gd name="T29" fmla="*/ 739 h 10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69" h="1055">
                <a:moveTo>
                  <a:pt x="32" y="739"/>
                </a:moveTo>
                <a:lnTo>
                  <a:pt x="32" y="739"/>
                </a:lnTo>
                <a:cubicBezTo>
                  <a:pt x="26" y="761"/>
                  <a:pt x="21" y="784"/>
                  <a:pt x="14" y="806"/>
                </a:cubicBezTo>
                <a:lnTo>
                  <a:pt x="14" y="806"/>
                </a:lnTo>
                <a:lnTo>
                  <a:pt x="14" y="807"/>
                </a:lnTo>
                <a:lnTo>
                  <a:pt x="14" y="807"/>
                </a:lnTo>
                <a:cubicBezTo>
                  <a:pt x="9" y="808"/>
                  <a:pt x="5" y="809"/>
                  <a:pt x="0" y="811"/>
                </a:cubicBezTo>
                <a:lnTo>
                  <a:pt x="0" y="811"/>
                </a:lnTo>
                <a:cubicBezTo>
                  <a:pt x="371" y="888"/>
                  <a:pt x="568" y="1054"/>
                  <a:pt x="568" y="1054"/>
                </a:cubicBezTo>
                <a:lnTo>
                  <a:pt x="568" y="1054"/>
                </a:lnTo>
                <a:cubicBezTo>
                  <a:pt x="540" y="696"/>
                  <a:pt x="305" y="270"/>
                  <a:pt x="122" y="0"/>
                </a:cubicBezTo>
                <a:lnTo>
                  <a:pt x="122" y="0"/>
                </a:lnTo>
                <a:cubicBezTo>
                  <a:pt x="122" y="2"/>
                  <a:pt x="122" y="2"/>
                  <a:pt x="122" y="3"/>
                </a:cubicBezTo>
                <a:lnTo>
                  <a:pt x="122" y="3"/>
                </a:lnTo>
                <a:cubicBezTo>
                  <a:pt x="123" y="230"/>
                  <a:pt x="96" y="476"/>
                  <a:pt x="32" y="739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510">
            <a:extLst>
              <a:ext uri="{FF2B5EF4-FFF2-40B4-BE49-F238E27FC236}">
                <a16:creationId xmlns:a16="http://schemas.microsoft.com/office/drawing/2014/main" id="{B637699E-1488-8345-A0E2-79C4BFFC8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1502" y="6921167"/>
            <a:ext cx="1049153" cy="812955"/>
          </a:xfrm>
          <a:custGeom>
            <a:avLst/>
            <a:gdLst>
              <a:gd name="T0" fmla="*/ 841 w 842"/>
              <a:gd name="T1" fmla="*/ 616 h 654"/>
              <a:gd name="T2" fmla="*/ 841 w 842"/>
              <a:gd name="T3" fmla="*/ 616 h 654"/>
              <a:gd name="T4" fmla="*/ 421 w 842"/>
              <a:gd name="T5" fmla="*/ 653 h 654"/>
              <a:gd name="T6" fmla="*/ 421 w 842"/>
              <a:gd name="T7" fmla="*/ 653 h 654"/>
              <a:gd name="T8" fmla="*/ 0 w 842"/>
              <a:gd name="T9" fmla="*/ 616 h 654"/>
              <a:gd name="T10" fmla="*/ 0 w 842"/>
              <a:gd name="T11" fmla="*/ 616 h 654"/>
              <a:gd name="T12" fmla="*/ 421 w 842"/>
              <a:gd name="T13" fmla="*/ 0 h 654"/>
              <a:gd name="T14" fmla="*/ 421 w 842"/>
              <a:gd name="T15" fmla="*/ 0 h 654"/>
              <a:gd name="T16" fmla="*/ 841 w 842"/>
              <a:gd name="T17" fmla="*/ 616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2" h="654">
                <a:moveTo>
                  <a:pt x="841" y="616"/>
                </a:moveTo>
                <a:lnTo>
                  <a:pt x="841" y="616"/>
                </a:lnTo>
                <a:cubicBezTo>
                  <a:pt x="708" y="640"/>
                  <a:pt x="567" y="653"/>
                  <a:pt x="421" y="653"/>
                </a:cubicBezTo>
                <a:lnTo>
                  <a:pt x="421" y="653"/>
                </a:lnTo>
                <a:cubicBezTo>
                  <a:pt x="274" y="653"/>
                  <a:pt x="133" y="640"/>
                  <a:pt x="0" y="616"/>
                </a:cubicBezTo>
                <a:lnTo>
                  <a:pt x="0" y="616"/>
                </a:lnTo>
                <a:cubicBezTo>
                  <a:pt x="194" y="216"/>
                  <a:pt x="421" y="0"/>
                  <a:pt x="421" y="0"/>
                </a:cubicBezTo>
                <a:lnTo>
                  <a:pt x="421" y="0"/>
                </a:lnTo>
                <a:cubicBezTo>
                  <a:pt x="421" y="0"/>
                  <a:pt x="647" y="216"/>
                  <a:pt x="841" y="61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511">
            <a:extLst>
              <a:ext uri="{FF2B5EF4-FFF2-40B4-BE49-F238E27FC236}">
                <a16:creationId xmlns:a16="http://schemas.microsoft.com/office/drawing/2014/main" id="{28E25256-CC8D-034A-976A-2FDE21FCE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7153" y="10381720"/>
            <a:ext cx="9793907" cy="3334215"/>
          </a:xfrm>
          <a:custGeom>
            <a:avLst/>
            <a:gdLst>
              <a:gd name="T0" fmla="*/ 7609 w 7864"/>
              <a:gd name="T1" fmla="*/ 2393 h 2676"/>
              <a:gd name="T2" fmla="*/ 7460 w 7864"/>
              <a:gd name="T3" fmla="*/ 2442 h 2676"/>
              <a:gd name="T4" fmla="*/ 7462 w 7864"/>
              <a:gd name="T5" fmla="*/ 2393 h 2676"/>
              <a:gd name="T6" fmla="*/ 7020 w 7864"/>
              <a:gd name="T7" fmla="*/ 1952 h 2676"/>
              <a:gd name="T8" fmla="*/ 6848 w 7864"/>
              <a:gd name="T9" fmla="*/ 1986 h 2676"/>
              <a:gd name="T10" fmla="*/ 6337 w 7864"/>
              <a:gd name="T11" fmla="*/ 1695 h 2676"/>
              <a:gd name="T12" fmla="*/ 6175 w 7864"/>
              <a:gd name="T13" fmla="*/ 1718 h 2676"/>
              <a:gd name="T14" fmla="*/ 6284 w 7864"/>
              <a:gd name="T15" fmla="*/ 1289 h 2676"/>
              <a:gd name="T16" fmla="*/ 5388 w 7864"/>
              <a:gd name="T17" fmla="*/ 394 h 2676"/>
              <a:gd name="T18" fmla="*/ 5100 w 7864"/>
              <a:gd name="T19" fmla="*/ 442 h 2676"/>
              <a:gd name="T20" fmla="*/ 4493 w 7864"/>
              <a:gd name="T21" fmla="*/ 1264 h 2676"/>
              <a:gd name="T22" fmla="*/ 4493 w 7864"/>
              <a:gd name="T23" fmla="*/ 1283 h 2676"/>
              <a:gd name="T24" fmla="*/ 4493 w 7864"/>
              <a:gd name="T25" fmla="*/ 1289 h 2676"/>
              <a:gd name="T26" fmla="*/ 4493 w 7864"/>
              <a:gd name="T27" fmla="*/ 1298 h 2676"/>
              <a:gd name="T28" fmla="*/ 4321 w 7864"/>
              <a:gd name="T29" fmla="*/ 1264 h 2676"/>
              <a:gd name="T30" fmla="*/ 4224 w 7864"/>
              <a:gd name="T31" fmla="*/ 1274 h 2676"/>
              <a:gd name="T32" fmla="*/ 4396 w 7864"/>
              <a:gd name="T33" fmla="*/ 0 h 2676"/>
              <a:gd name="T34" fmla="*/ 4358 w 7864"/>
              <a:gd name="T35" fmla="*/ 42 h 2676"/>
              <a:gd name="T36" fmla="*/ 3503 w 7864"/>
              <a:gd name="T37" fmla="*/ 0 h 2676"/>
              <a:gd name="T38" fmla="*/ 3676 w 7864"/>
              <a:gd name="T39" fmla="*/ 1265 h 2676"/>
              <a:gd name="T40" fmla="*/ 3416 w 7864"/>
              <a:gd name="T41" fmla="*/ 1201 h 2676"/>
              <a:gd name="T42" fmla="*/ 3133 w 7864"/>
              <a:gd name="T43" fmla="*/ 1278 h 2676"/>
              <a:gd name="T44" fmla="*/ 2309 w 7864"/>
              <a:gd name="T45" fmla="*/ 786 h 2676"/>
              <a:gd name="T46" fmla="*/ 1374 w 7864"/>
              <a:gd name="T47" fmla="*/ 1720 h 2676"/>
              <a:gd name="T48" fmla="*/ 1392 w 7864"/>
              <a:gd name="T49" fmla="*/ 1900 h 2676"/>
              <a:gd name="T50" fmla="*/ 1083 w 7864"/>
              <a:gd name="T51" fmla="*/ 2279 h 2676"/>
              <a:gd name="T52" fmla="*/ 776 w 7864"/>
              <a:gd name="T53" fmla="*/ 2225 h 2676"/>
              <a:gd name="T54" fmla="*/ 0 w 7864"/>
              <a:gd name="T55" fmla="*/ 2675 h 2676"/>
              <a:gd name="T56" fmla="*/ 1554 w 7864"/>
              <a:gd name="T57" fmla="*/ 2675 h 2676"/>
              <a:gd name="T58" fmla="*/ 5906 w 7864"/>
              <a:gd name="T59" fmla="*/ 2675 h 2676"/>
              <a:gd name="T60" fmla="*/ 6783 w 7864"/>
              <a:gd name="T61" fmla="*/ 2675 h 2676"/>
              <a:gd name="T62" fmla="*/ 7361 w 7864"/>
              <a:gd name="T63" fmla="*/ 2675 h 2676"/>
              <a:gd name="T64" fmla="*/ 7862 w 7864"/>
              <a:gd name="T65" fmla="*/ 2675 h 2676"/>
              <a:gd name="T66" fmla="*/ 7863 w 7864"/>
              <a:gd name="T67" fmla="*/ 2648 h 2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864" h="2676">
                <a:moveTo>
                  <a:pt x="7609" y="2393"/>
                </a:moveTo>
                <a:lnTo>
                  <a:pt x="7609" y="2393"/>
                </a:lnTo>
                <a:cubicBezTo>
                  <a:pt x="7553" y="2393"/>
                  <a:pt x="7501" y="2412"/>
                  <a:pt x="7460" y="2442"/>
                </a:cubicBezTo>
                <a:lnTo>
                  <a:pt x="7460" y="2442"/>
                </a:lnTo>
                <a:cubicBezTo>
                  <a:pt x="7461" y="2426"/>
                  <a:pt x="7462" y="2410"/>
                  <a:pt x="7462" y="2393"/>
                </a:cubicBezTo>
                <a:lnTo>
                  <a:pt x="7462" y="2393"/>
                </a:lnTo>
                <a:cubicBezTo>
                  <a:pt x="7462" y="2149"/>
                  <a:pt x="7265" y="1952"/>
                  <a:pt x="7020" y="1952"/>
                </a:cubicBezTo>
                <a:lnTo>
                  <a:pt x="7020" y="1952"/>
                </a:lnTo>
                <a:cubicBezTo>
                  <a:pt x="6959" y="1952"/>
                  <a:pt x="6901" y="1964"/>
                  <a:pt x="6848" y="1986"/>
                </a:cubicBezTo>
                <a:lnTo>
                  <a:pt x="6848" y="1986"/>
                </a:lnTo>
                <a:cubicBezTo>
                  <a:pt x="6745" y="1812"/>
                  <a:pt x="6555" y="1695"/>
                  <a:pt x="6337" y="1695"/>
                </a:cubicBezTo>
                <a:lnTo>
                  <a:pt x="6337" y="1695"/>
                </a:lnTo>
                <a:cubicBezTo>
                  <a:pt x="6281" y="1695"/>
                  <a:pt x="6227" y="1703"/>
                  <a:pt x="6175" y="1718"/>
                </a:cubicBezTo>
                <a:lnTo>
                  <a:pt x="6175" y="1718"/>
                </a:lnTo>
                <a:cubicBezTo>
                  <a:pt x="6244" y="1591"/>
                  <a:pt x="6284" y="1445"/>
                  <a:pt x="6284" y="1289"/>
                </a:cubicBezTo>
                <a:lnTo>
                  <a:pt x="6284" y="1289"/>
                </a:lnTo>
                <a:cubicBezTo>
                  <a:pt x="6284" y="795"/>
                  <a:pt x="5883" y="394"/>
                  <a:pt x="5388" y="394"/>
                </a:cubicBezTo>
                <a:lnTo>
                  <a:pt x="5388" y="394"/>
                </a:lnTo>
                <a:cubicBezTo>
                  <a:pt x="5287" y="394"/>
                  <a:pt x="5190" y="411"/>
                  <a:pt x="5100" y="442"/>
                </a:cubicBezTo>
                <a:lnTo>
                  <a:pt x="5100" y="442"/>
                </a:lnTo>
                <a:cubicBezTo>
                  <a:pt x="4748" y="550"/>
                  <a:pt x="4493" y="877"/>
                  <a:pt x="4493" y="1264"/>
                </a:cubicBezTo>
                <a:lnTo>
                  <a:pt x="4493" y="1264"/>
                </a:lnTo>
                <a:cubicBezTo>
                  <a:pt x="4493" y="1270"/>
                  <a:pt x="4493" y="1276"/>
                  <a:pt x="4493" y="1283"/>
                </a:cubicBezTo>
                <a:lnTo>
                  <a:pt x="4493" y="1283"/>
                </a:lnTo>
                <a:cubicBezTo>
                  <a:pt x="4493" y="1285"/>
                  <a:pt x="4493" y="1288"/>
                  <a:pt x="4493" y="1289"/>
                </a:cubicBezTo>
                <a:lnTo>
                  <a:pt x="4493" y="1289"/>
                </a:lnTo>
                <a:cubicBezTo>
                  <a:pt x="4493" y="1292"/>
                  <a:pt x="4493" y="1295"/>
                  <a:pt x="4493" y="1298"/>
                </a:cubicBezTo>
                <a:lnTo>
                  <a:pt x="4493" y="1298"/>
                </a:lnTo>
                <a:cubicBezTo>
                  <a:pt x="4440" y="1276"/>
                  <a:pt x="4382" y="1264"/>
                  <a:pt x="4321" y="1264"/>
                </a:cubicBezTo>
                <a:lnTo>
                  <a:pt x="4321" y="1264"/>
                </a:lnTo>
                <a:cubicBezTo>
                  <a:pt x="4287" y="1264"/>
                  <a:pt x="4256" y="1267"/>
                  <a:pt x="4224" y="1274"/>
                </a:cubicBezTo>
                <a:lnTo>
                  <a:pt x="4224" y="1274"/>
                </a:lnTo>
                <a:cubicBezTo>
                  <a:pt x="4102" y="794"/>
                  <a:pt x="4396" y="0"/>
                  <a:pt x="4396" y="0"/>
                </a:cubicBezTo>
                <a:lnTo>
                  <a:pt x="4396" y="0"/>
                </a:lnTo>
                <a:cubicBezTo>
                  <a:pt x="4384" y="15"/>
                  <a:pt x="4371" y="29"/>
                  <a:pt x="4358" y="42"/>
                </a:cubicBezTo>
                <a:lnTo>
                  <a:pt x="4358" y="42"/>
                </a:lnTo>
                <a:cubicBezTo>
                  <a:pt x="4131" y="270"/>
                  <a:pt x="3706" y="256"/>
                  <a:pt x="3503" y="0"/>
                </a:cubicBezTo>
                <a:lnTo>
                  <a:pt x="3503" y="0"/>
                </a:lnTo>
                <a:lnTo>
                  <a:pt x="3503" y="0"/>
                </a:lnTo>
                <a:cubicBezTo>
                  <a:pt x="3503" y="2"/>
                  <a:pt x="3793" y="785"/>
                  <a:pt x="3676" y="1265"/>
                </a:cubicBezTo>
                <a:lnTo>
                  <a:pt x="3676" y="1265"/>
                </a:lnTo>
                <a:cubicBezTo>
                  <a:pt x="3598" y="1224"/>
                  <a:pt x="3510" y="1201"/>
                  <a:pt x="3416" y="1201"/>
                </a:cubicBezTo>
                <a:lnTo>
                  <a:pt x="3416" y="1201"/>
                </a:lnTo>
                <a:cubicBezTo>
                  <a:pt x="3312" y="1201"/>
                  <a:pt x="3216" y="1229"/>
                  <a:pt x="3133" y="1278"/>
                </a:cubicBezTo>
                <a:lnTo>
                  <a:pt x="3133" y="1278"/>
                </a:lnTo>
                <a:cubicBezTo>
                  <a:pt x="2975" y="985"/>
                  <a:pt x="2665" y="786"/>
                  <a:pt x="2309" y="786"/>
                </a:cubicBezTo>
                <a:lnTo>
                  <a:pt x="2309" y="786"/>
                </a:lnTo>
                <a:cubicBezTo>
                  <a:pt x="1793" y="786"/>
                  <a:pt x="1374" y="1204"/>
                  <a:pt x="1374" y="1720"/>
                </a:cubicBezTo>
                <a:lnTo>
                  <a:pt x="1374" y="1720"/>
                </a:lnTo>
                <a:cubicBezTo>
                  <a:pt x="1374" y="1782"/>
                  <a:pt x="1381" y="1842"/>
                  <a:pt x="1392" y="1900"/>
                </a:cubicBezTo>
                <a:lnTo>
                  <a:pt x="1392" y="1900"/>
                </a:lnTo>
                <a:cubicBezTo>
                  <a:pt x="1240" y="1974"/>
                  <a:pt x="1125" y="2112"/>
                  <a:pt x="1083" y="2279"/>
                </a:cubicBezTo>
                <a:lnTo>
                  <a:pt x="1083" y="2279"/>
                </a:lnTo>
                <a:cubicBezTo>
                  <a:pt x="988" y="2244"/>
                  <a:pt x="884" y="2225"/>
                  <a:pt x="776" y="2225"/>
                </a:cubicBezTo>
                <a:lnTo>
                  <a:pt x="776" y="2225"/>
                </a:lnTo>
                <a:cubicBezTo>
                  <a:pt x="444" y="2225"/>
                  <a:pt x="154" y="2406"/>
                  <a:pt x="0" y="2675"/>
                </a:cubicBezTo>
                <a:lnTo>
                  <a:pt x="1125" y="2675"/>
                </a:lnTo>
                <a:lnTo>
                  <a:pt x="1554" y="2675"/>
                </a:lnTo>
                <a:lnTo>
                  <a:pt x="5893" y="2675"/>
                </a:lnTo>
                <a:lnTo>
                  <a:pt x="5906" y="2675"/>
                </a:lnTo>
                <a:lnTo>
                  <a:pt x="6680" y="2675"/>
                </a:lnTo>
                <a:lnTo>
                  <a:pt x="6783" y="2675"/>
                </a:lnTo>
                <a:lnTo>
                  <a:pt x="7356" y="2675"/>
                </a:lnTo>
                <a:lnTo>
                  <a:pt x="7361" y="2675"/>
                </a:lnTo>
                <a:lnTo>
                  <a:pt x="7862" y="2675"/>
                </a:lnTo>
                <a:lnTo>
                  <a:pt x="7862" y="2675"/>
                </a:lnTo>
                <a:cubicBezTo>
                  <a:pt x="7863" y="2666"/>
                  <a:pt x="7863" y="2657"/>
                  <a:pt x="7863" y="2648"/>
                </a:cubicBezTo>
                <a:lnTo>
                  <a:pt x="7863" y="2648"/>
                </a:lnTo>
                <a:cubicBezTo>
                  <a:pt x="7863" y="2507"/>
                  <a:pt x="7750" y="2393"/>
                  <a:pt x="7609" y="2393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512">
            <a:extLst>
              <a:ext uri="{FF2B5EF4-FFF2-40B4-BE49-F238E27FC236}">
                <a16:creationId xmlns:a16="http://schemas.microsoft.com/office/drawing/2014/main" id="{B113DCE2-6362-C344-A97B-914079274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8553" y="4905264"/>
            <a:ext cx="7366029" cy="7366027"/>
          </a:xfrm>
          <a:custGeom>
            <a:avLst/>
            <a:gdLst>
              <a:gd name="T0" fmla="*/ 5911 w 5912"/>
              <a:gd name="T1" fmla="*/ 2955 h 5912"/>
              <a:gd name="T2" fmla="*/ 5911 w 5912"/>
              <a:gd name="T3" fmla="*/ 2955 h 5912"/>
              <a:gd name="T4" fmla="*/ 2956 w 5912"/>
              <a:gd name="T5" fmla="*/ 5911 h 5912"/>
              <a:gd name="T6" fmla="*/ 2956 w 5912"/>
              <a:gd name="T7" fmla="*/ 5911 h 5912"/>
              <a:gd name="T8" fmla="*/ 0 w 5912"/>
              <a:gd name="T9" fmla="*/ 2955 h 5912"/>
              <a:gd name="T10" fmla="*/ 0 w 5912"/>
              <a:gd name="T11" fmla="*/ 2955 h 5912"/>
              <a:gd name="T12" fmla="*/ 2956 w 5912"/>
              <a:gd name="T13" fmla="*/ 0 h 5912"/>
              <a:gd name="T14" fmla="*/ 2956 w 5912"/>
              <a:gd name="T15" fmla="*/ 0 h 5912"/>
              <a:gd name="T16" fmla="*/ 5911 w 5912"/>
              <a:gd name="T17" fmla="*/ 2955 h 5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12" h="5912">
                <a:moveTo>
                  <a:pt x="5911" y="2955"/>
                </a:moveTo>
                <a:lnTo>
                  <a:pt x="5911" y="2955"/>
                </a:lnTo>
                <a:cubicBezTo>
                  <a:pt x="5911" y="4588"/>
                  <a:pt x="4587" y="5911"/>
                  <a:pt x="2956" y="5911"/>
                </a:cubicBezTo>
                <a:lnTo>
                  <a:pt x="2956" y="5911"/>
                </a:lnTo>
                <a:cubicBezTo>
                  <a:pt x="1324" y="5911"/>
                  <a:pt x="0" y="4588"/>
                  <a:pt x="0" y="2955"/>
                </a:cubicBezTo>
                <a:lnTo>
                  <a:pt x="0" y="2955"/>
                </a:lnTo>
                <a:cubicBezTo>
                  <a:pt x="0" y="1324"/>
                  <a:pt x="1324" y="0"/>
                  <a:pt x="2956" y="0"/>
                </a:cubicBezTo>
                <a:lnTo>
                  <a:pt x="2956" y="0"/>
                </a:lnTo>
                <a:cubicBezTo>
                  <a:pt x="4587" y="0"/>
                  <a:pt x="5911" y="1324"/>
                  <a:pt x="5911" y="2955"/>
                </a:cubicBezTo>
              </a:path>
            </a:pathLst>
          </a:custGeom>
          <a:noFill/>
          <a:ln w="38100" cap="flat">
            <a:solidFill>
              <a:srgbClr val="E2EE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513">
            <a:extLst>
              <a:ext uri="{FF2B5EF4-FFF2-40B4-BE49-F238E27FC236}">
                <a16:creationId xmlns:a16="http://schemas.microsoft.com/office/drawing/2014/main" id="{DB949D8C-2E73-B548-AF5B-F005866E2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7420" y="4713009"/>
            <a:ext cx="1032672" cy="1027181"/>
          </a:xfrm>
          <a:custGeom>
            <a:avLst/>
            <a:gdLst>
              <a:gd name="T0" fmla="*/ 826 w 827"/>
              <a:gd name="T1" fmla="*/ 413 h 826"/>
              <a:gd name="T2" fmla="*/ 826 w 827"/>
              <a:gd name="T3" fmla="*/ 413 h 826"/>
              <a:gd name="T4" fmla="*/ 413 w 827"/>
              <a:gd name="T5" fmla="*/ 825 h 826"/>
              <a:gd name="T6" fmla="*/ 413 w 827"/>
              <a:gd name="T7" fmla="*/ 825 h 826"/>
              <a:gd name="T8" fmla="*/ 0 w 827"/>
              <a:gd name="T9" fmla="*/ 413 h 826"/>
              <a:gd name="T10" fmla="*/ 0 w 827"/>
              <a:gd name="T11" fmla="*/ 413 h 826"/>
              <a:gd name="T12" fmla="*/ 413 w 827"/>
              <a:gd name="T13" fmla="*/ 0 h 826"/>
              <a:gd name="T14" fmla="*/ 413 w 827"/>
              <a:gd name="T15" fmla="*/ 0 h 826"/>
              <a:gd name="T16" fmla="*/ 826 w 827"/>
              <a:gd name="T17" fmla="*/ 413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7" h="826">
                <a:moveTo>
                  <a:pt x="826" y="413"/>
                </a:moveTo>
                <a:lnTo>
                  <a:pt x="826" y="413"/>
                </a:lnTo>
                <a:cubicBezTo>
                  <a:pt x="826" y="640"/>
                  <a:pt x="641" y="825"/>
                  <a:pt x="413" y="825"/>
                </a:cubicBezTo>
                <a:lnTo>
                  <a:pt x="413" y="825"/>
                </a:lnTo>
                <a:cubicBezTo>
                  <a:pt x="185" y="825"/>
                  <a:pt x="0" y="640"/>
                  <a:pt x="0" y="413"/>
                </a:cubicBezTo>
                <a:lnTo>
                  <a:pt x="0" y="413"/>
                </a:lnTo>
                <a:cubicBezTo>
                  <a:pt x="0" y="184"/>
                  <a:pt x="185" y="0"/>
                  <a:pt x="413" y="0"/>
                </a:cubicBezTo>
                <a:lnTo>
                  <a:pt x="413" y="0"/>
                </a:lnTo>
                <a:cubicBezTo>
                  <a:pt x="641" y="0"/>
                  <a:pt x="826" y="184"/>
                  <a:pt x="826" y="413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514">
            <a:extLst>
              <a:ext uri="{FF2B5EF4-FFF2-40B4-BE49-F238E27FC236}">
                <a16:creationId xmlns:a16="http://schemas.microsoft.com/office/drawing/2014/main" id="{1AE47EBE-3A8A-7649-BE96-7C8B6D0BC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5452" y="4960193"/>
            <a:ext cx="291124" cy="538308"/>
          </a:xfrm>
          <a:custGeom>
            <a:avLst/>
            <a:gdLst>
              <a:gd name="T0" fmla="*/ 174 w 233"/>
              <a:gd name="T1" fmla="*/ 0 h 433"/>
              <a:gd name="T2" fmla="*/ 174 w 233"/>
              <a:gd name="T3" fmla="*/ 0 h 433"/>
              <a:gd name="T4" fmla="*/ 77 w 233"/>
              <a:gd name="T5" fmla="*/ 105 h 433"/>
              <a:gd name="T6" fmla="*/ 77 w 233"/>
              <a:gd name="T7" fmla="*/ 170 h 433"/>
              <a:gd name="T8" fmla="*/ 0 w 233"/>
              <a:gd name="T9" fmla="*/ 170 h 433"/>
              <a:gd name="T10" fmla="*/ 0 w 233"/>
              <a:gd name="T11" fmla="*/ 247 h 433"/>
              <a:gd name="T12" fmla="*/ 77 w 233"/>
              <a:gd name="T13" fmla="*/ 247 h 433"/>
              <a:gd name="T14" fmla="*/ 77 w 233"/>
              <a:gd name="T15" fmla="*/ 432 h 433"/>
              <a:gd name="T16" fmla="*/ 154 w 233"/>
              <a:gd name="T17" fmla="*/ 432 h 433"/>
              <a:gd name="T18" fmla="*/ 154 w 233"/>
              <a:gd name="T19" fmla="*/ 247 h 433"/>
              <a:gd name="T20" fmla="*/ 216 w 233"/>
              <a:gd name="T21" fmla="*/ 247 h 433"/>
              <a:gd name="T22" fmla="*/ 232 w 233"/>
              <a:gd name="T23" fmla="*/ 170 h 433"/>
              <a:gd name="T24" fmla="*/ 154 w 233"/>
              <a:gd name="T25" fmla="*/ 170 h 433"/>
              <a:gd name="T26" fmla="*/ 154 w 233"/>
              <a:gd name="T27" fmla="*/ 119 h 433"/>
              <a:gd name="T28" fmla="*/ 154 w 233"/>
              <a:gd name="T29" fmla="*/ 119 h 433"/>
              <a:gd name="T30" fmla="*/ 189 w 233"/>
              <a:gd name="T31" fmla="*/ 77 h 433"/>
              <a:gd name="T32" fmla="*/ 232 w 233"/>
              <a:gd name="T33" fmla="*/ 77 h 433"/>
              <a:gd name="T34" fmla="*/ 232 w 233"/>
              <a:gd name="T35" fmla="*/ 3 h 433"/>
              <a:gd name="T36" fmla="*/ 232 w 233"/>
              <a:gd name="T37" fmla="*/ 3 h 433"/>
              <a:gd name="T38" fmla="*/ 174 w 233"/>
              <a:gd name="T39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3" h="433">
                <a:moveTo>
                  <a:pt x="174" y="0"/>
                </a:moveTo>
                <a:lnTo>
                  <a:pt x="174" y="0"/>
                </a:lnTo>
                <a:cubicBezTo>
                  <a:pt x="113" y="0"/>
                  <a:pt x="77" y="33"/>
                  <a:pt x="77" y="105"/>
                </a:cubicBezTo>
                <a:lnTo>
                  <a:pt x="77" y="170"/>
                </a:lnTo>
                <a:lnTo>
                  <a:pt x="0" y="170"/>
                </a:lnTo>
                <a:lnTo>
                  <a:pt x="0" y="247"/>
                </a:lnTo>
                <a:lnTo>
                  <a:pt x="77" y="247"/>
                </a:lnTo>
                <a:lnTo>
                  <a:pt x="77" y="432"/>
                </a:lnTo>
                <a:lnTo>
                  <a:pt x="154" y="432"/>
                </a:lnTo>
                <a:lnTo>
                  <a:pt x="154" y="247"/>
                </a:lnTo>
                <a:lnTo>
                  <a:pt x="216" y="247"/>
                </a:lnTo>
                <a:lnTo>
                  <a:pt x="232" y="170"/>
                </a:lnTo>
                <a:lnTo>
                  <a:pt x="154" y="170"/>
                </a:lnTo>
                <a:lnTo>
                  <a:pt x="154" y="119"/>
                </a:lnTo>
                <a:lnTo>
                  <a:pt x="154" y="119"/>
                </a:lnTo>
                <a:cubicBezTo>
                  <a:pt x="154" y="91"/>
                  <a:pt x="163" y="77"/>
                  <a:pt x="189" y="77"/>
                </a:cubicBezTo>
                <a:lnTo>
                  <a:pt x="232" y="77"/>
                </a:lnTo>
                <a:lnTo>
                  <a:pt x="232" y="3"/>
                </a:lnTo>
                <a:lnTo>
                  <a:pt x="232" y="3"/>
                </a:lnTo>
                <a:cubicBezTo>
                  <a:pt x="225" y="3"/>
                  <a:pt x="203" y="0"/>
                  <a:pt x="174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515">
            <a:extLst>
              <a:ext uri="{FF2B5EF4-FFF2-40B4-BE49-F238E27FC236}">
                <a16:creationId xmlns:a16="http://schemas.microsoft.com/office/drawing/2014/main" id="{2C6CA8DC-8328-A348-9098-AFB5D23CC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1093" y="7228775"/>
            <a:ext cx="1027181" cy="1027181"/>
          </a:xfrm>
          <a:custGeom>
            <a:avLst/>
            <a:gdLst>
              <a:gd name="T0" fmla="*/ 825 w 826"/>
              <a:gd name="T1" fmla="*/ 412 h 826"/>
              <a:gd name="T2" fmla="*/ 825 w 826"/>
              <a:gd name="T3" fmla="*/ 412 h 826"/>
              <a:gd name="T4" fmla="*/ 413 w 826"/>
              <a:gd name="T5" fmla="*/ 825 h 826"/>
              <a:gd name="T6" fmla="*/ 413 w 826"/>
              <a:gd name="T7" fmla="*/ 825 h 826"/>
              <a:gd name="T8" fmla="*/ 0 w 826"/>
              <a:gd name="T9" fmla="*/ 412 h 826"/>
              <a:gd name="T10" fmla="*/ 0 w 826"/>
              <a:gd name="T11" fmla="*/ 412 h 826"/>
              <a:gd name="T12" fmla="*/ 413 w 826"/>
              <a:gd name="T13" fmla="*/ 0 h 826"/>
              <a:gd name="T14" fmla="*/ 413 w 826"/>
              <a:gd name="T15" fmla="*/ 0 h 826"/>
              <a:gd name="T16" fmla="*/ 825 w 826"/>
              <a:gd name="T17" fmla="*/ 412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6">
                <a:moveTo>
                  <a:pt x="825" y="412"/>
                </a:moveTo>
                <a:lnTo>
                  <a:pt x="825" y="412"/>
                </a:lnTo>
                <a:cubicBezTo>
                  <a:pt x="825" y="640"/>
                  <a:pt x="640" y="825"/>
                  <a:pt x="413" y="825"/>
                </a:cubicBezTo>
                <a:lnTo>
                  <a:pt x="413" y="825"/>
                </a:lnTo>
                <a:cubicBezTo>
                  <a:pt x="185" y="825"/>
                  <a:pt x="0" y="640"/>
                  <a:pt x="0" y="412"/>
                </a:cubicBezTo>
                <a:lnTo>
                  <a:pt x="0" y="412"/>
                </a:lnTo>
                <a:cubicBezTo>
                  <a:pt x="0" y="185"/>
                  <a:pt x="185" y="0"/>
                  <a:pt x="413" y="0"/>
                </a:cubicBezTo>
                <a:lnTo>
                  <a:pt x="413" y="0"/>
                </a:lnTo>
                <a:cubicBezTo>
                  <a:pt x="640" y="0"/>
                  <a:pt x="825" y="185"/>
                  <a:pt x="825" y="412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516">
            <a:extLst>
              <a:ext uri="{FF2B5EF4-FFF2-40B4-BE49-F238E27FC236}">
                <a16:creationId xmlns:a16="http://schemas.microsoft.com/office/drawing/2014/main" id="{9EEE540F-580B-2441-84C9-7A009136B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1231" y="7552856"/>
            <a:ext cx="461407" cy="373520"/>
          </a:xfrm>
          <a:custGeom>
            <a:avLst/>
            <a:gdLst>
              <a:gd name="T0" fmla="*/ 371 w 372"/>
              <a:gd name="T1" fmla="*/ 36 h 302"/>
              <a:gd name="T2" fmla="*/ 371 w 372"/>
              <a:gd name="T3" fmla="*/ 36 h 302"/>
              <a:gd name="T4" fmla="*/ 327 w 372"/>
              <a:gd name="T5" fmla="*/ 47 h 302"/>
              <a:gd name="T6" fmla="*/ 327 w 372"/>
              <a:gd name="T7" fmla="*/ 47 h 302"/>
              <a:gd name="T8" fmla="*/ 360 w 372"/>
              <a:gd name="T9" fmla="*/ 5 h 302"/>
              <a:gd name="T10" fmla="*/ 360 w 372"/>
              <a:gd name="T11" fmla="*/ 5 h 302"/>
              <a:gd name="T12" fmla="*/ 312 w 372"/>
              <a:gd name="T13" fmla="*/ 24 h 302"/>
              <a:gd name="T14" fmla="*/ 312 w 372"/>
              <a:gd name="T15" fmla="*/ 24 h 302"/>
              <a:gd name="T16" fmla="*/ 257 w 372"/>
              <a:gd name="T17" fmla="*/ 0 h 302"/>
              <a:gd name="T18" fmla="*/ 257 w 372"/>
              <a:gd name="T19" fmla="*/ 0 h 302"/>
              <a:gd name="T20" fmla="*/ 181 w 372"/>
              <a:gd name="T21" fmla="*/ 76 h 302"/>
              <a:gd name="T22" fmla="*/ 181 w 372"/>
              <a:gd name="T23" fmla="*/ 76 h 302"/>
              <a:gd name="T24" fmla="*/ 183 w 372"/>
              <a:gd name="T25" fmla="*/ 93 h 302"/>
              <a:gd name="T26" fmla="*/ 183 w 372"/>
              <a:gd name="T27" fmla="*/ 93 h 302"/>
              <a:gd name="T28" fmla="*/ 26 w 372"/>
              <a:gd name="T29" fmla="*/ 14 h 302"/>
              <a:gd name="T30" fmla="*/ 26 w 372"/>
              <a:gd name="T31" fmla="*/ 14 h 302"/>
              <a:gd name="T32" fmla="*/ 16 w 372"/>
              <a:gd name="T33" fmla="*/ 52 h 302"/>
              <a:gd name="T34" fmla="*/ 16 w 372"/>
              <a:gd name="T35" fmla="*/ 52 h 302"/>
              <a:gd name="T36" fmla="*/ 50 w 372"/>
              <a:gd name="T37" fmla="*/ 115 h 302"/>
              <a:gd name="T38" fmla="*/ 50 w 372"/>
              <a:gd name="T39" fmla="*/ 115 h 302"/>
              <a:gd name="T40" fmla="*/ 15 w 372"/>
              <a:gd name="T41" fmla="*/ 105 h 302"/>
              <a:gd name="T42" fmla="*/ 15 w 372"/>
              <a:gd name="T43" fmla="*/ 107 h 302"/>
              <a:gd name="T44" fmla="*/ 15 w 372"/>
              <a:gd name="T45" fmla="*/ 107 h 302"/>
              <a:gd name="T46" fmla="*/ 76 w 372"/>
              <a:gd name="T47" fmla="*/ 181 h 302"/>
              <a:gd name="T48" fmla="*/ 76 w 372"/>
              <a:gd name="T49" fmla="*/ 181 h 302"/>
              <a:gd name="T50" fmla="*/ 56 w 372"/>
              <a:gd name="T51" fmla="*/ 184 h 302"/>
              <a:gd name="T52" fmla="*/ 56 w 372"/>
              <a:gd name="T53" fmla="*/ 184 h 302"/>
              <a:gd name="T54" fmla="*/ 42 w 372"/>
              <a:gd name="T55" fmla="*/ 183 h 302"/>
              <a:gd name="T56" fmla="*/ 42 w 372"/>
              <a:gd name="T57" fmla="*/ 183 h 302"/>
              <a:gd name="T58" fmla="*/ 113 w 372"/>
              <a:gd name="T59" fmla="*/ 235 h 302"/>
              <a:gd name="T60" fmla="*/ 113 w 372"/>
              <a:gd name="T61" fmla="*/ 235 h 302"/>
              <a:gd name="T62" fmla="*/ 19 w 372"/>
              <a:gd name="T63" fmla="*/ 268 h 302"/>
              <a:gd name="T64" fmla="*/ 19 w 372"/>
              <a:gd name="T65" fmla="*/ 268 h 302"/>
              <a:gd name="T66" fmla="*/ 0 w 372"/>
              <a:gd name="T67" fmla="*/ 267 h 302"/>
              <a:gd name="T68" fmla="*/ 0 w 372"/>
              <a:gd name="T69" fmla="*/ 267 h 302"/>
              <a:gd name="T70" fmla="*/ 117 w 372"/>
              <a:gd name="T71" fmla="*/ 301 h 302"/>
              <a:gd name="T72" fmla="*/ 117 w 372"/>
              <a:gd name="T73" fmla="*/ 301 h 302"/>
              <a:gd name="T74" fmla="*/ 333 w 372"/>
              <a:gd name="T75" fmla="*/ 85 h 302"/>
              <a:gd name="T76" fmla="*/ 333 w 372"/>
              <a:gd name="T77" fmla="*/ 85 h 302"/>
              <a:gd name="T78" fmla="*/ 333 w 372"/>
              <a:gd name="T79" fmla="*/ 75 h 302"/>
              <a:gd name="T80" fmla="*/ 333 w 372"/>
              <a:gd name="T81" fmla="*/ 75 h 302"/>
              <a:gd name="T82" fmla="*/ 371 w 372"/>
              <a:gd name="T83" fmla="*/ 36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72" h="302">
                <a:moveTo>
                  <a:pt x="371" y="36"/>
                </a:moveTo>
                <a:lnTo>
                  <a:pt x="371" y="36"/>
                </a:lnTo>
                <a:cubicBezTo>
                  <a:pt x="358" y="41"/>
                  <a:pt x="343" y="46"/>
                  <a:pt x="327" y="47"/>
                </a:cubicBezTo>
                <a:lnTo>
                  <a:pt x="327" y="47"/>
                </a:lnTo>
                <a:cubicBezTo>
                  <a:pt x="343" y="38"/>
                  <a:pt x="355" y="23"/>
                  <a:pt x="360" y="5"/>
                </a:cubicBezTo>
                <a:lnTo>
                  <a:pt x="360" y="5"/>
                </a:lnTo>
                <a:cubicBezTo>
                  <a:pt x="346" y="14"/>
                  <a:pt x="330" y="20"/>
                  <a:pt x="312" y="24"/>
                </a:cubicBezTo>
                <a:lnTo>
                  <a:pt x="312" y="24"/>
                </a:lnTo>
                <a:cubicBezTo>
                  <a:pt x="298" y="9"/>
                  <a:pt x="279" y="0"/>
                  <a:pt x="257" y="0"/>
                </a:cubicBezTo>
                <a:lnTo>
                  <a:pt x="257" y="0"/>
                </a:lnTo>
                <a:cubicBezTo>
                  <a:pt x="215" y="0"/>
                  <a:pt x="181" y="34"/>
                  <a:pt x="181" y="76"/>
                </a:cubicBezTo>
                <a:lnTo>
                  <a:pt x="181" y="76"/>
                </a:lnTo>
                <a:cubicBezTo>
                  <a:pt x="181" y="82"/>
                  <a:pt x="181" y="88"/>
                  <a:pt x="183" y="93"/>
                </a:cubicBezTo>
                <a:lnTo>
                  <a:pt x="183" y="93"/>
                </a:lnTo>
                <a:cubicBezTo>
                  <a:pt x="120" y="90"/>
                  <a:pt x="63" y="59"/>
                  <a:pt x="26" y="14"/>
                </a:cubicBezTo>
                <a:lnTo>
                  <a:pt x="26" y="14"/>
                </a:lnTo>
                <a:cubicBezTo>
                  <a:pt x="19" y="25"/>
                  <a:pt x="16" y="38"/>
                  <a:pt x="16" y="52"/>
                </a:cubicBezTo>
                <a:lnTo>
                  <a:pt x="16" y="52"/>
                </a:lnTo>
                <a:cubicBezTo>
                  <a:pt x="16" y="79"/>
                  <a:pt x="29" y="102"/>
                  <a:pt x="50" y="115"/>
                </a:cubicBezTo>
                <a:lnTo>
                  <a:pt x="50" y="115"/>
                </a:lnTo>
                <a:cubicBezTo>
                  <a:pt x="37" y="115"/>
                  <a:pt x="26" y="111"/>
                  <a:pt x="15" y="105"/>
                </a:cubicBezTo>
                <a:lnTo>
                  <a:pt x="15" y="107"/>
                </a:lnTo>
                <a:lnTo>
                  <a:pt x="15" y="107"/>
                </a:lnTo>
                <a:cubicBezTo>
                  <a:pt x="15" y="143"/>
                  <a:pt x="41" y="174"/>
                  <a:pt x="76" y="181"/>
                </a:cubicBezTo>
                <a:lnTo>
                  <a:pt x="76" y="181"/>
                </a:lnTo>
                <a:cubicBezTo>
                  <a:pt x="69" y="183"/>
                  <a:pt x="63" y="184"/>
                  <a:pt x="56" y="184"/>
                </a:cubicBezTo>
                <a:lnTo>
                  <a:pt x="56" y="184"/>
                </a:lnTo>
                <a:cubicBezTo>
                  <a:pt x="51" y="184"/>
                  <a:pt x="46" y="184"/>
                  <a:pt x="42" y="183"/>
                </a:cubicBezTo>
                <a:lnTo>
                  <a:pt x="42" y="183"/>
                </a:lnTo>
                <a:cubicBezTo>
                  <a:pt x="52" y="213"/>
                  <a:pt x="80" y="235"/>
                  <a:pt x="113" y="235"/>
                </a:cubicBezTo>
                <a:lnTo>
                  <a:pt x="113" y="235"/>
                </a:lnTo>
                <a:cubicBezTo>
                  <a:pt x="87" y="256"/>
                  <a:pt x="54" y="268"/>
                  <a:pt x="19" y="268"/>
                </a:cubicBezTo>
                <a:lnTo>
                  <a:pt x="19" y="268"/>
                </a:lnTo>
                <a:cubicBezTo>
                  <a:pt x="12" y="268"/>
                  <a:pt x="7" y="267"/>
                  <a:pt x="0" y="267"/>
                </a:cubicBezTo>
                <a:lnTo>
                  <a:pt x="0" y="267"/>
                </a:lnTo>
                <a:cubicBezTo>
                  <a:pt x="34" y="288"/>
                  <a:pt x="74" y="301"/>
                  <a:pt x="117" y="301"/>
                </a:cubicBezTo>
                <a:lnTo>
                  <a:pt x="117" y="301"/>
                </a:lnTo>
                <a:cubicBezTo>
                  <a:pt x="257" y="301"/>
                  <a:pt x="333" y="185"/>
                  <a:pt x="333" y="85"/>
                </a:cubicBezTo>
                <a:lnTo>
                  <a:pt x="333" y="85"/>
                </a:lnTo>
                <a:cubicBezTo>
                  <a:pt x="333" y="82"/>
                  <a:pt x="333" y="78"/>
                  <a:pt x="333" y="75"/>
                </a:cubicBezTo>
                <a:lnTo>
                  <a:pt x="333" y="75"/>
                </a:lnTo>
                <a:cubicBezTo>
                  <a:pt x="348" y="64"/>
                  <a:pt x="360" y="50"/>
                  <a:pt x="371" y="3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517">
            <a:extLst>
              <a:ext uri="{FF2B5EF4-FFF2-40B4-BE49-F238E27FC236}">
                <a16:creationId xmlns:a16="http://schemas.microsoft.com/office/drawing/2014/main" id="{1BC5D230-C422-9843-8022-1085A7386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203" y="9739045"/>
            <a:ext cx="1027177" cy="1032672"/>
          </a:xfrm>
          <a:custGeom>
            <a:avLst/>
            <a:gdLst>
              <a:gd name="T0" fmla="*/ 825 w 826"/>
              <a:gd name="T1" fmla="*/ 413 h 827"/>
              <a:gd name="T2" fmla="*/ 825 w 826"/>
              <a:gd name="T3" fmla="*/ 413 h 827"/>
              <a:gd name="T4" fmla="*/ 412 w 826"/>
              <a:gd name="T5" fmla="*/ 826 h 827"/>
              <a:gd name="T6" fmla="*/ 412 w 826"/>
              <a:gd name="T7" fmla="*/ 826 h 827"/>
              <a:gd name="T8" fmla="*/ 0 w 826"/>
              <a:gd name="T9" fmla="*/ 413 h 827"/>
              <a:gd name="T10" fmla="*/ 0 w 826"/>
              <a:gd name="T11" fmla="*/ 413 h 827"/>
              <a:gd name="T12" fmla="*/ 412 w 826"/>
              <a:gd name="T13" fmla="*/ 0 h 827"/>
              <a:gd name="T14" fmla="*/ 412 w 826"/>
              <a:gd name="T15" fmla="*/ 0 h 827"/>
              <a:gd name="T16" fmla="*/ 825 w 826"/>
              <a:gd name="T17" fmla="*/ 413 h 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7">
                <a:moveTo>
                  <a:pt x="825" y="413"/>
                </a:moveTo>
                <a:lnTo>
                  <a:pt x="825" y="413"/>
                </a:lnTo>
                <a:cubicBezTo>
                  <a:pt x="825" y="641"/>
                  <a:pt x="640" y="826"/>
                  <a:pt x="412" y="826"/>
                </a:cubicBezTo>
                <a:lnTo>
                  <a:pt x="412" y="826"/>
                </a:lnTo>
                <a:cubicBezTo>
                  <a:pt x="184" y="826"/>
                  <a:pt x="0" y="641"/>
                  <a:pt x="0" y="413"/>
                </a:cubicBezTo>
                <a:lnTo>
                  <a:pt x="0" y="413"/>
                </a:lnTo>
                <a:cubicBezTo>
                  <a:pt x="0" y="185"/>
                  <a:pt x="184" y="0"/>
                  <a:pt x="412" y="0"/>
                </a:cubicBezTo>
                <a:lnTo>
                  <a:pt x="412" y="0"/>
                </a:lnTo>
                <a:cubicBezTo>
                  <a:pt x="640" y="0"/>
                  <a:pt x="825" y="185"/>
                  <a:pt x="825" y="41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518">
            <a:extLst>
              <a:ext uri="{FF2B5EF4-FFF2-40B4-BE49-F238E27FC236}">
                <a16:creationId xmlns:a16="http://schemas.microsoft.com/office/drawing/2014/main" id="{3F4F5418-E582-8B40-8783-284BD8D7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3341" y="10024681"/>
            <a:ext cx="461407" cy="466898"/>
          </a:xfrm>
          <a:custGeom>
            <a:avLst/>
            <a:gdLst>
              <a:gd name="T0" fmla="*/ 270 w 371"/>
              <a:gd name="T1" fmla="*/ 223 h 373"/>
              <a:gd name="T2" fmla="*/ 239 w 371"/>
              <a:gd name="T3" fmla="*/ 208 h 373"/>
              <a:gd name="T4" fmla="*/ 228 w 371"/>
              <a:gd name="T5" fmla="*/ 210 h 373"/>
              <a:gd name="T6" fmla="*/ 214 w 371"/>
              <a:gd name="T7" fmla="*/ 228 h 373"/>
              <a:gd name="T8" fmla="*/ 203 w 371"/>
              <a:gd name="T9" fmla="*/ 229 h 373"/>
              <a:gd name="T10" fmla="*/ 167 w 371"/>
              <a:gd name="T11" fmla="*/ 207 h 373"/>
              <a:gd name="T12" fmla="*/ 141 w 371"/>
              <a:gd name="T13" fmla="*/ 174 h 373"/>
              <a:gd name="T14" fmla="*/ 143 w 371"/>
              <a:gd name="T15" fmla="*/ 165 h 373"/>
              <a:gd name="T16" fmla="*/ 150 w 371"/>
              <a:gd name="T17" fmla="*/ 157 h 373"/>
              <a:gd name="T18" fmla="*/ 154 w 371"/>
              <a:gd name="T19" fmla="*/ 149 h 373"/>
              <a:gd name="T20" fmla="*/ 154 w 371"/>
              <a:gd name="T21" fmla="*/ 141 h 373"/>
              <a:gd name="T22" fmla="*/ 140 w 371"/>
              <a:gd name="T23" fmla="*/ 107 h 373"/>
              <a:gd name="T24" fmla="*/ 129 w 371"/>
              <a:gd name="T25" fmla="*/ 99 h 373"/>
              <a:gd name="T26" fmla="*/ 121 w 371"/>
              <a:gd name="T27" fmla="*/ 99 h 373"/>
              <a:gd name="T28" fmla="*/ 108 w 371"/>
              <a:gd name="T29" fmla="*/ 104 h 373"/>
              <a:gd name="T30" fmla="*/ 92 w 371"/>
              <a:gd name="T31" fmla="*/ 143 h 373"/>
              <a:gd name="T32" fmla="*/ 111 w 371"/>
              <a:gd name="T33" fmla="*/ 191 h 373"/>
              <a:gd name="T34" fmla="*/ 190 w 371"/>
              <a:gd name="T35" fmla="*/ 260 h 373"/>
              <a:gd name="T36" fmla="*/ 216 w 371"/>
              <a:gd name="T37" fmla="*/ 270 h 373"/>
              <a:gd name="T38" fmla="*/ 245 w 371"/>
              <a:gd name="T39" fmla="*/ 272 h 373"/>
              <a:gd name="T40" fmla="*/ 276 w 371"/>
              <a:gd name="T41" fmla="*/ 250 h 373"/>
              <a:gd name="T42" fmla="*/ 279 w 371"/>
              <a:gd name="T43" fmla="*/ 228 h 373"/>
              <a:gd name="T44" fmla="*/ 186 w 371"/>
              <a:gd name="T45" fmla="*/ 338 h 373"/>
              <a:gd name="T46" fmla="*/ 185 w 371"/>
              <a:gd name="T47" fmla="*/ 338 h 373"/>
              <a:gd name="T48" fmla="*/ 102 w 371"/>
              <a:gd name="T49" fmla="*/ 313 h 373"/>
              <a:gd name="T50" fmla="*/ 59 w 371"/>
              <a:gd name="T51" fmla="*/ 271 h 373"/>
              <a:gd name="T52" fmla="*/ 56 w 371"/>
              <a:gd name="T53" fmla="*/ 266 h 373"/>
              <a:gd name="T54" fmla="*/ 33 w 371"/>
              <a:gd name="T55" fmla="*/ 184 h 373"/>
              <a:gd name="T56" fmla="*/ 186 w 371"/>
              <a:gd name="T57" fmla="*/ 31 h 373"/>
              <a:gd name="T58" fmla="*/ 294 w 371"/>
              <a:gd name="T59" fmla="*/ 76 h 373"/>
              <a:gd name="T60" fmla="*/ 339 w 371"/>
              <a:gd name="T61" fmla="*/ 184 h 373"/>
              <a:gd name="T62" fmla="*/ 316 w 371"/>
              <a:gd name="T63" fmla="*/ 54 h 373"/>
              <a:gd name="T64" fmla="*/ 186 w 371"/>
              <a:gd name="T65" fmla="*/ 0 h 373"/>
              <a:gd name="T66" fmla="*/ 1 w 371"/>
              <a:gd name="T67" fmla="*/ 184 h 373"/>
              <a:gd name="T68" fmla="*/ 26 w 371"/>
              <a:gd name="T69" fmla="*/ 276 h 373"/>
              <a:gd name="T70" fmla="*/ 98 w 371"/>
              <a:gd name="T71" fmla="*/ 346 h 373"/>
              <a:gd name="T72" fmla="*/ 185 w 371"/>
              <a:gd name="T73" fmla="*/ 369 h 373"/>
              <a:gd name="T74" fmla="*/ 186 w 371"/>
              <a:gd name="T75" fmla="*/ 369 h 373"/>
              <a:gd name="T76" fmla="*/ 370 w 371"/>
              <a:gd name="T77" fmla="*/ 184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71" h="373">
                <a:moveTo>
                  <a:pt x="270" y="223"/>
                </a:moveTo>
                <a:lnTo>
                  <a:pt x="270" y="223"/>
                </a:lnTo>
                <a:cubicBezTo>
                  <a:pt x="266" y="221"/>
                  <a:pt x="243" y="209"/>
                  <a:pt x="239" y="208"/>
                </a:cubicBezTo>
                <a:lnTo>
                  <a:pt x="239" y="208"/>
                </a:lnTo>
                <a:cubicBezTo>
                  <a:pt x="234" y="206"/>
                  <a:pt x="231" y="206"/>
                  <a:pt x="228" y="210"/>
                </a:cubicBezTo>
                <a:lnTo>
                  <a:pt x="228" y="210"/>
                </a:lnTo>
                <a:cubicBezTo>
                  <a:pt x="225" y="214"/>
                  <a:pt x="216" y="225"/>
                  <a:pt x="214" y="228"/>
                </a:cubicBezTo>
                <a:lnTo>
                  <a:pt x="214" y="228"/>
                </a:lnTo>
                <a:cubicBezTo>
                  <a:pt x="210" y="231"/>
                  <a:pt x="208" y="232"/>
                  <a:pt x="203" y="229"/>
                </a:cubicBezTo>
                <a:lnTo>
                  <a:pt x="203" y="229"/>
                </a:lnTo>
                <a:cubicBezTo>
                  <a:pt x="199" y="227"/>
                  <a:pt x="184" y="222"/>
                  <a:pt x="167" y="207"/>
                </a:cubicBezTo>
                <a:lnTo>
                  <a:pt x="167" y="207"/>
                </a:lnTo>
                <a:cubicBezTo>
                  <a:pt x="152" y="194"/>
                  <a:pt x="143" y="179"/>
                  <a:pt x="141" y="174"/>
                </a:cubicBezTo>
                <a:lnTo>
                  <a:pt x="141" y="174"/>
                </a:lnTo>
                <a:cubicBezTo>
                  <a:pt x="138" y="170"/>
                  <a:pt x="140" y="167"/>
                  <a:pt x="143" y="165"/>
                </a:cubicBezTo>
                <a:lnTo>
                  <a:pt x="143" y="165"/>
                </a:lnTo>
                <a:cubicBezTo>
                  <a:pt x="145" y="163"/>
                  <a:pt x="147" y="160"/>
                  <a:pt x="150" y="157"/>
                </a:cubicBezTo>
                <a:lnTo>
                  <a:pt x="150" y="157"/>
                </a:lnTo>
                <a:cubicBezTo>
                  <a:pt x="152" y="154"/>
                  <a:pt x="153" y="152"/>
                  <a:pt x="154" y="149"/>
                </a:cubicBezTo>
                <a:lnTo>
                  <a:pt x="154" y="149"/>
                </a:lnTo>
                <a:cubicBezTo>
                  <a:pt x="156" y="146"/>
                  <a:pt x="155" y="144"/>
                  <a:pt x="154" y="141"/>
                </a:cubicBezTo>
                <a:lnTo>
                  <a:pt x="154" y="141"/>
                </a:lnTo>
                <a:cubicBezTo>
                  <a:pt x="153" y="139"/>
                  <a:pt x="143" y="116"/>
                  <a:pt x="140" y="107"/>
                </a:cubicBezTo>
                <a:lnTo>
                  <a:pt x="140" y="107"/>
                </a:lnTo>
                <a:cubicBezTo>
                  <a:pt x="136" y="98"/>
                  <a:pt x="132" y="99"/>
                  <a:pt x="129" y="99"/>
                </a:cubicBezTo>
                <a:lnTo>
                  <a:pt x="129" y="99"/>
                </a:lnTo>
                <a:cubicBezTo>
                  <a:pt x="127" y="99"/>
                  <a:pt x="124" y="99"/>
                  <a:pt x="121" y="99"/>
                </a:cubicBezTo>
                <a:lnTo>
                  <a:pt x="121" y="99"/>
                </a:lnTo>
                <a:cubicBezTo>
                  <a:pt x="117" y="99"/>
                  <a:pt x="113" y="100"/>
                  <a:pt x="108" y="104"/>
                </a:cubicBezTo>
                <a:lnTo>
                  <a:pt x="108" y="104"/>
                </a:lnTo>
                <a:cubicBezTo>
                  <a:pt x="104" y="109"/>
                  <a:pt x="92" y="120"/>
                  <a:pt x="92" y="143"/>
                </a:cubicBezTo>
                <a:lnTo>
                  <a:pt x="92" y="143"/>
                </a:lnTo>
                <a:cubicBezTo>
                  <a:pt x="92" y="166"/>
                  <a:pt x="108" y="188"/>
                  <a:pt x="111" y="191"/>
                </a:cubicBezTo>
                <a:lnTo>
                  <a:pt x="111" y="191"/>
                </a:lnTo>
                <a:cubicBezTo>
                  <a:pt x="113" y="194"/>
                  <a:pt x="143" y="240"/>
                  <a:pt x="190" y="260"/>
                </a:cubicBezTo>
                <a:lnTo>
                  <a:pt x="190" y="260"/>
                </a:lnTo>
                <a:cubicBezTo>
                  <a:pt x="201" y="265"/>
                  <a:pt x="209" y="268"/>
                  <a:pt x="216" y="270"/>
                </a:cubicBezTo>
                <a:lnTo>
                  <a:pt x="216" y="270"/>
                </a:lnTo>
                <a:cubicBezTo>
                  <a:pt x="227" y="274"/>
                  <a:pt x="237" y="273"/>
                  <a:pt x="245" y="272"/>
                </a:cubicBezTo>
                <a:lnTo>
                  <a:pt x="245" y="272"/>
                </a:lnTo>
                <a:cubicBezTo>
                  <a:pt x="254" y="271"/>
                  <a:pt x="272" y="261"/>
                  <a:pt x="276" y="250"/>
                </a:cubicBezTo>
                <a:lnTo>
                  <a:pt x="276" y="250"/>
                </a:lnTo>
                <a:cubicBezTo>
                  <a:pt x="280" y="239"/>
                  <a:pt x="280" y="230"/>
                  <a:pt x="279" y="228"/>
                </a:cubicBezTo>
                <a:lnTo>
                  <a:pt x="279" y="228"/>
                </a:lnTo>
                <a:cubicBezTo>
                  <a:pt x="278" y="226"/>
                  <a:pt x="275" y="225"/>
                  <a:pt x="270" y="223"/>
                </a:cubicBezTo>
                <a:close/>
                <a:moveTo>
                  <a:pt x="186" y="338"/>
                </a:moveTo>
                <a:lnTo>
                  <a:pt x="185" y="338"/>
                </a:lnTo>
                <a:lnTo>
                  <a:pt x="185" y="338"/>
                </a:lnTo>
                <a:cubicBezTo>
                  <a:pt x="158" y="338"/>
                  <a:pt x="131" y="330"/>
                  <a:pt x="108" y="316"/>
                </a:cubicBezTo>
                <a:lnTo>
                  <a:pt x="102" y="313"/>
                </a:lnTo>
                <a:lnTo>
                  <a:pt x="44" y="328"/>
                </a:lnTo>
                <a:lnTo>
                  <a:pt x="59" y="271"/>
                </a:lnTo>
                <a:lnTo>
                  <a:pt x="56" y="266"/>
                </a:lnTo>
                <a:lnTo>
                  <a:pt x="56" y="266"/>
                </a:lnTo>
                <a:cubicBezTo>
                  <a:pt x="41" y="241"/>
                  <a:pt x="33" y="213"/>
                  <a:pt x="33" y="184"/>
                </a:cubicBezTo>
                <a:lnTo>
                  <a:pt x="33" y="184"/>
                </a:lnTo>
                <a:cubicBezTo>
                  <a:pt x="33" y="99"/>
                  <a:pt x="101" y="31"/>
                  <a:pt x="186" y="31"/>
                </a:cubicBezTo>
                <a:lnTo>
                  <a:pt x="186" y="31"/>
                </a:lnTo>
                <a:cubicBezTo>
                  <a:pt x="227" y="31"/>
                  <a:pt x="266" y="47"/>
                  <a:pt x="294" y="76"/>
                </a:cubicBezTo>
                <a:lnTo>
                  <a:pt x="294" y="76"/>
                </a:lnTo>
                <a:cubicBezTo>
                  <a:pt x="323" y="105"/>
                  <a:pt x="339" y="143"/>
                  <a:pt x="339" y="184"/>
                </a:cubicBezTo>
                <a:lnTo>
                  <a:pt x="339" y="184"/>
                </a:lnTo>
                <a:cubicBezTo>
                  <a:pt x="339" y="269"/>
                  <a:pt x="271" y="338"/>
                  <a:pt x="186" y="338"/>
                </a:cubicBezTo>
                <a:close/>
                <a:moveTo>
                  <a:pt x="316" y="54"/>
                </a:moveTo>
                <a:lnTo>
                  <a:pt x="316" y="54"/>
                </a:lnTo>
                <a:cubicBezTo>
                  <a:pt x="282" y="19"/>
                  <a:pt x="235" y="0"/>
                  <a:pt x="186" y="0"/>
                </a:cubicBezTo>
                <a:lnTo>
                  <a:pt x="186" y="0"/>
                </a:lnTo>
                <a:cubicBezTo>
                  <a:pt x="84" y="0"/>
                  <a:pt x="1" y="82"/>
                  <a:pt x="1" y="184"/>
                </a:cubicBezTo>
                <a:lnTo>
                  <a:pt x="1" y="184"/>
                </a:lnTo>
                <a:cubicBezTo>
                  <a:pt x="1" y="217"/>
                  <a:pt x="10" y="248"/>
                  <a:pt x="26" y="276"/>
                </a:cubicBezTo>
                <a:lnTo>
                  <a:pt x="0" y="372"/>
                </a:lnTo>
                <a:lnTo>
                  <a:pt x="98" y="346"/>
                </a:lnTo>
                <a:lnTo>
                  <a:pt x="98" y="346"/>
                </a:lnTo>
                <a:cubicBezTo>
                  <a:pt x="124" y="361"/>
                  <a:pt x="155" y="369"/>
                  <a:pt x="185" y="369"/>
                </a:cubicBezTo>
                <a:lnTo>
                  <a:pt x="186" y="369"/>
                </a:lnTo>
                <a:lnTo>
                  <a:pt x="186" y="369"/>
                </a:lnTo>
                <a:cubicBezTo>
                  <a:pt x="288" y="369"/>
                  <a:pt x="370" y="286"/>
                  <a:pt x="370" y="184"/>
                </a:cubicBezTo>
                <a:lnTo>
                  <a:pt x="370" y="184"/>
                </a:lnTo>
                <a:cubicBezTo>
                  <a:pt x="370" y="135"/>
                  <a:pt x="351" y="89"/>
                  <a:pt x="316" y="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519">
            <a:extLst>
              <a:ext uri="{FF2B5EF4-FFF2-40B4-BE49-F238E27FC236}">
                <a16:creationId xmlns:a16="http://schemas.microsoft.com/office/drawing/2014/main" id="{2DE1746C-193C-C746-A263-18EADB3A7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3043" y="4713009"/>
            <a:ext cx="1027177" cy="1027181"/>
          </a:xfrm>
          <a:custGeom>
            <a:avLst/>
            <a:gdLst>
              <a:gd name="T0" fmla="*/ 825 w 826"/>
              <a:gd name="T1" fmla="*/ 413 h 826"/>
              <a:gd name="T2" fmla="*/ 825 w 826"/>
              <a:gd name="T3" fmla="*/ 413 h 826"/>
              <a:gd name="T4" fmla="*/ 412 w 826"/>
              <a:gd name="T5" fmla="*/ 825 h 826"/>
              <a:gd name="T6" fmla="*/ 412 w 826"/>
              <a:gd name="T7" fmla="*/ 825 h 826"/>
              <a:gd name="T8" fmla="*/ 0 w 826"/>
              <a:gd name="T9" fmla="*/ 413 h 826"/>
              <a:gd name="T10" fmla="*/ 0 w 826"/>
              <a:gd name="T11" fmla="*/ 413 h 826"/>
              <a:gd name="T12" fmla="*/ 412 w 826"/>
              <a:gd name="T13" fmla="*/ 0 h 826"/>
              <a:gd name="T14" fmla="*/ 412 w 826"/>
              <a:gd name="T15" fmla="*/ 0 h 826"/>
              <a:gd name="T16" fmla="*/ 825 w 826"/>
              <a:gd name="T17" fmla="*/ 413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6">
                <a:moveTo>
                  <a:pt x="825" y="413"/>
                </a:moveTo>
                <a:lnTo>
                  <a:pt x="825" y="413"/>
                </a:lnTo>
                <a:cubicBezTo>
                  <a:pt x="825" y="640"/>
                  <a:pt x="640" y="825"/>
                  <a:pt x="412" y="825"/>
                </a:cubicBezTo>
                <a:lnTo>
                  <a:pt x="412" y="825"/>
                </a:lnTo>
                <a:cubicBezTo>
                  <a:pt x="185" y="825"/>
                  <a:pt x="0" y="640"/>
                  <a:pt x="0" y="413"/>
                </a:cubicBezTo>
                <a:lnTo>
                  <a:pt x="0" y="413"/>
                </a:lnTo>
                <a:cubicBezTo>
                  <a:pt x="0" y="184"/>
                  <a:pt x="185" y="0"/>
                  <a:pt x="412" y="0"/>
                </a:cubicBezTo>
                <a:lnTo>
                  <a:pt x="412" y="0"/>
                </a:lnTo>
                <a:cubicBezTo>
                  <a:pt x="640" y="0"/>
                  <a:pt x="825" y="184"/>
                  <a:pt x="825" y="413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520">
            <a:extLst>
              <a:ext uri="{FF2B5EF4-FFF2-40B4-BE49-F238E27FC236}">
                <a16:creationId xmlns:a16="http://schemas.microsoft.com/office/drawing/2014/main" id="{5D1CBAB3-A7BD-8E47-B216-AF6A00B68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6704" y="5037094"/>
            <a:ext cx="499855" cy="384506"/>
          </a:xfrm>
          <a:custGeom>
            <a:avLst/>
            <a:gdLst>
              <a:gd name="T0" fmla="*/ 185 w 402"/>
              <a:gd name="T1" fmla="*/ 119 h 310"/>
              <a:gd name="T2" fmla="*/ 246 w 402"/>
              <a:gd name="T3" fmla="*/ 155 h 310"/>
              <a:gd name="T4" fmla="*/ 185 w 402"/>
              <a:gd name="T5" fmla="*/ 189 h 310"/>
              <a:gd name="T6" fmla="*/ 185 w 402"/>
              <a:gd name="T7" fmla="*/ 119 h 310"/>
              <a:gd name="T8" fmla="*/ 154 w 402"/>
              <a:gd name="T9" fmla="*/ 66 h 310"/>
              <a:gd name="T10" fmla="*/ 154 w 402"/>
              <a:gd name="T11" fmla="*/ 242 h 310"/>
              <a:gd name="T12" fmla="*/ 178 w 402"/>
              <a:gd name="T13" fmla="*/ 230 h 310"/>
              <a:gd name="T14" fmla="*/ 285 w 402"/>
              <a:gd name="T15" fmla="*/ 168 h 310"/>
              <a:gd name="T16" fmla="*/ 309 w 402"/>
              <a:gd name="T17" fmla="*/ 155 h 310"/>
              <a:gd name="T18" fmla="*/ 285 w 402"/>
              <a:gd name="T19" fmla="*/ 141 h 310"/>
              <a:gd name="T20" fmla="*/ 178 w 402"/>
              <a:gd name="T21" fmla="*/ 79 h 310"/>
              <a:gd name="T22" fmla="*/ 154 w 402"/>
              <a:gd name="T23" fmla="*/ 66 h 310"/>
              <a:gd name="T24" fmla="*/ 200 w 402"/>
              <a:gd name="T25" fmla="*/ 31 h 310"/>
              <a:gd name="T26" fmla="*/ 200 w 402"/>
              <a:gd name="T27" fmla="*/ 31 h 310"/>
              <a:gd name="T28" fmla="*/ 337 w 402"/>
              <a:gd name="T29" fmla="*/ 41 h 310"/>
              <a:gd name="T30" fmla="*/ 337 w 402"/>
              <a:gd name="T31" fmla="*/ 41 h 310"/>
              <a:gd name="T32" fmla="*/ 363 w 402"/>
              <a:gd name="T33" fmla="*/ 66 h 310"/>
              <a:gd name="T34" fmla="*/ 363 w 402"/>
              <a:gd name="T35" fmla="*/ 66 h 310"/>
              <a:gd name="T36" fmla="*/ 370 w 402"/>
              <a:gd name="T37" fmla="*/ 155 h 310"/>
              <a:gd name="T38" fmla="*/ 370 w 402"/>
              <a:gd name="T39" fmla="*/ 155 h 310"/>
              <a:gd name="T40" fmla="*/ 363 w 402"/>
              <a:gd name="T41" fmla="*/ 243 h 310"/>
              <a:gd name="T42" fmla="*/ 363 w 402"/>
              <a:gd name="T43" fmla="*/ 243 h 310"/>
              <a:gd name="T44" fmla="*/ 337 w 402"/>
              <a:gd name="T45" fmla="*/ 268 h 310"/>
              <a:gd name="T46" fmla="*/ 337 w 402"/>
              <a:gd name="T47" fmla="*/ 268 h 310"/>
              <a:gd name="T48" fmla="*/ 200 w 402"/>
              <a:gd name="T49" fmla="*/ 278 h 310"/>
              <a:gd name="T50" fmla="*/ 200 w 402"/>
              <a:gd name="T51" fmla="*/ 278 h 310"/>
              <a:gd name="T52" fmla="*/ 64 w 402"/>
              <a:gd name="T53" fmla="*/ 268 h 310"/>
              <a:gd name="T54" fmla="*/ 64 w 402"/>
              <a:gd name="T55" fmla="*/ 268 h 310"/>
              <a:gd name="T56" fmla="*/ 38 w 402"/>
              <a:gd name="T57" fmla="*/ 243 h 310"/>
              <a:gd name="T58" fmla="*/ 38 w 402"/>
              <a:gd name="T59" fmla="*/ 243 h 310"/>
              <a:gd name="T60" fmla="*/ 31 w 402"/>
              <a:gd name="T61" fmla="*/ 155 h 310"/>
              <a:gd name="T62" fmla="*/ 31 w 402"/>
              <a:gd name="T63" fmla="*/ 155 h 310"/>
              <a:gd name="T64" fmla="*/ 38 w 402"/>
              <a:gd name="T65" fmla="*/ 66 h 310"/>
              <a:gd name="T66" fmla="*/ 38 w 402"/>
              <a:gd name="T67" fmla="*/ 66 h 310"/>
              <a:gd name="T68" fmla="*/ 64 w 402"/>
              <a:gd name="T69" fmla="*/ 41 h 310"/>
              <a:gd name="T70" fmla="*/ 64 w 402"/>
              <a:gd name="T71" fmla="*/ 41 h 310"/>
              <a:gd name="T72" fmla="*/ 200 w 402"/>
              <a:gd name="T73" fmla="*/ 31 h 310"/>
              <a:gd name="T74" fmla="*/ 200 w 402"/>
              <a:gd name="T75" fmla="*/ 0 h 310"/>
              <a:gd name="T76" fmla="*/ 200 w 402"/>
              <a:gd name="T77" fmla="*/ 0 h 310"/>
              <a:gd name="T78" fmla="*/ 60 w 402"/>
              <a:gd name="T79" fmla="*/ 11 h 310"/>
              <a:gd name="T80" fmla="*/ 60 w 402"/>
              <a:gd name="T81" fmla="*/ 11 h 310"/>
              <a:gd name="T82" fmla="*/ 8 w 402"/>
              <a:gd name="T83" fmla="*/ 60 h 310"/>
              <a:gd name="T84" fmla="*/ 8 w 402"/>
              <a:gd name="T85" fmla="*/ 60 h 310"/>
              <a:gd name="T86" fmla="*/ 0 w 402"/>
              <a:gd name="T87" fmla="*/ 155 h 310"/>
              <a:gd name="T88" fmla="*/ 0 w 402"/>
              <a:gd name="T89" fmla="*/ 155 h 310"/>
              <a:gd name="T90" fmla="*/ 8 w 402"/>
              <a:gd name="T91" fmla="*/ 249 h 310"/>
              <a:gd name="T92" fmla="*/ 8 w 402"/>
              <a:gd name="T93" fmla="*/ 249 h 310"/>
              <a:gd name="T94" fmla="*/ 60 w 402"/>
              <a:gd name="T95" fmla="*/ 298 h 310"/>
              <a:gd name="T96" fmla="*/ 60 w 402"/>
              <a:gd name="T97" fmla="*/ 298 h 310"/>
              <a:gd name="T98" fmla="*/ 200 w 402"/>
              <a:gd name="T99" fmla="*/ 309 h 310"/>
              <a:gd name="T100" fmla="*/ 200 w 402"/>
              <a:gd name="T101" fmla="*/ 309 h 310"/>
              <a:gd name="T102" fmla="*/ 342 w 402"/>
              <a:gd name="T103" fmla="*/ 298 h 310"/>
              <a:gd name="T104" fmla="*/ 342 w 402"/>
              <a:gd name="T105" fmla="*/ 298 h 310"/>
              <a:gd name="T106" fmla="*/ 393 w 402"/>
              <a:gd name="T107" fmla="*/ 249 h 310"/>
              <a:gd name="T108" fmla="*/ 393 w 402"/>
              <a:gd name="T109" fmla="*/ 249 h 310"/>
              <a:gd name="T110" fmla="*/ 401 w 402"/>
              <a:gd name="T111" fmla="*/ 155 h 310"/>
              <a:gd name="T112" fmla="*/ 401 w 402"/>
              <a:gd name="T113" fmla="*/ 155 h 310"/>
              <a:gd name="T114" fmla="*/ 393 w 402"/>
              <a:gd name="T115" fmla="*/ 60 h 310"/>
              <a:gd name="T116" fmla="*/ 393 w 402"/>
              <a:gd name="T117" fmla="*/ 60 h 310"/>
              <a:gd name="T118" fmla="*/ 342 w 402"/>
              <a:gd name="T119" fmla="*/ 11 h 310"/>
              <a:gd name="T120" fmla="*/ 342 w 402"/>
              <a:gd name="T121" fmla="*/ 11 h 310"/>
              <a:gd name="T122" fmla="*/ 200 w 402"/>
              <a:gd name="T123" fmla="*/ 0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02" h="310">
                <a:moveTo>
                  <a:pt x="185" y="119"/>
                </a:moveTo>
                <a:lnTo>
                  <a:pt x="246" y="155"/>
                </a:lnTo>
                <a:lnTo>
                  <a:pt x="185" y="189"/>
                </a:lnTo>
                <a:lnTo>
                  <a:pt x="185" y="119"/>
                </a:lnTo>
                <a:close/>
                <a:moveTo>
                  <a:pt x="154" y="66"/>
                </a:moveTo>
                <a:lnTo>
                  <a:pt x="154" y="242"/>
                </a:lnTo>
                <a:lnTo>
                  <a:pt x="178" y="230"/>
                </a:lnTo>
                <a:lnTo>
                  <a:pt x="285" y="168"/>
                </a:lnTo>
                <a:lnTo>
                  <a:pt x="309" y="155"/>
                </a:lnTo>
                <a:lnTo>
                  <a:pt x="285" y="141"/>
                </a:lnTo>
                <a:lnTo>
                  <a:pt x="178" y="79"/>
                </a:lnTo>
                <a:lnTo>
                  <a:pt x="154" y="66"/>
                </a:lnTo>
                <a:close/>
                <a:moveTo>
                  <a:pt x="200" y="31"/>
                </a:moveTo>
                <a:lnTo>
                  <a:pt x="200" y="31"/>
                </a:lnTo>
                <a:cubicBezTo>
                  <a:pt x="257" y="31"/>
                  <a:pt x="307" y="36"/>
                  <a:pt x="337" y="41"/>
                </a:cubicBezTo>
                <a:lnTo>
                  <a:pt x="337" y="41"/>
                </a:lnTo>
                <a:cubicBezTo>
                  <a:pt x="350" y="43"/>
                  <a:pt x="360" y="53"/>
                  <a:pt x="363" y="66"/>
                </a:cubicBezTo>
                <a:lnTo>
                  <a:pt x="363" y="66"/>
                </a:lnTo>
                <a:cubicBezTo>
                  <a:pt x="367" y="86"/>
                  <a:pt x="370" y="116"/>
                  <a:pt x="370" y="155"/>
                </a:cubicBezTo>
                <a:lnTo>
                  <a:pt x="370" y="155"/>
                </a:lnTo>
                <a:cubicBezTo>
                  <a:pt x="370" y="192"/>
                  <a:pt x="367" y="223"/>
                  <a:pt x="363" y="243"/>
                </a:cubicBezTo>
                <a:lnTo>
                  <a:pt x="363" y="243"/>
                </a:lnTo>
                <a:cubicBezTo>
                  <a:pt x="360" y="256"/>
                  <a:pt x="350" y="266"/>
                  <a:pt x="337" y="268"/>
                </a:cubicBezTo>
                <a:lnTo>
                  <a:pt x="337" y="268"/>
                </a:lnTo>
                <a:cubicBezTo>
                  <a:pt x="307" y="272"/>
                  <a:pt x="257" y="278"/>
                  <a:pt x="200" y="278"/>
                </a:cubicBezTo>
                <a:lnTo>
                  <a:pt x="200" y="278"/>
                </a:lnTo>
                <a:cubicBezTo>
                  <a:pt x="145" y="278"/>
                  <a:pt x="95" y="272"/>
                  <a:pt x="64" y="268"/>
                </a:cubicBezTo>
                <a:lnTo>
                  <a:pt x="64" y="268"/>
                </a:lnTo>
                <a:cubicBezTo>
                  <a:pt x="51" y="266"/>
                  <a:pt x="40" y="256"/>
                  <a:pt x="38" y="243"/>
                </a:cubicBezTo>
                <a:lnTo>
                  <a:pt x="38" y="243"/>
                </a:lnTo>
                <a:cubicBezTo>
                  <a:pt x="34" y="223"/>
                  <a:pt x="31" y="192"/>
                  <a:pt x="31" y="155"/>
                </a:cubicBezTo>
                <a:lnTo>
                  <a:pt x="31" y="155"/>
                </a:lnTo>
                <a:cubicBezTo>
                  <a:pt x="31" y="116"/>
                  <a:pt x="34" y="86"/>
                  <a:pt x="38" y="66"/>
                </a:cubicBezTo>
                <a:lnTo>
                  <a:pt x="38" y="66"/>
                </a:lnTo>
                <a:cubicBezTo>
                  <a:pt x="40" y="53"/>
                  <a:pt x="51" y="43"/>
                  <a:pt x="64" y="41"/>
                </a:cubicBezTo>
                <a:lnTo>
                  <a:pt x="64" y="41"/>
                </a:lnTo>
                <a:cubicBezTo>
                  <a:pt x="95" y="36"/>
                  <a:pt x="145" y="31"/>
                  <a:pt x="200" y="31"/>
                </a:cubicBezTo>
                <a:close/>
                <a:moveTo>
                  <a:pt x="200" y="0"/>
                </a:moveTo>
                <a:lnTo>
                  <a:pt x="200" y="0"/>
                </a:lnTo>
                <a:cubicBezTo>
                  <a:pt x="142" y="0"/>
                  <a:pt x="91" y="6"/>
                  <a:pt x="60" y="11"/>
                </a:cubicBezTo>
                <a:lnTo>
                  <a:pt x="60" y="11"/>
                </a:lnTo>
                <a:cubicBezTo>
                  <a:pt x="34" y="14"/>
                  <a:pt x="12" y="34"/>
                  <a:pt x="8" y="60"/>
                </a:cubicBezTo>
                <a:lnTo>
                  <a:pt x="8" y="60"/>
                </a:lnTo>
                <a:cubicBezTo>
                  <a:pt x="4" y="82"/>
                  <a:pt x="0" y="114"/>
                  <a:pt x="0" y="155"/>
                </a:cubicBezTo>
                <a:lnTo>
                  <a:pt x="0" y="155"/>
                </a:lnTo>
                <a:cubicBezTo>
                  <a:pt x="0" y="195"/>
                  <a:pt x="4" y="227"/>
                  <a:pt x="8" y="249"/>
                </a:cubicBezTo>
                <a:lnTo>
                  <a:pt x="8" y="249"/>
                </a:lnTo>
                <a:cubicBezTo>
                  <a:pt x="12" y="275"/>
                  <a:pt x="34" y="294"/>
                  <a:pt x="60" y="298"/>
                </a:cubicBezTo>
                <a:lnTo>
                  <a:pt x="60" y="298"/>
                </a:lnTo>
                <a:cubicBezTo>
                  <a:pt x="91" y="303"/>
                  <a:pt x="143" y="309"/>
                  <a:pt x="200" y="309"/>
                </a:cubicBezTo>
                <a:lnTo>
                  <a:pt x="200" y="309"/>
                </a:lnTo>
                <a:cubicBezTo>
                  <a:pt x="258" y="309"/>
                  <a:pt x="310" y="303"/>
                  <a:pt x="342" y="298"/>
                </a:cubicBezTo>
                <a:lnTo>
                  <a:pt x="342" y="298"/>
                </a:lnTo>
                <a:cubicBezTo>
                  <a:pt x="367" y="294"/>
                  <a:pt x="388" y="275"/>
                  <a:pt x="393" y="249"/>
                </a:cubicBezTo>
                <a:lnTo>
                  <a:pt x="393" y="249"/>
                </a:lnTo>
                <a:cubicBezTo>
                  <a:pt x="397" y="227"/>
                  <a:pt x="401" y="195"/>
                  <a:pt x="401" y="155"/>
                </a:cubicBezTo>
                <a:lnTo>
                  <a:pt x="401" y="155"/>
                </a:lnTo>
                <a:cubicBezTo>
                  <a:pt x="401" y="114"/>
                  <a:pt x="397" y="82"/>
                  <a:pt x="393" y="60"/>
                </a:cubicBezTo>
                <a:lnTo>
                  <a:pt x="393" y="60"/>
                </a:lnTo>
                <a:cubicBezTo>
                  <a:pt x="388" y="34"/>
                  <a:pt x="367" y="14"/>
                  <a:pt x="342" y="11"/>
                </a:cubicBezTo>
                <a:lnTo>
                  <a:pt x="342" y="11"/>
                </a:lnTo>
                <a:cubicBezTo>
                  <a:pt x="310" y="6"/>
                  <a:pt x="259" y="0"/>
                  <a:pt x="2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Freeform 521">
            <a:extLst>
              <a:ext uri="{FF2B5EF4-FFF2-40B4-BE49-F238E27FC236}">
                <a16:creationId xmlns:a16="http://schemas.microsoft.com/office/drawing/2014/main" id="{AC4BCB7F-B0FB-E846-A73D-D945715AB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59373" y="7228775"/>
            <a:ext cx="1027177" cy="1027181"/>
          </a:xfrm>
          <a:custGeom>
            <a:avLst/>
            <a:gdLst>
              <a:gd name="T0" fmla="*/ 825 w 826"/>
              <a:gd name="T1" fmla="*/ 412 h 826"/>
              <a:gd name="T2" fmla="*/ 825 w 826"/>
              <a:gd name="T3" fmla="*/ 412 h 826"/>
              <a:gd name="T4" fmla="*/ 412 w 826"/>
              <a:gd name="T5" fmla="*/ 825 h 826"/>
              <a:gd name="T6" fmla="*/ 412 w 826"/>
              <a:gd name="T7" fmla="*/ 825 h 826"/>
              <a:gd name="T8" fmla="*/ 0 w 826"/>
              <a:gd name="T9" fmla="*/ 412 h 826"/>
              <a:gd name="T10" fmla="*/ 0 w 826"/>
              <a:gd name="T11" fmla="*/ 412 h 826"/>
              <a:gd name="T12" fmla="*/ 412 w 826"/>
              <a:gd name="T13" fmla="*/ 0 h 826"/>
              <a:gd name="T14" fmla="*/ 412 w 826"/>
              <a:gd name="T15" fmla="*/ 0 h 826"/>
              <a:gd name="T16" fmla="*/ 825 w 826"/>
              <a:gd name="T17" fmla="*/ 412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6">
                <a:moveTo>
                  <a:pt x="825" y="412"/>
                </a:moveTo>
                <a:lnTo>
                  <a:pt x="825" y="412"/>
                </a:lnTo>
                <a:cubicBezTo>
                  <a:pt x="825" y="640"/>
                  <a:pt x="641" y="825"/>
                  <a:pt x="412" y="825"/>
                </a:cubicBezTo>
                <a:lnTo>
                  <a:pt x="412" y="825"/>
                </a:lnTo>
                <a:cubicBezTo>
                  <a:pt x="185" y="825"/>
                  <a:pt x="0" y="640"/>
                  <a:pt x="0" y="412"/>
                </a:cubicBezTo>
                <a:lnTo>
                  <a:pt x="0" y="412"/>
                </a:lnTo>
                <a:cubicBezTo>
                  <a:pt x="0" y="185"/>
                  <a:pt x="185" y="0"/>
                  <a:pt x="412" y="0"/>
                </a:cubicBezTo>
                <a:lnTo>
                  <a:pt x="412" y="0"/>
                </a:lnTo>
                <a:cubicBezTo>
                  <a:pt x="641" y="0"/>
                  <a:pt x="825" y="185"/>
                  <a:pt x="825" y="412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Freeform 522">
            <a:extLst>
              <a:ext uri="{FF2B5EF4-FFF2-40B4-BE49-F238E27FC236}">
                <a16:creationId xmlns:a16="http://schemas.microsoft.com/office/drawing/2014/main" id="{28CE99BC-9C4D-6340-81CE-26C866C6D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9370" y="7530888"/>
            <a:ext cx="247184" cy="422954"/>
          </a:xfrm>
          <a:custGeom>
            <a:avLst/>
            <a:gdLst>
              <a:gd name="T0" fmla="*/ 56 w 199"/>
              <a:gd name="T1" fmla="*/ 0 h 341"/>
              <a:gd name="T2" fmla="*/ 56 w 199"/>
              <a:gd name="T3" fmla="*/ 0 h 341"/>
              <a:gd name="T4" fmla="*/ 0 w 199"/>
              <a:gd name="T5" fmla="*/ 85 h 341"/>
              <a:gd name="T6" fmla="*/ 0 w 199"/>
              <a:gd name="T7" fmla="*/ 141 h 341"/>
              <a:gd name="T8" fmla="*/ 28 w 199"/>
              <a:gd name="T9" fmla="*/ 141 h 341"/>
              <a:gd name="T10" fmla="*/ 28 w 199"/>
              <a:gd name="T11" fmla="*/ 236 h 341"/>
              <a:gd name="T12" fmla="*/ 28 w 199"/>
              <a:gd name="T13" fmla="*/ 236 h 341"/>
              <a:gd name="T14" fmla="*/ 131 w 199"/>
              <a:gd name="T15" fmla="*/ 339 h 341"/>
              <a:gd name="T16" fmla="*/ 131 w 199"/>
              <a:gd name="T17" fmla="*/ 339 h 341"/>
              <a:gd name="T18" fmla="*/ 168 w 199"/>
              <a:gd name="T19" fmla="*/ 333 h 341"/>
              <a:gd name="T20" fmla="*/ 168 w 199"/>
              <a:gd name="T21" fmla="*/ 333 h 341"/>
              <a:gd name="T22" fmla="*/ 198 w 199"/>
              <a:gd name="T23" fmla="*/ 313 h 341"/>
              <a:gd name="T24" fmla="*/ 177 w 199"/>
              <a:gd name="T25" fmla="*/ 254 h 341"/>
              <a:gd name="T26" fmla="*/ 154 w 199"/>
              <a:gd name="T27" fmla="*/ 265 h 341"/>
              <a:gd name="T28" fmla="*/ 154 w 199"/>
              <a:gd name="T29" fmla="*/ 265 h 341"/>
              <a:gd name="T30" fmla="*/ 113 w 199"/>
              <a:gd name="T31" fmla="*/ 238 h 341"/>
              <a:gd name="T32" fmla="*/ 113 w 199"/>
              <a:gd name="T33" fmla="*/ 141 h 341"/>
              <a:gd name="T34" fmla="*/ 170 w 199"/>
              <a:gd name="T35" fmla="*/ 141 h 341"/>
              <a:gd name="T36" fmla="*/ 170 w 199"/>
              <a:gd name="T37" fmla="*/ 85 h 341"/>
              <a:gd name="T38" fmla="*/ 113 w 199"/>
              <a:gd name="T39" fmla="*/ 85 h 341"/>
              <a:gd name="T40" fmla="*/ 113 w 199"/>
              <a:gd name="T41" fmla="*/ 0 h 341"/>
              <a:gd name="T42" fmla="*/ 56 w 199"/>
              <a:gd name="T43" fmla="*/ 0 h 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99" h="341">
                <a:moveTo>
                  <a:pt x="56" y="0"/>
                </a:moveTo>
                <a:lnTo>
                  <a:pt x="56" y="0"/>
                </a:lnTo>
                <a:cubicBezTo>
                  <a:pt x="56" y="46"/>
                  <a:pt x="31" y="85"/>
                  <a:pt x="0" y="85"/>
                </a:cubicBezTo>
                <a:lnTo>
                  <a:pt x="0" y="141"/>
                </a:lnTo>
                <a:lnTo>
                  <a:pt x="28" y="141"/>
                </a:lnTo>
                <a:lnTo>
                  <a:pt x="28" y="236"/>
                </a:lnTo>
                <a:lnTo>
                  <a:pt x="28" y="236"/>
                </a:lnTo>
                <a:cubicBezTo>
                  <a:pt x="28" y="293"/>
                  <a:pt x="74" y="339"/>
                  <a:pt x="131" y="339"/>
                </a:cubicBezTo>
                <a:lnTo>
                  <a:pt x="131" y="339"/>
                </a:lnTo>
                <a:cubicBezTo>
                  <a:pt x="139" y="340"/>
                  <a:pt x="153" y="339"/>
                  <a:pt x="168" y="333"/>
                </a:cubicBezTo>
                <a:lnTo>
                  <a:pt x="168" y="333"/>
                </a:lnTo>
                <a:cubicBezTo>
                  <a:pt x="183" y="327"/>
                  <a:pt x="193" y="319"/>
                  <a:pt x="198" y="313"/>
                </a:cubicBezTo>
                <a:lnTo>
                  <a:pt x="177" y="254"/>
                </a:lnTo>
                <a:lnTo>
                  <a:pt x="154" y="265"/>
                </a:lnTo>
                <a:lnTo>
                  <a:pt x="154" y="265"/>
                </a:lnTo>
                <a:cubicBezTo>
                  <a:pt x="135" y="273"/>
                  <a:pt x="113" y="259"/>
                  <a:pt x="113" y="238"/>
                </a:cubicBezTo>
                <a:lnTo>
                  <a:pt x="113" y="141"/>
                </a:lnTo>
                <a:lnTo>
                  <a:pt x="170" y="141"/>
                </a:lnTo>
                <a:lnTo>
                  <a:pt x="170" y="85"/>
                </a:lnTo>
                <a:lnTo>
                  <a:pt x="113" y="85"/>
                </a:lnTo>
                <a:lnTo>
                  <a:pt x="113" y="0"/>
                </a:lnTo>
                <a:lnTo>
                  <a:pt x="56" y="0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Freeform 523">
            <a:extLst>
              <a:ext uri="{FF2B5EF4-FFF2-40B4-BE49-F238E27FC236}">
                <a16:creationId xmlns:a16="http://schemas.microsoft.com/office/drawing/2014/main" id="{ADA4D4DA-0CBD-3048-8EAB-1BF53017A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7264" y="9739045"/>
            <a:ext cx="1027181" cy="1027177"/>
          </a:xfrm>
          <a:custGeom>
            <a:avLst/>
            <a:gdLst>
              <a:gd name="T0" fmla="*/ 825 w 826"/>
              <a:gd name="T1" fmla="*/ 412 h 826"/>
              <a:gd name="T2" fmla="*/ 825 w 826"/>
              <a:gd name="T3" fmla="*/ 412 h 826"/>
              <a:gd name="T4" fmla="*/ 412 w 826"/>
              <a:gd name="T5" fmla="*/ 825 h 826"/>
              <a:gd name="T6" fmla="*/ 412 w 826"/>
              <a:gd name="T7" fmla="*/ 825 h 826"/>
              <a:gd name="T8" fmla="*/ 0 w 826"/>
              <a:gd name="T9" fmla="*/ 412 h 826"/>
              <a:gd name="T10" fmla="*/ 0 w 826"/>
              <a:gd name="T11" fmla="*/ 412 h 826"/>
              <a:gd name="T12" fmla="*/ 412 w 826"/>
              <a:gd name="T13" fmla="*/ 0 h 826"/>
              <a:gd name="T14" fmla="*/ 412 w 826"/>
              <a:gd name="T15" fmla="*/ 0 h 826"/>
              <a:gd name="T16" fmla="*/ 825 w 826"/>
              <a:gd name="T17" fmla="*/ 412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6">
                <a:moveTo>
                  <a:pt x="825" y="412"/>
                </a:moveTo>
                <a:lnTo>
                  <a:pt x="825" y="412"/>
                </a:lnTo>
                <a:cubicBezTo>
                  <a:pt x="825" y="640"/>
                  <a:pt x="641" y="825"/>
                  <a:pt x="412" y="825"/>
                </a:cubicBezTo>
                <a:lnTo>
                  <a:pt x="412" y="825"/>
                </a:lnTo>
                <a:cubicBezTo>
                  <a:pt x="185" y="825"/>
                  <a:pt x="0" y="640"/>
                  <a:pt x="0" y="412"/>
                </a:cubicBezTo>
                <a:lnTo>
                  <a:pt x="0" y="412"/>
                </a:lnTo>
                <a:cubicBezTo>
                  <a:pt x="0" y="184"/>
                  <a:pt x="185" y="0"/>
                  <a:pt x="412" y="0"/>
                </a:cubicBezTo>
                <a:lnTo>
                  <a:pt x="412" y="0"/>
                </a:lnTo>
                <a:cubicBezTo>
                  <a:pt x="641" y="0"/>
                  <a:pt x="825" y="184"/>
                  <a:pt x="825" y="412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Freeform 524">
            <a:extLst>
              <a:ext uri="{FF2B5EF4-FFF2-40B4-BE49-F238E27FC236}">
                <a16:creationId xmlns:a16="http://schemas.microsoft.com/office/drawing/2014/main" id="{D4A5E5FC-1592-534D-AF17-F10FDA8B2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6840" y="10013692"/>
            <a:ext cx="368028" cy="483378"/>
          </a:xfrm>
          <a:custGeom>
            <a:avLst/>
            <a:gdLst>
              <a:gd name="T0" fmla="*/ 156 w 294"/>
              <a:gd name="T1" fmla="*/ 0 h 388"/>
              <a:gd name="T2" fmla="*/ 156 w 294"/>
              <a:gd name="T3" fmla="*/ 0 h 388"/>
              <a:gd name="T4" fmla="*/ 0 w 294"/>
              <a:gd name="T5" fmla="*/ 137 h 388"/>
              <a:gd name="T6" fmla="*/ 0 w 294"/>
              <a:gd name="T7" fmla="*/ 137 h 388"/>
              <a:gd name="T8" fmla="*/ 49 w 294"/>
              <a:gd name="T9" fmla="*/ 221 h 388"/>
              <a:gd name="T10" fmla="*/ 49 w 294"/>
              <a:gd name="T11" fmla="*/ 221 h 388"/>
              <a:gd name="T12" fmla="*/ 60 w 294"/>
              <a:gd name="T13" fmla="*/ 194 h 388"/>
              <a:gd name="T14" fmla="*/ 60 w 294"/>
              <a:gd name="T15" fmla="*/ 194 h 388"/>
              <a:gd name="T16" fmla="*/ 42 w 294"/>
              <a:gd name="T17" fmla="*/ 142 h 388"/>
              <a:gd name="T18" fmla="*/ 42 w 294"/>
              <a:gd name="T19" fmla="*/ 142 h 388"/>
              <a:gd name="T20" fmla="*/ 149 w 294"/>
              <a:gd name="T21" fmla="*/ 37 h 388"/>
              <a:gd name="T22" fmla="*/ 149 w 294"/>
              <a:gd name="T23" fmla="*/ 37 h 388"/>
              <a:gd name="T24" fmla="*/ 240 w 294"/>
              <a:gd name="T25" fmla="*/ 121 h 388"/>
              <a:gd name="T26" fmla="*/ 240 w 294"/>
              <a:gd name="T27" fmla="*/ 121 h 388"/>
              <a:gd name="T28" fmla="*/ 171 w 294"/>
              <a:gd name="T29" fmla="*/ 238 h 388"/>
              <a:gd name="T30" fmla="*/ 171 w 294"/>
              <a:gd name="T31" fmla="*/ 238 h 388"/>
              <a:gd name="T32" fmla="*/ 135 w 294"/>
              <a:gd name="T33" fmla="*/ 204 h 388"/>
              <a:gd name="T34" fmla="*/ 135 w 294"/>
              <a:gd name="T35" fmla="*/ 204 h 388"/>
              <a:gd name="T36" fmla="*/ 154 w 294"/>
              <a:gd name="T37" fmla="*/ 117 h 388"/>
              <a:gd name="T38" fmla="*/ 154 w 294"/>
              <a:gd name="T39" fmla="*/ 117 h 388"/>
              <a:gd name="T40" fmla="*/ 84 w 294"/>
              <a:gd name="T41" fmla="*/ 138 h 388"/>
              <a:gd name="T42" fmla="*/ 84 w 294"/>
              <a:gd name="T43" fmla="*/ 138 h 388"/>
              <a:gd name="T44" fmla="*/ 91 w 294"/>
              <a:gd name="T45" fmla="*/ 176 h 388"/>
              <a:gd name="T46" fmla="*/ 91 w 294"/>
              <a:gd name="T47" fmla="*/ 176 h 388"/>
              <a:gd name="T48" fmla="*/ 61 w 294"/>
              <a:gd name="T49" fmla="*/ 341 h 388"/>
              <a:gd name="T50" fmla="*/ 61 w 294"/>
              <a:gd name="T51" fmla="*/ 341 h 388"/>
              <a:gd name="T52" fmla="*/ 65 w 294"/>
              <a:gd name="T53" fmla="*/ 384 h 388"/>
              <a:gd name="T54" fmla="*/ 65 w 294"/>
              <a:gd name="T55" fmla="*/ 384 h 388"/>
              <a:gd name="T56" fmla="*/ 70 w 294"/>
              <a:gd name="T57" fmla="*/ 385 h 388"/>
              <a:gd name="T58" fmla="*/ 70 w 294"/>
              <a:gd name="T59" fmla="*/ 385 h 388"/>
              <a:gd name="T60" fmla="*/ 123 w 294"/>
              <a:gd name="T61" fmla="*/ 248 h 388"/>
              <a:gd name="T62" fmla="*/ 123 w 294"/>
              <a:gd name="T63" fmla="*/ 248 h 388"/>
              <a:gd name="T64" fmla="*/ 176 w 294"/>
              <a:gd name="T65" fmla="*/ 276 h 388"/>
              <a:gd name="T66" fmla="*/ 176 w 294"/>
              <a:gd name="T67" fmla="*/ 276 h 388"/>
              <a:gd name="T68" fmla="*/ 293 w 294"/>
              <a:gd name="T69" fmla="*/ 126 h 388"/>
              <a:gd name="T70" fmla="*/ 293 w 294"/>
              <a:gd name="T71" fmla="*/ 126 h 388"/>
              <a:gd name="T72" fmla="*/ 156 w 294"/>
              <a:gd name="T73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94" h="388">
                <a:moveTo>
                  <a:pt x="156" y="0"/>
                </a:moveTo>
                <a:lnTo>
                  <a:pt x="156" y="0"/>
                </a:lnTo>
                <a:cubicBezTo>
                  <a:pt x="77" y="0"/>
                  <a:pt x="0" y="52"/>
                  <a:pt x="0" y="137"/>
                </a:cubicBezTo>
                <a:lnTo>
                  <a:pt x="0" y="137"/>
                </a:lnTo>
                <a:cubicBezTo>
                  <a:pt x="0" y="190"/>
                  <a:pt x="30" y="221"/>
                  <a:pt x="49" y="221"/>
                </a:cubicBezTo>
                <a:lnTo>
                  <a:pt x="49" y="221"/>
                </a:lnTo>
                <a:cubicBezTo>
                  <a:pt x="56" y="221"/>
                  <a:pt x="60" y="200"/>
                  <a:pt x="60" y="194"/>
                </a:cubicBezTo>
                <a:lnTo>
                  <a:pt x="60" y="194"/>
                </a:lnTo>
                <a:cubicBezTo>
                  <a:pt x="60" y="187"/>
                  <a:pt x="42" y="172"/>
                  <a:pt x="42" y="142"/>
                </a:cubicBezTo>
                <a:lnTo>
                  <a:pt x="42" y="142"/>
                </a:lnTo>
                <a:cubicBezTo>
                  <a:pt x="42" y="81"/>
                  <a:pt x="89" y="37"/>
                  <a:pt x="149" y="37"/>
                </a:cubicBezTo>
                <a:lnTo>
                  <a:pt x="149" y="37"/>
                </a:lnTo>
                <a:cubicBezTo>
                  <a:pt x="201" y="37"/>
                  <a:pt x="240" y="67"/>
                  <a:pt x="240" y="121"/>
                </a:cubicBezTo>
                <a:lnTo>
                  <a:pt x="240" y="121"/>
                </a:lnTo>
                <a:cubicBezTo>
                  <a:pt x="240" y="162"/>
                  <a:pt x="223" y="238"/>
                  <a:pt x="171" y="238"/>
                </a:cubicBezTo>
                <a:lnTo>
                  <a:pt x="171" y="238"/>
                </a:lnTo>
                <a:cubicBezTo>
                  <a:pt x="152" y="238"/>
                  <a:pt x="135" y="224"/>
                  <a:pt x="135" y="204"/>
                </a:cubicBezTo>
                <a:lnTo>
                  <a:pt x="135" y="204"/>
                </a:lnTo>
                <a:cubicBezTo>
                  <a:pt x="135" y="176"/>
                  <a:pt x="154" y="148"/>
                  <a:pt x="154" y="117"/>
                </a:cubicBezTo>
                <a:lnTo>
                  <a:pt x="154" y="117"/>
                </a:lnTo>
                <a:cubicBezTo>
                  <a:pt x="154" y="67"/>
                  <a:pt x="84" y="77"/>
                  <a:pt x="84" y="138"/>
                </a:cubicBezTo>
                <a:lnTo>
                  <a:pt x="84" y="138"/>
                </a:lnTo>
                <a:cubicBezTo>
                  <a:pt x="84" y="150"/>
                  <a:pt x="86" y="165"/>
                  <a:pt x="91" y="176"/>
                </a:cubicBezTo>
                <a:lnTo>
                  <a:pt x="91" y="176"/>
                </a:lnTo>
                <a:cubicBezTo>
                  <a:pt x="81" y="221"/>
                  <a:pt x="61" y="294"/>
                  <a:pt x="61" y="341"/>
                </a:cubicBezTo>
                <a:lnTo>
                  <a:pt x="61" y="341"/>
                </a:lnTo>
                <a:cubicBezTo>
                  <a:pt x="61" y="355"/>
                  <a:pt x="64" y="370"/>
                  <a:pt x="65" y="384"/>
                </a:cubicBezTo>
                <a:lnTo>
                  <a:pt x="65" y="384"/>
                </a:lnTo>
                <a:cubicBezTo>
                  <a:pt x="67" y="387"/>
                  <a:pt x="66" y="387"/>
                  <a:pt x="70" y="385"/>
                </a:cubicBezTo>
                <a:lnTo>
                  <a:pt x="70" y="385"/>
                </a:lnTo>
                <a:cubicBezTo>
                  <a:pt x="108" y="332"/>
                  <a:pt x="105" y="317"/>
                  <a:pt x="123" y="248"/>
                </a:cubicBezTo>
                <a:lnTo>
                  <a:pt x="123" y="248"/>
                </a:lnTo>
                <a:cubicBezTo>
                  <a:pt x="132" y="266"/>
                  <a:pt x="156" y="276"/>
                  <a:pt x="176" y="276"/>
                </a:cubicBezTo>
                <a:lnTo>
                  <a:pt x="176" y="276"/>
                </a:lnTo>
                <a:cubicBezTo>
                  <a:pt x="256" y="276"/>
                  <a:pt x="293" y="196"/>
                  <a:pt x="293" y="126"/>
                </a:cubicBezTo>
                <a:lnTo>
                  <a:pt x="293" y="126"/>
                </a:lnTo>
                <a:cubicBezTo>
                  <a:pt x="293" y="50"/>
                  <a:pt x="228" y="0"/>
                  <a:pt x="156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087C4-D253-1948-9299-9B26255CA8D4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309822-DCDE-F949-977C-F59BB2B9CDA3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EDF73-484E-AB4E-BBF6-E6A64BEE3935}"/>
              </a:ext>
            </a:extLst>
          </p:cNvPr>
          <p:cNvSpPr txBox="1"/>
          <p:nvPr/>
        </p:nvSpPr>
        <p:spPr>
          <a:xfrm>
            <a:off x="4381323" y="9376317"/>
            <a:ext cx="3087705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5217E9-C71E-B142-9DAC-E7DEC4E4DD32}"/>
              </a:ext>
            </a:extLst>
          </p:cNvPr>
          <p:cNvSpPr txBox="1"/>
          <p:nvPr/>
        </p:nvSpPr>
        <p:spPr>
          <a:xfrm>
            <a:off x="1778000" y="10061878"/>
            <a:ext cx="5691027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53AF95-99FA-AA45-899F-B9472BE41724}"/>
              </a:ext>
            </a:extLst>
          </p:cNvPr>
          <p:cNvSpPr txBox="1"/>
          <p:nvPr/>
        </p:nvSpPr>
        <p:spPr>
          <a:xfrm>
            <a:off x="5091994" y="6866467"/>
            <a:ext cx="2080698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Strategy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073E3-8ED6-0442-8E59-084894EAC924}"/>
              </a:ext>
            </a:extLst>
          </p:cNvPr>
          <p:cNvSpPr txBox="1"/>
          <p:nvPr/>
        </p:nvSpPr>
        <p:spPr>
          <a:xfrm>
            <a:off x="1481664" y="7552028"/>
            <a:ext cx="5691027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21E5A-7B23-0B43-B894-EFFC25E0DAF3}"/>
              </a:ext>
            </a:extLst>
          </p:cNvPr>
          <p:cNvSpPr txBox="1"/>
          <p:nvPr/>
        </p:nvSpPr>
        <p:spPr>
          <a:xfrm>
            <a:off x="7244233" y="4351867"/>
            <a:ext cx="2002792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Content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95FDC-08F4-C94A-B9D0-0009425A6894}"/>
              </a:ext>
            </a:extLst>
          </p:cNvPr>
          <p:cNvSpPr txBox="1"/>
          <p:nvPr/>
        </p:nvSpPr>
        <p:spPr>
          <a:xfrm>
            <a:off x="3555997" y="5037428"/>
            <a:ext cx="5691027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37807-20AF-DB4D-993A-FFB6D83BAB83}"/>
              </a:ext>
            </a:extLst>
          </p:cNvPr>
          <p:cNvSpPr txBox="1"/>
          <p:nvPr/>
        </p:nvSpPr>
        <p:spPr>
          <a:xfrm>
            <a:off x="15130627" y="4351867"/>
            <a:ext cx="2002792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Content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545D8B-9496-E24C-92D8-4CB2B9C99B31}"/>
              </a:ext>
            </a:extLst>
          </p:cNvPr>
          <p:cNvSpPr txBox="1"/>
          <p:nvPr/>
        </p:nvSpPr>
        <p:spPr>
          <a:xfrm>
            <a:off x="15130627" y="5037428"/>
            <a:ext cx="5691027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808DA-E5C0-2145-B57C-97C6767FB73F}"/>
              </a:ext>
            </a:extLst>
          </p:cNvPr>
          <p:cNvSpPr txBox="1"/>
          <p:nvPr/>
        </p:nvSpPr>
        <p:spPr>
          <a:xfrm>
            <a:off x="16908623" y="9376317"/>
            <a:ext cx="3087705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Management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FFC9A4-756D-FC44-8945-D57C40946183}"/>
              </a:ext>
            </a:extLst>
          </p:cNvPr>
          <p:cNvSpPr txBox="1"/>
          <p:nvPr/>
        </p:nvSpPr>
        <p:spPr>
          <a:xfrm>
            <a:off x="16908623" y="10061878"/>
            <a:ext cx="5691027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768AF4-B8DC-BD41-853B-5A5EE2791099}"/>
              </a:ext>
            </a:extLst>
          </p:cNvPr>
          <p:cNvSpPr txBox="1"/>
          <p:nvPr/>
        </p:nvSpPr>
        <p:spPr>
          <a:xfrm>
            <a:off x="17204960" y="6866467"/>
            <a:ext cx="2080698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Strategy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31D626-2120-6940-8CF3-3640D26FF638}"/>
              </a:ext>
            </a:extLst>
          </p:cNvPr>
          <p:cNvSpPr txBox="1"/>
          <p:nvPr/>
        </p:nvSpPr>
        <p:spPr>
          <a:xfrm>
            <a:off x="17204960" y="7552028"/>
            <a:ext cx="5691027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3037527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2">
            <a:extLst>
              <a:ext uri="{FF2B5EF4-FFF2-40B4-BE49-F238E27FC236}">
                <a16:creationId xmlns:a16="http://schemas.microsoft.com/office/drawing/2014/main" id="{65B49F9F-8574-2E4D-8597-6F01A354E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9200" y="10208762"/>
            <a:ext cx="3411184" cy="977762"/>
          </a:xfrm>
          <a:custGeom>
            <a:avLst/>
            <a:gdLst>
              <a:gd name="T0" fmla="*/ 2607 w 2739"/>
              <a:gd name="T1" fmla="*/ 0 h 786"/>
              <a:gd name="T2" fmla="*/ 130 w 2739"/>
              <a:gd name="T3" fmla="*/ 0 h 786"/>
              <a:gd name="T4" fmla="*/ 130 w 2739"/>
              <a:gd name="T5" fmla="*/ 0 h 786"/>
              <a:gd name="T6" fmla="*/ 0 w 2739"/>
              <a:gd name="T7" fmla="*/ 130 h 786"/>
              <a:gd name="T8" fmla="*/ 0 w 2739"/>
              <a:gd name="T9" fmla="*/ 130 h 786"/>
              <a:gd name="T10" fmla="*/ 130 w 2739"/>
              <a:gd name="T11" fmla="*/ 261 h 786"/>
              <a:gd name="T12" fmla="*/ 1373 w 2739"/>
              <a:gd name="T13" fmla="*/ 261 h 786"/>
              <a:gd name="T14" fmla="*/ 1373 w 2739"/>
              <a:gd name="T15" fmla="*/ 261 h 786"/>
              <a:gd name="T16" fmla="*/ 1490 w 2739"/>
              <a:gd name="T17" fmla="*/ 392 h 786"/>
              <a:gd name="T18" fmla="*/ 1490 w 2739"/>
              <a:gd name="T19" fmla="*/ 392 h 786"/>
              <a:gd name="T20" fmla="*/ 1359 w 2739"/>
              <a:gd name="T21" fmla="*/ 523 h 786"/>
              <a:gd name="T22" fmla="*/ 1173 w 2739"/>
              <a:gd name="T23" fmla="*/ 523 h 786"/>
              <a:gd name="T24" fmla="*/ 1173 w 2739"/>
              <a:gd name="T25" fmla="*/ 523 h 786"/>
              <a:gd name="T26" fmla="*/ 1041 w 2739"/>
              <a:gd name="T27" fmla="*/ 654 h 786"/>
              <a:gd name="T28" fmla="*/ 1041 w 2739"/>
              <a:gd name="T29" fmla="*/ 654 h 786"/>
              <a:gd name="T30" fmla="*/ 1173 w 2739"/>
              <a:gd name="T31" fmla="*/ 785 h 786"/>
              <a:gd name="T32" fmla="*/ 2301 w 2739"/>
              <a:gd name="T33" fmla="*/ 785 h 786"/>
              <a:gd name="T34" fmla="*/ 2301 w 2739"/>
              <a:gd name="T35" fmla="*/ 785 h 786"/>
              <a:gd name="T36" fmla="*/ 2432 w 2739"/>
              <a:gd name="T37" fmla="*/ 654 h 786"/>
              <a:gd name="T38" fmla="*/ 2432 w 2739"/>
              <a:gd name="T39" fmla="*/ 654 h 786"/>
              <a:gd name="T40" fmla="*/ 2301 w 2739"/>
              <a:gd name="T41" fmla="*/ 523 h 786"/>
              <a:gd name="T42" fmla="*/ 2067 w 2739"/>
              <a:gd name="T43" fmla="*/ 523 h 786"/>
              <a:gd name="T44" fmla="*/ 2067 w 2739"/>
              <a:gd name="T45" fmla="*/ 523 h 786"/>
              <a:gd name="T46" fmla="*/ 1936 w 2739"/>
              <a:gd name="T47" fmla="*/ 392 h 786"/>
              <a:gd name="T48" fmla="*/ 1936 w 2739"/>
              <a:gd name="T49" fmla="*/ 392 h 786"/>
              <a:gd name="T50" fmla="*/ 2053 w 2739"/>
              <a:gd name="T51" fmla="*/ 261 h 786"/>
              <a:gd name="T52" fmla="*/ 2607 w 2739"/>
              <a:gd name="T53" fmla="*/ 261 h 786"/>
              <a:gd name="T54" fmla="*/ 2607 w 2739"/>
              <a:gd name="T55" fmla="*/ 261 h 786"/>
              <a:gd name="T56" fmla="*/ 2738 w 2739"/>
              <a:gd name="T57" fmla="*/ 130 h 786"/>
              <a:gd name="T58" fmla="*/ 2738 w 2739"/>
              <a:gd name="T59" fmla="*/ 130 h 786"/>
              <a:gd name="T60" fmla="*/ 2607 w 2739"/>
              <a:gd name="T61" fmla="*/ 0 h 7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739" h="786">
                <a:moveTo>
                  <a:pt x="2607" y="0"/>
                </a:moveTo>
                <a:lnTo>
                  <a:pt x="130" y="0"/>
                </a:lnTo>
                <a:lnTo>
                  <a:pt x="130" y="0"/>
                </a:lnTo>
                <a:cubicBezTo>
                  <a:pt x="58" y="0"/>
                  <a:pt x="0" y="58"/>
                  <a:pt x="0" y="130"/>
                </a:cubicBezTo>
                <a:lnTo>
                  <a:pt x="0" y="130"/>
                </a:lnTo>
                <a:cubicBezTo>
                  <a:pt x="0" y="202"/>
                  <a:pt x="58" y="261"/>
                  <a:pt x="130" y="261"/>
                </a:cubicBezTo>
                <a:lnTo>
                  <a:pt x="1373" y="261"/>
                </a:lnTo>
                <a:lnTo>
                  <a:pt x="1373" y="261"/>
                </a:lnTo>
                <a:cubicBezTo>
                  <a:pt x="1439" y="269"/>
                  <a:pt x="1490" y="324"/>
                  <a:pt x="1490" y="392"/>
                </a:cubicBezTo>
                <a:lnTo>
                  <a:pt x="1490" y="392"/>
                </a:lnTo>
                <a:cubicBezTo>
                  <a:pt x="1490" y="464"/>
                  <a:pt x="1432" y="523"/>
                  <a:pt x="1359" y="523"/>
                </a:cubicBezTo>
                <a:lnTo>
                  <a:pt x="1173" y="523"/>
                </a:lnTo>
                <a:lnTo>
                  <a:pt x="1173" y="523"/>
                </a:lnTo>
                <a:cubicBezTo>
                  <a:pt x="1100" y="523"/>
                  <a:pt x="1041" y="582"/>
                  <a:pt x="1041" y="654"/>
                </a:cubicBezTo>
                <a:lnTo>
                  <a:pt x="1041" y="654"/>
                </a:lnTo>
                <a:cubicBezTo>
                  <a:pt x="1041" y="727"/>
                  <a:pt x="1100" y="785"/>
                  <a:pt x="1173" y="785"/>
                </a:cubicBezTo>
                <a:lnTo>
                  <a:pt x="2301" y="785"/>
                </a:lnTo>
                <a:lnTo>
                  <a:pt x="2301" y="785"/>
                </a:lnTo>
                <a:cubicBezTo>
                  <a:pt x="2373" y="785"/>
                  <a:pt x="2432" y="727"/>
                  <a:pt x="2432" y="654"/>
                </a:cubicBezTo>
                <a:lnTo>
                  <a:pt x="2432" y="654"/>
                </a:lnTo>
                <a:cubicBezTo>
                  <a:pt x="2432" y="582"/>
                  <a:pt x="2373" y="523"/>
                  <a:pt x="2301" y="523"/>
                </a:cubicBezTo>
                <a:lnTo>
                  <a:pt x="2067" y="523"/>
                </a:lnTo>
                <a:lnTo>
                  <a:pt x="2067" y="523"/>
                </a:lnTo>
                <a:cubicBezTo>
                  <a:pt x="1994" y="523"/>
                  <a:pt x="1936" y="464"/>
                  <a:pt x="1936" y="392"/>
                </a:cubicBezTo>
                <a:lnTo>
                  <a:pt x="1936" y="392"/>
                </a:lnTo>
                <a:cubicBezTo>
                  <a:pt x="1936" y="324"/>
                  <a:pt x="1988" y="269"/>
                  <a:pt x="2053" y="261"/>
                </a:cubicBezTo>
                <a:lnTo>
                  <a:pt x="2607" y="261"/>
                </a:lnTo>
                <a:lnTo>
                  <a:pt x="2607" y="261"/>
                </a:lnTo>
                <a:cubicBezTo>
                  <a:pt x="2679" y="261"/>
                  <a:pt x="2738" y="202"/>
                  <a:pt x="2738" y="130"/>
                </a:cubicBezTo>
                <a:lnTo>
                  <a:pt x="2738" y="130"/>
                </a:lnTo>
                <a:cubicBezTo>
                  <a:pt x="2738" y="58"/>
                  <a:pt x="2679" y="0"/>
                  <a:pt x="2607" y="0"/>
                </a:cubicBezTo>
              </a:path>
            </a:pathLst>
          </a:custGeom>
          <a:solidFill>
            <a:srgbClr val="EEF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5" name="Freeform 68">
            <a:extLst>
              <a:ext uri="{FF2B5EF4-FFF2-40B4-BE49-F238E27FC236}">
                <a16:creationId xmlns:a16="http://schemas.microsoft.com/office/drawing/2014/main" id="{25971637-4821-8D4D-97BF-1CD3FCB80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1062" y="11560048"/>
            <a:ext cx="9590859" cy="175777"/>
          </a:xfrm>
          <a:custGeom>
            <a:avLst/>
            <a:gdLst>
              <a:gd name="T0" fmla="*/ 0 w 7701"/>
              <a:gd name="T1" fmla="*/ 0 h 143"/>
              <a:gd name="T2" fmla="*/ 7700 w 7701"/>
              <a:gd name="T3" fmla="*/ 0 h 143"/>
              <a:gd name="T4" fmla="*/ 7700 w 7701"/>
              <a:gd name="T5" fmla="*/ 142 h 143"/>
              <a:gd name="T6" fmla="*/ 0 w 7701"/>
              <a:gd name="T7" fmla="*/ 142 h 143"/>
              <a:gd name="T8" fmla="*/ 0 w 770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701" h="143">
                <a:moveTo>
                  <a:pt x="0" y="0"/>
                </a:moveTo>
                <a:lnTo>
                  <a:pt x="7700" y="0"/>
                </a:lnTo>
                <a:lnTo>
                  <a:pt x="7700" y="142"/>
                </a:lnTo>
                <a:lnTo>
                  <a:pt x="0" y="142"/>
                </a:lnTo>
                <a:lnTo>
                  <a:pt x="0" y="0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6" name="Freeform 69">
            <a:extLst>
              <a:ext uri="{FF2B5EF4-FFF2-40B4-BE49-F238E27FC236}">
                <a16:creationId xmlns:a16="http://schemas.microsoft.com/office/drawing/2014/main" id="{E63CC5B2-E331-684B-B1B0-D055701F6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1062" y="11735825"/>
            <a:ext cx="9590859" cy="137328"/>
          </a:xfrm>
          <a:custGeom>
            <a:avLst/>
            <a:gdLst>
              <a:gd name="T0" fmla="*/ 7700 w 7701"/>
              <a:gd name="T1" fmla="*/ 0 h 112"/>
              <a:gd name="T2" fmla="*/ 7700 w 7701"/>
              <a:gd name="T3" fmla="*/ 0 h 112"/>
              <a:gd name="T4" fmla="*/ 6415 w 7701"/>
              <a:gd name="T5" fmla="*/ 111 h 112"/>
              <a:gd name="T6" fmla="*/ 1286 w 7701"/>
              <a:gd name="T7" fmla="*/ 111 h 112"/>
              <a:gd name="T8" fmla="*/ 1286 w 7701"/>
              <a:gd name="T9" fmla="*/ 111 h 112"/>
              <a:gd name="T10" fmla="*/ 0 w 7701"/>
              <a:gd name="T11" fmla="*/ 0 h 112"/>
              <a:gd name="T12" fmla="*/ 7700 w 7701"/>
              <a:gd name="T1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01" h="112">
                <a:moveTo>
                  <a:pt x="7700" y="0"/>
                </a:moveTo>
                <a:lnTo>
                  <a:pt x="7700" y="0"/>
                </a:lnTo>
                <a:cubicBezTo>
                  <a:pt x="7700" y="0"/>
                  <a:pt x="7552" y="111"/>
                  <a:pt x="6415" y="111"/>
                </a:cubicBezTo>
                <a:lnTo>
                  <a:pt x="1286" y="111"/>
                </a:lnTo>
                <a:lnTo>
                  <a:pt x="1286" y="111"/>
                </a:lnTo>
                <a:cubicBezTo>
                  <a:pt x="148" y="111"/>
                  <a:pt x="0" y="0"/>
                  <a:pt x="0" y="0"/>
                </a:cubicBezTo>
                <a:lnTo>
                  <a:pt x="7700" y="0"/>
                </a:ln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7" name="Freeform 70">
            <a:extLst>
              <a:ext uri="{FF2B5EF4-FFF2-40B4-BE49-F238E27FC236}">
                <a16:creationId xmlns:a16="http://schemas.microsoft.com/office/drawing/2014/main" id="{891A9507-F497-E845-B68A-6EBAC32DC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982" y="11560051"/>
            <a:ext cx="1581997" cy="142819"/>
          </a:xfrm>
          <a:custGeom>
            <a:avLst/>
            <a:gdLst>
              <a:gd name="T0" fmla="*/ 1199 w 1270"/>
              <a:gd name="T1" fmla="*/ 112 h 113"/>
              <a:gd name="T2" fmla="*/ 70 w 1270"/>
              <a:gd name="T3" fmla="*/ 112 h 113"/>
              <a:gd name="T4" fmla="*/ 70 w 1270"/>
              <a:gd name="T5" fmla="*/ 112 h 113"/>
              <a:gd name="T6" fmla="*/ 0 w 1270"/>
              <a:gd name="T7" fmla="*/ 42 h 113"/>
              <a:gd name="T8" fmla="*/ 0 w 1270"/>
              <a:gd name="T9" fmla="*/ 0 h 113"/>
              <a:gd name="T10" fmla="*/ 1269 w 1270"/>
              <a:gd name="T11" fmla="*/ 0 h 113"/>
              <a:gd name="T12" fmla="*/ 1269 w 1270"/>
              <a:gd name="T13" fmla="*/ 42 h 113"/>
              <a:gd name="T14" fmla="*/ 1269 w 1270"/>
              <a:gd name="T15" fmla="*/ 42 h 113"/>
              <a:gd name="T16" fmla="*/ 1199 w 1270"/>
              <a:gd name="T17" fmla="*/ 11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0" h="113">
                <a:moveTo>
                  <a:pt x="1199" y="112"/>
                </a:moveTo>
                <a:lnTo>
                  <a:pt x="70" y="112"/>
                </a:lnTo>
                <a:lnTo>
                  <a:pt x="70" y="112"/>
                </a:lnTo>
                <a:cubicBezTo>
                  <a:pt x="31" y="112"/>
                  <a:pt x="0" y="80"/>
                  <a:pt x="0" y="42"/>
                </a:cubicBezTo>
                <a:lnTo>
                  <a:pt x="0" y="0"/>
                </a:lnTo>
                <a:lnTo>
                  <a:pt x="1269" y="0"/>
                </a:lnTo>
                <a:lnTo>
                  <a:pt x="1269" y="42"/>
                </a:lnTo>
                <a:lnTo>
                  <a:pt x="1269" y="42"/>
                </a:lnTo>
                <a:cubicBezTo>
                  <a:pt x="1269" y="80"/>
                  <a:pt x="1237" y="112"/>
                  <a:pt x="1199" y="11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8" name="Freeform 71">
            <a:extLst>
              <a:ext uri="{FF2B5EF4-FFF2-40B4-BE49-F238E27FC236}">
                <a16:creationId xmlns:a16="http://schemas.microsoft.com/office/drawing/2014/main" id="{C5DC0D1C-4400-EC46-A803-290EC0123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894" y="6336166"/>
            <a:ext cx="7750691" cy="5218394"/>
          </a:xfrm>
          <a:custGeom>
            <a:avLst/>
            <a:gdLst>
              <a:gd name="T0" fmla="*/ 6031 w 6221"/>
              <a:gd name="T1" fmla="*/ 0 h 4191"/>
              <a:gd name="T2" fmla="*/ 189 w 6221"/>
              <a:gd name="T3" fmla="*/ 0 h 4191"/>
              <a:gd name="T4" fmla="*/ 189 w 6221"/>
              <a:gd name="T5" fmla="*/ 0 h 4191"/>
              <a:gd name="T6" fmla="*/ 0 w 6221"/>
              <a:gd name="T7" fmla="*/ 189 h 4191"/>
              <a:gd name="T8" fmla="*/ 0 w 6221"/>
              <a:gd name="T9" fmla="*/ 4190 h 4191"/>
              <a:gd name="T10" fmla="*/ 6220 w 6221"/>
              <a:gd name="T11" fmla="*/ 4190 h 4191"/>
              <a:gd name="T12" fmla="*/ 6220 w 6221"/>
              <a:gd name="T13" fmla="*/ 189 h 4191"/>
              <a:gd name="T14" fmla="*/ 6220 w 6221"/>
              <a:gd name="T15" fmla="*/ 189 h 4191"/>
              <a:gd name="T16" fmla="*/ 6031 w 6221"/>
              <a:gd name="T17" fmla="*/ 0 h 4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221" h="4191">
                <a:moveTo>
                  <a:pt x="6031" y="0"/>
                </a:moveTo>
                <a:lnTo>
                  <a:pt x="189" y="0"/>
                </a:lnTo>
                <a:lnTo>
                  <a:pt x="189" y="0"/>
                </a:lnTo>
                <a:cubicBezTo>
                  <a:pt x="84" y="0"/>
                  <a:pt x="0" y="84"/>
                  <a:pt x="0" y="189"/>
                </a:cubicBezTo>
                <a:lnTo>
                  <a:pt x="0" y="4190"/>
                </a:lnTo>
                <a:lnTo>
                  <a:pt x="6220" y="4190"/>
                </a:lnTo>
                <a:lnTo>
                  <a:pt x="6220" y="189"/>
                </a:lnTo>
                <a:lnTo>
                  <a:pt x="6220" y="189"/>
                </a:lnTo>
                <a:cubicBezTo>
                  <a:pt x="6220" y="84"/>
                  <a:pt x="6136" y="0"/>
                  <a:pt x="6031" y="0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19" name="Freeform 72">
            <a:extLst>
              <a:ext uri="{FF2B5EF4-FFF2-40B4-BE49-F238E27FC236}">
                <a16:creationId xmlns:a16="http://schemas.microsoft.com/office/drawing/2014/main" id="{4E67C9C4-A13E-B14A-A082-A31417CA2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5166" y="6522926"/>
            <a:ext cx="7388146" cy="4855853"/>
          </a:xfrm>
          <a:custGeom>
            <a:avLst/>
            <a:gdLst>
              <a:gd name="T0" fmla="*/ 5761 w 5929"/>
              <a:gd name="T1" fmla="*/ 0 h 3899"/>
              <a:gd name="T2" fmla="*/ 167 w 5929"/>
              <a:gd name="T3" fmla="*/ 0 h 3899"/>
              <a:gd name="T4" fmla="*/ 167 w 5929"/>
              <a:gd name="T5" fmla="*/ 0 h 3899"/>
              <a:gd name="T6" fmla="*/ 0 w 5929"/>
              <a:gd name="T7" fmla="*/ 167 h 3899"/>
              <a:gd name="T8" fmla="*/ 0 w 5929"/>
              <a:gd name="T9" fmla="*/ 3898 h 3899"/>
              <a:gd name="T10" fmla="*/ 5928 w 5929"/>
              <a:gd name="T11" fmla="*/ 3898 h 3899"/>
              <a:gd name="T12" fmla="*/ 5928 w 5929"/>
              <a:gd name="T13" fmla="*/ 167 h 3899"/>
              <a:gd name="T14" fmla="*/ 5928 w 5929"/>
              <a:gd name="T15" fmla="*/ 167 h 3899"/>
              <a:gd name="T16" fmla="*/ 5761 w 5929"/>
              <a:gd name="T17" fmla="*/ 0 h 38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29" h="3899">
                <a:moveTo>
                  <a:pt x="5761" y="0"/>
                </a:moveTo>
                <a:lnTo>
                  <a:pt x="167" y="0"/>
                </a:lnTo>
                <a:lnTo>
                  <a:pt x="167" y="0"/>
                </a:lnTo>
                <a:cubicBezTo>
                  <a:pt x="75" y="0"/>
                  <a:pt x="0" y="74"/>
                  <a:pt x="0" y="167"/>
                </a:cubicBezTo>
                <a:lnTo>
                  <a:pt x="0" y="3898"/>
                </a:lnTo>
                <a:lnTo>
                  <a:pt x="5928" y="3898"/>
                </a:lnTo>
                <a:lnTo>
                  <a:pt x="5928" y="167"/>
                </a:lnTo>
                <a:lnTo>
                  <a:pt x="5928" y="167"/>
                </a:lnTo>
                <a:cubicBezTo>
                  <a:pt x="5928" y="74"/>
                  <a:pt x="5853" y="0"/>
                  <a:pt x="5761" y="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0" name="Freeform 73">
            <a:extLst>
              <a:ext uri="{FF2B5EF4-FFF2-40B4-BE49-F238E27FC236}">
                <a16:creationId xmlns:a16="http://schemas.microsoft.com/office/drawing/2014/main" id="{78334122-0D4A-D84E-B383-3ED68CEAD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3426" y="4990368"/>
            <a:ext cx="3021176" cy="5114028"/>
          </a:xfrm>
          <a:custGeom>
            <a:avLst/>
            <a:gdLst>
              <a:gd name="T0" fmla="*/ 333 w 2424"/>
              <a:gd name="T1" fmla="*/ 2330 h 4104"/>
              <a:gd name="T2" fmla="*/ 333 w 2424"/>
              <a:gd name="T3" fmla="*/ 2330 h 4104"/>
              <a:gd name="T4" fmla="*/ 1814 w 2424"/>
              <a:gd name="T5" fmla="*/ 3949 h 4104"/>
              <a:gd name="T6" fmla="*/ 1814 w 2424"/>
              <a:gd name="T7" fmla="*/ 3949 h 4104"/>
              <a:gd name="T8" fmla="*/ 2092 w 2424"/>
              <a:gd name="T9" fmla="*/ 1772 h 4104"/>
              <a:gd name="T10" fmla="*/ 2092 w 2424"/>
              <a:gd name="T11" fmla="*/ 1772 h 4104"/>
              <a:gd name="T12" fmla="*/ 611 w 2424"/>
              <a:gd name="T13" fmla="*/ 154 h 4104"/>
              <a:gd name="T14" fmla="*/ 611 w 2424"/>
              <a:gd name="T15" fmla="*/ 154 h 4104"/>
              <a:gd name="T16" fmla="*/ 333 w 2424"/>
              <a:gd name="T17" fmla="*/ 2330 h 4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24" h="4104">
                <a:moveTo>
                  <a:pt x="333" y="2330"/>
                </a:moveTo>
                <a:lnTo>
                  <a:pt x="333" y="2330"/>
                </a:lnTo>
                <a:cubicBezTo>
                  <a:pt x="665" y="3378"/>
                  <a:pt x="1328" y="4103"/>
                  <a:pt x="1814" y="3949"/>
                </a:cubicBezTo>
                <a:lnTo>
                  <a:pt x="1814" y="3949"/>
                </a:lnTo>
                <a:cubicBezTo>
                  <a:pt x="2299" y="3795"/>
                  <a:pt x="2423" y="2820"/>
                  <a:pt x="2092" y="1772"/>
                </a:cubicBezTo>
                <a:lnTo>
                  <a:pt x="2092" y="1772"/>
                </a:lnTo>
                <a:cubicBezTo>
                  <a:pt x="1760" y="725"/>
                  <a:pt x="1097" y="0"/>
                  <a:pt x="611" y="154"/>
                </a:cubicBezTo>
                <a:lnTo>
                  <a:pt x="611" y="154"/>
                </a:lnTo>
                <a:cubicBezTo>
                  <a:pt x="125" y="308"/>
                  <a:pt x="0" y="1283"/>
                  <a:pt x="333" y="2330"/>
                </a:cubicBezTo>
              </a:path>
            </a:pathLst>
          </a:custGeom>
          <a:solidFill>
            <a:srgbClr val="F9FB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1" name="Freeform 74">
            <a:extLst>
              <a:ext uri="{FF2B5EF4-FFF2-40B4-BE49-F238E27FC236}">
                <a16:creationId xmlns:a16="http://schemas.microsoft.com/office/drawing/2014/main" id="{6B1E1E07-2E80-9247-8F3E-44A5A4331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3977" y="6698707"/>
            <a:ext cx="2603704" cy="2603704"/>
          </a:xfrm>
          <a:custGeom>
            <a:avLst/>
            <a:gdLst>
              <a:gd name="T0" fmla="*/ 0 w 2091"/>
              <a:gd name="T1" fmla="*/ 1044 h 2090"/>
              <a:gd name="T2" fmla="*/ 0 w 2091"/>
              <a:gd name="T3" fmla="*/ 1044 h 2090"/>
              <a:gd name="T4" fmla="*/ 1045 w 2091"/>
              <a:gd name="T5" fmla="*/ 2089 h 2090"/>
              <a:gd name="T6" fmla="*/ 1045 w 2091"/>
              <a:gd name="T7" fmla="*/ 2089 h 2090"/>
              <a:gd name="T8" fmla="*/ 2090 w 2091"/>
              <a:gd name="T9" fmla="*/ 1044 h 2090"/>
              <a:gd name="T10" fmla="*/ 2090 w 2091"/>
              <a:gd name="T11" fmla="*/ 1044 h 2090"/>
              <a:gd name="T12" fmla="*/ 1045 w 2091"/>
              <a:gd name="T13" fmla="*/ 0 h 2090"/>
              <a:gd name="T14" fmla="*/ 1045 w 2091"/>
              <a:gd name="T15" fmla="*/ 0 h 2090"/>
              <a:gd name="T16" fmla="*/ 0 w 2091"/>
              <a:gd name="T17" fmla="*/ 1044 h 20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91" h="2090">
                <a:moveTo>
                  <a:pt x="0" y="1044"/>
                </a:moveTo>
                <a:lnTo>
                  <a:pt x="0" y="1044"/>
                </a:lnTo>
                <a:cubicBezTo>
                  <a:pt x="0" y="1621"/>
                  <a:pt x="468" y="2089"/>
                  <a:pt x="1045" y="2089"/>
                </a:cubicBezTo>
                <a:lnTo>
                  <a:pt x="1045" y="2089"/>
                </a:lnTo>
                <a:cubicBezTo>
                  <a:pt x="1622" y="2089"/>
                  <a:pt x="2090" y="1621"/>
                  <a:pt x="2090" y="1044"/>
                </a:cubicBezTo>
                <a:lnTo>
                  <a:pt x="2090" y="1044"/>
                </a:lnTo>
                <a:cubicBezTo>
                  <a:pt x="2090" y="466"/>
                  <a:pt x="1622" y="0"/>
                  <a:pt x="1045" y="0"/>
                </a:cubicBezTo>
                <a:lnTo>
                  <a:pt x="1045" y="0"/>
                </a:lnTo>
                <a:cubicBezTo>
                  <a:pt x="468" y="0"/>
                  <a:pt x="0" y="466"/>
                  <a:pt x="0" y="1044"/>
                </a:cubicBezTo>
              </a:path>
            </a:pathLst>
          </a:custGeom>
          <a:solidFill>
            <a:srgbClr val="D0E3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2" name="Freeform 75">
            <a:extLst>
              <a:ext uri="{FF2B5EF4-FFF2-40B4-BE49-F238E27FC236}">
                <a16:creationId xmlns:a16="http://schemas.microsoft.com/office/drawing/2014/main" id="{43CD0076-BC08-904D-8F3C-45837795B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308" y="5369390"/>
            <a:ext cx="5491" cy="5491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3" name="Freeform 76">
            <a:extLst>
              <a:ext uri="{FF2B5EF4-FFF2-40B4-BE49-F238E27FC236}">
                <a16:creationId xmlns:a16="http://schemas.microsoft.com/office/drawing/2014/main" id="{818D91D6-B832-AF4A-940A-9E0346A25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655" y="5572631"/>
            <a:ext cx="6102777" cy="4844867"/>
          </a:xfrm>
          <a:custGeom>
            <a:avLst/>
            <a:gdLst>
              <a:gd name="T0" fmla="*/ 3602 w 4899"/>
              <a:gd name="T1" fmla="*/ 0 h 3888"/>
              <a:gd name="T2" fmla="*/ 3602 w 4899"/>
              <a:gd name="T3" fmla="*/ 0 h 3888"/>
              <a:gd name="T4" fmla="*/ 3648 w 4899"/>
              <a:gd name="T5" fmla="*/ 1864 h 3888"/>
              <a:gd name="T6" fmla="*/ 3648 w 4899"/>
              <a:gd name="T7" fmla="*/ 1864 h 3888"/>
              <a:gd name="T8" fmla="*/ 4898 w 4899"/>
              <a:gd name="T9" fmla="*/ 3494 h 3888"/>
              <a:gd name="T10" fmla="*/ 4898 w 4899"/>
              <a:gd name="T11" fmla="*/ 3494 h 3888"/>
              <a:gd name="T12" fmla="*/ 4898 w 4899"/>
              <a:gd name="T13" fmla="*/ 3494 h 3888"/>
              <a:gd name="T14" fmla="*/ 4898 w 4899"/>
              <a:gd name="T15" fmla="*/ 3494 h 3888"/>
              <a:gd name="T16" fmla="*/ 516 w 4899"/>
              <a:gd name="T17" fmla="*/ 3887 h 3888"/>
              <a:gd name="T18" fmla="*/ 516 w 4899"/>
              <a:gd name="T19" fmla="*/ 3887 h 3888"/>
              <a:gd name="T20" fmla="*/ 0 w 4899"/>
              <a:gd name="T21" fmla="*/ 2549 h 3888"/>
              <a:gd name="T22" fmla="*/ 0 w 4899"/>
              <a:gd name="T23" fmla="*/ 2549 h 3888"/>
              <a:gd name="T24" fmla="*/ 3602 w 4899"/>
              <a:gd name="T25" fmla="*/ 0 h 3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99" h="3888">
                <a:moveTo>
                  <a:pt x="3602" y="0"/>
                </a:moveTo>
                <a:lnTo>
                  <a:pt x="3602" y="0"/>
                </a:lnTo>
                <a:cubicBezTo>
                  <a:pt x="3406" y="400"/>
                  <a:pt x="3410" y="1112"/>
                  <a:pt x="3648" y="1864"/>
                </a:cubicBezTo>
                <a:lnTo>
                  <a:pt x="3648" y="1864"/>
                </a:lnTo>
                <a:cubicBezTo>
                  <a:pt x="3929" y="2754"/>
                  <a:pt x="4450" y="3411"/>
                  <a:pt x="4898" y="3494"/>
                </a:cubicBezTo>
                <a:lnTo>
                  <a:pt x="4898" y="3494"/>
                </a:lnTo>
                <a:lnTo>
                  <a:pt x="4898" y="3494"/>
                </a:lnTo>
                <a:lnTo>
                  <a:pt x="4898" y="3494"/>
                </a:lnTo>
                <a:cubicBezTo>
                  <a:pt x="4898" y="3494"/>
                  <a:pt x="3045" y="3261"/>
                  <a:pt x="516" y="3887"/>
                </a:cubicBezTo>
                <a:lnTo>
                  <a:pt x="516" y="3887"/>
                </a:lnTo>
                <a:cubicBezTo>
                  <a:pt x="516" y="3887"/>
                  <a:pt x="62" y="3482"/>
                  <a:pt x="0" y="2549"/>
                </a:cubicBezTo>
                <a:lnTo>
                  <a:pt x="0" y="2549"/>
                </a:lnTo>
                <a:cubicBezTo>
                  <a:pt x="0" y="2549"/>
                  <a:pt x="2757" y="1171"/>
                  <a:pt x="3602" y="0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4" name="Freeform 77">
            <a:extLst>
              <a:ext uri="{FF2B5EF4-FFF2-40B4-BE49-F238E27FC236}">
                <a16:creationId xmlns:a16="http://schemas.microsoft.com/office/drawing/2014/main" id="{72F94072-0141-C248-93F4-18B13F8D3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706" y="9016773"/>
            <a:ext cx="867901" cy="1191989"/>
          </a:xfrm>
          <a:custGeom>
            <a:avLst/>
            <a:gdLst>
              <a:gd name="T0" fmla="*/ 374 w 697"/>
              <a:gd name="T1" fmla="*/ 0 h 958"/>
              <a:gd name="T2" fmla="*/ 374 w 697"/>
              <a:gd name="T3" fmla="*/ 0 h 958"/>
              <a:gd name="T4" fmla="*/ 696 w 697"/>
              <a:gd name="T5" fmla="*/ 907 h 958"/>
              <a:gd name="T6" fmla="*/ 696 w 697"/>
              <a:gd name="T7" fmla="*/ 907 h 958"/>
              <a:gd name="T8" fmla="*/ 485 w 697"/>
              <a:gd name="T9" fmla="*/ 957 h 958"/>
              <a:gd name="T10" fmla="*/ 485 w 697"/>
              <a:gd name="T11" fmla="*/ 957 h 958"/>
              <a:gd name="T12" fmla="*/ 0 w 697"/>
              <a:gd name="T13" fmla="*/ 472 h 958"/>
              <a:gd name="T14" fmla="*/ 0 w 697"/>
              <a:gd name="T15" fmla="*/ 472 h 958"/>
              <a:gd name="T16" fmla="*/ 374 w 697"/>
              <a:gd name="T17" fmla="*/ 0 h 9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97" h="958">
                <a:moveTo>
                  <a:pt x="374" y="0"/>
                </a:moveTo>
                <a:lnTo>
                  <a:pt x="374" y="0"/>
                </a:lnTo>
                <a:cubicBezTo>
                  <a:pt x="435" y="431"/>
                  <a:pt x="580" y="728"/>
                  <a:pt x="696" y="907"/>
                </a:cubicBezTo>
                <a:lnTo>
                  <a:pt x="696" y="907"/>
                </a:lnTo>
                <a:cubicBezTo>
                  <a:pt x="633" y="938"/>
                  <a:pt x="561" y="957"/>
                  <a:pt x="485" y="957"/>
                </a:cubicBezTo>
                <a:lnTo>
                  <a:pt x="485" y="957"/>
                </a:lnTo>
                <a:cubicBezTo>
                  <a:pt x="218" y="957"/>
                  <a:pt x="0" y="739"/>
                  <a:pt x="0" y="472"/>
                </a:cubicBezTo>
                <a:lnTo>
                  <a:pt x="0" y="472"/>
                </a:lnTo>
                <a:cubicBezTo>
                  <a:pt x="0" y="242"/>
                  <a:pt x="159" y="51"/>
                  <a:pt x="374" y="0"/>
                </a:cubicBezTo>
              </a:path>
            </a:pathLst>
          </a:custGeom>
          <a:solidFill>
            <a:srgbClr val="D0E3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5" name="Freeform 78">
            <a:extLst>
              <a:ext uri="{FF2B5EF4-FFF2-40B4-BE49-F238E27FC236}">
                <a16:creationId xmlns:a16="http://schemas.microsoft.com/office/drawing/2014/main" id="{CBC51395-3606-AA4A-A587-C80CD1DF9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658" y="10104392"/>
            <a:ext cx="1581997" cy="1268892"/>
          </a:xfrm>
          <a:custGeom>
            <a:avLst/>
            <a:gdLst>
              <a:gd name="T0" fmla="*/ 1269 w 1270"/>
              <a:gd name="T1" fmla="*/ 1019 h 1020"/>
              <a:gd name="T2" fmla="*/ 1269 w 1270"/>
              <a:gd name="T3" fmla="*/ 1019 h 1020"/>
              <a:gd name="T4" fmla="*/ 764 w 1270"/>
              <a:gd name="T5" fmla="*/ 0 h 1020"/>
              <a:gd name="T6" fmla="*/ 764 w 1270"/>
              <a:gd name="T7" fmla="*/ 0 h 1020"/>
              <a:gd name="T8" fmla="*/ 0 w 1270"/>
              <a:gd name="T9" fmla="*/ 145 h 1020"/>
              <a:gd name="T10" fmla="*/ 0 w 1270"/>
              <a:gd name="T11" fmla="*/ 145 h 1020"/>
              <a:gd name="T12" fmla="*/ 387 w 1270"/>
              <a:gd name="T13" fmla="*/ 1019 h 1020"/>
              <a:gd name="T14" fmla="*/ 1269 w 1270"/>
              <a:gd name="T15" fmla="*/ 1019 h 10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70" h="1020">
                <a:moveTo>
                  <a:pt x="1269" y="1019"/>
                </a:moveTo>
                <a:lnTo>
                  <a:pt x="1269" y="1019"/>
                </a:lnTo>
                <a:cubicBezTo>
                  <a:pt x="1164" y="774"/>
                  <a:pt x="912" y="401"/>
                  <a:pt x="764" y="0"/>
                </a:cubicBezTo>
                <a:lnTo>
                  <a:pt x="764" y="0"/>
                </a:lnTo>
                <a:cubicBezTo>
                  <a:pt x="518" y="40"/>
                  <a:pt x="264" y="88"/>
                  <a:pt x="0" y="145"/>
                </a:cubicBezTo>
                <a:lnTo>
                  <a:pt x="0" y="145"/>
                </a:lnTo>
                <a:cubicBezTo>
                  <a:pt x="66" y="296"/>
                  <a:pt x="222" y="647"/>
                  <a:pt x="387" y="1019"/>
                </a:cubicBezTo>
                <a:lnTo>
                  <a:pt x="1269" y="1019"/>
                </a:lnTo>
              </a:path>
            </a:pathLst>
          </a:custGeom>
          <a:solidFill>
            <a:srgbClr val="D0E3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6" name="Freeform 79">
            <a:extLst>
              <a:ext uri="{FF2B5EF4-FFF2-40B4-BE49-F238E27FC236}">
                <a16:creationId xmlns:a16="http://schemas.microsoft.com/office/drawing/2014/main" id="{73121098-B21A-5A4C-A15E-80AB4F0A5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3813" y="10148337"/>
            <a:ext cx="714096" cy="790999"/>
          </a:xfrm>
          <a:custGeom>
            <a:avLst/>
            <a:gdLst>
              <a:gd name="T0" fmla="*/ 44 w 572"/>
              <a:gd name="T1" fmla="*/ 0 h 634"/>
              <a:gd name="T2" fmla="*/ 571 w 572"/>
              <a:gd name="T3" fmla="*/ 365 h 634"/>
              <a:gd name="T4" fmla="*/ 540 w 572"/>
              <a:gd name="T5" fmla="*/ 476 h 634"/>
              <a:gd name="T6" fmla="*/ 221 w 572"/>
              <a:gd name="T7" fmla="*/ 633 h 634"/>
              <a:gd name="T8" fmla="*/ 0 w 572"/>
              <a:gd name="T9" fmla="*/ 92 h 634"/>
              <a:gd name="T10" fmla="*/ 28 w 572"/>
              <a:gd name="T11" fmla="*/ 2 h 634"/>
              <a:gd name="T12" fmla="*/ 28 w 572"/>
              <a:gd name="T13" fmla="*/ 2 h 634"/>
              <a:gd name="T14" fmla="*/ 44 w 572"/>
              <a:gd name="T15" fmla="*/ 0 h 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72" h="634">
                <a:moveTo>
                  <a:pt x="44" y="0"/>
                </a:moveTo>
                <a:lnTo>
                  <a:pt x="571" y="365"/>
                </a:lnTo>
                <a:lnTo>
                  <a:pt x="540" y="476"/>
                </a:lnTo>
                <a:lnTo>
                  <a:pt x="221" y="633"/>
                </a:lnTo>
                <a:lnTo>
                  <a:pt x="0" y="92"/>
                </a:lnTo>
                <a:lnTo>
                  <a:pt x="28" y="2"/>
                </a:lnTo>
                <a:lnTo>
                  <a:pt x="28" y="2"/>
                </a:lnTo>
                <a:cubicBezTo>
                  <a:pt x="33" y="1"/>
                  <a:pt x="38" y="1"/>
                  <a:pt x="44" y="0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7" name="Freeform 80">
            <a:extLst>
              <a:ext uri="{FF2B5EF4-FFF2-40B4-BE49-F238E27FC236}">
                <a16:creationId xmlns:a16="http://schemas.microsoft.com/office/drawing/2014/main" id="{C46AEC8A-32F8-184F-9C26-0561F46BF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7757" y="10071438"/>
            <a:ext cx="670152" cy="714096"/>
          </a:xfrm>
          <a:custGeom>
            <a:avLst/>
            <a:gdLst>
              <a:gd name="T0" fmla="*/ 373 w 536"/>
              <a:gd name="T1" fmla="*/ 0 h 574"/>
              <a:gd name="T2" fmla="*/ 535 w 536"/>
              <a:gd name="T3" fmla="*/ 425 h 574"/>
              <a:gd name="T4" fmla="*/ 241 w 536"/>
              <a:gd name="T5" fmla="*/ 573 h 574"/>
              <a:gd name="T6" fmla="*/ 0 w 536"/>
              <a:gd name="T7" fmla="*/ 61 h 574"/>
              <a:gd name="T8" fmla="*/ 0 w 536"/>
              <a:gd name="T9" fmla="*/ 61 h 574"/>
              <a:gd name="T10" fmla="*/ 373 w 536"/>
              <a:gd name="T11" fmla="*/ 0 h 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6" h="574">
                <a:moveTo>
                  <a:pt x="373" y="0"/>
                </a:moveTo>
                <a:lnTo>
                  <a:pt x="535" y="425"/>
                </a:lnTo>
                <a:lnTo>
                  <a:pt x="241" y="573"/>
                </a:lnTo>
                <a:lnTo>
                  <a:pt x="0" y="61"/>
                </a:lnTo>
                <a:lnTo>
                  <a:pt x="0" y="61"/>
                </a:lnTo>
                <a:cubicBezTo>
                  <a:pt x="127" y="39"/>
                  <a:pt x="251" y="18"/>
                  <a:pt x="373" y="0"/>
                </a:cubicBezTo>
              </a:path>
            </a:pathLst>
          </a:custGeom>
          <a:solidFill>
            <a:srgbClr val="EEF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8" name="Freeform 81">
            <a:extLst>
              <a:ext uri="{FF2B5EF4-FFF2-40B4-BE49-F238E27FC236}">
                <a16:creationId xmlns:a16="http://schemas.microsoft.com/office/drawing/2014/main" id="{90132B12-676F-574E-85B1-1F95A4B95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020" y="5303470"/>
            <a:ext cx="3114559" cy="895365"/>
          </a:xfrm>
          <a:custGeom>
            <a:avLst/>
            <a:gdLst>
              <a:gd name="T0" fmla="*/ 2381 w 2502"/>
              <a:gd name="T1" fmla="*/ 478 h 719"/>
              <a:gd name="T2" fmla="*/ 1257 w 2502"/>
              <a:gd name="T3" fmla="*/ 478 h 719"/>
              <a:gd name="T4" fmla="*/ 1257 w 2502"/>
              <a:gd name="T5" fmla="*/ 478 h 719"/>
              <a:gd name="T6" fmla="*/ 1139 w 2502"/>
              <a:gd name="T7" fmla="*/ 359 h 719"/>
              <a:gd name="T8" fmla="*/ 1139 w 2502"/>
              <a:gd name="T9" fmla="*/ 359 h 719"/>
              <a:gd name="T10" fmla="*/ 1259 w 2502"/>
              <a:gd name="T11" fmla="*/ 239 h 719"/>
              <a:gd name="T12" fmla="*/ 1430 w 2502"/>
              <a:gd name="T13" fmla="*/ 239 h 719"/>
              <a:gd name="T14" fmla="*/ 1430 w 2502"/>
              <a:gd name="T15" fmla="*/ 239 h 719"/>
              <a:gd name="T16" fmla="*/ 1550 w 2502"/>
              <a:gd name="T17" fmla="*/ 120 h 719"/>
              <a:gd name="T18" fmla="*/ 1550 w 2502"/>
              <a:gd name="T19" fmla="*/ 120 h 719"/>
              <a:gd name="T20" fmla="*/ 1430 w 2502"/>
              <a:gd name="T21" fmla="*/ 0 h 719"/>
              <a:gd name="T22" fmla="*/ 399 w 2502"/>
              <a:gd name="T23" fmla="*/ 0 h 719"/>
              <a:gd name="T24" fmla="*/ 399 w 2502"/>
              <a:gd name="T25" fmla="*/ 0 h 719"/>
              <a:gd name="T26" fmla="*/ 279 w 2502"/>
              <a:gd name="T27" fmla="*/ 120 h 719"/>
              <a:gd name="T28" fmla="*/ 279 w 2502"/>
              <a:gd name="T29" fmla="*/ 120 h 719"/>
              <a:gd name="T30" fmla="*/ 399 w 2502"/>
              <a:gd name="T31" fmla="*/ 239 h 719"/>
              <a:gd name="T32" fmla="*/ 606 w 2502"/>
              <a:gd name="T33" fmla="*/ 239 h 719"/>
              <a:gd name="T34" fmla="*/ 613 w 2502"/>
              <a:gd name="T35" fmla="*/ 239 h 719"/>
              <a:gd name="T36" fmla="*/ 613 w 2502"/>
              <a:gd name="T37" fmla="*/ 239 h 719"/>
              <a:gd name="T38" fmla="*/ 733 w 2502"/>
              <a:gd name="T39" fmla="*/ 359 h 719"/>
              <a:gd name="T40" fmla="*/ 733 w 2502"/>
              <a:gd name="T41" fmla="*/ 359 h 719"/>
              <a:gd name="T42" fmla="*/ 615 w 2502"/>
              <a:gd name="T43" fmla="*/ 478 h 719"/>
              <a:gd name="T44" fmla="*/ 120 w 2502"/>
              <a:gd name="T45" fmla="*/ 478 h 719"/>
              <a:gd name="T46" fmla="*/ 120 w 2502"/>
              <a:gd name="T47" fmla="*/ 478 h 719"/>
              <a:gd name="T48" fmla="*/ 0 w 2502"/>
              <a:gd name="T49" fmla="*/ 598 h 719"/>
              <a:gd name="T50" fmla="*/ 0 w 2502"/>
              <a:gd name="T51" fmla="*/ 598 h 719"/>
              <a:gd name="T52" fmla="*/ 120 w 2502"/>
              <a:gd name="T53" fmla="*/ 718 h 719"/>
              <a:gd name="T54" fmla="*/ 2381 w 2502"/>
              <a:gd name="T55" fmla="*/ 718 h 719"/>
              <a:gd name="T56" fmla="*/ 2381 w 2502"/>
              <a:gd name="T57" fmla="*/ 718 h 719"/>
              <a:gd name="T58" fmla="*/ 2501 w 2502"/>
              <a:gd name="T59" fmla="*/ 598 h 719"/>
              <a:gd name="T60" fmla="*/ 2501 w 2502"/>
              <a:gd name="T61" fmla="*/ 598 h 719"/>
              <a:gd name="T62" fmla="*/ 2381 w 2502"/>
              <a:gd name="T63" fmla="*/ 478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502" h="719">
                <a:moveTo>
                  <a:pt x="2381" y="478"/>
                </a:moveTo>
                <a:lnTo>
                  <a:pt x="1257" y="478"/>
                </a:lnTo>
                <a:lnTo>
                  <a:pt x="1257" y="478"/>
                </a:lnTo>
                <a:cubicBezTo>
                  <a:pt x="1192" y="478"/>
                  <a:pt x="1139" y="425"/>
                  <a:pt x="1139" y="359"/>
                </a:cubicBezTo>
                <a:lnTo>
                  <a:pt x="1139" y="359"/>
                </a:lnTo>
                <a:cubicBezTo>
                  <a:pt x="1139" y="293"/>
                  <a:pt x="1193" y="239"/>
                  <a:pt x="1259" y="239"/>
                </a:cubicBezTo>
                <a:lnTo>
                  <a:pt x="1430" y="239"/>
                </a:lnTo>
                <a:lnTo>
                  <a:pt x="1430" y="239"/>
                </a:lnTo>
                <a:cubicBezTo>
                  <a:pt x="1496" y="239"/>
                  <a:pt x="1550" y="186"/>
                  <a:pt x="1550" y="120"/>
                </a:cubicBezTo>
                <a:lnTo>
                  <a:pt x="1550" y="120"/>
                </a:lnTo>
                <a:cubicBezTo>
                  <a:pt x="1550" y="54"/>
                  <a:pt x="1496" y="0"/>
                  <a:pt x="1430" y="0"/>
                </a:cubicBezTo>
                <a:lnTo>
                  <a:pt x="399" y="0"/>
                </a:lnTo>
                <a:lnTo>
                  <a:pt x="399" y="0"/>
                </a:lnTo>
                <a:cubicBezTo>
                  <a:pt x="333" y="0"/>
                  <a:pt x="279" y="54"/>
                  <a:pt x="279" y="120"/>
                </a:cubicBezTo>
                <a:lnTo>
                  <a:pt x="279" y="120"/>
                </a:lnTo>
                <a:cubicBezTo>
                  <a:pt x="279" y="186"/>
                  <a:pt x="333" y="239"/>
                  <a:pt x="399" y="239"/>
                </a:cubicBezTo>
                <a:lnTo>
                  <a:pt x="606" y="239"/>
                </a:lnTo>
                <a:lnTo>
                  <a:pt x="613" y="239"/>
                </a:lnTo>
                <a:lnTo>
                  <a:pt x="613" y="239"/>
                </a:lnTo>
                <a:cubicBezTo>
                  <a:pt x="679" y="239"/>
                  <a:pt x="733" y="293"/>
                  <a:pt x="733" y="359"/>
                </a:cubicBezTo>
                <a:lnTo>
                  <a:pt x="733" y="359"/>
                </a:lnTo>
                <a:cubicBezTo>
                  <a:pt x="733" y="425"/>
                  <a:pt x="681" y="478"/>
                  <a:pt x="615" y="478"/>
                </a:cubicBezTo>
                <a:lnTo>
                  <a:pt x="120" y="478"/>
                </a:lnTo>
                <a:lnTo>
                  <a:pt x="120" y="478"/>
                </a:lnTo>
                <a:cubicBezTo>
                  <a:pt x="54" y="478"/>
                  <a:pt x="0" y="532"/>
                  <a:pt x="0" y="598"/>
                </a:cubicBezTo>
                <a:lnTo>
                  <a:pt x="0" y="598"/>
                </a:lnTo>
                <a:cubicBezTo>
                  <a:pt x="0" y="665"/>
                  <a:pt x="54" y="718"/>
                  <a:pt x="120" y="718"/>
                </a:cubicBezTo>
                <a:lnTo>
                  <a:pt x="2381" y="718"/>
                </a:lnTo>
                <a:lnTo>
                  <a:pt x="2381" y="718"/>
                </a:lnTo>
                <a:cubicBezTo>
                  <a:pt x="2447" y="718"/>
                  <a:pt x="2501" y="665"/>
                  <a:pt x="2501" y="598"/>
                </a:cubicBezTo>
                <a:lnTo>
                  <a:pt x="2501" y="598"/>
                </a:lnTo>
                <a:cubicBezTo>
                  <a:pt x="2501" y="532"/>
                  <a:pt x="2447" y="478"/>
                  <a:pt x="2381" y="478"/>
                </a:cubicBezTo>
              </a:path>
            </a:pathLst>
          </a:custGeom>
          <a:solidFill>
            <a:srgbClr val="EEF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29" name="Freeform 82">
            <a:extLst>
              <a:ext uri="{FF2B5EF4-FFF2-40B4-BE49-F238E27FC236}">
                <a16:creationId xmlns:a16="http://schemas.microsoft.com/office/drawing/2014/main" id="{A27D08CF-B62A-CE4D-BAFB-9CEE389A7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674" y="4018101"/>
            <a:ext cx="1878622" cy="1878622"/>
          </a:xfrm>
          <a:custGeom>
            <a:avLst/>
            <a:gdLst>
              <a:gd name="T0" fmla="*/ 1020 w 1507"/>
              <a:gd name="T1" fmla="*/ 27 h 1507"/>
              <a:gd name="T2" fmla="*/ 158 w 1507"/>
              <a:gd name="T3" fmla="*/ 259 h 1507"/>
              <a:gd name="T4" fmla="*/ 158 w 1507"/>
              <a:gd name="T5" fmla="*/ 259 h 1507"/>
              <a:gd name="T6" fmla="*/ 27 w 1507"/>
              <a:gd name="T7" fmla="*/ 487 h 1507"/>
              <a:gd name="T8" fmla="*/ 259 w 1507"/>
              <a:gd name="T9" fmla="*/ 1348 h 1507"/>
              <a:gd name="T10" fmla="*/ 259 w 1507"/>
              <a:gd name="T11" fmla="*/ 1348 h 1507"/>
              <a:gd name="T12" fmla="*/ 486 w 1507"/>
              <a:gd name="T13" fmla="*/ 1480 h 1507"/>
              <a:gd name="T14" fmla="*/ 1348 w 1507"/>
              <a:gd name="T15" fmla="*/ 1248 h 1507"/>
              <a:gd name="T16" fmla="*/ 1348 w 1507"/>
              <a:gd name="T17" fmla="*/ 1248 h 1507"/>
              <a:gd name="T18" fmla="*/ 1479 w 1507"/>
              <a:gd name="T19" fmla="*/ 1020 h 1507"/>
              <a:gd name="T20" fmla="*/ 1247 w 1507"/>
              <a:gd name="T21" fmla="*/ 158 h 1507"/>
              <a:gd name="T22" fmla="*/ 1247 w 1507"/>
              <a:gd name="T23" fmla="*/ 158 h 1507"/>
              <a:gd name="T24" fmla="*/ 1020 w 1507"/>
              <a:gd name="T25" fmla="*/ 27 h 1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507" h="1507">
                <a:moveTo>
                  <a:pt x="1020" y="27"/>
                </a:moveTo>
                <a:lnTo>
                  <a:pt x="158" y="259"/>
                </a:lnTo>
                <a:lnTo>
                  <a:pt x="158" y="259"/>
                </a:lnTo>
                <a:cubicBezTo>
                  <a:pt x="58" y="285"/>
                  <a:pt x="0" y="387"/>
                  <a:pt x="27" y="487"/>
                </a:cubicBezTo>
                <a:lnTo>
                  <a:pt x="259" y="1348"/>
                </a:lnTo>
                <a:lnTo>
                  <a:pt x="259" y="1348"/>
                </a:lnTo>
                <a:cubicBezTo>
                  <a:pt x="285" y="1447"/>
                  <a:pt x="387" y="1506"/>
                  <a:pt x="486" y="1480"/>
                </a:cubicBezTo>
                <a:lnTo>
                  <a:pt x="1348" y="1248"/>
                </a:lnTo>
                <a:lnTo>
                  <a:pt x="1348" y="1248"/>
                </a:lnTo>
                <a:cubicBezTo>
                  <a:pt x="1447" y="1221"/>
                  <a:pt x="1506" y="1120"/>
                  <a:pt x="1479" y="1020"/>
                </a:cubicBezTo>
                <a:lnTo>
                  <a:pt x="1247" y="158"/>
                </a:lnTo>
                <a:lnTo>
                  <a:pt x="1247" y="158"/>
                </a:lnTo>
                <a:cubicBezTo>
                  <a:pt x="1221" y="59"/>
                  <a:pt x="1119" y="0"/>
                  <a:pt x="1020" y="27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0" name="Freeform 83">
            <a:extLst>
              <a:ext uri="{FF2B5EF4-FFF2-40B4-BE49-F238E27FC236}">
                <a16:creationId xmlns:a16="http://schemas.microsoft.com/office/drawing/2014/main" id="{732C20D4-C12D-5641-97E0-C32764049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6780" y="4506980"/>
            <a:ext cx="439444" cy="867901"/>
          </a:xfrm>
          <a:custGeom>
            <a:avLst/>
            <a:gdLst>
              <a:gd name="T0" fmla="*/ 190 w 351"/>
              <a:gd name="T1" fmla="*/ 18 h 697"/>
              <a:gd name="T2" fmla="*/ 190 w 351"/>
              <a:gd name="T3" fmla="*/ 18 h 697"/>
              <a:gd name="T4" fmla="*/ 89 w 351"/>
              <a:gd name="T5" fmla="*/ 213 h 697"/>
              <a:gd name="T6" fmla="*/ 114 w 351"/>
              <a:gd name="T7" fmla="*/ 308 h 697"/>
              <a:gd name="T8" fmla="*/ 0 w 351"/>
              <a:gd name="T9" fmla="*/ 339 h 697"/>
              <a:gd name="T10" fmla="*/ 30 w 351"/>
              <a:gd name="T11" fmla="*/ 453 h 697"/>
              <a:gd name="T12" fmla="*/ 145 w 351"/>
              <a:gd name="T13" fmla="*/ 422 h 697"/>
              <a:gd name="T14" fmla="*/ 219 w 351"/>
              <a:gd name="T15" fmla="*/ 696 h 697"/>
              <a:gd name="T16" fmla="*/ 333 w 351"/>
              <a:gd name="T17" fmla="*/ 666 h 697"/>
              <a:gd name="T18" fmla="*/ 259 w 351"/>
              <a:gd name="T19" fmla="*/ 392 h 697"/>
              <a:gd name="T20" fmla="*/ 350 w 351"/>
              <a:gd name="T21" fmla="*/ 367 h 697"/>
              <a:gd name="T22" fmla="*/ 343 w 351"/>
              <a:gd name="T23" fmla="*/ 247 h 697"/>
              <a:gd name="T24" fmla="*/ 229 w 351"/>
              <a:gd name="T25" fmla="*/ 277 h 697"/>
              <a:gd name="T26" fmla="*/ 208 w 351"/>
              <a:gd name="T27" fmla="*/ 202 h 697"/>
              <a:gd name="T28" fmla="*/ 208 w 351"/>
              <a:gd name="T29" fmla="*/ 202 h 697"/>
              <a:gd name="T30" fmla="*/ 243 w 351"/>
              <a:gd name="T31" fmla="*/ 126 h 697"/>
              <a:gd name="T32" fmla="*/ 306 w 351"/>
              <a:gd name="T33" fmla="*/ 110 h 697"/>
              <a:gd name="T34" fmla="*/ 276 w 351"/>
              <a:gd name="T35" fmla="*/ 0 h 697"/>
              <a:gd name="T36" fmla="*/ 276 w 351"/>
              <a:gd name="T37" fmla="*/ 0 h 697"/>
              <a:gd name="T38" fmla="*/ 190 w 351"/>
              <a:gd name="T39" fmla="*/ 18 h 6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1" h="697">
                <a:moveTo>
                  <a:pt x="190" y="18"/>
                </a:moveTo>
                <a:lnTo>
                  <a:pt x="190" y="18"/>
                </a:lnTo>
                <a:cubicBezTo>
                  <a:pt x="100" y="43"/>
                  <a:pt x="59" y="104"/>
                  <a:pt x="89" y="213"/>
                </a:cubicBezTo>
                <a:lnTo>
                  <a:pt x="114" y="308"/>
                </a:lnTo>
                <a:lnTo>
                  <a:pt x="0" y="339"/>
                </a:lnTo>
                <a:lnTo>
                  <a:pt x="30" y="453"/>
                </a:lnTo>
                <a:lnTo>
                  <a:pt x="145" y="422"/>
                </a:lnTo>
                <a:lnTo>
                  <a:pt x="219" y="696"/>
                </a:lnTo>
                <a:lnTo>
                  <a:pt x="333" y="666"/>
                </a:lnTo>
                <a:lnTo>
                  <a:pt x="259" y="392"/>
                </a:lnTo>
                <a:lnTo>
                  <a:pt x="350" y="367"/>
                </a:lnTo>
                <a:lnTo>
                  <a:pt x="343" y="247"/>
                </a:lnTo>
                <a:lnTo>
                  <a:pt x="229" y="277"/>
                </a:lnTo>
                <a:lnTo>
                  <a:pt x="208" y="202"/>
                </a:lnTo>
                <a:lnTo>
                  <a:pt x="208" y="202"/>
                </a:lnTo>
                <a:cubicBezTo>
                  <a:pt x="197" y="161"/>
                  <a:pt x="205" y="137"/>
                  <a:pt x="243" y="126"/>
                </a:cubicBezTo>
                <a:lnTo>
                  <a:pt x="306" y="110"/>
                </a:lnTo>
                <a:lnTo>
                  <a:pt x="276" y="0"/>
                </a:lnTo>
                <a:lnTo>
                  <a:pt x="276" y="0"/>
                </a:lnTo>
                <a:cubicBezTo>
                  <a:pt x="265" y="1"/>
                  <a:pt x="233" y="6"/>
                  <a:pt x="190" y="1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1" name="Freeform 84">
            <a:extLst>
              <a:ext uri="{FF2B5EF4-FFF2-40B4-BE49-F238E27FC236}">
                <a16:creationId xmlns:a16="http://schemas.microsoft.com/office/drawing/2014/main" id="{F3FB4578-0C11-5B45-AAE2-B0C661896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0771" y="4831068"/>
            <a:ext cx="2213700" cy="2081863"/>
          </a:xfrm>
          <a:custGeom>
            <a:avLst/>
            <a:gdLst>
              <a:gd name="T0" fmla="*/ 1636 w 1779"/>
              <a:gd name="T1" fmla="*/ 359 h 1671"/>
              <a:gd name="T2" fmla="*/ 449 w 1779"/>
              <a:gd name="T3" fmla="*/ 25 h 1671"/>
              <a:gd name="T4" fmla="*/ 449 w 1779"/>
              <a:gd name="T5" fmla="*/ 25 h 1671"/>
              <a:gd name="T6" fmla="*/ 241 w 1779"/>
              <a:gd name="T7" fmla="*/ 142 h 1671"/>
              <a:gd name="T8" fmla="*/ 26 w 1779"/>
              <a:gd name="T9" fmla="*/ 908 h 1671"/>
              <a:gd name="T10" fmla="*/ 26 w 1779"/>
              <a:gd name="T11" fmla="*/ 908 h 1671"/>
              <a:gd name="T12" fmla="*/ 142 w 1779"/>
              <a:gd name="T13" fmla="*/ 1116 h 1671"/>
              <a:gd name="T14" fmla="*/ 483 w 1779"/>
              <a:gd name="T15" fmla="*/ 1211 h 1671"/>
              <a:gd name="T16" fmla="*/ 585 w 1779"/>
              <a:gd name="T17" fmla="*/ 1602 h 1671"/>
              <a:gd name="T18" fmla="*/ 585 w 1779"/>
              <a:gd name="T19" fmla="*/ 1602 h 1671"/>
              <a:gd name="T20" fmla="*/ 700 w 1779"/>
              <a:gd name="T21" fmla="*/ 1633 h 1671"/>
              <a:gd name="T22" fmla="*/ 990 w 1779"/>
              <a:gd name="T23" fmla="*/ 1354 h 1671"/>
              <a:gd name="T24" fmla="*/ 1330 w 1779"/>
              <a:gd name="T25" fmla="*/ 1450 h 1671"/>
              <a:gd name="T26" fmla="*/ 1330 w 1779"/>
              <a:gd name="T27" fmla="*/ 1450 h 1671"/>
              <a:gd name="T28" fmla="*/ 1538 w 1779"/>
              <a:gd name="T29" fmla="*/ 1333 h 1671"/>
              <a:gd name="T30" fmla="*/ 1753 w 1779"/>
              <a:gd name="T31" fmla="*/ 567 h 1671"/>
              <a:gd name="T32" fmla="*/ 1753 w 1779"/>
              <a:gd name="T33" fmla="*/ 567 h 1671"/>
              <a:gd name="T34" fmla="*/ 1636 w 1779"/>
              <a:gd name="T35" fmla="*/ 359 h 1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779" h="1671">
                <a:moveTo>
                  <a:pt x="1636" y="359"/>
                </a:moveTo>
                <a:lnTo>
                  <a:pt x="449" y="25"/>
                </a:lnTo>
                <a:lnTo>
                  <a:pt x="449" y="25"/>
                </a:lnTo>
                <a:cubicBezTo>
                  <a:pt x="359" y="0"/>
                  <a:pt x="266" y="52"/>
                  <a:pt x="241" y="142"/>
                </a:cubicBezTo>
                <a:lnTo>
                  <a:pt x="26" y="908"/>
                </a:lnTo>
                <a:lnTo>
                  <a:pt x="26" y="908"/>
                </a:lnTo>
                <a:cubicBezTo>
                  <a:pt x="0" y="997"/>
                  <a:pt x="53" y="1090"/>
                  <a:pt x="142" y="1116"/>
                </a:cubicBezTo>
                <a:lnTo>
                  <a:pt x="483" y="1211"/>
                </a:lnTo>
                <a:lnTo>
                  <a:pt x="585" y="1602"/>
                </a:lnTo>
                <a:lnTo>
                  <a:pt x="585" y="1602"/>
                </a:lnTo>
                <a:cubicBezTo>
                  <a:pt x="598" y="1652"/>
                  <a:pt x="662" y="1670"/>
                  <a:pt x="700" y="1633"/>
                </a:cubicBezTo>
                <a:lnTo>
                  <a:pt x="990" y="1354"/>
                </a:lnTo>
                <a:lnTo>
                  <a:pt x="1330" y="1450"/>
                </a:lnTo>
                <a:lnTo>
                  <a:pt x="1330" y="1450"/>
                </a:lnTo>
                <a:cubicBezTo>
                  <a:pt x="1420" y="1475"/>
                  <a:pt x="1513" y="1422"/>
                  <a:pt x="1538" y="1333"/>
                </a:cubicBezTo>
                <a:lnTo>
                  <a:pt x="1753" y="567"/>
                </a:lnTo>
                <a:lnTo>
                  <a:pt x="1753" y="567"/>
                </a:lnTo>
                <a:cubicBezTo>
                  <a:pt x="1778" y="477"/>
                  <a:pt x="1726" y="384"/>
                  <a:pt x="1636" y="359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2" name="Freeform 85">
            <a:extLst>
              <a:ext uri="{FF2B5EF4-FFF2-40B4-BE49-F238E27FC236}">
                <a16:creationId xmlns:a16="http://schemas.microsoft.com/office/drawing/2014/main" id="{A3FA667A-0BD5-1F49-83AA-40C7200B8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7400" y="5325442"/>
            <a:ext cx="917337" cy="829448"/>
          </a:xfrm>
          <a:custGeom>
            <a:avLst/>
            <a:gdLst>
              <a:gd name="T0" fmla="*/ 575 w 735"/>
              <a:gd name="T1" fmla="*/ 118 h 667"/>
              <a:gd name="T2" fmla="*/ 575 w 735"/>
              <a:gd name="T3" fmla="*/ 118 h 667"/>
              <a:gd name="T4" fmla="*/ 395 w 735"/>
              <a:gd name="T5" fmla="*/ 143 h 667"/>
              <a:gd name="T6" fmla="*/ 395 w 735"/>
              <a:gd name="T7" fmla="*/ 143 h 667"/>
              <a:gd name="T8" fmla="*/ 255 w 735"/>
              <a:gd name="T9" fmla="*/ 28 h 667"/>
              <a:gd name="T10" fmla="*/ 255 w 735"/>
              <a:gd name="T11" fmla="*/ 28 h 667"/>
              <a:gd name="T12" fmla="*/ 18 w 735"/>
              <a:gd name="T13" fmla="*/ 161 h 667"/>
              <a:gd name="T14" fmla="*/ 18 w 735"/>
              <a:gd name="T15" fmla="*/ 161 h 667"/>
              <a:gd name="T16" fmla="*/ 43 w 735"/>
              <a:gd name="T17" fmla="*/ 302 h 667"/>
              <a:gd name="T18" fmla="*/ 248 w 735"/>
              <a:gd name="T19" fmla="*/ 666 h 667"/>
              <a:gd name="T20" fmla="*/ 611 w 735"/>
              <a:gd name="T21" fmla="*/ 461 h 667"/>
              <a:gd name="T22" fmla="*/ 611 w 735"/>
              <a:gd name="T23" fmla="*/ 461 h 667"/>
              <a:gd name="T24" fmla="*/ 706 w 735"/>
              <a:gd name="T25" fmla="*/ 354 h 667"/>
              <a:gd name="T26" fmla="*/ 706 w 735"/>
              <a:gd name="T27" fmla="*/ 354 h 667"/>
              <a:gd name="T28" fmla="*/ 575 w 735"/>
              <a:gd name="T29" fmla="*/ 118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35" h="667">
                <a:moveTo>
                  <a:pt x="575" y="118"/>
                </a:moveTo>
                <a:lnTo>
                  <a:pt x="575" y="118"/>
                </a:lnTo>
                <a:cubicBezTo>
                  <a:pt x="503" y="98"/>
                  <a:pt x="431" y="126"/>
                  <a:pt x="395" y="143"/>
                </a:cubicBezTo>
                <a:lnTo>
                  <a:pt x="395" y="143"/>
                </a:lnTo>
                <a:cubicBezTo>
                  <a:pt x="373" y="109"/>
                  <a:pt x="325" y="48"/>
                  <a:pt x="255" y="28"/>
                </a:cubicBezTo>
                <a:lnTo>
                  <a:pt x="255" y="28"/>
                </a:lnTo>
                <a:cubicBezTo>
                  <a:pt x="152" y="0"/>
                  <a:pt x="47" y="59"/>
                  <a:pt x="18" y="161"/>
                </a:cubicBezTo>
                <a:lnTo>
                  <a:pt x="18" y="161"/>
                </a:lnTo>
                <a:cubicBezTo>
                  <a:pt x="0" y="225"/>
                  <a:pt x="42" y="299"/>
                  <a:pt x="43" y="302"/>
                </a:cubicBezTo>
                <a:lnTo>
                  <a:pt x="248" y="666"/>
                </a:lnTo>
                <a:lnTo>
                  <a:pt x="611" y="461"/>
                </a:lnTo>
                <a:lnTo>
                  <a:pt x="611" y="461"/>
                </a:lnTo>
                <a:cubicBezTo>
                  <a:pt x="614" y="460"/>
                  <a:pt x="689" y="418"/>
                  <a:pt x="706" y="354"/>
                </a:cubicBezTo>
                <a:lnTo>
                  <a:pt x="706" y="354"/>
                </a:lnTo>
                <a:cubicBezTo>
                  <a:pt x="734" y="253"/>
                  <a:pt x="676" y="146"/>
                  <a:pt x="575" y="11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3" name="Freeform 86">
            <a:extLst>
              <a:ext uri="{FF2B5EF4-FFF2-40B4-BE49-F238E27FC236}">
                <a16:creationId xmlns:a16="http://schemas.microsoft.com/office/drawing/2014/main" id="{037E8BEB-D8F6-784C-BC51-133C30E1A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728" y="5990103"/>
            <a:ext cx="1950033" cy="1950033"/>
          </a:xfrm>
          <a:custGeom>
            <a:avLst/>
            <a:gdLst>
              <a:gd name="T0" fmla="*/ 984 w 1566"/>
              <a:gd name="T1" fmla="*/ 36 h 1564"/>
              <a:gd name="T2" fmla="*/ 146 w 1566"/>
              <a:gd name="T3" fmla="*/ 342 h 1564"/>
              <a:gd name="T4" fmla="*/ 146 w 1566"/>
              <a:gd name="T5" fmla="*/ 342 h 1564"/>
              <a:gd name="T6" fmla="*/ 35 w 1566"/>
              <a:gd name="T7" fmla="*/ 581 h 1564"/>
              <a:gd name="T8" fmla="*/ 342 w 1566"/>
              <a:gd name="T9" fmla="*/ 1418 h 1564"/>
              <a:gd name="T10" fmla="*/ 342 w 1566"/>
              <a:gd name="T11" fmla="*/ 1418 h 1564"/>
              <a:gd name="T12" fmla="*/ 580 w 1566"/>
              <a:gd name="T13" fmla="*/ 1529 h 1564"/>
              <a:gd name="T14" fmla="*/ 1419 w 1566"/>
              <a:gd name="T15" fmla="*/ 1222 h 1564"/>
              <a:gd name="T16" fmla="*/ 1419 w 1566"/>
              <a:gd name="T17" fmla="*/ 1222 h 1564"/>
              <a:gd name="T18" fmla="*/ 1529 w 1566"/>
              <a:gd name="T19" fmla="*/ 984 h 1564"/>
              <a:gd name="T20" fmla="*/ 1223 w 1566"/>
              <a:gd name="T21" fmla="*/ 146 h 1564"/>
              <a:gd name="T22" fmla="*/ 1223 w 1566"/>
              <a:gd name="T23" fmla="*/ 146 h 1564"/>
              <a:gd name="T24" fmla="*/ 984 w 1566"/>
              <a:gd name="T25" fmla="*/ 36 h 1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566" h="1564">
                <a:moveTo>
                  <a:pt x="984" y="36"/>
                </a:moveTo>
                <a:lnTo>
                  <a:pt x="146" y="342"/>
                </a:lnTo>
                <a:lnTo>
                  <a:pt x="146" y="342"/>
                </a:lnTo>
                <a:cubicBezTo>
                  <a:pt x="50" y="378"/>
                  <a:pt x="0" y="484"/>
                  <a:pt x="35" y="581"/>
                </a:cubicBezTo>
                <a:lnTo>
                  <a:pt x="342" y="1418"/>
                </a:lnTo>
                <a:lnTo>
                  <a:pt x="342" y="1418"/>
                </a:lnTo>
                <a:cubicBezTo>
                  <a:pt x="377" y="1514"/>
                  <a:pt x="484" y="1563"/>
                  <a:pt x="580" y="1529"/>
                </a:cubicBezTo>
                <a:lnTo>
                  <a:pt x="1419" y="1222"/>
                </a:lnTo>
                <a:lnTo>
                  <a:pt x="1419" y="1222"/>
                </a:lnTo>
                <a:cubicBezTo>
                  <a:pt x="1515" y="1187"/>
                  <a:pt x="1565" y="1080"/>
                  <a:pt x="1529" y="984"/>
                </a:cubicBezTo>
                <a:lnTo>
                  <a:pt x="1223" y="146"/>
                </a:lnTo>
                <a:lnTo>
                  <a:pt x="1223" y="146"/>
                </a:lnTo>
                <a:cubicBezTo>
                  <a:pt x="1187" y="51"/>
                  <a:pt x="1081" y="0"/>
                  <a:pt x="984" y="3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4" name="Freeform 87">
            <a:extLst>
              <a:ext uri="{FF2B5EF4-FFF2-40B4-BE49-F238E27FC236}">
                <a16:creationId xmlns:a16="http://schemas.microsoft.com/office/drawing/2014/main" id="{265D9D95-A358-1344-BE00-D5CD566D0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1500" y="6599833"/>
            <a:ext cx="796490" cy="823957"/>
          </a:xfrm>
          <a:custGeom>
            <a:avLst/>
            <a:gdLst>
              <a:gd name="T0" fmla="*/ 460 w 639"/>
              <a:gd name="T1" fmla="*/ 302 h 660"/>
              <a:gd name="T2" fmla="*/ 407 w 639"/>
              <a:gd name="T3" fmla="*/ 297 h 660"/>
              <a:gd name="T4" fmla="*/ 393 w 639"/>
              <a:gd name="T5" fmla="*/ 306 h 660"/>
              <a:gd name="T6" fmla="*/ 381 w 639"/>
              <a:gd name="T7" fmla="*/ 340 h 660"/>
              <a:gd name="T8" fmla="*/ 368 w 639"/>
              <a:gd name="T9" fmla="*/ 347 h 660"/>
              <a:gd name="T10" fmla="*/ 302 w 639"/>
              <a:gd name="T11" fmla="*/ 333 h 660"/>
              <a:gd name="T12" fmla="*/ 249 w 639"/>
              <a:gd name="T13" fmla="*/ 301 h 660"/>
              <a:gd name="T14" fmla="*/ 246 w 639"/>
              <a:gd name="T15" fmla="*/ 286 h 660"/>
              <a:gd name="T16" fmla="*/ 253 w 639"/>
              <a:gd name="T17" fmla="*/ 271 h 660"/>
              <a:gd name="T18" fmla="*/ 255 w 639"/>
              <a:gd name="T19" fmla="*/ 257 h 660"/>
              <a:gd name="T20" fmla="*/ 250 w 639"/>
              <a:gd name="T21" fmla="*/ 246 h 660"/>
              <a:gd name="T22" fmla="*/ 211 w 639"/>
              <a:gd name="T23" fmla="*/ 205 h 660"/>
              <a:gd name="T24" fmla="*/ 192 w 639"/>
              <a:gd name="T25" fmla="*/ 199 h 660"/>
              <a:gd name="T26" fmla="*/ 180 w 639"/>
              <a:gd name="T27" fmla="*/ 204 h 660"/>
              <a:gd name="T28" fmla="*/ 165 w 639"/>
              <a:gd name="T29" fmla="*/ 218 h 660"/>
              <a:gd name="T30" fmla="*/ 162 w 639"/>
              <a:gd name="T31" fmla="*/ 281 h 660"/>
              <a:gd name="T32" fmla="*/ 215 w 639"/>
              <a:gd name="T33" fmla="*/ 340 h 660"/>
              <a:gd name="T34" fmla="*/ 364 w 639"/>
              <a:gd name="T35" fmla="*/ 399 h 660"/>
              <a:gd name="T36" fmla="*/ 407 w 639"/>
              <a:gd name="T37" fmla="*/ 399 h 660"/>
              <a:gd name="T38" fmla="*/ 450 w 639"/>
              <a:gd name="T39" fmla="*/ 386 h 660"/>
              <a:gd name="T40" fmla="*/ 483 w 639"/>
              <a:gd name="T41" fmla="*/ 338 h 660"/>
              <a:gd name="T42" fmla="*/ 476 w 639"/>
              <a:gd name="T43" fmla="*/ 305 h 660"/>
              <a:gd name="T44" fmla="*/ 399 w 639"/>
              <a:gd name="T45" fmla="*/ 512 h 660"/>
              <a:gd name="T46" fmla="*/ 399 w 639"/>
              <a:gd name="T47" fmla="*/ 512 h 660"/>
              <a:gd name="T48" fmla="*/ 266 w 639"/>
              <a:gd name="T49" fmla="*/ 520 h 660"/>
              <a:gd name="T50" fmla="*/ 183 w 639"/>
              <a:gd name="T51" fmla="*/ 483 h 660"/>
              <a:gd name="T52" fmla="*/ 175 w 639"/>
              <a:gd name="T53" fmla="*/ 477 h 660"/>
              <a:gd name="T54" fmla="*/ 98 w 639"/>
              <a:gd name="T55" fmla="*/ 372 h 660"/>
              <a:gd name="T56" fmla="*/ 238 w 639"/>
              <a:gd name="T57" fmla="*/ 71 h 660"/>
              <a:gd name="T58" fmla="*/ 417 w 639"/>
              <a:gd name="T59" fmla="*/ 79 h 660"/>
              <a:gd name="T60" fmla="*/ 539 w 639"/>
              <a:gd name="T61" fmla="*/ 210 h 660"/>
              <a:gd name="T62" fmla="*/ 438 w 639"/>
              <a:gd name="T63" fmla="*/ 36 h 660"/>
              <a:gd name="T64" fmla="*/ 221 w 639"/>
              <a:gd name="T65" fmla="*/ 27 h 660"/>
              <a:gd name="T66" fmla="*/ 53 w 639"/>
              <a:gd name="T67" fmla="*/ 388 h 660"/>
              <a:gd name="T68" fmla="*/ 137 w 639"/>
              <a:gd name="T69" fmla="*/ 507 h 660"/>
              <a:gd name="T70" fmla="*/ 277 w 639"/>
              <a:gd name="T71" fmla="*/ 570 h 660"/>
              <a:gd name="T72" fmla="*/ 416 w 639"/>
              <a:gd name="T73" fmla="*/ 556 h 660"/>
              <a:gd name="T74" fmla="*/ 416 w 639"/>
              <a:gd name="T75" fmla="*/ 556 h 660"/>
              <a:gd name="T76" fmla="*/ 584 w 639"/>
              <a:gd name="T77" fmla="*/ 195 h 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39" h="660">
                <a:moveTo>
                  <a:pt x="460" y="302"/>
                </a:moveTo>
                <a:lnTo>
                  <a:pt x="460" y="302"/>
                </a:lnTo>
                <a:cubicBezTo>
                  <a:pt x="452" y="301"/>
                  <a:pt x="414" y="297"/>
                  <a:pt x="407" y="297"/>
                </a:cubicBezTo>
                <a:lnTo>
                  <a:pt x="407" y="297"/>
                </a:lnTo>
                <a:cubicBezTo>
                  <a:pt x="400" y="297"/>
                  <a:pt x="395" y="298"/>
                  <a:pt x="393" y="306"/>
                </a:cubicBezTo>
                <a:lnTo>
                  <a:pt x="393" y="306"/>
                </a:lnTo>
                <a:cubicBezTo>
                  <a:pt x="391" y="314"/>
                  <a:pt x="384" y="334"/>
                  <a:pt x="381" y="340"/>
                </a:cubicBezTo>
                <a:lnTo>
                  <a:pt x="381" y="340"/>
                </a:lnTo>
                <a:cubicBezTo>
                  <a:pt x="379" y="345"/>
                  <a:pt x="375" y="347"/>
                  <a:pt x="368" y="347"/>
                </a:cubicBezTo>
                <a:lnTo>
                  <a:pt x="368" y="347"/>
                </a:lnTo>
                <a:cubicBezTo>
                  <a:pt x="360" y="345"/>
                  <a:pt x="336" y="347"/>
                  <a:pt x="302" y="333"/>
                </a:cubicBezTo>
                <a:lnTo>
                  <a:pt x="302" y="333"/>
                </a:lnTo>
                <a:cubicBezTo>
                  <a:pt x="276" y="323"/>
                  <a:pt x="255" y="306"/>
                  <a:pt x="249" y="301"/>
                </a:cubicBezTo>
                <a:lnTo>
                  <a:pt x="249" y="301"/>
                </a:lnTo>
                <a:cubicBezTo>
                  <a:pt x="242" y="295"/>
                  <a:pt x="244" y="290"/>
                  <a:pt x="246" y="286"/>
                </a:cubicBezTo>
                <a:lnTo>
                  <a:pt x="246" y="286"/>
                </a:lnTo>
                <a:cubicBezTo>
                  <a:pt x="249" y="282"/>
                  <a:pt x="250" y="276"/>
                  <a:pt x="253" y="271"/>
                </a:cubicBezTo>
                <a:lnTo>
                  <a:pt x="253" y="271"/>
                </a:lnTo>
                <a:cubicBezTo>
                  <a:pt x="254" y="266"/>
                  <a:pt x="254" y="263"/>
                  <a:pt x="255" y="257"/>
                </a:cubicBezTo>
                <a:lnTo>
                  <a:pt x="255" y="257"/>
                </a:lnTo>
                <a:cubicBezTo>
                  <a:pt x="255" y="252"/>
                  <a:pt x="253" y="249"/>
                  <a:pt x="250" y="246"/>
                </a:cubicBezTo>
                <a:lnTo>
                  <a:pt x="250" y="246"/>
                </a:lnTo>
                <a:cubicBezTo>
                  <a:pt x="248" y="243"/>
                  <a:pt x="222" y="215"/>
                  <a:pt x="211" y="205"/>
                </a:cubicBezTo>
                <a:lnTo>
                  <a:pt x="211" y="205"/>
                </a:lnTo>
                <a:cubicBezTo>
                  <a:pt x="202" y="194"/>
                  <a:pt x="197" y="198"/>
                  <a:pt x="192" y="199"/>
                </a:cubicBezTo>
                <a:lnTo>
                  <a:pt x="192" y="199"/>
                </a:lnTo>
                <a:cubicBezTo>
                  <a:pt x="189" y="200"/>
                  <a:pt x="184" y="202"/>
                  <a:pt x="180" y="204"/>
                </a:cubicBezTo>
                <a:lnTo>
                  <a:pt x="180" y="204"/>
                </a:lnTo>
                <a:cubicBezTo>
                  <a:pt x="175" y="205"/>
                  <a:pt x="169" y="209"/>
                  <a:pt x="165" y="218"/>
                </a:cubicBezTo>
                <a:lnTo>
                  <a:pt x="165" y="218"/>
                </a:lnTo>
                <a:cubicBezTo>
                  <a:pt x="161" y="226"/>
                  <a:pt x="150" y="249"/>
                  <a:pt x="162" y="281"/>
                </a:cubicBezTo>
                <a:lnTo>
                  <a:pt x="162" y="281"/>
                </a:lnTo>
                <a:cubicBezTo>
                  <a:pt x="174" y="314"/>
                  <a:pt x="210" y="337"/>
                  <a:pt x="215" y="340"/>
                </a:cubicBezTo>
                <a:lnTo>
                  <a:pt x="215" y="340"/>
                </a:lnTo>
                <a:cubicBezTo>
                  <a:pt x="219" y="343"/>
                  <a:pt x="287" y="394"/>
                  <a:pt x="364" y="399"/>
                </a:cubicBezTo>
                <a:lnTo>
                  <a:pt x="364" y="399"/>
                </a:lnTo>
                <a:cubicBezTo>
                  <a:pt x="383" y="400"/>
                  <a:pt x="396" y="399"/>
                  <a:pt x="407" y="399"/>
                </a:cubicBezTo>
                <a:lnTo>
                  <a:pt x="407" y="399"/>
                </a:lnTo>
                <a:cubicBezTo>
                  <a:pt x="425" y="398"/>
                  <a:pt x="439" y="392"/>
                  <a:pt x="450" y="386"/>
                </a:cubicBezTo>
                <a:lnTo>
                  <a:pt x="450" y="386"/>
                </a:lnTo>
                <a:cubicBezTo>
                  <a:pt x="462" y="380"/>
                  <a:pt x="484" y="356"/>
                  <a:pt x="483" y="338"/>
                </a:cubicBezTo>
                <a:lnTo>
                  <a:pt x="483" y="338"/>
                </a:lnTo>
                <a:cubicBezTo>
                  <a:pt x="483" y="321"/>
                  <a:pt x="478" y="308"/>
                  <a:pt x="476" y="305"/>
                </a:cubicBezTo>
                <a:lnTo>
                  <a:pt x="476" y="305"/>
                </a:lnTo>
                <a:cubicBezTo>
                  <a:pt x="473" y="303"/>
                  <a:pt x="468" y="303"/>
                  <a:pt x="460" y="302"/>
                </a:cubicBezTo>
                <a:close/>
                <a:moveTo>
                  <a:pt x="399" y="512"/>
                </a:moveTo>
                <a:lnTo>
                  <a:pt x="399" y="512"/>
                </a:lnTo>
                <a:lnTo>
                  <a:pt x="399" y="512"/>
                </a:lnTo>
                <a:cubicBezTo>
                  <a:pt x="359" y="527"/>
                  <a:pt x="317" y="529"/>
                  <a:pt x="276" y="522"/>
                </a:cubicBezTo>
                <a:lnTo>
                  <a:pt x="266" y="520"/>
                </a:lnTo>
                <a:lnTo>
                  <a:pt x="190" y="573"/>
                </a:lnTo>
                <a:lnTo>
                  <a:pt x="183" y="483"/>
                </a:lnTo>
                <a:lnTo>
                  <a:pt x="175" y="477"/>
                </a:lnTo>
                <a:lnTo>
                  <a:pt x="175" y="477"/>
                </a:lnTo>
                <a:cubicBezTo>
                  <a:pt x="139" y="449"/>
                  <a:pt x="113" y="413"/>
                  <a:pt x="98" y="372"/>
                </a:cubicBezTo>
                <a:lnTo>
                  <a:pt x="98" y="372"/>
                </a:lnTo>
                <a:cubicBezTo>
                  <a:pt x="54" y="250"/>
                  <a:pt x="116" y="116"/>
                  <a:pt x="238" y="71"/>
                </a:cubicBezTo>
                <a:lnTo>
                  <a:pt x="238" y="71"/>
                </a:lnTo>
                <a:cubicBezTo>
                  <a:pt x="297" y="50"/>
                  <a:pt x="361" y="52"/>
                  <a:pt x="417" y="79"/>
                </a:cubicBezTo>
                <a:lnTo>
                  <a:pt x="417" y="79"/>
                </a:lnTo>
                <a:cubicBezTo>
                  <a:pt x="474" y="105"/>
                  <a:pt x="518" y="153"/>
                  <a:pt x="539" y="210"/>
                </a:cubicBezTo>
                <a:lnTo>
                  <a:pt x="539" y="210"/>
                </a:lnTo>
                <a:cubicBezTo>
                  <a:pt x="584" y="332"/>
                  <a:pt x="521" y="467"/>
                  <a:pt x="399" y="512"/>
                </a:cubicBezTo>
                <a:close/>
                <a:moveTo>
                  <a:pt x="438" y="36"/>
                </a:moveTo>
                <a:lnTo>
                  <a:pt x="438" y="36"/>
                </a:lnTo>
                <a:cubicBezTo>
                  <a:pt x="369" y="4"/>
                  <a:pt x="293" y="0"/>
                  <a:pt x="221" y="27"/>
                </a:cubicBezTo>
                <a:lnTo>
                  <a:pt x="221" y="27"/>
                </a:lnTo>
                <a:cubicBezTo>
                  <a:pt x="75" y="80"/>
                  <a:pt x="0" y="241"/>
                  <a:pt x="53" y="388"/>
                </a:cubicBezTo>
                <a:lnTo>
                  <a:pt x="53" y="388"/>
                </a:lnTo>
                <a:cubicBezTo>
                  <a:pt x="70" y="435"/>
                  <a:pt x="99" y="476"/>
                  <a:pt x="137" y="507"/>
                </a:cubicBezTo>
                <a:lnTo>
                  <a:pt x="150" y="659"/>
                </a:lnTo>
                <a:lnTo>
                  <a:pt x="277" y="570"/>
                </a:lnTo>
                <a:lnTo>
                  <a:pt x="277" y="570"/>
                </a:lnTo>
                <a:cubicBezTo>
                  <a:pt x="323" y="578"/>
                  <a:pt x="371" y="573"/>
                  <a:pt x="416" y="556"/>
                </a:cubicBezTo>
                <a:lnTo>
                  <a:pt x="416" y="556"/>
                </a:lnTo>
                <a:lnTo>
                  <a:pt x="416" y="556"/>
                </a:lnTo>
                <a:cubicBezTo>
                  <a:pt x="562" y="503"/>
                  <a:pt x="638" y="340"/>
                  <a:pt x="584" y="195"/>
                </a:cubicBezTo>
                <a:lnTo>
                  <a:pt x="584" y="195"/>
                </a:lnTo>
                <a:cubicBezTo>
                  <a:pt x="558" y="124"/>
                  <a:pt x="506" y="68"/>
                  <a:pt x="438" y="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5" name="Freeform 88">
            <a:extLst>
              <a:ext uri="{FF2B5EF4-FFF2-40B4-BE49-F238E27FC236}">
                <a16:creationId xmlns:a16="http://schemas.microsoft.com/office/drawing/2014/main" id="{090E8F1B-2ACA-0640-8631-6705F5AA0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692" y="7132653"/>
            <a:ext cx="1807214" cy="1807214"/>
          </a:xfrm>
          <a:custGeom>
            <a:avLst/>
            <a:gdLst>
              <a:gd name="T0" fmla="*/ 1283 w 1451"/>
              <a:gd name="T1" fmla="*/ 189 h 1451"/>
              <a:gd name="T2" fmla="*/ 406 w 1451"/>
              <a:gd name="T3" fmla="*/ 20 h 1451"/>
              <a:gd name="T4" fmla="*/ 406 w 1451"/>
              <a:gd name="T5" fmla="*/ 20 h 1451"/>
              <a:gd name="T6" fmla="*/ 189 w 1451"/>
              <a:gd name="T7" fmla="*/ 167 h 1451"/>
              <a:gd name="T8" fmla="*/ 20 w 1451"/>
              <a:gd name="T9" fmla="*/ 1043 h 1451"/>
              <a:gd name="T10" fmla="*/ 20 w 1451"/>
              <a:gd name="T11" fmla="*/ 1043 h 1451"/>
              <a:gd name="T12" fmla="*/ 167 w 1451"/>
              <a:gd name="T13" fmla="*/ 1261 h 1451"/>
              <a:gd name="T14" fmla="*/ 1043 w 1451"/>
              <a:gd name="T15" fmla="*/ 1431 h 1451"/>
              <a:gd name="T16" fmla="*/ 1043 w 1451"/>
              <a:gd name="T17" fmla="*/ 1431 h 1451"/>
              <a:gd name="T18" fmla="*/ 1260 w 1451"/>
              <a:gd name="T19" fmla="*/ 1283 h 1451"/>
              <a:gd name="T20" fmla="*/ 1430 w 1451"/>
              <a:gd name="T21" fmla="*/ 407 h 1451"/>
              <a:gd name="T22" fmla="*/ 1430 w 1451"/>
              <a:gd name="T23" fmla="*/ 407 h 1451"/>
              <a:gd name="T24" fmla="*/ 1283 w 1451"/>
              <a:gd name="T25" fmla="*/ 189 h 1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51" h="1451">
                <a:moveTo>
                  <a:pt x="1283" y="189"/>
                </a:moveTo>
                <a:lnTo>
                  <a:pt x="406" y="20"/>
                </a:lnTo>
                <a:lnTo>
                  <a:pt x="406" y="20"/>
                </a:lnTo>
                <a:cubicBezTo>
                  <a:pt x="306" y="0"/>
                  <a:pt x="209" y="66"/>
                  <a:pt x="189" y="167"/>
                </a:cubicBezTo>
                <a:lnTo>
                  <a:pt x="20" y="1043"/>
                </a:lnTo>
                <a:lnTo>
                  <a:pt x="20" y="1043"/>
                </a:lnTo>
                <a:cubicBezTo>
                  <a:pt x="0" y="1144"/>
                  <a:pt x="66" y="1241"/>
                  <a:pt x="167" y="1261"/>
                </a:cubicBezTo>
                <a:lnTo>
                  <a:pt x="1043" y="1431"/>
                </a:lnTo>
                <a:lnTo>
                  <a:pt x="1043" y="1431"/>
                </a:lnTo>
                <a:cubicBezTo>
                  <a:pt x="1144" y="1450"/>
                  <a:pt x="1241" y="1384"/>
                  <a:pt x="1260" y="1283"/>
                </a:cubicBezTo>
                <a:lnTo>
                  <a:pt x="1430" y="407"/>
                </a:lnTo>
                <a:lnTo>
                  <a:pt x="1430" y="407"/>
                </a:lnTo>
                <a:cubicBezTo>
                  <a:pt x="1450" y="306"/>
                  <a:pt x="1384" y="209"/>
                  <a:pt x="1283" y="189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6" name="Freeform 89">
            <a:extLst>
              <a:ext uri="{FF2B5EF4-FFF2-40B4-BE49-F238E27FC236}">
                <a16:creationId xmlns:a16="http://schemas.microsoft.com/office/drawing/2014/main" id="{BCC021FF-2E75-694E-BC6F-1457A10B8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902" y="7648999"/>
            <a:ext cx="604235" cy="725082"/>
          </a:xfrm>
          <a:custGeom>
            <a:avLst/>
            <a:gdLst>
              <a:gd name="T0" fmla="*/ 290 w 483"/>
              <a:gd name="T1" fmla="*/ 24 h 581"/>
              <a:gd name="T2" fmla="*/ 290 w 483"/>
              <a:gd name="T3" fmla="*/ 24 h 581"/>
              <a:gd name="T4" fmla="*/ 15 w 483"/>
              <a:gd name="T5" fmla="*/ 184 h 581"/>
              <a:gd name="T6" fmla="*/ 15 w 483"/>
              <a:gd name="T7" fmla="*/ 184 h 581"/>
              <a:gd name="T8" fmla="*/ 64 w 483"/>
              <a:gd name="T9" fmla="*/ 325 h 581"/>
              <a:gd name="T10" fmla="*/ 64 w 483"/>
              <a:gd name="T11" fmla="*/ 325 h 581"/>
              <a:gd name="T12" fmla="*/ 90 w 483"/>
              <a:gd name="T13" fmla="*/ 288 h 581"/>
              <a:gd name="T14" fmla="*/ 90 w 483"/>
              <a:gd name="T15" fmla="*/ 288 h 581"/>
              <a:gd name="T16" fmla="*/ 78 w 483"/>
              <a:gd name="T17" fmla="*/ 205 h 581"/>
              <a:gd name="T18" fmla="*/ 78 w 483"/>
              <a:gd name="T19" fmla="*/ 205 h 581"/>
              <a:gd name="T20" fmla="*/ 270 w 483"/>
              <a:gd name="T21" fmla="*/ 78 h 581"/>
              <a:gd name="T22" fmla="*/ 270 w 483"/>
              <a:gd name="T23" fmla="*/ 78 h 581"/>
              <a:gd name="T24" fmla="*/ 382 w 483"/>
              <a:gd name="T25" fmla="*/ 230 h 581"/>
              <a:gd name="T26" fmla="*/ 382 w 483"/>
              <a:gd name="T27" fmla="*/ 230 h 581"/>
              <a:gd name="T28" fmla="*/ 244 w 483"/>
              <a:gd name="T29" fmla="*/ 386 h 581"/>
              <a:gd name="T30" fmla="*/ 244 w 483"/>
              <a:gd name="T31" fmla="*/ 386 h 581"/>
              <a:gd name="T32" fmla="*/ 200 w 483"/>
              <a:gd name="T33" fmla="*/ 325 h 581"/>
              <a:gd name="T34" fmla="*/ 200 w 483"/>
              <a:gd name="T35" fmla="*/ 325 h 581"/>
              <a:gd name="T36" fmla="*/ 253 w 483"/>
              <a:gd name="T37" fmla="*/ 201 h 581"/>
              <a:gd name="T38" fmla="*/ 253 w 483"/>
              <a:gd name="T39" fmla="*/ 201 h 581"/>
              <a:gd name="T40" fmla="*/ 142 w 483"/>
              <a:gd name="T41" fmla="*/ 210 h 581"/>
              <a:gd name="T42" fmla="*/ 142 w 483"/>
              <a:gd name="T43" fmla="*/ 210 h 581"/>
              <a:gd name="T44" fmla="*/ 142 w 483"/>
              <a:gd name="T45" fmla="*/ 270 h 581"/>
              <a:gd name="T46" fmla="*/ 142 w 483"/>
              <a:gd name="T47" fmla="*/ 270 h 581"/>
              <a:gd name="T48" fmla="*/ 49 w 483"/>
              <a:gd name="T49" fmla="*/ 509 h 581"/>
              <a:gd name="T50" fmla="*/ 49 w 483"/>
              <a:gd name="T51" fmla="*/ 509 h 581"/>
              <a:gd name="T52" fmla="*/ 42 w 483"/>
              <a:gd name="T53" fmla="*/ 575 h 581"/>
              <a:gd name="T54" fmla="*/ 42 w 483"/>
              <a:gd name="T55" fmla="*/ 575 h 581"/>
              <a:gd name="T56" fmla="*/ 50 w 483"/>
              <a:gd name="T57" fmla="*/ 578 h 581"/>
              <a:gd name="T58" fmla="*/ 50 w 483"/>
              <a:gd name="T59" fmla="*/ 578 h 581"/>
              <a:gd name="T60" fmla="*/ 168 w 483"/>
              <a:gd name="T61" fmla="*/ 388 h 581"/>
              <a:gd name="T62" fmla="*/ 168 w 483"/>
              <a:gd name="T63" fmla="*/ 388 h 581"/>
              <a:gd name="T64" fmla="*/ 240 w 483"/>
              <a:gd name="T65" fmla="*/ 444 h 581"/>
              <a:gd name="T66" fmla="*/ 240 w 483"/>
              <a:gd name="T67" fmla="*/ 444 h 581"/>
              <a:gd name="T68" fmla="*/ 460 w 483"/>
              <a:gd name="T69" fmla="*/ 252 h 581"/>
              <a:gd name="T70" fmla="*/ 460 w 483"/>
              <a:gd name="T71" fmla="*/ 252 h 581"/>
              <a:gd name="T72" fmla="*/ 290 w 483"/>
              <a:gd name="T73" fmla="*/ 24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83" h="581">
                <a:moveTo>
                  <a:pt x="290" y="24"/>
                </a:moveTo>
                <a:lnTo>
                  <a:pt x="290" y="24"/>
                </a:lnTo>
                <a:cubicBezTo>
                  <a:pt x="172" y="0"/>
                  <a:pt x="40" y="57"/>
                  <a:pt x="15" y="184"/>
                </a:cubicBezTo>
                <a:lnTo>
                  <a:pt x="15" y="184"/>
                </a:lnTo>
                <a:cubicBezTo>
                  <a:pt x="0" y="265"/>
                  <a:pt x="37" y="320"/>
                  <a:pt x="64" y="325"/>
                </a:cubicBezTo>
                <a:lnTo>
                  <a:pt x="64" y="325"/>
                </a:lnTo>
                <a:cubicBezTo>
                  <a:pt x="75" y="327"/>
                  <a:pt x="88" y="297"/>
                  <a:pt x="90" y="288"/>
                </a:cubicBezTo>
                <a:lnTo>
                  <a:pt x="90" y="288"/>
                </a:lnTo>
                <a:cubicBezTo>
                  <a:pt x="92" y="277"/>
                  <a:pt x="69" y="249"/>
                  <a:pt x="78" y="205"/>
                </a:cubicBezTo>
                <a:lnTo>
                  <a:pt x="78" y="205"/>
                </a:lnTo>
                <a:cubicBezTo>
                  <a:pt x="95" y="112"/>
                  <a:pt x="179" y="60"/>
                  <a:pt x="270" y="78"/>
                </a:cubicBezTo>
                <a:lnTo>
                  <a:pt x="270" y="78"/>
                </a:lnTo>
                <a:cubicBezTo>
                  <a:pt x="348" y="93"/>
                  <a:pt x="397" y="149"/>
                  <a:pt x="382" y="230"/>
                </a:cubicBezTo>
                <a:lnTo>
                  <a:pt x="382" y="230"/>
                </a:lnTo>
                <a:cubicBezTo>
                  <a:pt x="370" y="292"/>
                  <a:pt x="323" y="401"/>
                  <a:pt x="244" y="386"/>
                </a:cubicBezTo>
                <a:lnTo>
                  <a:pt x="244" y="386"/>
                </a:lnTo>
                <a:cubicBezTo>
                  <a:pt x="215" y="380"/>
                  <a:pt x="194" y="355"/>
                  <a:pt x="200" y="325"/>
                </a:cubicBezTo>
                <a:lnTo>
                  <a:pt x="200" y="325"/>
                </a:lnTo>
                <a:cubicBezTo>
                  <a:pt x="209" y="282"/>
                  <a:pt x="245" y="245"/>
                  <a:pt x="253" y="201"/>
                </a:cubicBezTo>
                <a:lnTo>
                  <a:pt x="253" y="201"/>
                </a:lnTo>
                <a:cubicBezTo>
                  <a:pt x="268" y="124"/>
                  <a:pt x="160" y="118"/>
                  <a:pt x="142" y="210"/>
                </a:cubicBezTo>
                <a:lnTo>
                  <a:pt x="142" y="210"/>
                </a:lnTo>
                <a:cubicBezTo>
                  <a:pt x="138" y="229"/>
                  <a:pt x="136" y="251"/>
                  <a:pt x="142" y="270"/>
                </a:cubicBezTo>
                <a:lnTo>
                  <a:pt x="142" y="270"/>
                </a:lnTo>
                <a:cubicBezTo>
                  <a:pt x="113" y="335"/>
                  <a:pt x="62" y="438"/>
                  <a:pt x="49" y="509"/>
                </a:cubicBezTo>
                <a:lnTo>
                  <a:pt x="49" y="509"/>
                </a:lnTo>
                <a:cubicBezTo>
                  <a:pt x="45" y="531"/>
                  <a:pt x="44" y="553"/>
                  <a:pt x="42" y="575"/>
                </a:cubicBezTo>
                <a:lnTo>
                  <a:pt x="42" y="575"/>
                </a:lnTo>
                <a:cubicBezTo>
                  <a:pt x="45" y="580"/>
                  <a:pt x="43" y="579"/>
                  <a:pt x="50" y="578"/>
                </a:cubicBezTo>
                <a:lnTo>
                  <a:pt x="50" y="578"/>
                </a:lnTo>
                <a:cubicBezTo>
                  <a:pt x="122" y="510"/>
                  <a:pt x="122" y="486"/>
                  <a:pt x="168" y="388"/>
                </a:cubicBezTo>
                <a:lnTo>
                  <a:pt x="168" y="388"/>
                </a:lnTo>
                <a:cubicBezTo>
                  <a:pt x="177" y="417"/>
                  <a:pt x="210" y="438"/>
                  <a:pt x="240" y="444"/>
                </a:cubicBezTo>
                <a:lnTo>
                  <a:pt x="240" y="444"/>
                </a:lnTo>
                <a:cubicBezTo>
                  <a:pt x="361" y="468"/>
                  <a:pt x="439" y="359"/>
                  <a:pt x="460" y="252"/>
                </a:cubicBezTo>
                <a:lnTo>
                  <a:pt x="460" y="252"/>
                </a:lnTo>
                <a:cubicBezTo>
                  <a:pt x="482" y="138"/>
                  <a:pt x="398" y="45"/>
                  <a:pt x="290" y="2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7" name="Freeform 90">
            <a:extLst>
              <a:ext uri="{FF2B5EF4-FFF2-40B4-BE49-F238E27FC236}">
                <a16:creationId xmlns:a16="http://schemas.microsoft.com/office/drawing/2014/main" id="{674AB58F-DCF1-344F-907D-CE53CB3AF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4724" y="7654494"/>
            <a:ext cx="1911580" cy="1911580"/>
          </a:xfrm>
          <a:custGeom>
            <a:avLst/>
            <a:gdLst>
              <a:gd name="T0" fmla="*/ 1380 w 1534"/>
              <a:gd name="T1" fmla="*/ 296 h 1535"/>
              <a:gd name="T2" fmla="*/ 529 w 1534"/>
              <a:gd name="T3" fmla="*/ 31 h 1535"/>
              <a:gd name="T4" fmla="*/ 529 w 1534"/>
              <a:gd name="T5" fmla="*/ 31 h 1535"/>
              <a:gd name="T6" fmla="*/ 297 w 1534"/>
              <a:gd name="T7" fmla="*/ 153 h 1535"/>
              <a:gd name="T8" fmla="*/ 31 w 1534"/>
              <a:gd name="T9" fmla="*/ 1005 h 1535"/>
              <a:gd name="T10" fmla="*/ 31 w 1534"/>
              <a:gd name="T11" fmla="*/ 1005 h 1535"/>
              <a:gd name="T12" fmla="*/ 153 w 1534"/>
              <a:gd name="T13" fmla="*/ 1238 h 1535"/>
              <a:gd name="T14" fmla="*/ 1004 w 1534"/>
              <a:gd name="T15" fmla="*/ 1503 h 1535"/>
              <a:gd name="T16" fmla="*/ 1004 w 1534"/>
              <a:gd name="T17" fmla="*/ 1503 h 1535"/>
              <a:gd name="T18" fmla="*/ 1237 w 1534"/>
              <a:gd name="T19" fmla="*/ 1381 h 1535"/>
              <a:gd name="T20" fmla="*/ 1503 w 1534"/>
              <a:gd name="T21" fmla="*/ 529 h 1535"/>
              <a:gd name="T22" fmla="*/ 1503 w 1534"/>
              <a:gd name="T23" fmla="*/ 529 h 1535"/>
              <a:gd name="T24" fmla="*/ 1380 w 1534"/>
              <a:gd name="T25" fmla="*/ 296 h 1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534" h="1535">
                <a:moveTo>
                  <a:pt x="1380" y="296"/>
                </a:moveTo>
                <a:lnTo>
                  <a:pt x="529" y="31"/>
                </a:lnTo>
                <a:lnTo>
                  <a:pt x="529" y="31"/>
                </a:lnTo>
                <a:cubicBezTo>
                  <a:pt x="431" y="0"/>
                  <a:pt x="327" y="55"/>
                  <a:pt x="297" y="153"/>
                </a:cubicBezTo>
                <a:lnTo>
                  <a:pt x="31" y="1005"/>
                </a:lnTo>
                <a:lnTo>
                  <a:pt x="31" y="1005"/>
                </a:lnTo>
                <a:cubicBezTo>
                  <a:pt x="0" y="1103"/>
                  <a:pt x="56" y="1207"/>
                  <a:pt x="153" y="1238"/>
                </a:cubicBezTo>
                <a:lnTo>
                  <a:pt x="1004" y="1503"/>
                </a:lnTo>
                <a:lnTo>
                  <a:pt x="1004" y="1503"/>
                </a:lnTo>
                <a:cubicBezTo>
                  <a:pt x="1103" y="1534"/>
                  <a:pt x="1207" y="1479"/>
                  <a:pt x="1237" y="1381"/>
                </a:cubicBezTo>
                <a:lnTo>
                  <a:pt x="1503" y="529"/>
                </a:lnTo>
                <a:lnTo>
                  <a:pt x="1503" y="529"/>
                </a:lnTo>
                <a:cubicBezTo>
                  <a:pt x="1533" y="430"/>
                  <a:pt x="1478" y="326"/>
                  <a:pt x="1380" y="296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8" name="Freeform 91">
            <a:extLst>
              <a:ext uri="{FF2B5EF4-FFF2-40B4-BE49-F238E27FC236}">
                <a16:creationId xmlns:a16="http://schemas.microsoft.com/office/drawing/2014/main" id="{7F166F91-EAE7-0042-B071-C4FFF6B9E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24032" y="8269715"/>
            <a:ext cx="807480" cy="653671"/>
          </a:xfrm>
          <a:custGeom>
            <a:avLst/>
            <a:gdLst>
              <a:gd name="T0" fmla="*/ 647 w 648"/>
              <a:gd name="T1" fmla="*/ 189 h 526"/>
              <a:gd name="T2" fmla="*/ 647 w 648"/>
              <a:gd name="T3" fmla="*/ 189 h 526"/>
              <a:gd name="T4" fmla="*/ 578 w 648"/>
              <a:gd name="T5" fmla="*/ 187 h 526"/>
              <a:gd name="T6" fmla="*/ 578 w 648"/>
              <a:gd name="T7" fmla="*/ 187 h 526"/>
              <a:gd name="T8" fmla="*/ 646 w 648"/>
              <a:gd name="T9" fmla="*/ 140 h 526"/>
              <a:gd name="T10" fmla="*/ 646 w 648"/>
              <a:gd name="T11" fmla="*/ 140 h 526"/>
              <a:gd name="T12" fmla="*/ 567 w 648"/>
              <a:gd name="T13" fmla="*/ 146 h 526"/>
              <a:gd name="T14" fmla="*/ 567 w 648"/>
              <a:gd name="T15" fmla="*/ 146 h 526"/>
              <a:gd name="T16" fmla="*/ 497 w 648"/>
              <a:gd name="T17" fmla="*/ 85 h 526"/>
              <a:gd name="T18" fmla="*/ 497 w 648"/>
              <a:gd name="T19" fmla="*/ 85 h 526"/>
              <a:gd name="T20" fmla="*/ 350 w 648"/>
              <a:gd name="T21" fmla="*/ 162 h 526"/>
              <a:gd name="T22" fmla="*/ 350 w 648"/>
              <a:gd name="T23" fmla="*/ 162 h 526"/>
              <a:gd name="T24" fmla="*/ 345 w 648"/>
              <a:gd name="T25" fmla="*/ 188 h 526"/>
              <a:gd name="T26" fmla="*/ 345 w 648"/>
              <a:gd name="T27" fmla="*/ 188 h 526"/>
              <a:gd name="T28" fmla="*/ 152 w 648"/>
              <a:gd name="T29" fmla="*/ 0 h 526"/>
              <a:gd name="T30" fmla="*/ 152 w 648"/>
              <a:gd name="T31" fmla="*/ 0 h 526"/>
              <a:gd name="T32" fmla="*/ 121 w 648"/>
              <a:gd name="T33" fmla="*/ 51 h 526"/>
              <a:gd name="T34" fmla="*/ 121 w 648"/>
              <a:gd name="T35" fmla="*/ 51 h 526"/>
              <a:gd name="T36" fmla="*/ 141 w 648"/>
              <a:gd name="T37" fmla="*/ 160 h 526"/>
              <a:gd name="T38" fmla="*/ 141 w 648"/>
              <a:gd name="T39" fmla="*/ 160 h 526"/>
              <a:gd name="T40" fmla="*/ 96 w 648"/>
              <a:gd name="T41" fmla="*/ 130 h 526"/>
              <a:gd name="T42" fmla="*/ 96 w 648"/>
              <a:gd name="T43" fmla="*/ 130 h 526"/>
              <a:gd name="T44" fmla="*/ 95 w 648"/>
              <a:gd name="T45" fmla="*/ 131 h 526"/>
              <a:gd name="T46" fmla="*/ 95 w 648"/>
              <a:gd name="T47" fmla="*/ 131 h 526"/>
              <a:gd name="T48" fmla="*/ 149 w 648"/>
              <a:gd name="T49" fmla="*/ 268 h 526"/>
              <a:gd name="T50" fmla="*/ 149 w 648"/>
              <a:gd name="T51" fmla="*/ 268 h 526"/>
              <a:gd name="T52" fmla="*/ 120 w 648"/>
              <a:gd name="T53" fmla="*/ 263 h 526"/>
              <a:gd name="T54" fmla="*/ 120 w 648"/>
              <a:gd name="T55" fmla="*/ 263 h 526"/>
              <a:gd name="T56" fmla="*/ 99 w 648"/>
              <a:gd name="T57" fmla="*/ 255 h 526"/>
              <a:gd name="T58" fmla="*/ 99 w 648"/>
              <a:gd name="T59" fmla="*/ 255 h 526"/>
              <a:gd name="T60" fmla="*/ 178 w 648"/>
              <a:gd name="T61" fmla="*/ 364 h 526"/>
              <a:gd name="T62" fmla="*/ 178 w 648"/>
              <a:gd name="T63" fmla="*/ 364 h 526"/>
              <a:gd name="T64" fmla="*/ 27 w 648"/>
              <a:gd name="T65" fmla="*/ 368 h 526"/>
              <a:gd name="T66" fmla="*/ 27 w 648"/>
              <a:gd name="T67" fmla="*/ 368 h 526"/>
              <a:gd name="T68" fmla="*/ 0 w 648"/>
              <a:gd name="T69" fmla="*/ 359 h 526"/>
              <a:gd name="T70" fmla="*/ 0 w 648"/>
              <a:gd name="T71" fmla="*/ 359 h 526"/>
              <a:gd name="T72" fmla="*/ 154 w 648"/>
              <a:gd name="T73" fmla="*/ 462 h 526"/>
              <a:gd name="T74" fmla="*/ 154 w 648"/>
              <a:gd name="T75" fmla="*/ 462 h 526"/>
              <a:gd name="T76" fmla="*/ 569 w 648"/>
              <a:gd name="T77" fmla="*/ 244 h 526"/>
              <a:gd name="T78" fmla="*/ 569 w 648"/>
              <a:gd name="T79" fmla="*/ 244 h 526"/>
              <a:gd name="T80" fmla="*/ 573 w 648"/>
              <a:gd name="T81" fmla="*/ 229 h 526"/>
              <a:gd name="T82" fmla="*/ 573 w 648"/>
              <a:gd name="T83" fmla="*/ 229 h 526"/>
              <a:gd name="T84" fmla="*/ 647 w 648"/>
              <a:gd name="T85" fmla="*/ 189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48" h="526">
                <a:moveTo>
                  <a:pt x="647" y="189"/>
                </a:moveTo>
                <a:lnTo>
                  <a:pt x="647" y="189"/>
                </a:lnTo>
                <a:cubicBezTo>
                  <a:pt x="624" y="192"/>
                  <a:pt x="601" y="191"/>
                  <a:pt x="578" y="187"/>
                </a:cubicBezTo>
                <a:lnTo>
                  <a:pt x="578" y="187"/>
                </a:lnTo>
                <a:cubicBezTo>
                  <a:pt x="605" y="180"/>
                  <a:pt x="629" y="164"/>
                  <a:pt x="646" y="140"/>
                </a:cubicBezTo>
                <a:lnTo>
                  <a:pt x="646" y="140"/>
                </a:lnTo>
                <a:cubicBezTo>
                  <a:pt x="620" y="146"/>
                  <a:pt x="594" y="148"/>
                  <a:pt x="567" y="146"/>
                </a:cubicBezTo>
                <a:lnTo>
                  <a:pt x="567" y="146"/>
                </a:lnTo>
                <a:cubicBezTo>
                  <a:pt x="553" y="118"/>
                  <a:pt x="528" y="95"/>
                  <a:pt x="497" y="85"/>
                </a:cubicBezTo>
                <a:lnTo>
                  <a:pt x="497" y="85"/>
                </a:lnTo>
                <a:cubicBezTo>
                  <a:pt x="435" y="66"/>
                  <a:pt x="369" y="100"/>
                  <a:pt x="350" y="162"/>
                </a:cubicBezTo>
                <a:lnTo>
                  <a:pt x="350" y="162"/>
                </a:lnTo>
                <a:cubicBezTo>
                  <a:pt x="348" y="170"/>
                  <a:pt x="346" y="179"/>
                  <a:pt x="345" y="188"/>
                </a:cubicBezTo>
                <a:lnTo>
                  <a:pt x="345" y="188"/>
                </a:lnTo>
                <a:cubicBezTo>
                  <a:pt x="254" y="154"/>
                  <a:pt x="186" y="84"/>
                  <a:pt x="152" y="0"/>
                </a:cubicBezTo>
                <a:lnTo>
                  <a:pt x="152" y="0"/>
                </a:lnTo>
                <a:cubicBezTo>
                  <a:pt x="138" y="14"/>
                  <a:pt x="127" y="31"/>
                  <a:pt x="121" y="51"/>
                </a:cubicBezTo>
                <a:lnTo>
                  <a:pt x="121" y="51"/>
                </a:lnTo>
                <a:cubicBezTo>
                  <a:pt x="109" y="90"/>
                  <a:pt x="118" y="130"/>
                  <a:pt x="141" y="160"/>
                </a:cubicBezTo>
                <a:lnTo>
                  <a:pt x="141" y="160"/>
                </a:lnTo>
                <a:cubicBezTo>
                  <a:pt x="123" y="153"/>
                  <a:pt x="108" y="142"/>
                  <a:pt x="96" y="130"/>
                </a:cubicBezTo>
                <a:lnTo>
                  <a:pt x="96" y="130"/>
                </a:lnTo>
                <a:cubicBezTo>
                  <a:pt x="95" y="130"/>
                  <a:pt x="95" y="131"/>
                  <a:pt x="95" y="131"/>
                </a:cubicBezTo>
                <a:lnTo>
                  <a:pt x="95" y="131"/>
                </a:lnTo>
                <a:cubicBezTo>
                  <a:pt x="79" y="185"/>
                  <a:pt x="102" y="242"/>
                  <a:pt x="149" y="268"/>
                </a:cubicBezTo>
                <a:lnTo>
                  <a:pt x="149" y="268"/>
                </a:lnTo>
                <a:cubicBezTo>
                  <a:pt x="140" y="268"/>
                  <a:pt x="130" y="266"/>
                  <a:pt x="120" y="263"/>
                </a:cubicBezTo>
                <a:lnTo>
                  <a:pt x="120" y="263"/>
                </a:lnTo>
                <a:cubicBezTo>
                  <a:pt x="113" y="261"/>
                  <a:pt x="106" y="257"/>
                  <a:pt x="99" y="255"/>
                </a:cubicBezTo>
                <a:lnTo>
                  <a:pt x="99" y="255"/>
                </a:lnTo>
                <a:cubicBezTo>
                  <a:pt x="100" y="303"/>
                  <a:pt x="131" y="348"/>
                  <a:pt x="178" y="364"/>
                </a:cubicBezTo>
                <a:lnTo>
                  <a:pt x="178" y="364"/>
                </a:lnTo>
                <a:cubicBezTo>
                  <a:pt x="132" y="382"/>
                  <a:pt x="79" y="385"/>
                  <a:pt x="27" y="368"/>
                </a:cubicBezTo>
                <a:lnTo>
                  <a:pt x="27" y="368"/>
                </a:lnTo>
                <a:cubicBezTo>
                  <a:pt x="17" y="366"/>
                  <a:pt x="9" y="363"/>
                  <a:pt x="0" y="359"/>
                </a:cubicBezTo>
                <a:lnTo>
                  <a:pt x="0" y="359"/>
                </a:lnTo>
                <a:cubicBezTo>
                  <a:pt x="40" y="405"/>
                  <a:pt x="92" y="442"/>
                  <a:pt x="154" y="462"/>
                </a:cubicBezTo>
                <a:lnTo>
                  <a:pt x="154" y="462"/>
                </a:lnTo>
                <a:cubicBezTo>
                  <a:pt x="359" y="525"/>
                  <a:pt x="523" y="391"/>
                  <a:pt x="569" y="244"/>
                </a:cubicBezTo>
                <a:lnTo>
                  <a:pt x="569" y="244"/>
                </a:lnTo>
                <a:cubicBezTo>
                  <a:pt x="571" y="239"/>
                  <a:pt x="572" y="234"/>
                  <a:pt x="573" y="229"/>
                </a:cubicBezTo>
                <a:lnTo>
                  <a:pt x="573" y="229"/>
                </a:lnTo>
                <a:cubicBezTo>
                  <a:pt x="600" y="220"/>
                  <a:pt x="625" y="207"/>
                  <a:pt x="647" y="189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39" name="Freeform 92">
            <a:extLst>
              <a:ext uri="{FF2B5EF4-FFF2-40B4-BE49-F238E27FC236}">
                <a16:creationId xmlns:a16="http://schemas.microsoft.com/office/drawing/2014/main" id="{DFC24000-F17D-E645-BE48-A95FEEC0E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3489" y="3908240"/>
            <a:ext cx="2274121" cy="2070877"/>
          </a:xfrm>
          <a:custGeom>
            <a:avLst/>
            <a:gdLst>
              <a:gd name="T0" fmla="*/ 1764 w 1824"/>
              <a:gd name="T1" fmla="*/ 676 h 1661"/>
              <a:gd name="T2" fmla="*/ 459 w 1824"/>
              <a:gd name="T3" fmla="*/ 21 h 1661"/>
              <a:gd name="T4" fmla="*/ 459 w 1824"/>
              <a:gd name="T5" fmla="*/ 21 h 1661"/>
              <a:gd name="T6" fmla="*/ 346 w 1824"/>
              <a:gd name="T7" fmla="*/ 58 h 1661"/>
              <a:gd name="T8" fmla="*/ 20 w 1824"/>
              <a:gd name="T9" fmla="*/ 706 h 1661"/>
              <a:gd name="T10" fmla="*/ 20 w 1824"/>
              <a:gd name="T11" fmla="*/ 706 h 1661"/>
              <a:gd name="T12" fmla="*/ 58 w 1824"/>
              <a:gd name="T13" fmla="*/ 819 h 1661"/>
              <a:gd name="T14" fmla="*/ 960 w 1824"/>
              <a:gd name="T15" fmla="*/ 1272 h 1661"/>
              <a:gd name="T16" fmla="*/ 1046 w 1824"/>
              <a:gd name="T17" fmla="*/ 1619 h 1661"/>
              <a:gd name="T18" fmla="*/ 1046 w 1824"/>
              <a:gd name="T19" fmla="*/ 1619 h 1661"/>
              <a:gd name="T20" fmla="*/ 1129 w 1824"/>
              <a:gd name="T21" fmla="*/ 1625 h 1661"/>
              <a:gd name="T22" fmla="*/ 1236 w 1824"/>
              <a:gd name="T23" fmla="*/ 1411 h 1661"/>
              <a:gd name="T24" fmla="*/ 1363 w 1824"/>
              <a:gd name="T25" fmla="*/ 1475 h 1661"/>
              <a:gd name="T26" fmla="*/ 1363 w 1824"/>
              <a:gd name="T27" fmla="*/ 1475 h 1661"/>
              <a:gd name="T28" fmla="*/ 1477 w 1824"/>
              <a:gd name="T29" fmla="*/ 1437 h 1661"/>
              <a:gd name="T30" fmla="*/ 1802 w 1824"/>
              <a:gd name="T31" fmla="*/ 790 h 1661"/>
              <a:gd name="T32" fmla="*/ 1802 w 1824"/>
              <a:gd name="T33" fmla="*/ 790 h 1661"/>
              <a:gd name="T34" fmla="*/ 1764 w 1824"/>
              <a:gd name="T35" fmla="*/ 676 h 16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824" h="1661">
                <a:moveTo>
                  <a:pt x="1764" y="676"/>
                </a:moveTo>
                <a:lnTo>
                  <a:pt x="459" y="21"/>
                </a:lnTo>
                <a:lnTo>
                  <a:pt x="459" y="21"/>
                </a:lnTo>
                <a:cubicBezTo>
                  <a:pt x="417" y="0"/>
                  <a:pt x="367" y="16"/>
                  <a:pt x="346" y="58"/>
                </a:cubicBezTo>
                <a:lnTo>
                  <a:pt x="20" y="706"/>
                </a:lnTo>
                <a:lnTo>
                  <a:pt x="20" y="706"/>
                </a:lnTo>
                <a:cubicBezTo>
                  <a:pt x="0" y="747"/>
                  <a:pt x="16" y="798"/>
                  <a:pt x="58" y="819"/>
                </a:cubicBezTo>
                <a:lnTo>
                  <a:pt x="960" y="1272"/>
                </a:lnTo>
                <a:lnTo>
                  <a:pt x="1046" y="1619"/>
                </a:lnTo>
                <a:lnTo>
                  <a:pt x="1046" y="1619"/>
                </a:lnTo>
                <a:cubicBezTo>
                  <a:pt x="1059" y="1656"/>
                  <a:pt x="1111" y="1660"/>
                  <a:pt x="1129" y="1625"/>
                </a:cubicBezTo>
                <a:lnTo>
                  <a:pt x="1236" y="1411"/>
                </a:lnTo>
                <a:lnTo>
                  <a:pt x="1363" y="1475"/>
                </a:lnTo>
                <a:lnTo>
                  <a:pt x="1363" y="1475"/>
                </a:lnTo>
                <a:cubicBezTo>
                  <a:pt x="1405" y="1496"/>
                  <a:pt x="1456" y="1479"/>
                  <a:pt x="1477" y="1437"/>
                </a:cubicBezTo>
                <a:lnTo>
                  <a:pt x="1802" y="790"/>
                </a:lnTo>
                <a:lnTo>
                  <a:pt x="1802" y="790"/>
                </a:lnTo>
                <a:cubicBezTo>
                  <a:pt x="1823" y="748"/>
                  <a:pt x="1806" y="697"/>
                  <a:pt x="1764" y="676"/>
                </a:cubicBezTo>
              </a:path>
            </a:pathLst>
          </a:custGeom>
          <a:solidFill>
            <a:srgbClr val="E2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0" name="Freeform 93">
            <a:extLst>
              <a:ext uri="{FF2B5EF4-FFF2-40B4-BE49-F238E27FC236}">
                <a16:creationId xmlns:a16="http://schemas.microsoft.com/office/drawing/2014/main" id="{621E71A4-660F-434D-A529-D7CE79683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302" y="4320217"/>
            <a:ext cx="186764" cy="186764"/>
          </a:xfrm>
          <a:custGeom>
            <a:avLst/>
            <a:gdLst>
              <a:gd name="T0" fmla="*/ 131 w 148"/>
              <a:gd name="T1" fmla="*/ 102 h 148"/>
              <a:gd name="T2" fmla="*/ 131 w 148"/>
              <a:gd name="T3" fmla="*/ 102 h 148"/>
              <a:gd name="T4" fmla="*/ 45 w 148"/>
              <a:gd name="T5" fmla="*/ 131 h 148"/>
              <a:gd name="T6" fmla="*/ 45 w 148"/>
              <a:gd name="T7" fmla="*/ 131 h 148"/>
              <a:gd name="T8" fmla="*/ 16 w 148"/>
              <a:gd name="T9" fmla="*/ 44 h 148"/>
              <a:gd name="T10" fmla="*/ 16 w 148"/>
              <a:gd name="T11" fmla="*/ 44 h 148"/>
              <a:gd name="T12" fmla="*/ 102 w 148"/>
              <a:gd name="T13" fmla="*/ 16 h 148"/>
              <a:gd name="T14" fmla="*/ 102 w 148"/>
              <a:gd name="T15" fmla="*/ 16 h 148"/>
              <a:gd name="T16" fmla="*/ 131 w 148"/>
              <a:gd name="T17" fmla="*/ 102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8" h="148">
                <a:moveTo>
                  <a:pt x="131" y="102"/>
                </a:moveTo>
                <a:lnTo>
                  <a:pt x="131" y="102"/>
                </a:lnTo>
                <a:cubicBezTo>
                  <a:pt x="115" y="135"/>
                  <a:pt x="76" y="147"/>
                  <a:pt x="45" y="131"/>
                </a:cubicBezTo>
                <a:lnTo>
                  <a:pt x="45" y="131"/>
                </a:lnTo>
                <a:cubicBezTo>
                  <a:pt x="12" y="115"/>
                  <a:pt x="0" y="76"/>
                  <a:pt x="16" y="44"/>
                </a:cubicBezTo>
                <a:lnTo>
                  <a:pt x="16" y="44"/>
                </a:lnTo>
                <a:cubicBezTo>
                  <a:pt x="32" y="13"/>
                  <a:pt x="70" y="0"/>
                  <a:pt x="102" y="16"/>
                </a:cubicBezTo>
                <a:lnTo>
                  <a:pt x="102" y="16"/>
                </a:lnTo>
                <a:cubicBezTo>
                  <a:pt x="134" y="32"/>
                  <a:pt x="147" y="71"/>
                  <a:pt x="131" y="102"/>
                </a:cubicBezTo>
              </a:path>
            </a:pathLst>
          </a:custGeom>
          <a:solidFill>
            <a:srgbClr val="FBAE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1" name="Freeform 94">
            <a:extLst>
              <a:ext uri="{FF2B5EF4-FFF2-40B4-BE49-F238E27FC236}">
                <a16:creationId xmlns:a16="http://schemas.microsoft.com/office/drawing/2014/main" id="{8759D735-DB85-4940-994E-028A91838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2937" y="4474022"/>
            <a:ext cx="1032693" cy="587758"/>
          </a:xfrm>
          <a:custGeom>
            <a:avLst/>
            <a:gdLst>
              <a:gd name="T0" fmla="*/ 764 w 830"/>
              <a:gd name="T1" fmla="*/ 462 h 472"/>
              <a:gd name="T2" fmla="*/ 24 w 830"/>
              <a:gd name="T3" fmla="*/ 91 h 472"/>
              <a:gd name="T4" fmla="*/ 24 w 830"/>
              <a:gd name="T5" fmla="*/ 91 h 472"/>
              <a:gd name="T6" fmla="*/ 8 w 830"/>
              <a:gd name="T7" fmla="*/ 43 h 472"/>
              <a:gd name="T8" fmla="*/ 18 w 830"/>
              <a:gd name="T9" fmla="*/ 24 h 472"/>
              <a:gd name="T10" fmla="*/ 18 w 830"/>
              <a:gd name="T11" fmla="*/ 24 h 472"/>
              <a:gd name="T12" fmla="*/ 65 w 830"/>
              <a:gd name="T13" fmla="*/ 9 h 472"/>
              <a:gd name="T14" fmla="*/ 805 w 830"/>
              <a:gd name="T15" fmla="*/ 380 h 472"/>
              <a:gd name="T16" fmla="*/ 805 w 830"/>
              <a:gd name="T17" fmla="*/ 380 h 472"/>
              <a:gd name="T18" fmla="*/ 821 w 830"/>
              <a:gd name="T19" fmla="*/ 427 h 472"/>
              <a:gd name="T20" fmla="*/ 811 w 830"/>
              <a:gd name="T21" fmla="*/ 446 h 472"/>
              <a:gd name="T22" fmla="*/ 811 w 830"/>
              <a:gd name="T23" fmla="*/ 446 h 472"/>
              <a:gd name="T24" fmla="*/ 764 w 830"/>
              <a:gd name="T25" fmla="*/ 462 h 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30" h="472">
                <a:moveTo>
                  <a:pt x="764" y="462"/>
                </a:moveTo>
                <a:lnTo>
                  <a:pt x="24" y="91"/>
                </a:lnTo>
                <a:lnTo>
                  <a:pt x="24" y="91"/>
                </a:lnTo>
                <a:cubicBezTo>
                  <a:pt x="6" y="82"/>
                  <a:pt x="0" y="61"/>
                  <a:pt x="8" y="43"/>
                </a:cubicBezTo>
                <a:lnTo>
                  <a:pt x="18" y="24"/>
                </a:lnTo>
                <a:lnTo>
                  <a:pt x="18" y="24"/>
                </a:lnTo>
                <a:cubicBezTo>
                  <a:pt x="26" y="7"/>
                  <a:pt x="48" y="0"/>
                  <a:pt x="65" y="9"/>
                </a:cubicBezTo>
                <a:lnTo>
                  <a:pt x="805" y="380"/>
                </a:lnTo>
                <a:lnTo>
                  <a:pt x="805" y="380"/>
                </a:lnTo>
                <a:cubicBezTo>
                  <a:pt x="823" y="389"/>
                  <a:pt x="829" y="410"/>
                  <a:pt x="821" y="427"/>
                </a:cubicBezTo>
                <a:lnTo>
                  <a:pt x="811" y="446"/>
                </a:lnTo>
                <a:lnTo>
                  <a:pt x="811" y="446"/>
                </a:lnTo>
                <a:cubicBezTo>
                  <a:pt x="802" y="464"/>
                  <a:pt x="781" y="471"/>
                  <a:pt x="764" y="46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2" name="Freeform 95">
            <a:extLst>
              <a:ext uri="{FF2B5EF4-FFF2-40B4-BE49-F238E27FC236}">
                <a16:creationId xmlns:a16="http://schemas.microsoft.com/office/drawing/2014/main" id="{3774F44B-5CA7-9343-96B2-537E0779C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483" y="4616838"/>
            <a:ext cx="1323823" cy="730577"/>
          </a:xfrm>
          <a:custGeom>
            <a:avLst/>
            <a:gdLst>
              <a:gd name="T0" fmla="*/ 993 w 1061"/>
              <a:gd name="T1" fmla="*/ 578 h 588"/>
              <a:gd name="T2" fmla="*/ 25 w 1061"/>
              <a:gd name="T3" fmla="*/ 91 h 588"/>
              <a:gd name="T4" fmla="*/ 25 w 1061"/>
              <a:gd name="T5" fmla="*/ 91 h 588"/>
              <a:gd name="T6" fmla="*/ 9 w 1061"/>
              <a:gd name="T7" fmla="*/ 44 h 588"/>
              <a:gd name="T8" fmla="*/ 18 w 1061"/>
              <a:gd name="T9" fmla="*/ 25 h 588"/>
              <a:gd name="T10" fmla="*/ 18 w 1061"/>
              <a:gd name="T11" fmla="*/ 25 h 588"/>
              <a:gd name="T12" fmla="*/ 66 w 1061"/>
              <a:gd name="T13" fmla="*/ 9 h 588"/>
              <a:gd name="T14" fmla="*/ 1035 w 1061"/>
              <a:gd name="T15" fmla="*/ 496 h 588"/>
              <a:gd name="T16" fmla="*/ 1035 w 1061"/>
              <a:gd name="T17" fmla="*/ 496 h 588"/>
              <a:gd name="T18" fmla="*/ 1050 w 1061"/>
              <a:gd name="T19" fmla="*/ 543 h 588"/>
              <a:gd name="T20" fmla="*/ 1041 w 1061"/>
              <a:gd name="T21" fmla="*/ 562 h 588"/>
              <a:gd name="T22" fmla="*/ 1041 w 1061"/>
              <a:gd name="T23" fmla="*/ 562 h 588"/>
              <a:gd name="T24" fmla="*/ 993 w 1061"/>
              <a:gd name="T25" fmla="*/ 578 h 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61" h="588">
                <a:moveTo>
                  <a:pt x="993" y="578"/>
                </a:moveTo>
                <a:lnTo>
                  <a:pt x="25" y="91"/>
                </a:lnTo>
                <a:lnTo>
                  <a:pt x="25" y="91"/>
                </a:lnTo>
                <a:cubicBezTo>
                  <a:pt x="7" y="82"/>
                  <a:pt x="0" y="61"/>
                  <a:pt x="9" y="44"/>
                </a:cubicBezTo>
                <a:lnTo>
                  <a:pt x="18" y="25"/>
                </a:lnTo>
                <a:lnTo>
                  <a:pt x="18" y="25"/>
                </a:lnTo>
                <a:cubicBezTo>
                  <a:pt x="27" y="8"/>
                  <a:pt x="49" y="0"/>
                  <a:pt x="66" y="9"/>
                </a:cubicBezTo>
                <a:lnTo>
                  <a:pt x="1035" y="496"/>
                </a:lnTo>
                <a:lnTo>
                  <a:pt x="1035" y="496"/>
                </a:lnTo>
                <a:cubicBezTo>
                  <a:pt x="1052" y="505"/>
                  <a:pt x="1060" y="526"/>
                  <a:pt x="1050" y="543"/>
                </a:cubicBezTo>
                <a:lnTo>
                  <a:pt x="1041" y="562"/>
                </a:lnTo>
                <a:lnTo>
                  <a:pt x="1041" y="562"/>
                </a:lnTo>
                <a:cubicBezTo>
                  <a:pt x="1032" y="579"/>
                  <a:pt x="1011" y="587"/>
                  <a:pt x="993" y="57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3" name="Freeform 380">
            <a:extLst>
              <a:ext uri="{FF2B5EF4-FFF2-40B4-BE49-F238E27FC236}">
                <a16:creationId xmlns:a16="http://schemas.microsoft.com/office/drawing/2014/main" id="{CA3B6BC8-150D-414D-90DC-B025779AF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0565" y="4402614"/>
            <a:ext cx="357050" cy="357046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4" name="Freeform 381">
            <a:extLst>
              <a:ext uri="{FF2B5EF4-FFF2-40B4-BE49-F238E27FC236}">
                <a16:creationId xmlns:a16="http://schemas.microsoft.com/office/drawing/2014/main" id="{68D2CB43-70E7-1B4F-9D33-BD1DAAF45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0565" y="6413069"/>
            <a:ext cx="357050" cy="357046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5" name="Freeform 382">
            <a:extLst>
              <a:ext uri="{FF2B5EF4-FFF2-40B4-BE49-F238E27FC236}">
                <a16:creationId xmlns:a16="http://schemas.microsoft.com/office/drawing/2014/main" id="{1131EBAD-F5CE-0646-85AA-4DC7441B2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0565" y="8418026"/>
            <a:ext cx="357050" cy="35705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6" name="Freeform 383">
            <a:extLst>
              <a:ext uri="{FF2B5EF4-FFF2-40B4-BE49-F238E27FC236}">
                <a16:creationId xmlns:a16="http://schemas.microsoft.com/office/drawing/2014/main" id="{A4919041-AF3B-6840-8229-76424BF26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0565" y="10422993"/>
            <a:ext cx="357050" cy="357046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599" dirty="0">
              <a:latin typeface="DM Sa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4795FB-E798-E248-B2E2-5EE467BC4471}"/>
              </a:ext>
            </a:extLst>
          </p:cNvPr>
          <p:cNvSpPr txBox="1"/>
          <p:nvPr/>
        </p:nvSpPr>
        <p:spPr>
          <a:xfrm>
            <a:off x="8268987" y="752375"/>
            <a:ext cx="7801175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chemeClr val="tx2"/>
                </a:solidFill>
                <a:latin typeface="DM Sans" pitchFamily="2" charset="77"/>
              </a:rPr>
              <a:t>Social Media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37DD2-67F8-B844-B2D2-B191D21D0F89}"/>
              </a:ext>
            </a:extLst>
          </p:cNvPr>
          <p:cNvSpPr txBox="1"/>
          <p:nvPr/>
        </p:nvSpPr>
        <p:spPr>
          <a:xfrm>
            <a:off x="7056330" y="1867301"/>
            <a:ext cx="10264990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130" dirty="0">
                <a:latin typeface="DM Sa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B8A450-9A7B-8D42-B4C3-55B412F44DE3}"/>
              </a:ext>
            </a:extLst>
          </p:cNvPr>
          <p:cNvSpPr txBox="1"/>
          <p:nvPr/>
        </p:nvSpPr>
        <p:spPr>
          <a:xfrm>
            <a:off x="16168556" y="4241759"/>
            <a:ext cx="1615507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Target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7A7D0-8B1D-6F45-981E-BFA200F1D0E4}"/>
              </a:ext>
            </a:extLst>
          </p:cNvPr>
          <p:cNvSpPr txBox="1"/>
          <p:nvPr/>
        </p:nvSpPr>
        <p:spPr>
          <a:xfrm>
            <a:off x="16162294" y="4919007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1148CC-EBBF-7447-A8B7-164830DE97DD}"/>
              </a:ext>
            </a:extLst>
          </p:cNvPr>
          <p:cNvSpPr txBox="1"/>
          <p:nvPr/>
        </p:nvSpPr>
        <p:spPr>
          <a:xfrm>
            <a:off x="16168556" y="6253990"/>
            <a:ext cx="1345240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Sales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0B39F-C6A3-5F44-8F1F-2D35A2AE6BD4}"/>
              </a:ext>
            </a:extLst>
          </p:cNvPr>
          <p:cNvSpPr txBox="1"/>
          <p:nvPr/>
        </p:nvSpPr>
        <p:spPr>
          <a:xfrm>
            <a:off x="16162294" y="6931238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81C9F5-39C8-E645-9F9C-706B2AB70A21}"/>
              </a:ext>
            </a:extLst>
          </p:cNvPr>
          <p:cNvSpPr txBox="1"/>
          <p:nvPr/>
        </p:nvSpPr>
        <p:spPr>
          <a:xfrm>
            <a:off x="16168556" y="8251936"/>
            <a:ext cx="2048638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Planning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852928-4289-A24C-80FA-F338E0FD54D1}"/>
              </a:ext>
            </a:extLst>
          </p:cNvPr>
          <p:cNvSpPr txBox="1"/>
          <p:nvPr/>
        </p:nvSpPr>
        <p:spPr>
          <a:xfrm>
            <a:off x="16162294" y="8929184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9CC1DA-AB44-9A45-95AC-A1A0051A89A4}"/>
              </a:ext>
            </a:extLst>
          </p:cNvPr>
          <p:cNvSpPr txBox="1"/>
          <p:nvPr/>
        </p:nvSpPr>
        <p:spPr>
          <a:xfrm>
            <a:off x="16168556" y="10259640"/>
            <a:ext cx="2387833" cy="64376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320"/>
              </a:lnSpc>
            </a:pPr>
            <a:r>
              <a:rPr lang="en-US" b="1" spc="-30" dirty="0">
                <a:solidFill>
                  <a:schemeClr val="tx2"/>
                </a:solidFill>
                <a:latin typeface="DM Sans" pitchFamily="2" charset="77"/>
              </a:rPr>
              <a:t>Execution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068E21-729F-774B-BEC6-812F1CB3C8A6}"/>
              </a:ext>
            </a:extLst>
          </p:cNvPr>
          <p:cNvSpPr txBox="1"/>
          <p:nvPr/>
        </p:nvSpPr>
        <p:spPr>
          <a:xfrm>
            <a:off x="16162294" y="10936888"/>
            <a:ext cx="597045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 spc="-30" dirty="0">
                <a:latin typeface="DM Sa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412912197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AI - Social Media">
      <a:dk1>
        <a:srgbClr val="747993"/>
      </a:dk1>
      <a:lt1>
        <a:srgbClr val="FFFFFF"/>
      </a:lt1>
      <a:dk2>
        <a:srgbClr val="111340"/>
      </a:dk2>
      <a:lt2>
        <a:srgbClr val="FFFFFF"/>
      </a:lt2>
      <a:accent1>
        <a:srgbClr val="24D366"/>
      </a:accent1>
      <a:accent2>
        <a:srgbClr val="1DA1F2"/>
      </a:accent2>
      <a:accent3>
        <a:srgbClr val="4167B2"/>
      </a:accent3>
      <a:accent4>
        <a:srgbClr val="FF0400"/>
      </a:accent4>
      <a:accent5>
        <a:srgbClr val="2F3F53"/>
      </a:accent5>
      <a:accent6>
        <a:srgbClr val="BD081C"/>
      </a:accent6>
      <a:hlink>
        <a:srgbClr val="335FFE"/>
      </a:hlink>
      <a:folHlink>
        <a:srgbClr val="CA64D4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81949</TotalTime>
  <Words>1455</Words>
  <Application>Microsoft Macintosh PowerPoint</Application>
  <PresentationFormat>Custom</PresentationFormat>
  <Paragraphs>238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DM Sans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</dc:title>
  <dc:subject>Templates</dc:subject>
  <dc:creator/>
  <cp:keywords/>
  <dc:description/>
  <cp:lastModifiedBy>Johanna Jovel Hernández</cp:lastModifiedBy>
  <cp:revision>9679</cp:revision>
  <cp:lastPrinted>2019-09-18T23:04:43Z</cp:lastPrinted>
  <dcterms:created xsi:type="dcterms:W3CDTF">2014-11-12T21:47:38Z</dcterms:created>
  <dcterms:modified xsi:type="dcterms:W3CDTF">2020-06-10T21:08:25Z</dcterms:modified>
  <cp:category/>
</cp:coreProperties>
</file>