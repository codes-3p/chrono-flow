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111340"/>
    <a:srgbClr val="E2ECF1"/>
    <a:srgbClr val="F1F6F8"/>
    <a:srgbClr val="DBE9F0"/>
    <a:srgbClr val="073B4C"/>
    <a:srgbClr val="335FFE"/>
    <a:srgbClr val="ECF3F6"/>
    <a:srgbClr val="B5B5B5"/>
    <a:srgbClr val="DEDEDE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8" autoAdjust="0"/>
    <p:restoredTop sz="91973" autoAdjust="0"/>
  </p:normalViewPr>
  <p:slideViewPr>
    <p:cSldViewPr snapToGrid="0" snapToObjects="1">
      <p:cViewPr varScale="1">
        <p:scale>
          <a:sx n="62" d="100"/>
          <a:sy n="62" d="100"/>
        </p:scale>
        <p:origin x="32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" panose="00000500000000000000" pitchFamily="2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4/11/23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" panose="00000500000000000000" pitchFamily="2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1CB1BD-01E4-4CD1-966B-FF141D0B86D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A78BD95-1909-4DD0-AF46-D8FFB0D78A3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B59BCC4F-1D3E-4892-990C-58AE48EFFFE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ACE908C-8C3A-4C25-862F-B99059671F3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4B9728-ADF5-4B3A-92C8-86534A3D70F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2BECDA5-91D8-484C-BFB7-DB1BE8FAE0B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0721" name="Rectangle 1">
            <a:extLst>
              <a:ext uri="{FF2B5EF4-FFF2-40B4-BE49-F238E27FC236}">
                <a16:creationId xmlns:a16="http://schemas.microsoft.com/office/drawing/2014/main" id="{270BBB22-3F71-4025-80DF-03F0B30A076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CB2CAE5-D08A-4292-8D6C-AFD3AF5D373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4A494F-7C9C-427C-B4DC-E2A2768E4F0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C647415-52E6-4BB4-BB4E-7ED500AA695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1745" name="Rectangle 1">
            <a:extLst>
              <a:ext uri="{FF2B5EF4-FFF2-40B4-BE49-F238E27FC236}">
                <a16:creationId xmlns:a16="http://schemas.microsoft.com/office/drawing/2014/main" id="{23FB58D0-4619-4684-88E6-2D897D541F2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358CEAB-FDB0-4D4C-A5B8-74D746E7372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4E541F-A058-4AB7-A839-5737A40F753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AD1DDC7-1336-4BD2-AC21-5DA9F294F44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2769" name="Rectangle 1">
            <a:extLst>
              <a:ext uri="{FF2B5EF4-FFF2-40B4-BE49-F238E27FC236}">
                <a16:creationId xmlns:a16="http://schemas.microsoft.com/office/drawing/2014/main" id="{745887BB-D7E7-44AA-A438-4004110B970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514049A-8649-4404-B287-04FBCE383B2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B9E578-FDA6-49A7-97AC-7AF865EF9FD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AFCFB4F-CE3D-4B9B-A4D5-9C38BD64B95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3793" name="Rectangle 1">
            <a:extLst>
              <a:ext uri="{FF2B5EF4-FFF2-40B4-BE49-F238E27FC236}">
                <a16:creationId xmlns:a16="http://schemas.microsoft.com/office/drawing/2014/main" id="{C4FC8B0D-BB85-4A57-91D4-E569F26C1B7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C7595707-1CD9-4D53-83A6-47CD42F88EA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FED5AD-7E02-48CE-819B-17E54E6C95B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D66200-7E84-40CA-8E9D-93F29505D37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4817" name="Rectangle 1">
            <a:extLst>
              <a:ext uri="{FF2B5EF4-FFF2-40B4-BE49-F238E27FC236}">
                <a16:creationId xmlns:a16="http://schemas.microsoft.com/office/drawing/2014/main" id="{51BDF802-6C73-4493-8FC1-AC78EB1DAD5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43A31CB3-F603-470C-940A-2ED62EFDCB1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FB0448-112A-4284-AA4D-9E60B3372E2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209B036-8285-4D79-8304-3B23570AC08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5841" name="Rectangle 1">
            <a:extLst>
              <a:ext uri="{FF2B5EF4-FFF2-40B4-BE49-F238E27FC236}">
                <a16:creationId xmlns:a16="http://schemas.microsoft.com/office/drawing/2014/main" id="{31EDEA0A-1F9C-4546-8897-B8DEC84F431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E65F87C-CCE7-4B74-9766-85C64B63D47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7000" b="1" i="0" kern="1200" spc="-290" baseline="0">
          <a:solidFill>
            <a:schemeClr val="tx2"/>
          </a:solidFill>
          <a:latin typeface="Montserrat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0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A476AFB-27FA-4DDE-B4D6-53B980CC782C}"/>
              </a:ext>
            </a:extLst>
          </p:cNvPr>
          <p:cNvGrpSpPr/>
          <p:nvPr/>
        </p:nvGrpSpPr>
        <p:grpSpPr>
          <a:xfrm>
            <a:off x="8635957" y="4033515"/>
            <a:ext cx="7105735" cy="8196511"/>
            <a:chOff x="8635957" y="4033515"/>
            <a:chExt cx="7105735" cy="8196511"/>
          </a:xfrm>
        </p:grpSpPr>
        <p:sp>
          <p:nvSpPr>
            <p:cNvPr id="144" name="Freeform 2">
              <a:extLst>
                <a:ext uri="{FF2B5EF4-FFF2-40B4-BE49-F238E27FC236}">
                  <a16:creationId xmlns:a16="http://schemas.microsoft.com/office/drawing/2014/main" id="{A9DCC281-ECCC-4579-96DC-7B4794911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882" y="4033515"/>
              <a:ext cx="7097886" cy="8196511"/>
            </a:xfrm>
            <a:custGeom>
              <a:avLst/>
              <a:gdLst>
                <a:gd name="T0" fmla="*/ 3988 w 7976"/>
                <a:gd name="T1" fmla="*/ 0 h 9210"/>
                <a:gd name="T2" fmla="*/ 0 w 7976"/>
                <a:gd name="T3" fmla="*/ 2302 h 9210"/>
                <a:gd name="T4" fmla="*/ 0 w 7976"/>
                <a:gd name="T5" fmla="*/ 6906 h 9210"/>
                <a:gd name="T6" fmla="*/ 3988 w 7976"/>
                <a:gd name="T7" fmla="*/ 9209 h 9210"/>
                <a:gd name="T8" fmla="*/ 7975 w 7976"/>
                <a:gd name="T9" fmla="*/ 6906 h 9210"/>
                <a:gd name="T10" fmla="*/ 7975 w 7976"/>
                <a:gd name="T11" fmla="*/ 2302 h 9210"/>
                <a:gd name="T12" fmla="*/ 3988 w 7976"/>
                <a:gd name="T13" fmla="*/ 0 h 9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76" h="9210">
                  <a:moveTo>
                    <a:pt x="3988" y="0"/>
                  </a:moveTo>
                  <a:lnTo>
                    <a:pt x="0" y="2302"/>
                  </a:lnTo>
                  <a:lnTo>
                    <a:pt x="0" y="6906"/>
                  </a:lnTo>
                  <a:lnTo>
                    <a:pt x="3988" y="9209"/>
                  </a:lnTo>
                  <a:lnTo>
                    <a:pt x="7975" y="6906"/>
                  </a:lnTo>
                  <a:lnTo>
                    <a:pt x="7975" y="2302"/>
                  </a:lnTo>
                  <a:lnTo>
                    <a:pt x="3988" y="0"/>
                  </a:lnTo>
                </a:path>
              </a:pathLst>
            </a:custGeom>
            <a:noFill/>
            <a:ln w="25400" cap="flat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5" name="Freeform 3">
              <a:extLst>
                <a:ext uri="{FF2B5EF4-FFF2-40B4-BE49-F238E27FC236}">
                  <a16:creationId xmlns:a16="http://schemas.microsoft.com/office/drawing/2014/main" id="{9D3F3C6A-9787-41A7-B885-4F8081B66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882" y="4033515"/>
              <a:ext cx="7097886" cy="6144439"/>
            </a:xfrm>
            <a:custGeom>
              <a:avLst/>
              <a:gdLst>
                <a:gd name="T0" fmla="*/ 3988 w 7976"/>
                <a:gd name="T1" fmla="*/ 0 h 6907"/>
                <a:gd name="T2" fmla="*/ 0 w 7976"/>
                <a:gd name="T3" fmla="*/ 6906 h 6907"/>
                <a:gd name="T4" fmla="*/ 7975 w 7976"/>
                <a:gd name="T5" fmla="*/ 6906 h 6907"/>
                <a:gd name="T6" fmla="*/ 3988 w 7976"/>
                <a:gd name="T7" fmla="*/ 0 h 6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76" h="6907">
                  <a:moveTo>
                    <a:pt x="3988" y="0"/>
                  </a:moveTo>
                  <a:lnTo>
                    <a:pt x="0" y="6906"/>
                  </a:lnTo>
                  <a:lnTo>
                    <a:pt x="7975" y="6906"/>
                  </a:lnTo>
                  <a:lnTo>
                    <a:pt x="3988" y="0"/>
                  </a:lnTo>
                </a:path>
              </a:pathLst>
            </a:custGeom>
            <a:noFill/>
            <a:ln w="25400" cap="flat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6" name="Freeform 4">
              <a:extLst>
                <a:ext uri="{FF2B5EF4-FFF2-40B4-BE49-F238E27FC236}">
                  <a16:creationId xmlns:a16="http://schemas.microsoft.com/office/drawing/2014/main" id="{C66A677E-F6AB-4E17-B8F3-EC398E06D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882" y="6081661"/>
              <a:ext cx="7097886" cy="6148364"/>
            </a:xfrm>
            <a:custGeom>
              <a:avLst/>
              <a:gdLst>
                <a:gd name="T0" fmla="*/ 0 w 7976"/>
                <a:gd name="T1" fmla="*/ 0 h 6908"/>
                <a:gd name="T2" fmla="*/ 7975 w 7976"/>
                <a:gd name="T3" fmla="*/ 0 h 6908"/>
                <a:gd name="T4" fmla="*/ 3988 w 7976"/>
                <a:gd name="T5" fmla="*/ 6907 h 6908"/>
                <a:gd name="T6" fmla="*/ 0 w 7976"/>
                <a:gd name="T7" fmla="*/ 0 h 6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76" h="6908">
                  <a:moveTo>
                    <a:pt x="0" y="0"/>
                  </a:moveTo>
                  <a:lnTo>
                    <a:pt x="7975" y="0"/>
                  </a:lnTo>
                  <a:lnTo>
                    <a:pt x="3988" y="6907"/>
                  </a:ln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7" name="Line 5">
              <a:extLst>
                <a:ext uri="{FF2B5EF4-FFF2-40B4-BE49-F238E27FC236}">
                  <a16:creationId xmlns:a16="http://schemas.microsoft.com/office/drawing/2014/main" id="{E4CF3778-F5F8-40B0-8EB0-8A9B8465A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35957" y="6081661"/>
              <a:ext cx="7105735" cy="4096293"/>
            </a:xfrm>
            <a:prstGeom prst="line">
              <a:avLst/>
            </a:prstGeom>
            <a:noFill/>
            <a:ln w="25400" cap="flat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8" name="Line 6">
              <a:extLst>
                <a:ext uri="{FF2B5EF4-FFF2-40B4-BE49-F238E27FC236}">
                  <a16:creationId xmlns:a16="http://schemas.microsoft.com/office/drawing/2014/main" id="{77D62037-E7A2-45B7-A749-6EE2F79E1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9882" y="6081661"/>
              <a:ext cx="7097886" cy="4096293"/>
            </a:xfrm>
            <a:prstGeom prst="line">
              <a:avLst/>
            </a:prstGeom>
            <a:noFill/>
            <a:ln w="25400" cap="flat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49" name="Freeform 7">
            <a:extLst>
              <a:ext uri="{FF2B5EF4-FFF2-40B4-BE49-F238E27FC236}">
                <a16:creationId xmlns:a16="http://schemas.microsoft.com/office/drawing/2014/main" id="{516113C1-2029-4F78-B3ED-7DA4BF133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1909" y="6521110"/>
            <a:ext cx="4633832" cy="3217395"/>
          </a:xfrm>
          <a:prstGeom prst="roundRect">
            <a:avLst>
              <a:gd name="adj" fmla="val 16099"/>
            </a:avLst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0" name="Freeform 8">
            <a:extLst>
              <a:ext uri="{FF2B5EF4-FFF2-40B4-BE49-F238E27FC236}">
                <a16:creationId xmlns:a16="http://schemas.microsoft.com/office/drawing/2014/main" id="{E2D8CD0A-AB56-4289-87D6-179E677C5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1909" y="6521110"/>
            <a:ext cx="4633832" cy="3217395"/>
          </a:xfrm>
          <a:prstGeom prst="roundRect">
            <a:avLst>
              <a:gd name="adj" fmla="val 15752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1" name="Freeform 9">
            <a:extLst>
              <a:ext uri="{FF2B5EF4-FFF2-40B4-BE49-F238E27FC236}">
                <a16:creationId xmlns:a16="http://schemas.microsoft.com/office/drawing/2014/main" id="{A306D4F3-A00E-4843-86C0-19EF85E32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2885" y="3291946"/>
            <a:ext cx="3915805" cy="1483141"/>
          </a:xfrm>
          <a:custGeom>
            <a:avLst/>
            <a:gdLst>
              <a:gd name="T0" fmla="*/ 3407 w 4403"/>
              <a:gd name="T1" fmla="*/ 1664 h 1665"/>
              <a:gd name="T2" fmla="*/ 994 w 4403"/>
              <a:gd name="T3" fmla="*/ 1664 h 1665"/>
              <a:gd name="T4" fmla="*/ 994 w 4403"/>
              <a:gd name="T5" fmla="*/ 1664 h 1665"/>
              <a:gd name="T6" fmla="*/ 0 w 4403"/>
              <a:gd name="T7" fmla="*/ 670 h 1665"/>
              <a:gd name="T8" fmla="*/ 0 w 4403"/>
              <a:gd name="T9" fmla="*/ 476 h 1665"/>
              <a:gd name="T10" fmla="*/ 0 w 4403"/>
              <a:gd name="T11" fmla="*/ 476 h 1665"/>
              <a:gd name="T12" fmla="*/ 476 w 4403"/>
              <a:gd name="T13" fmla="*/ 0 h 1665"/>
              <a:gd name="T14" fmla="*/ 3925 w 4403"/>
              <a:gd name="T15" fmla="*/ 0 h 1665"/>
              <a:gd name="T16" fmla="*/ 3925 w 4403"/>
              <a:gd name="T17" fmla="*/ 0 h 1665"/>
              <a:gd name="T18" fmla="*/ 4402 w 4403"/>
              <a:gd name="T19" fmla="*/ 476 h 1665"/>
              <a:gd name="T20" fmla="*/ 4402 w 4403"/>
              <a:gd name="T21" fmla="*/ 670 h 1665"/>
              <a:gd name="T22" fmla="*/ 4402 w 4403"/>
              <a:gd name="T23" fmla="*/ 670 h 1665"/>
              <a:gd name="T24" fmla="*/ 3407 w 4403"/>
              <a:gd name="T25" fmla="*/ 1664 h 1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03" h="1665">
                <a:moveTo>
                  <a:pt x="3407" y="1664"/>
                </a:moveTo>
                <a:lnTo>
                  <a:pt x="994" y="1664"/>
                </a:lnTo>
                <a:lnTo>
                  <a:pt x="994" y="1664"/>
                </a:lnTo>
                <a:cubicBezTo>
                  <a:pt x="445" y="1664"/>
                  <a:pt x="0" y="1219"/>
                  <a:pt x="0" y="670"/>
                </a:cubicBezTo>
                <a:lnTo>
                  <a:pt x="0" y="476"/>
                </a:lnTo>
                <a:lnTo>
                  <a:pt x="0" y="476"/>
                </a:lnTo>
                <a:cubicBezTo>
                  <a:pt x="0" y="213"/>
                  <a:pt x="213" y="0"/>
                  <a:pt x="476" y="0"/>
                </a:cubicBezTo>
                <a:lnTo>
                  <a:pt x="3925" y="0"/>
                </a:lnTo>
                <a:lnTo>
                  <a:pt x="3925" y="0"/>
                </a:lnTo>
                <a:cubicBezTo>
                  <a:pt x="4188" y="0"/>
                  <a:pt x="4402" y="213"/>
                  <a:pt x="4402" y="476"/>
                </a:cubicBezTo>
                <a:lnTo>
                  <a:pt x="4402" y="670"/>
                </a:lnTo>
                <a:lnTo>
                  <a:pt x="4402" y="670"/>
                </a:lnTo>
                <a:cubicBezTo>
                  <a:pt x="4402" y="1219"/>
                  <a:pt x="3956" y="1664"/>
                  <a:pt x="3407" y="166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2" name="Freeform 10">
            <a:extLst>
              <a:ext uri="{FF2B5EF4-FFF2-40B4-BE49-F238E27FC236}">
                <a16:creationId xmlns:a16="http://schemas.microsoft.com/office/drawing/2014/main" id="{A9F0BB35-560D-4A03-9723-9E5A6E938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2885" y="11488454"/>
            <a:ext cx="3915805" cy="1483141"/>
          </a:xfrm>
          <a:custGeom>
            <a:avLst/>
            <a:gdLst>
              <a:gd name="T0" fmla="*/ 994 w 4403"/>
              <a:gd name="T1" fmla="*/ 0 h 1665"/>
              <a:gd name="T2" fmla="*/ 3407 w 4403"/>
              <a:gd name="T3" fmla="*/ 0 h 1665"/>
              <a:gd name="T4" fmla="*/ 3407 w 4403"/>
              <a:gd name="T5" fmla="*/ 0 h 1665"/>
              <a:gd name="T6" fmla="*/ 4402 w 4403"/>
              <a:gd name="T7" fmla="*/ 994 h 1665"/>
              <a:gd name="T8" fmla="*/ 4402 w 4403"/>
              <a:gd name="T9" fmla="*/ 1189 h 1665"/>
              <a:gd name="T10" fmla="*/ 4402 w 4403"/>
              <a:gd name="T11" fmla="*/ 1189 h 1665"/>
              <a:gd name="T12" fmla="*/ 3925 w 4403"/>
              <a:gd name="T13" fmla="*/ 1664 h 1665"/>
              <a:gd name="T14" fmla="*/ 476 w 4403"/>
              <a:gd name="T15" fmla="*/ 1664 h 1665"/>
              <a:gd name="T16" fmla="*/ 476 w 4403"/>
              <a:gd name="T17" fmla="*/ 1664 h 1665"/>
              <a:gd name="T18" fmla="*/ 0 w 4403"/>
              <a:gd name="T19" fmla="*/ 1189 h 1665"/>
              <a:gd name="T20" fmla="*/ 0 w 4403"/>
              <a:gd name="T21" fmla="*/ 994 h 1665"/>
              <a:gd name="T22" fmla="*/ 0 w 4403"/>
              <a:gd name="T23" fmla="*/ 994 h 1665"/>
              <a:gd name="T24" fmla="*/ 994 w 4403"/>
              <a:gd name="T25" fmla="*/ 0 h 1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03" h="1665">
                <a:moveTo>
                  <a:pt x="994" y="0"/>
                </a:moveTo>
                <a:lnTo>
                  <a:pt x="3407" y="0"/>
                </a:lnTo>
                <a:lnTo>
                  <a:pt x="3407" y="0"/>
                </a:lnTo>
                <a:cubicBezTo>
                  <a:pt x="3956" y="0"/>
                  <a:pt x="4402" y="445"/>
                  <a:pt x="4402" y="994"/>
                </a:cubicBezTo>
                <a:lnTo>
                  <a:pt x="4402" y="1189"/>
                </a:lnTo>
                <a:lnTo>
                  <a:pt x="4402" y="1189"/>
                </a:lnTo>
                <a:cubicBezTo>
                  <a:pt x="4402" y="1451"/>
                  <a:pt x="4188" y="1664"/>
                  <a:pt x="3925" y="1664"/>
                </a:cubicBezTo>
                <a:lnTo>
                  <a:pt x="476" y="1664"/>
                </a:lnTo>
                <a:lnTo>
                  <a:pt x="476" y="1664"/>
                </a:lnTo>
                <a:cubicBezTo>
                  <a:pt x="213" y="1664"/>
                  <a:pt x="0" y="1451"/>
                  <a:pt x="0" y="1189"/>
                </a:cubicBezTo>
                <a:lnTo>
                  <a:pt x="0" y="994"/>
                </a:lnTo>
                <a:lnTo>
                  <a:pt x="0" y="994"/>
                </a:lnTo>
                <a:cubicBezTo>
                  <a:pt x="0" y="445"/>
                  <a:pt x="445" y="0"/>
                  <a:pt x="994" y="0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3" name="Freeform 11">
            <a:extLst>
              <a:ext uri="{FF2B5EF4-FFF2-40B4-BE49-F238E27FC236}">
                <a16:creationId xmlns:a16="http://schemas.microsoft.com/office/drawing/2014/main" id="{64038608-1E23-485A-A09A-107D94F52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0" y="4111988"/>
            <a:ext cx="2950586" cy="3841257"/>
          </a:xfrm>
          <a:custGeom>
            <a:avLst/>
            <a:gdLst>
              <a:gd name="T0" fmla="*/ 3039 w 3314"/>
              <a:gd name="T1" fmla="*/ 1587 h 4316"/>
              <a:gd name="T2" fmla="*/ 1831 w 3314"/>
              <a:gd name="T3" fmla="*/ 3676 h 4316"/>
              <a:gd name="T4" fmla="*/ 1831 w 3314"/>
              <a:gd name="T5" fmla="*/ 3676 h 4316"/>
              <a:gd name="T6" fmla="*/ 474 w 3314"/>
              <a:gd name="T7" fmla="*/ 4040 h 4316"/>
              <a:gd name="T8" fmla="*/ 306 w 3314"/>
              <a:gd name="T9" fmla="*/ 3943 h 4316"/>
              <a:gd name="T10" fmla="*/ 306 w 3314"/>
              <a:gd name="T11" fmla="*/ 3943 h 4316"/>
              <a:gd name="T12" fmla="*/ 131 w 3314"/>
              <a:gd name="T13" fmla="*/ 3293 h 4316"/>
              <a:gd name="T14" fmla="*/ 1857 w 3314"/>
              <a:gd name="T15" fmla="*/ 306 h 4316"/>
              <a:gd name="T16" fmla="*/ 1857 w 3314"/>
              <a:gd name="T17" fmla="*/ 306 h 4316"/>
              <a:gd name="T18" fmla="*/ 2507 w 3314"/>
              <a:gd name="T19" fmla="*/ 132 h 4316"/>
              <a:gd name="T20" fmla="*/ 2675 w 3314"/>
              <a:gd name="T21" fmla="*/ 229 h 4316"/>
              <a:gd name="T22" fmla="*/ 2675 w 3314"/>
              <a:gd name="T23" fmla="*/ 229 h 4316"/>
              <a:gd name="T24" fmla="*/ 3039 w 3314"/>
              <a:gd name="T25" fmla="*/ 1587 h 4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4" h="4316">
                <a:moveTo>
                  <a:pt x="3039" y="1587"/>
                </a:moveTo>
                <a:lnTo>
                  <a:pt x="1831" y="3676"/>
                </a:lnTo>
                <a:lnTo>
                  <a:pt x="1831" y="3676"/>
                </a:lnTo>
                <a:cubicBezTo>
                  <a:pt x="1557" y="4151"/>
                  <a:pt x="949" y="4315"/>
                  <a:pt x="474" y="4040"/>
                </a:cubicBezTo>
                <a:lnTo>
                  <a:pt x="306" y="3943"/>
                </a:lnTo>
                <a:lnTo>
                  <a:pt x="306" y="3943"/>
                </a:lnTo>
                <a:cubicBezTo>
                  <a:pt x="78" y="3812"/>
                  <a:pt x="0" y="3520"/>
                  <a:pt x="131" y="3293"/>
                </a:cubicBezTo>
                <a:lnTo>
                  <a:pt x="1857" y="306"/>
                </a:lnTo>
                <a:lnTo>
                  <a:pt x="1857" y="306"/>
                </a:lnTo>
                <a:cubicBezTo>
                  <a:pt x="1988" y="78"/>
                  <a:pt x="2279" y="0"/>
                  <a:pt x="2507" y="132"/>
                </a:cubicBezTo>
                <a:lnTo>
                  <a:pt x="2675" y="229"/>
                </a:lnTo>
                <a:lnTo>
                  <a:pt x="2675" y="229"/>
                </a:lnTo>
                <a:cubicBezTo>
                  <a:pt x="3150" y="503"/>
                  <a:pt x="3313" y="1111"/>
                  <a:pt x="3039" y="158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4" name="Freeform 12">
            <a:extLst>
              <a:ext uri="{FF2B5EF4-FFF2-40B4-BE49-F238E27FC236}">
                <a16:creationId xmlns:a16="http://schemas.microsoft.com/office/drawing/2014/main" id="{75DBF4D5-A098-4210-B7F4-15EEE822A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3483" y="8310296"/>
            <a:ext cx="2950586" cy="3841257"/>
          </a:xfrm>
          <a:custGeom>
            <a:avLst/>
            <a:gdLst>
              <a:gd name="T0" fmla="*/ 275 w 3314"/>
              <a:gd name="T1" fmla="*/ 2729 h 4316"/>
              <a:gd name="T2" fmla="*/ 1482 w 3314"/>
              <a:gd name="T3" fmla="*/ 638 h 4316"/>
              <a:gd name="T4" fmla="*/ 1482 w 3314"/>
              <a:gd name="T5" fmla="*/ 638 h 4316"/>
              <a:gd name="T6" fmla="*/ 2840 w 3314"/>
              <a:gd name="T7" fmla="*/ 274 h 4316"/>
              <a:gd name="T8" fmla="*/ 3008 w 3314"/>
              <a:gd name="T9" fmla="*/ 371 h 4316"/>
              <a:gd name="T10" fmla="*/ 3008 w 3314"/>
              <a:gd name="T11" fmla="*/ 371 h 4316"/>
              <a:gd name="T12" fmla="*/ 3182 w 3314"/>
              <a:gd name="T13" fmla="*/ 1021 h 4316"/>
              <a:gd name="T14" fmla="*/ 1456 w 3314"/>
              <a:gd name="T15" fmla="*/ 4009 h 4316"/>
              <a:gd name="T16" fmla="*/ 1456 w 3314"/>
              <a:gd name="T17" fmla="*/ 4009 h 4316"/>
              <a:gd name="T18" fmla="*/ 806 w 3314"/>
              <a:gd name="T19" fmla="*/ 4184 h 4316"/>
              <a:gd name="T20" fmla="*/ 638 w 3314"/>
              <a:gd name="T21" fmla="*/ 4087 h 4316"/>
              <a:gd name="T22" fmla="*/ 638 w 3314"/>
              <a:gd name="T23" fmla="*/ 4087 h 4316"/>
              <a:gd name="T24" fmla="*/ 275 w 3314"/>
              <a:gd name="T25" fmla="*/ 2729 h 4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4" h="4316">
                <a:moveTo>
                  <a:pt x="275" y="2729"/>
                </a:moveTo>
                <a:lnTo>
                  <a:pt x="1482" y="638"/>
                </a:lnTo>
                <a:lnTo>
                  <a:pt x="1482" y="638"/>
                </a:lnTo>
                <a:cubicBezTo>
                  <a:pt x="1756" y="162"/>
                  <a:pt x="2364" y="0"/>
                  <a:pt x="2840" y="274"/>
                </a:cubicBezTo>
                <a:lnTo>
                  <a:pt x="3008" y="371"/>
                </a:lnTo>
                <a:lnTo>
                  <a:pt x="3008" y="371"/>
                </a:lnTo>
                <a:cubicBezTo>
                  <a:pt x="3235" y="503"/>
                  <a:pt x="3313" y="793"/>
                  <a:pt x="3182" y="1021"/>
                </a:cubicBezTo>
                <a:lnTo>
                  <a:pt x="1456" y="4009"/>
                </a:lnTo>
                <a:lnTo>
                  <a:pt x="1456" y="4009"/>
                </a:lnTo>
                <a:cubicBezTo>
                  <a:pt x="1325" y="4237"/>
                  <a:pt x="1034" y="4315"/>
                  <a:pt x="806" y="4184"/>
                </a:cubicBezTo>
                <a:lnTo>
                  <a:pt x="638" y="4087"/>
                </a:lnTo>
                <a:lnTo>
                  <a:pt x="638" y="4087"/>
                </a:lnTo>
                <a:cubicBezTo>
                  <a:pt x="163" y="3813"/>
                  <a:pt x="0" y="3205"/>
                  <a:pt x="275" y="2729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5" name="Freeform 13">
            <a:extLst>
              <a:ext uri="{FF2B5EF4-FFF2-40B4-BE49-F238E27FC236}">
                <a16:creationId xmlns:a16="http://schemas.microsoft.com/office/drawing/2014/main" id="{D90EA109-61D9-4A94-9A98-BEFBF8487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0" y="8310296"/>
            <a:ext cx="2950586" cy="3841257"/>
          </a:xfrm>
          <a:custGeom>
            <a:avLst/>
            <a:gdLst>
              <a:gd name="T0" fmla="*/ 1831 w 3314"/>
              <a:gd name="T1" fmla="*/ 638 h 4316"/>
              <a:gd name="T2" fmla="*/ 3039 w 3314"/>
              <a:gd name="T3" fmla="*/ 2729 h 4316"/>
              <a:gd name="T4" fmla="*/ 3039 w 3314"/>
              <a:gd name="T5" fmla="*/ 2729 h 4316"/>
              <a:gd name="T6" fmla="*/ 2675 w 3314"/>
              <a:gd name="T7" fmla="*/ 4087 h 4316"/>
              <a:gd name="T8" fmla="*/ 2507 w 3314"/>
              <a:gd name="T9" fmla="*/ 4184 h 4316"/>
              <a:gd name="T10" fmla="*/ 2507 w 3314"/>
              <a:gd name="T11" fmla="*/ 4184 h 4316"/>
              <a:gd name="T12" fmla="*/ 1857 w 3314"/>
              <a:gd name="T13" fmla="*/ 4009 h 4316"/>
              <a:gd name="T14" fmla="*/ 131 w 3314"/>
              <a:gd name="T15" fmla="*/ 1021 h 4316"/>
              <a:gd name="T16" fmla="*/ 131 w 3314"/>
              <a:gd name="T17" fmla="*/ 1021 h 4316"/>
              <a:gd name="T18" fmla="*/ 306 w 3314"/>
              <a:gd name="T19" fmla="*/ 371 h 4316"/>
              <a:gd name="T20" fmla="*/ 474 w 3314"/>
              <a:gd name="T21" fmla="*/ 274 h 4316"/>
              <a:gd name="T22" fmla="*/ 474 w 3314"/>
              <a:gd name="T23" fmla="*/ 274 h 4316"/>
              <a:gd name="T24" fmla="*/ 1831 w 3314"/>
              <a:gd name="T25" fmla="*/ 638 h 4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4" h="4316">
                <a:moveTo>
                  <a:pt x="1831" y="638"/>
                </a:moveTo>
                <a:lnTo>
                  <a:pt x="3039" y="2729"/>
                </a:lnTo>
                <a:lnTo>
                  <a:pt x="3039" y="2729"/>
                </a:lnTo>
                <a:cubicBezTo>
                  <a:pt x="3313" y="3205"/>
                  <a:pt x="3150" y="3813"/>
                  <a:pt x="2675" y="4087"/>
                </a:cubicBezTo>
                <a:lnTo>
                  <a:pt x="2507" y="4184"/>
                </a:lnTo>
                <a:lnTo>
                  <a:pt x="2507" y="4184"/>
                </a:lnTo>
                <a:cubicBezTo>
                  <a:pt x="2279" y="4315"/>
                  <a:pt x="1988" y="4237"/>
                  <a:pt x="1857" y="4009"/>
                </a:cubicBezTo>
                <a:lnTo>
                  <a:pt x="131" y="1021"/>
                </a:lnTo>
                <a:lnTo>
                  <a:pt x="131" y="1021"/>
                </a:lnTo>
                <a:cubicBezTo>
                  <a:pt x="0" y="793"/>
                  <a:pt x="78" y="503"/>
                  <a:pt x="306" y="371"/>
                </a:cubicBezTo>
                <a:lnTo>
                  <a:pt x="474" y="274"/>
                </a:lnTo>
                <a:lnTo>
                  <a:pt x="474" y="274"/>
                </a:lnTo>
                <a:cubicBezTo>
                  <a:pt x="949" y="0"/>
                  <a:pt x="1557" y="162"/>
                  <a:pt x="1831" y="638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6" name="Freeform 14">
            <a:extLst>
              <a:ext uri="{FF2B5EF4-FFF2-40B4-BE49-F238E27FC236}">
                <a16:creationId xmlns:a16="http://schemas.microsoft.com/office/drawing/2014/main" id="{70C97C49-FF3E-4037-B779-7AB261B45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3483" y="4111988"/>
            <a:ext cx="2950586" cy="3841257"/>
          </a:xfrm>
          <a:custGeom>
            <a:avLst/>
            <a:gdLst>
              <a:gd name="T0" fmla="*/ 1482 w 3314"/>
              <a:gd name="T1" fmla="*/ 3676 h 4316"/>
              <a:gd name="T2" fmla="*/ 275 w 3314"/>
              <a:gd name="T3" fmla="*/ 1587 h 4316"/>
              <a:gd name="T4" fmla="*/ 275 w 3314"/>
              <a:gd name="T5" fmla="*/ 1587 h 4316"/>
              <a:gd name="T6" fmla="*/ 638 w 3314"/>
              <a:gd name="T7" fmla="*/ 229 h 4316"/>
              <a:gd name="T8" fmla="*/ 806 w 3314"/>
              <a:gd name="T9" fmla="*/ 132 h 4316"/>
              <a:gd name="T10" fmla="*/ 806 w 3314"/>
              <a:gd name="T11" fmla="*/ 132 h 4316"/>
              <a:gd name="T12" fmla="*/ 1456 w 3314"/>
              <a:gd name="T13" fmla="*/ 306 h 4316"/>
              <a:gd name="T14" fmla="*/ 3182 w 3314"/>
              <a:gd name="T15" fmla="*/ 3293 h 4316"/>
              <a:gd name="T16" fmla="*/ 3182 w 3314"/>
              <a:gd name="T17" fmla="*/ 3293 h 4316"/>
              <a:gd name="T18" fmla="*/ 3008 w 3314"/>
              <a:gd name="T19" fmla="*/ 3943 h 4316"/>
              <a:gd name="T20" fmla="*/ 2840 w 3314"/>
              <a:gd name="T21" fmla="*/ 4040 h 4316"/>
              <a:gd name="T22" fmla="*/ 2840 w 3314"/>
              <a:gd name="T23" fmla="*/ 4040 h 4316"/>
              <a:gd name="T24" fmla="*/ 1482 w 3314"/>
              <a:gd name="T25" fmla="*/ 3676 h 4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4" h="4316">
                <a:moveTo>
                  <a:pt x="1482" y="3676"/>
                </a:moveTo>
                <a:lnTo>
                  <a:pt x="275" y="1587"/>
                </a:lnTo>
                <a:lnTo>
                  <a:pt x="275" y="1587"/>
                </a:lnTo>
                <a:cubicBezTo>
                  <a:pt x="0" y="1111"/>
                  <a:pt x="163" y="503"/>
                  <a:pt x="638" y="229"/>
                </a:cubicBezTo>
                <a:lnTo>
                  <a:pt x="806" y="132"/>
                </a:lnTo>
                <a:lnTo>
                  <a:pt x="806" y="132"/>
                </a:lnTo>
                <a:cubicBezTo>
                  <a:pt x="1034" y="0"/>
                  <a:pt x="1325" y="78"/>
                  <a:pt x="1456" y="306"/>
                </a:cubicBezTo>
                <a:lnTo>
                  <a:pt x="3182" y="3293"/>
                </a:lnTo>
                <a:lnTo>
                  <a:pt x="3182" y="3293"/>
                </a:lnTo>
                <a:cubicBezTo>
                  <a:pt x="3313" y="3520"/>
                  <a:pt x="3235" y="3812"/>
                  <a:pt x="3008" y="3943"/>
                </a:cubicBezTo>
                <a:lnTo>
                  <a:pt x="2840" y="4040"/>
                </a:lnTo>
                <a:lnTo>
                  <a:pt x="2840" y="4040"/>
                </a:lnTo>
                <a:cubicBezTo>
                  <a:pt x="2364" y="4315"/>
                  <a:pt x="1756" y="4151"/>
                  <a:pt x="1482" y="3676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3BB928F-2AA2-4F30-A43C-C063FFEDA0B7}"/>
              </a:ext>
            </a:extLst>
          </p:cNvPr>
          <p:cNvSpPr txBox="1"/>
          <p:nvPr/>
        </p:nvSpPr>
        <p:spPr>
          <a:xfrm>
            <a:off x="2551090" y="4025942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D6B2AB2-29F5-4298-A022-DD8A70176204}"/>
              </a:ext>
            </a:extLst>
          </p:cNvPr>
          <p:cNvSpPr txBox="1"/>
          <p:nvPr/>
        </p:nvSpPr>
        <p:spPr>
          <a:xfrm>
            <a:off x="2551091" y="4697124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1B7839B-61DF-4459-A5BC-7B2F6377C69F}"/>
              </a:ext>
            </a:extLst>
          </p:cNvPr>
          <p:cNvSpPr txBox="1"/>
          <p:nvPr/>
        </p:nvSpPr>
        <p:spPr>
          <a:xfrm>
            <a:off x="1464478" y="7026384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STRATEGY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8CA79E7-CCE3-4A74-94FB-17B13921799D}"/>
              </a:ext>
            </a:extLst>
          </p:cNvPr>
          <p:cNvSpPr txBox="1"/>
          <p:nvPr/>
        </p:nvSpPr>
        <p:spPr>
          <a:xfrm>
            <a:off x="1464479" y="7697566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84156E2-0D12-402C-81B9-41C461E889B4}"/>
              </a:ext>
            </a:extLst>
          </p:cNvPr>
          <p:cNvSpPr txBox="1"/>
          <p:nvPr/>
        </p:nvSpPr>
        <p:spPr>
          <a:xfrm>
            <a:off x="2551092" y="10042066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5C9669A-B31B-4D30-B65E-2E35384F0396}"/>
              </a:ext>
            </a:extLst>
          </p:cNvPr>
          <p:cNvSpPr txBox="1"/>
          <p:nvPr/>
        </p:nvSpPr>
        <p:spPr>
          <a:xfrm>
            <a:off x="2551093" y="10713248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502E0AA-E257-471A-B583-C3A899C49482}"/>
              </a:ext>
            </a:extLst>
          </p:cNvPr>
          <p:cNvSpPr txBox="1"/>
          <p:nvPr/>
        </p:nvSpPr>
        <p:spPr>
          <a:xfrm>
            <a:off x="17510464" y="4025942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6C54FC1-900D-4AA1-BE19-59480EF8C6EF}"/>
              </a:ext>
            </a:extLst>
          </p:cNvPr>
          <p:cNvSpPr txBox="1"/>
          <p:nvPr/>
        </p:nvSpPr>
        <p:spPr>
          <a:xfrm>
            <a:off x="17510465" y="4697124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FF44F2F-B2CD-4FFD-9BFF-D10CF05467F9}"/>
              </a:ext>
            </a:extLst>
          </p:cNvPr>
          <p:cNvSpPr txBox="1"/>
          <p:nvPr/>
        </p:nvSpPr>
        <p:spPr>
          <a:xfrm>
            <a:off x="17510465" y="10042066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6"/>
                </a:solidFill>
                <a:latin typeface="Montserrat" pitchFamily="2" charset="77"/>
                <a:cs typeface="Poppins" pitchFamily="2" charset="77"/>
              </a:rPr>
              <a:t>SYSTEMS</a:t>
            </a:r>
            <a:endParaRPr lang="en-US" sz="3200" b="1" spc="-30" dirty="0">
              <a:solidFill>
                <a:schemeClr val="accent6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34D9894-4E19-4A69-A331-87683230D861}"/>
              </a:ext>
            </a:extLst>
          </p:cNvPr>
          <p:cNvSpPr txBox="1"/>
          <p:nvPr/>
        </p:nvSpPr>
        <p:spPr>
          <a:xfrm>
            <a:off x="17510466" y="10713248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C6961B6-4459-4B5B-9D35-3D11E4DBC5F6}"/>
              </a:ext>
            </a:extLst>
          </p:cNvPr>
          <p:cNvSpPr txBox="1"/>
          <p:nvPr/>
        </p:nvSpPr>
        <p:spPr>
          <a:xfrm>
            <a:off x="18607236" y="7026384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5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accent5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700B287-7544-48AC-9788-F1F5D8578D73}"/>
              </a:ext>
            </a:extLst>
          </p:cNvPr>
          <p:cNvSpPr txBox="1"/>
          <p:nvPr/>
        </p:nvSpPr>
        <p:spPr>
          <a:xfrm>
            <a:off x="18607237" y="7697566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E3D318E-D655-422E-991C-0AB9670E87A8}"/>
              </a:ext>
            </a:extLst>
          </p:cNvPr>
          <p:cNvSpPr txBox="1"/>
          <p:nvPr/>
        </p:nvSpPr>
        <p:spPr>
          <a:xfrm>
            <a:off x="10180058" y="6816549"/>
            <a:ext cx="401752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SHARED VALUES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E42BA88-DE50-4A19-98BF-8AD406BF1DD5}"/>
              </a:ext>
            </a:extLst>
          </p:cNvPr>
          <p:cNvSpPr txBox="1"/>
          <p:nvPr/>
        </p:nvSpPr>
        <p:spPr>
          <a:xfrm>
            <a:off x="10180060" y="7487731"/>
            <a:ext cx="4017524" cy="189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</a:t>
            </a:r>
          </a:p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and more.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7AB1F80-0FAC-456B-82E3-79D808AA24B5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8B0D01C-95F2-4F07-B42D-36B6EB8B82EA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2">
            <a:extLst>
              <a:ext uri="{FF2B5EF4-FFF2-40B4-BE49-F238E27FC236}">
                <a16:creationId xmlns:a16="http://schemas.microsoft.com/office/drawing/2014/main" id="{07E32DA1-F4A6-45EB-9680-5E080D5DB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079" y="3291043"/>
            <a:ext cx="3382793" cy="2959944"/>
          </a:xfrm>
          <a:custGeom>
            <a:avLst/>
            <a:gdLst>
              <a:gd name="T0" fmla="*/ 3421 w 3741"/>
              <a:gd name="T1" fmla="*/ 1706 h 3271"/>
              <a:gd name="T2" fmla="*/ 2706 w 3741"/>
              <a:gd name="T3" fmla="*/ 2943 h 3271"/>
              <a:gd name="T4" fmla="*/ 2706 w 3741"/>
              <a:gd name="T5" fmla="*/ 2943 h 3271"/>
              <a:gd name="T6" fmla="*/ 2584 w 3741"/>
              <a:gd name="T7" fmla="*/ 3013 h 3271"/>
              <a:gd name="T8" fmla="*/ 1156 w 3741"/>
              <a:gd name="T9" fmla="*/ 3013 h 3271"/>
              <a:gd name="T10" fmla="*/ 1156 w 3741"/>
              <a:gd name="T11" fmla="*/ 3013 h 3271"/>
              <a:gd name="T12" fmla="*/ 1034 w 3741"/>
              <a:gd name="T13" fmla="*/ 2943 h 3271"/>
              <a:gd name="T14" fmla="*/ 319 w 3741"/>
              <a:gd name="T15" fmla="*/ 1706 h 3271"/>
              <a:gd name="T16" fmla="*/ 319 w 3741"/>
              <a:gd name="T17" fmla="*/ 1706 h 3271"/>
              <a:gd name="T18" fmla="*/ 319 w 3741"/>
              <a:gd name="T19" fmla="*/ 1565 h 3271"/>
              <a:gd name="T20" fmla="*/ 1034 w 3741"/>
              <a:gd name="T21" fmla="*/ 328 h 3271"/>
              <a:gd name="T22" fmla="*/ 1034 w 3741"/>
              <a:gd name="T23" fmla="*/ 328 h 3271"/>
              <a:gd name="T24" fmla="*/ 1156 w 3741"/>
              <a:gd name="T25" fmla="*/ 257 h 3271"/>
              <a:gd name="T26" fmla="*/ 2584 w 3741"/>
              <a:gd name="T27" fmla="*/ 257 h 3271"/>
              <a:gd name="T28" fmla="*/ 2584 w 3741"/>
              <a:gd name="T29" fmla="*/ 257 h 3271"/>
              <a:gd name="T30" fmla="*/ 2706 w 3741"/>
              <a:gd name="T31" fmla="*/ 328 h 3271"/>
              <a:gd name="T32" fmla="*/ 3368 w 3741"/>
              <a:gd name="T33" fmla="*/ 1475 h 3271"/>
              <a:gd name="T34" fmla="*/ 3421 w 3741"/>
              <a:gd name="T35" fmla="*/ 1565 h 3271"/>
              <a:gd name="T36" fmla="*/ 3421 w 3741"/>
              <a:gd name="T37" fmla="*/ 1565 h 3271"/>
              <a:gd name="T38" fmla="*/ 3421 w 3741"/>
              <a:gd name="T39" fmla="*/ 1706 h 3271"/>
              <a:gd name="T40" fmla="*/ 3710 w 3741"/>
              <a:gd name="T41" fmla="*/ 1552 h 3271"/>
              <a:gd name="T42" fmla="*/ 3648 w 3741"/>
              <a:gd name="T43" fmla="*/ 1444 h 3271"/>
              <a:gd name="T44" fmla="*/ 2862 w 3741"/>
              <a:gd name="T45" fmla="*/ 84 h 3271"/>
              <a:gd name="T46" fmla="*/ 2862 w 3741"/>
              <a:gd name="T47" fmla="*/ 84 h 3271"/>
              <a:gd name="T48" fmla="*/ 2717 w 3741"/>
              <a:gd name="T49" fmla="*/ 0 h 3271"/>
              <a:gd name="T50" fmla="*/ 1022 w 3741"/>
              <a:gd name="T51" fmla="*/ 0 h 3271"/>
              <a:gd name="T52" fmla="*/ 1022 w 3741"/>
              <a:gd name="T53" fmla="*/ 0 h 3271"/>
              <a:gd name="T54" fmla="*/ 878 w 3741"/>
              <a:gd name="T55" fmla="*/ 84 h 3271"/>
              <a:gd name="T56" fmla="*/ 30 w 3741"/>
              <a:gd name="T57" fmla="*/ 1552 h 3271"/>
              <a:gd name="T58" fmla="*/ 30 w 3741"/>
              <a:gd name="T59" fmla="*/ 1552 h 3271"/>
              <a:gd name="T60" fmla="*/ 30 w 3741"/>
              <a:gd name="T61" fmla="*/ 1719 h 3271"/>
              <a:gd name="T62" fmla="*/ 878 w 3741"/>
              <a:gd name="T63" fmla="*/ 3187 h 3271"/>
              <a:gd name="T64" fmla="*/ 878 w 3741"/>
              <a:gd name="T65" fmla="*/ 3187 h 3271"/>
              <a:gd name="T66" fmla="*/ 1022 w 3741"/>
              <a:gd name="T67" fmla="*/ 3270 h 3271"/>
              <a:gd name="T68" fmla="*/ 2717 w 3741"/>
              <a:gd name="T69" fmla="*/ 3270 h 3271"/>
              <a:gd name="T70" fmla="*/ 2717 w 3741"/>
              <a:gd name="T71" fmla="*/ 3270 h 3271"/>
              <a:gd name="T72" fmla="*/ 2862 w 3741"/>
              <a:gd name="T73" fmla="*/ 3187 h 3271"/>
              <a:gd name="T74" fmla="*/ 3710 w 3741"/>
              <a:gd name="T75" fmla="*/ 1719 h 3271"/>
              <a:gd name="T76" fmla="*/ 3710 w 3741"/>
              <a:gd name="T77" fmla="*/ 1719 h 3271"/>
              <a:gd name="T78" fmla="*/ 3710 w 3741"/>
              <a:gd name="T79" fmla="*/ 1552 h 3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1">
                <a:moveTo>
                  <a:pt x="3421" y="1706"/>
                </a:moveTo>
                <a:lnTo>
                  <a:pt x="2706" y="2943"/>
                </a:lnTo>
                <a:lnTo>
                  <a:pt x="2706" y="2943"/>
                </a:lnTo>
                <a:cubicBezTo>
                  <a:pt x="2681" y="2987"/>
                  <a:pt x="2635" y="3013"/>
                  <a:pt x="2584" y="3013"/>
                </a:cubicBezTo>
                <a:lnTo>
                  <a:pt x="1156" y="3013"/>
                </a:lnTo>
                <a:lnTo>
                  <a:pt x="1156" y="3013"/>
                </a:lnTo>
                <a:cubicBezTo>
                  <a:pt x="1106" y="3013"/>
                  <a:pt x="1059" y="2987"/>
                  <a:pt x="1034" y="2943"/>
                </a:cubicBezTo>
                <a:lnTo>
                  <a:pt x="319" y="1706"/>
                </a:lnTo>
                <a:lnTo>
                  <a:pt x="319" y="1706"/>
                </a:lnTo>
                <a:cubicBezTo>
                  <a:pt x="294" y="1662"/>
                  <a:pt x="294" y="1609"/>
                  <a:pt x="319" y="1565"/>
                </a:cubicBezTo>
                <a:lnTo>
                  <a:pt x="1034" y="328"/>
                </a:lnTo>
                <a:lnTo>
                  <a:pt x="1034" y="328"/>
                </a:lnTo>
                <a:cubicBezTo>
                  <a:pt x="1059" y="284"/>
                  <a:pt x="1106" y="257"/>
                  <a:pt x="1156" y="257"/>
                </a:cubicBezTo>
                <a:lnTo>
                  <a:pt x="2584" y="257"/>
                </a:lnTo>
                <a:lnTo>
                  <a:pt x="2584" y="257"/>
                </a:lnTo>
                <a:cubicBezTo>
                  <a:pt x="2635" y="257"/>
                  <a:pt x="2681" y="284"/>
                  <a:pt x="2706" y="328"/>
                </a:cubicBezTo>
                <a:lnTo>
                  <a:pt x="3368" y="1475"/>
                </a:lnTo>
                <a:lnTo>
                  <a:pt x="3421" y="1565"/>
                </a:lnTo>
                <a:lnTo>
                  <a:pt x="3421" y="1565"/>
                </a:lnTo>
                <a:cubicBezTo>
                  <a:pt x="3446" y="1609"/>
                  <a:pt x="3446" y="1662"/>
                  <a:pt x="3421" y="1706"/>
                </a:cubicBezTo>
                <a:close/>
                <a:moveTo>
                  <a:pt x="3710" y="1552"/>
                </a:moveTo>
                <a:lnTo>
                  <a:pt x="3648" y="1444"/>
                </a:lnTo>
                <a:lnTo>
                  <a:pt x="2862" y="84"/>
                </a:lnTo>
                <a:lnTo>
                  <a:pt x="2862" y="84"/>
                </a:lnTo>
                <a:cubicBezTo>
                  <a:pt x="2833" y="32"/>
                  <a:pt x="2777" y="0"/>
                  <a:pt x="2717" y="0"/>
                </a:cubicBezTo>
                <a:lnTo>
                  <a:pt x="1022" y="0"/>
                </a:lnTo>
                <a:lnTo>
                  <a:pt x="1022" y="0"/>
                </a:lnTo>
                <a:cubicBezTo>
                  <a:pt x="963" y="0"/>
                  <a:pt x="908" y="32"/>
                  <a:pt x="878" y="84"/>
                </a:cubicBezTo>
                <a:lnTo>
                  <a:pt x="30" y="1552"/>
                </a:lnTo>
                <a:lnTo>
                  <a:pt x="30" y="1552"/>
                </a:lnTo>
                <a:cubicBezTo>
                  <a:pt x="0" y="1603"/>
                  <a:pt x="0" y="1667"/>
                  <a:pt x="30" y="1719"/>
                </a:cubicBezTo>
                <a:lnTo>
                  <a:pt x="878" y="3187"/>
                </a:lnTo>
                <a:lnTo>
                  <a:pt x="878" y="3187"/>
                </a:lnTo>
                <a:cubicBezTo>
                  <a:pt x="908" y="3239"/>
                  <a:pt x="963" y="3270"/>
                  <a:pt x="1022" y="3270"/>
                </a:cubicBezTo>
                <a:lnTo>
                  <a:pt x="2717" y="3270"/>
                </a:lnTo>
                <a:lnTo>
                  <a:pt x="2717" y="3270"/>
                </a:lnTo>
                <a:cubicBezTo>
                  <a:pt x="2777" y="3270"/>
                  <a:pt x="2833" y="3239"/>
                  <a:pt x="2862" y="3187"/>
                </a:cubicBezTo>
                <a:lnTo>
                  <a:pt x="3710" y="1719"/>
                </a:lnTo>
                <a:lnTo>
                  <a:pt x="3710" y="1719"/>
                </a:lnTo>
                <a:cubicBezTo>
                  <a:pt x="3740" y="1667"/>
                  <a:pt x="3740" y="1603"/>
                  <a:pt x="3710" y="15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5C7DCE31-B367-4012-9A40-BD1D31348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342" y="4248437"/>
            <a:ext cx="1371360" cy="1044252"/>
          </a:xfrm>
          <a:custGeom>
            <a:avLst/>
            <a:gdLst>
              <a:gd name="connsiteX0" fmla="*/ 1090752 w 1371360"/>
              <a:gd name="connsiteY0" fmla="*/ 606368 h 1044252"/>
              <a:gd name="connsiteX1" fmla="*/ 1065406 w 1371360"/>
              <a:gd name="connsiteY1" fmla="*/ 615396 h 1044252"/>
              <a:gd name="connsiteX2" fmla="*/ 1065406 w 1371360"/>
              <a:gd name="connsiteY2" fmla="*/ 968413 h 1044252"/>
              <a:gd name="connsiteX3" fmla="*/ 1296229 w 1371360"/>
              <a:gd name="connsiteY3" fmla="*/ 968413 h 1044252"/>
              <a:gd name="connsiteX4" fmla="*/ 1296229 w 1371360"/>
              <a:gd name="connsiteY4" fmla="*/ 615396 h 1044252"/>
              <a:gd name="connsiteX5" fmla="*/ 1270884 w 1371360"/>
              <a:gd name="connsiteY5" fmla="*/ 606368 h 1044252"/>
              <a:gd name="connsiteX6" fmla="*/ 405524 w 1371360"/>
              <a:gd name="connsiteY6" fmla="*/ 567545 h 1044252"/>
              <a:gd name="connsiteX7" fmla="*/ 379274 w 1371360"/>
              <a:gd name="connsiteY7" fmla="*/ 598242 h 1044252"/>
              <a:gd name="connsiteX8" fmla="*/ 379274 w 1371360"/>
              <a:gd name="connsiteY8" fmla="*/ 968413 h 1044252"/>
              <a:gd name="connsiteX9" fmla="*/ 610097 w 1371360"/>
              <a:gd name="connsiteY9" fmla="*/ 968413 h 1044252"/>
              <a:gd name="connsiteX10" fmla="*/ 610097 w 1371360"/>
              <a:gd name="connsiteY10" fmla="*/ 598242 h 1044252"/>
              <a:gd name="connsiteX11" fmla="*/ 584752 w 1371360"/>
              <a:gd name="connsiteY11" fmla="*/ 567545 h 1044252"/>
              <a:gd name="connsiteX12" fmla="*/ 1182285 w 1371360"/>
              <a:gd name="connsiteY12" fmla="*/ 404752 h 1044252"/>
              <a:gd name="connsiteX13" fmla="*/ 1143325 w 1371360"/>
              <a:gd name="connsiteY13" fmla="*/ 443601 h 1044252"/>
              <a:gd name="connsiteX14" fmla="*/ 1182285 w 1371360"/>
              <a:gd name="connsiteY14" fmla="*/ 481546 h 1044252"/>
              <a:gd name="connsiteX15" fmla="*/ 1220339 w 1371360"/>
              <a:gd name="connsiteY15" fmla="*/ 443601 h 1044252"/>
              <a:gd name="connsiteX16" fmla="*/ 1182285 w 1371360"/>
              <a:gd name="connsiteY16" fmla="*/ 404752 h 1044252"/>
              <a:gd name="connsiteX17" fmla="*/ 747686 w 1371360"/>
              <a:gd name="connsiteY17" fmla="*/ 377946 h 1044252"/>
              <a:gd name="connsiteX18" fmla="*/ 722340 w 1371360"/>
              <a:gd name="connsiteY18" fmla="*/ 400517 h 1044252"/>
              <a:gd name="connsiteX19" fmla="*/ 722340 w 1371360"/>
              <a:gd name="connsiteY19" fmla="*/ 968413 h 1044252"/>
              <a:gd name="connsiteX20" fmla="*/ 953163 w 1371360"/>
              <a:gd name="connsiteY20" fmla="*/ 968413 h 1044252"/>
              <a:gd name="connsiteX21" fmla="*/ 953163 w 1371360"/>
              <a:gd name="connsiteY21" fmla="*/ 400517 h 1044252"/>
              <a:gd name="connsiteX22" fmla="*/ 927818 w 1371360"/>
              <a:gd name="connsiteY22" fmla="*/ 377946 h 1044252"/>
              <a:gd name="connsiteX23" fmla="*/ 494592 w 1371360"/>
              <a:gd name="connsiteY23" fmla="*/ 338799 h 1044252"/>
              <a:gd name="connsiteX24" fmla="*/ 455632 w 1371360"/>
              <a:gd name="connsiteY24" fmla="*/ 377648 h 1044252"/>
              <a:gd name="connsiteX25" fmla="*/ 494592 w 1371360"/>
              <a:gd name="connsiteY25" fmla="*/ 415593 h 1044252"/>
              <a:gd name="connsiteX26" fmla="*/ 532646 w 1371360"/>
              <a:gd name="connsiteY26" fmla="*/ 377648 h 1044252"/>
              <a:gd name="connsiteX27" fmla="*/ 494592 w 1371360"/>
              <a:gd name="connsiteY27" fmla="*/ 338799 h 1044252"/>
              <a:gd name="connsiteX28" fmla="*/ 96855 w 1371360"/>
              <a:gd name="connsiteY28" fmla="*/ 299397 h 1044252"/>
              <a:gd name="connsiteX29" fmla="*/ 74225 w 1371360"/>
              <a:gd name="connsiteY29" fmla="*/ 324677 h 1044252"/>
              <a:gd name="connsiteX30" fmla="*/ 74225 w 1371360"/>
              <a:gd name="connsiteY30" fmla="*/ 968413 h 1044252"/>
              <a:gd name="connsiteX31" fmla="*/ 288755 w 1371360"/>
              <a:gd name="connsiteY31" fmla="*/ 968413 h 1044252"/>
              <a:gd name="connsiteX32" fmla="*/ 288755 w 1371360"/>
              <a:gd name="connsiteY32" fmla="*/ 324677 h 1044252"/>
              <a:gd name="connsiteX33" fmla="*/ 265220 w 1371360"/>
              <a:gd name="connsiteY33" fmla="*/ 299397 h 1044252"/>
              <a:gd name="connsiteX34" fmla="*/ 96855 w 1371360"/>
              <a:gd name="connsiteY34" fmla="*/ 263283 h 1044252"/>
              <a:gd name="connsiteX35" fmla="*/ 265220 w 1371360"/>
              <a:gd name="connsiteY35" fmla="*/ 263283 h 1044252"/>
              <a:gd name="connsiteX36" fmla="*/ 324058 w 1371360"/>
              <a:gd name="connsiteY36" fmla="*/ 324677 h 1044252"/>
              <a:gd name="connsiteX37" fmla="*/ 324058 w 1371360"/>
              <a:gd name="connsiteY37" fmla="*/ 968413 h 1044252"/>
              <a:gd name="connsiteX38" fmla="*/ 343066 w 1371360"/>
              <a:gd name="connsiteY38" fmla="*/ 968413 h 1044252"/>
              <a:gd name="connsiteX39" fmla="*/ 343066 w 1371360"/>
              <a:gd name="connsiteY39" fmla="*/ 598242 h 1044252"/>
              <a:gd name="connsiteX40" fmla="*/ 405524 w 1371360"/>
              <a:gd name="connsiteY40" fmla="*/ 532334 h 1044252"/>
              <a:gd name="connsiteX41" fmla="*/ 584752 w 1371360"/>
              <a:gd name="connsiteY41" fmla="*/ 532334 h 1044252"/>
              <a:gd name="connsiteX42" fmla="*/ 646304 w 1371360"/>
              <a:gd name="connsiteY42" fmla="*/ 598242 h 1044252"/>
              <a:gd name="connsiteX43" fmla="*/ 646304 w 1371360"/>
              <a:gd name="connsiteY43" fmla="*/ 968413 h 1044252"/>
              <a:gd name="connsiteX44" fmla="*/ 686133 w 1371360"/>
              <a:gd name="connsiteY44" fmla="*/ 968413 h 1044252"/>
              <a:gd name="connsiteX45" fmla="*/ 686133 w 1371360"/>
              <a:gd name="connsiteY45" fmla="*/ 400517 h 1044252"/>
              <a:gd name="connsiteX46" fmla="*/ 747686 w 1371360"/>
              <a:gd name="connsiteY46" fmla="*/ 341832 h 1044252"/>
              <a:gd name="connsiteX47" fmla="*/ 927818 w 1371360"/>
              <a:gd name="connsiteY47" fmla="*/ 341832 h 1044252"/>
              <a:gd name="connsiteX48" fmla="*/ 988466 w 1371360"/>
              <a:gd name="connsiteY48" fmla="*/ 400517 h 1044252"/>
              <a:gd name="connsiteX49" fmla="*/ 988466 w 1371360"/>
              <a:gd name="connsiteY49" fmla="*/ 968413 h 1044252"/>
              <a:gd name="connsiteX50" fmla="*/ 1029199 w 1371360"/>
              <a:gd name="connsiteY50" fmla="*/ 968413 h 1044252"/>
              <a:gd name="connsiteX51" fmla="*/ 1029199 w 1371360"/>
              <a:gd name="connsiteY51" fmla="*/ 615396 h 1044252"/>
              <a:gd name="connsiteX52" fmla="*/ 1090752 w 1371360"/>
              <a:gd name="connsiteY52" fmla="*/ 570254 h 1044252"/>
              <a:gd name="connsiteX53" fmla="*/ 1270884 w 1371360"/>
              <a:gd name="connsiteY53" fmla="*/ 570254 h 1044252"/>
              <a:gd name="connsiteX54" fmla="*/ 1331532 w 1371360"/>
              <a:gd name="connsiteY54" fmla="*/ 615396 h 1044252"/>
              <a:gd name="connsiteX55" fmla="*/ 1331532 w 1371360"/>
              <a:gd name="connsiteY55" fmla="*/ 968413 h 1044252"/>
              <a:gd name="connsiteX56" fmla="*/ 1336058 w 1371360"/>
              <a:gd name="connsiteY56" fmla="*/ 968413 h 1044252"/>
              <a:gd name="connsiteX57" fmla="*/ 1371360 w 1371360"/>
              <a:gd name="connsiteY57" fmla="*/ 1003624 h 1044252"/>
              <a:gd name="connsiteX58" fmla="*/ 1371360 w 1371360"/>
              <a:gd name="connsiteY58" fmla="*/ 1009944 h 1044252"/>
              <a:gd name="connsiteX59" fmla="*/ 1336058 w 1371360"/>
              <a:gd name="connsiteY59" fmla="*/ 1044252 h 1044252"/>
              <a:gd name="connsiteX60" fmla="*/ 34397 w 1371360"/>
              <a:gd name="connsiteY60" fmla="*/ 1044252 h 1044252"/>
              <a:gd name="connsiteX61" fmla="*/ 0 w 1371360"/>
              <a:gd name="connsiteY61" fmla="*/ 1009944 h 1044252"/>
              <a:gd name="connsiteX62" fmla="*/ 0 w 1371360"/>
              <a:gd name="connsiteY62" fmla="*/ 1003624 h 1044252"/>
              <a:gd name="connsiteX63" fmla="*/ 34397 w 1371360"/>
              <a:gd name="connsiteY63" fmla="*/ 968413 h 1044252"/>
              <a:gd name="connsiteX64" fmla="*/ 38923 w 1371360"/>
              <a:gd name="connsiteY64" fmla="*/ 968413 h 1044252"/>
              <a:gd name="connsiteX65" fmla="*/ 38923 w 1371360"/>
              <a:gd name="connsiteY65" fmla="*/ 324677 h 1044252"/>
              <a:gd name="connsiteX66" fmla="*/ 96855 w 1371360"/>
              <a:gd name="connsiteY66" fmla="*/ 263283 h 1044252"/>
              <a:gd name="connsiteX67" fmla="*/ 838892 w 1371360"/>
              <a:gd name="connsiteY67" fmla="*/ 73181 h 1044252"/>
              <a:gd name="connsiteX68" fmla="*/ 799931 w 1371360"/>
              <a:gd name="connsiteY68" fmla="*/ 112030 h 1044252"/>
              <a:gd name="connsiteX69" fmla="*/ 838892 w 1371360"/>
              <a:gd name="connsiteY69" fmla="*/ 149975 h 1044252"/>
              <a:gd name="connsiteX70" fmla="*/ 876946 w 1371360"/>
              <a:gd name="connsiteY70" fmla="*/ 112030 h 1044252"/>
              <a:gd name="connsiteX71" fmla="*/ 838892 w 1371360"/>
              <a:gd name="connsiteY71" fmla="*/ 73181 h 1044252"/>
              <a:gd name="connsiteX72" fmla="*/ 182004 w 1371360"/>
              <a:gd name="connsiteY72" fmla="*/ 35235 h 1044252"/>
              <a:gd name="connsiteX73" fmla="*/ 143950 w 1371360"/>
              <a:gd name="connsiteY73" fmla="*/ 74084 h 1044252"/>
              <a:gd name="connsiteX74" fmla="*/ 182004 w 1371360"/>
              <a:gd name="connsiteY74" fmla="*/ 112030 h 1044252"/>
              <a:gd name="connsiteX75" fmla="*/ 220059 w 1371360"/>
              <a:gd name="connsiteY75" fmla="*/ 74084 h 1044252"/>
              <a:gd name="connsiteX76" fmla="*/ 182004 w 1371360"/>
              <a:gd name="connsiteY76" fmla="*/ 35235 h 1044252"/>
              <a:gd name="connsiteX77" fmla="*/ 182004 w 1371360"/>
              <a:gd name="connsiteY77" fmla="*/ 0 h 1044252"/>
              <a:gd name="connsiteX78" fmla="*/ 255395 w 1371360"/>
              <a:gd name="connsiteY78" fmla="*/ 74084 h 1044252"/>
              <a:gd name="connsiteX79" fmla="*/ 245428 w 1371360"/>
              <a:gd name="connsiteY79" fmla="*/ 111126 h 1044252"/>
              <a:gd name="connsiteX80" fmla="*/ 454726 w 1371360"/>
              <a:gd name="connsiteY80" fmla="*/ 314406 h 1044252"/>
              <a:gd name="connsiteX81" fmla="*/ 494592 w 1371360"/>
              <a:gd name="connsiteY81" fmla="*/ 302660 h 1044252"/>
              <a:gd name="connsiteX82" fmla="*/ 540801 w 1371360"/>
              <a:gd name="connsiteY82" fmla="*/ 319826 h 1044252"/>
              <a:gd name="connsiteX83" fmla="*/ 770938 w 1371360"/>
              <a:gd name="connsiteY83" fmla="*/ 141844 h 1044252"/>
              <a:gd name="connsiteX84" fmla="*/ 764595 w 1371360"/>
              <a:gd name="connsiteY84" fmla="*/ 112030 h 1044252"/>
              <a:gd name="connsiteX85" fmla="*/ 838892 w 1371360"/>
              <a:gd name="connsiteY85" fmla="*/ 37946 h 1044252"/>
              <a:gd name="connsiteX86" fmla="*/ 912282 w 1371360"/>
              <a:gd name="connsiteY86" fmla="*/ 112030 h 1044252"/>
              <a:gd name="connsiteX87" fmla="*/ 905939 w 1371360"/>
              <a:gd name="connsiteY87" fmla="*/ 142747 h 1044252"/>
              <a:gd name="connsiteX88" fmla="*/ 1137889 w 1371360"/>
              <a:gd name="connsiteY88" fmla="*/ 383972 h 1044252"/>
              <a:gd name="connsiteX89" fmla="*/ 1182285 w 1371360"/>
              <a:gd name="connsiteY89" fmla="*/ 368613 h 1044252"/>
              <a:gd name="connsiteX90" fmla="*/ 1255675 w 1371360"/>
              <a:gd name="connsiteY90" fmla="*/ 443601 h 1044252"/>
              <a:gd name="connsiteX91" fmla="*/ 1182285 w 1371360"/>
              <a:gd name="connsiteY91" fmla="*/ 517685 h 1044252"/>
              <a:gd name="connsiteX92" fmla="*/ 1107989 w 1371360"/>
              <a:gd name="connsiteY92" fmla="*/ 443601 h 1044252"/>
              <a:gd name="connsiteX93" fmla="*/ 1115237 w 1371360"/>
              <a:gd name="connsiteY93" fmla="*/ 411980 h 1044252"/>
              <a:gd name="connsiteX94" fmla="*/ 883288 w 1371360"/>
              <a:gd name="connsiteY94" fmla="*/ 170755 h 1044252"/>
              <a:gd name="connsiteX95" fmla="*/ 838892 w 1371360"/>
              <a:gd name="connsiteY95" fmla="*/ 185210 h 1044252"/>
              <a:gd name="connsiteX96" fmla="*/ 792683 w 1371360"/>
              <a:gd name="connsiteY96" fmla="*/ 169851 h 1044252"/>
              <a:gd name="connsiteX97" fmla="*/ 562546 w 1371360"/>
              <a:gd name="connsiteY97" fmla="*/ 348737 h 1044252"/>
              <a:gd name="connsiteX98" fmla="*/ 568888 w 1371360"/>
              <a:gd name="connsiteY98" fmla="*/ 377648 h 1044252"/>
              <a:gd name="connsiteX99" fmla="*/ 494592 w 1371360"/>
              <a:gd name="connsiteY99" fmla="*/ 450828 h 1044252"/>
              <a:gd name="connsiteX100" fmla="*/ 419390 w 1371360"/>
              <a:gd name="connsiteY100" fmla="*/ 377648 h 1044252"/>
              <a:gd name="connsiteX101" fmla="*/ 430262 w 1371360"/>
              <a:gd name="connsiteY101" fmla="*/ 339702 h 1044252"/>
              <a:gd name="connsiteX102" fmla="*/ 220059 w 1371360"/>
              <a:gd name="connsiteY102" fmla="*/ 136423 h 1044252"/>
              <a:gd name="connsiteX103" fmla="*/ 182004 w 1371360"/>
              <a:gd name="connsiteY103" fmla="*/ 147265 h 1044252"/>
              <a:gd name="connsiteX104" fmla="*/ 107708 w 1371360"/>
              <a:gd name="connsiteY104" fmla="*/ 74084 h 1044252"/>
              <a:gd name="connsiteX105" fmla="*/ 182004 w 1371360"/>
              <a:gd name="connsiteY105" fmla="*/ 0 h 104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371360" h="1044252">
                <a:moveTo>
                  <a:pt x="1090752" y="606368"/>
                </a:moveTo>
                <a:cubicBezTo>
                  <a:pt x="1075364" y="606368"/>
                  <a:pt x="1066312" y="612688"/>
                  <a:pt x="1065406" y="615396"/>
                </a:cubicBezTo>
                <a:lnTo>
                  <a:pt x="1065406" y="968413"/>
                </a:lnTo>
                <a:lnTo>
                  <a:pt x="1296229" y="968413"/>
                </a:lnTo>
                <a:lnTo>
                  <a:pt x="1296229" y="615396"/>
                </a:lnTo>
                <a:cubicBezTo>
                  <a:pt x="1295324" y="612688"/>
                  <a:pt x="1286272" y="606368"/>
                  <a:pt x="1270884" y="606368"/>
                </a:cubicBezTo>
                <a:close/>
                <a:moveTo>
                  <a:pt x="405524" y="567545"/>
                </a:moveTo>
                <a:cubicBezTo>
                  <a:pt x="390136" y="567545"/>
                  <a:pt x="379274" y="581991"/>
                  <a:pt x="379274" y="598242"/>
                </a:cubicBezTo>
                <a:lnTo>
                  <a:pt x="379274" y="968413"/>
                </a:lnTo>
                <a:lnTo>
                  <a:pt x="610097" y="968413"/>
                </a:lnTo>
                <a:lnTo>
                  <a:pt x="610097" y="598242"/>
                </a:lnTo>
                <a:cubicBezTo>
                  <a:pt x="610097" y="581991"/>
                  <a:pt x="598329" y="567545"/>
                  <a:pt x="584752" y="567545"/>
                </a:cubicBezTo>
                <a:close/>
                <a:moveTo>
                  <a:pt x="1182285" y="404752"/>
                </a:moveTo>
                <a:cubicBezTo>
                  <a:pt x="1160540" y="404752"/>
                  <a:pt x="1143325" y="422821"/>
                  <a:pt x="1143325" y="443601"/>
                </a:cubicBezTo>
                <a:cubicBezTo>
                  <a:pt x="1143325" y="464380"/>
                  <a:pt x="1160540" y="481546"/>
                  <a:pt x="1182285" y="481546"/>
                </a:cubicBezTo>
                <a:cubicBezTo>
                  <a:pt x="1203124" y="481546"/>
                  <a:pt x="1220339" y="464380"/>
                  <a:pt x="1220339" y="443601"/>
                </a:cubicBezTo>
                <a:cubicBezTo>
                  <a:pt x="1220339" y="422821"/>
                  <a:pt x="1203124" y="404752"/>
                  <a:pt x="1182285" y="404752"/>
                </a:cubicBezTo>
                <a:close/>
                <a:moveTo>
                  <a:pt x="747686" y="377946"/>
                </a:moveTo>
                <a:cubicBezTo>
                  <a:pt x="733202" y="377946"/>
                  <a:pt x="722340" y="388780"/>
                  <a:pt x="722340" y="400517"/>
                </a:cubicBezTo>
                <a:lnTo>
                  <a:pt x="722340" y="968413"/>
                </a:lnTo>
                <a:lnTo>
                  <a:pt x="953163" y="968413"/>
                </a:lnTo>
                <a:lnTo>
                  <a:pt x="953163" y="400517"/>
                </a:lnTo>
                <a:cubicBezTo>
                  <a:pt x="953163" y="388780"/>
                  <a:pt x="941396" y="377946"/>
                  <a:pt x="927818" y="377946"/>
                </a:cubicBezTo>
                <a:close/>
                <a:moveTo>
                  <a:pt x="494592" y="338799"/>
                </a:moveTo>
                <a:cubicBezTo>
                  <a:pt x="472847" y="338799"/>
                  <a:pt x="455632" y="355965"/>
                  <a:pt x="455632" y="377648"/>
                </a:cubicBezTo>
                <a:cubicBezTo>
                  <a:pt x="455632" y="397524"/>
                  <a:pt x="472847" y="415593"/>
                  <a:pt x="494592" y="415593"/>
                </a:cubicBezTo>
                <a:cubicBezTo>
                  <a:pt x="514525" y="415593"/>
                  <a:pt x="532646" y="397524"/>
                  <a:pt x="532646" y="377648"/>
                </a:cubicBezTo>
                <a:cubicBezTo>
                  <a:pt x="532646" y="355965"/>
                  <a:pt x="514525" y="338799"/>
                  <a:pt x="494592" y="338799"/>
                </a:cubicBezTo>
                <a:close/>
                <a:moveTo>
                  <a:pt x="96855" y="299397"/>
                </a:moveTo>
                <a:cubicBezTo>
                  <a:pt x="85087" y="299397"/>
                  <a:pt x="74225" y="311135"/>
                  <a:pt x="74225" y="324677"/>
                </a:cubicBezTo>
                <a:lnTo>
                  <a:pt x="74225" y="968413"/>
                </a:lnTo>
                <a:lnTo>
                  <a:pt x="288755" y="968413"/>
                </a:lnTo>
                <a:lnTo>
                  <a:pt x="288755" y="324677"/>
                </a:lnTo>
                <a:cubicBezTo>
                  <a:pt x="288755" y="311135"/>
                  <a:pt x="278798" y="299397"/>
                  <a:pt x="265220" y="299397"/>
                </a:cubicBezTo>
                <a:close/>
                <a:moveTo>
                  <a:pt x="96855" y="263283"/>
                </a:moveTo>
                <a:lnTo>
                  <a:pt x="265220" y="263283"/>
                </a:lnTo>
                <a:cubicBezTo>
                  <a:pt x="297807" y="263283"/>
                  <a:pt x="324058" y="291272"/>
                  <a:pt x="324058" y="324677"/>
                </a:cubicBezTo>
                <a:lnTo>
                  <a:pt x="324058" y="968413"/>
                </a:lnTo>
                <a:lnTo>
                  <a:pt x="343066" y="968413"/>
                </a:lnTo>
                <a:lnTo>
                  <a:pt x="343066" y="598242"/>
                </a:lnTo>
                <a:cubicBezTo>
                  <a:pt x="343066" y="562128"/>
                  <a:pt x="372033" y="532334"/>
                  <a:pt x="405524" y="532334"/>
                </a:cubicBezTo>
                <a:lnTo>
                  <a:pt x="584752" y="532334"/>
                </a:lnTo>
                <a:cubicBezTo>
                  <a:pt x="618244" y="532334"/>
                  <a:pt x="646304" y="562128"/>
                  <a:pt x="646304" y="598242"/>
                </a:cubicBezTo>
                <a:lnTo>
                  <a:pt x="646304" y="968413"/>
                </a:lnTo>
                <a:lnTo>
                  <a:pt x="686133" y="968413"/>
                </a:lnTo>
                <a:lnTo>
                  <a:pt x="686133" y="400517"/>
                </a:lnTo>
                <a:cubicBezTo>
                  <a:pt x="686133" y="368917"/>
                  <a:pt x="714194" y="341832"/>
                  <a:pt x="747686" y="341832"/>
                </a:cubicBezTo>
                <a:lnTo>
                  <a:pt x="927818" y="341832"/>
                </a:lnTo>
                <a:cubicBezTo>
                  <a:pt x="961310" y="341832"/>
                  <a:pt x="988466" y="368917"/>
                  <a:pt x="988466" y="400517"/>
                </a:cubicBezTo>
                <a:lnTo>
                  <a:pt x="988466" y="968413"/>
                </a:lnTo>
                <a:lnTo>
                  <a:pt x="1029199" y="968413"/>
                </a:lnTo>
                <a:lnTo>
                  <a:pt x="1029199" y="615396"/>
                </a:lnTo>
                <a:cubicBezTo>
                  <a:pt x="1029199" y="590117"/>
                  <a:pt x="1056355" y="570254"/>
                  <a:pt x="1090752" y="570254"/>
                </a:cubicBezTo>
                <a:lnTo>
                  <a:pt x="1270884" y="570254"/>
                </a:lnTo>
                <a:cubicBezTo>
                  <a:pt x="1305281" y="570254"/>
                  <a:pt x="1331532" y="590117"/>
                  <a:pt x="1331532" y="615396"/>
                </a:cubicBezTo>
                <a:lnTo>
                  <a:pt x="1331532" y="968413"/>
                </a:lnTo>
                <a:lnTo>
                  <a:pt x="1336058" y="968413"/>
                </a:lnTo>
                <a:cubicBezTo>
                  <a:pt x="1355067" y="968413"/>
                  <a:pt x="1371360" y="983761"/>
                  <a:pt x="1371360" y="1003624"/>
                </a:cubicBezTo>
                <a:lnTo>
                  <a:pt x="1371360" y="1009944"/>
                </a:lnTo>
                <a:cubicBezTo>
                  <a:pt x="1371360" y="1028001"/>
                  <a:pt x="1355067" y="1044252"/>
                  <a:pt x="1336058" y="1044252"/>
                </a:cubicBezTo>
                <a:lnTo>
                  <a:pt x="34397" y="1044252"/>
                </a:lnTo>
                <a:cubicBezTo>
                  <a:pt x="14483" y="1044252"/>
                  <a:pt x="0" y="1028001"/>
                  <a:pt x="0" y="1009944"/>
                </a:cubicBezTo>
                <a:lnTo>
                  <a:pt x="0" y="1003624"/>
                </a:lnTo>
                <a:cubicBezTo>
                  <a:pt x="0" y="983761"/>
                  <a:pt x="14483" y="968413"/>
                  <a:pt x="34397" y="968413"/>
                </a:cubicBezTo>
                <a:lnTo>
                  <a:pt x="38923" y="968413"/>
                </a:lnTo>
                <a:lnTo>
                  <a:pt x="38923" y="324677"/>
                </a:lnTo>
                <a:cubicBezTo>
                  <a:pt x="38923" y="291272"/>
                  <a:pt x="65173" y="263283"/>
                  <a:pt x="96855" y="263283"/>
                </a:cubicBezTo>
                <a:close/>
                <a:moveTo>
                  <a:pt x="838892" y="73181"/>
                </a:moveTo>
                <a:cubicBezTo>
                  <a:pt x="817146" y="73181"/>
                  <a:pt x="799931" y="90347"/>
                  <a:pt x="799931" y="112030"/>
                </a:cubicBezTo>
                <a:cubicBezTo>
                  <a:pt x="799931" y="132809"/>
                  <a:pt x="817146" y="149975"/>
                  <a:pt x="838892" y="149975"/>
                </a:cubicBezTo>
                <a:cubicBezTo>
                  <a:pt x="859731" y="149975"/>
                  <a:pt x="876946" y="132809"/>
                  <a:pt x="876946" y="112030"/>
                </a:cubicBezTo>
                <a:cubicBezTo>
                  <a:pt x="876946" y="90347"/>
                  <a:pt x="859731" y="73181"/>
                  <a:pt x="838892" y="73181"/>
                </a:cubicBezTo>
                <a:close/>
                <a:moveTo>
                  <a:pt x="182004" y="35235"/>
                </a:moveTo>
                <a:cubicBezTo>
                  <a:pt x="160259" y="35235"/>
                  <a:pt x="143950" y="52401"/>
                  <a:pt x="143950" y="74084"/>
                </a:cubicBezTo>
                <a:cubicBezTo>
                  <a:pt x="143950" y="94864"/>
                  <a:pt x="160259" y="112030"/>
                  <a:pt x="182004" y="112030"/>
                </a:cubicBezTo>
                <a:cubicBezTo>
                  <a:pt x="202844" y="112030"/>
                  <a:pt x="220059" y="94864"/>
                  <a:pt x="220059" y="74084"/>
                </a:cubicBezTo>
                <a:cubicBezTo>
                  <a:pt x="220059" y="52401"/>
                  <a:pt x="202844" y="35235"/>
                  <a:pt x="182004" y="35235"/>
                </a:cubicBezTo>
                <a:close/>
                <a:moveTo>
                  <a:pt x="182004" y="0"/>
                </a:moveTo>
                <a:cubicBezTo>
                  <a:pt x="222777" y="0"/>
                  <a:pt x="255395" y="32525"/>
                  <a:pt x="255395" y="74084"/>
                </a:cubicBezTo>
                <a:cubicBezTo>
                  <a:pt x="255395" y="87636"/>
                  <a:pt x="251770" y="99381"/>
                  <a:pt x="245428" y="111126"/>
                </a:cubicBezTo>
                <a:lnTo>
                  <a:pt x="454726" y="314406"/>
                </a:lnTo>
                <a:cubicBezTo>
                  <a:pt x="466505" y="307178"/>
                  <a:pt x="480095" y="302660"/>
                  <a:pt x="494592" y="302660"/>
                </a:cubicBezTo>
                <a:cubicBezTo>
                  <a:pt x="511807" y="302660"/>
                  <a:pt x="528116" y="309888"/>
                  <a:pt x="540801" y="319826"/>
                </a:cubicBezTo>
                <a:lnTo>
                  <a:pt x="770938" y="141844"/>
                </a:lnTo>
                <a:cubicBezTo>
                  <a:pt x="767314" y="131906"/>
                  <a:pt x="764595" y="122871"/>
                  <a:pt x="764595" y="112030"/>
                </a:cubicBezTo>
                <a:cubicBezTo>
                  <a:pt x="764595" y="70470"/>
                  <a:pt x="797213" y="37946"/>
                  <a:pt x="838892" y="37946"/>
                </a:cubicBezTo>
                <a:cubicBezTo>
                  <a:pt x="878758" y="37946"/>
                  <a:pt x="912282" y="70470"/>
                  <a:pt x="912282" y="112030"/>
                </a:cubicBezTo>
                <a:cubicBezTo>
                  <a:pt x="912282" y="122871"/>
                  <a:pt x="910470" y="132809"/>
                  <a:pt x="905939" y="142747"/>
                </a:cubicBezTo>
                <a:lnTo>
                  <a:pt x="1137889" y="383972"/>
                </a:lnTo>
                <a:cubicBezTo>
                  <a:pt x="1149667" y="374938"/>
                  <a:pt x="1165070" y="368613"/>
                  <a:pt x="1182285" y="368613"/>
                </a:cubicBezTo>
                <a:cubicBezTo>
                  <a:pt x="1222151" y="368613"/>
                  <a:pt x="1255675" y="402945"/>
                  <a:pt x="1255675" y="443601"/>
                </a:cubicBezTo>
                <a:cubicBezTo>
                  <a:pt x="1255675" y="484257"/>
                  <a:pt x="1222151" y="517685"/>
                  <a:pt x="1182285" y="517685"/>
                </a:cubicBezTo>
                <a:cubicBezTo>
                  <a:pt x="1140607" y="517685"/>
                  <a:pt x="1107989" y="484257"/>
                  <a:pt x="1107989" y="443601"/>
                </a:cubicBezTo>
                <a:cubicBezTo>
                  <a:pt x="1107989" y="431856"/>
                  <a:pt x="1109801" y="421918"/>
                  <a:pt x="1115237" y="411980"/>
                </a:cubicBezTo>
                <a:lnTo>
                  <a:pt x="883288" y="170755"/>
                </a:lnTo>
                <a:cubicBezTo>
                  <a:pt x="870603" y="180693"/>
                  <a:pt x="855201" y="185210"/>
                  <a:pt x="838892" y="185210"/>
                </a:cubicBezTo>
                <a:cubicBezTo>
                  <a:pt x="820771" y="185210"/>
                  <a:pt x="805368" y="179789"/>
                  <a:pt x="792683" y="169851"/>
                </a:cubicBezTo>
                <a:lnTo>
                  <a:pt x="562546" y="348737"/>
                </a:lnTo>
                <a:cubicBezTo>
                  <a:pt x="566170" y="356868"/>
                  <a:pt x="568888" y="366806"/>
                  <a:pt x="568888" y="377648"/>
                </a:cubicBezTo>
                <a:cubicBezTo>
                  <a:pt x="568888" y="417400"/>
                  <a:pt x="534458" y="450828"/>
                  <a:pt x="494592" y="450828"/>
                </a:cubicBezTo>
                <a:cubicBezTo>
                  <a:pt x="452914" y="450828"/>
                  <a:pt x="419390" y="417400"/>
                  <a:pt x="419390" y="377648"/>
                </a:cubicBezTo>
                <a:cubicBezTo>
                  <a:pt x="419390" y="364096"/>
                  <a:pt x="423014" y="350544"/>
                  <a:pt x="430262" y="339702"/>
                </a:cubicBezTo>
                <a:lnTo>
                  <a:pt x="220059" y="136423"/>
                </a:lnTo>
                <a:cubicBezTo>
                  <a:pt x="209186" y="143651"/>
                  <a:pt x="196501" y="147265"/>
                  <a:pt x="182004" y="147265"/>
                </a:cubicBezTo>
                <a:cubicBezTo>
                  <a:pt x="140326" y="147265"/>
                  <a:pt x="107708" y="113837"/>
                  <a:pt x="107708" y="74084"/>
                </a:cubicBezTo>
                <a:cubicBezTo>
                  <a:pt x="107708" y="32525"/>
                  <a:pt x="140326" y="0"/>
                  <a:pt x="182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3" name="Freeform 3">
            <a:extLst>
              <a:ext uri="{FF2B5EF4-FFF2-40B4-BE49-F238E27FC236}">
                <a16:creationId xmlns:a16="http://schemas.microsoft.com/office/drawing/2014/main" id="{E83D707C-5D51-4125-91E5-696133B4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005" y="4966482"/>
            <a:ext cx="3382793" cy="2959944"/>
          </a:xfrm>
          <a:custGeom>
            <a:avLst/>
            <a:gdLst>
              <a:gd name="T0" fmla="*/ 3421 w 3741"/>
              <a:gd name="T1" fmla="*/ 1705 h 3270"/>
              <a:gd name="T2" fmla="*/ 2707 w 3741"/>
              <a:gd name="T3" fmla="*/ 2942 h 3270"/>
              <a:gd name="T4" fmla="*/ 2707 w 3741"/>
              <a:gd name="T5" fmla="*/ 2942 h 3270"/>
              <a:gd name="T6" fmla="*/ 2585 w 3741"/>
              <a:gd name="T7" fmla="*/ 3013 h 3270"/>
              <a:gd name="T8" fmla="*/ 1156 w 3741"/>
              <a:gd name="T9" fmla="*/ 3013 h 3270"/>
              <a:gd name="T10" fmla="*/ 1156 w 3741"/>
              <a:gd name="T11" fmla="*/ 3013 h 3270"/>
              <a:gd name="T12" fmla="*/ 1034 w 3741"/>
              <a:gd name="T13" fmla="*/ 2942 h 3270"/>
              <a:gd name="T14" fmla="*/ 319 w 3741"/>
              <a:gd name="T15" fmla="*/ 1705 h 3270"/>
              <a:gd name="T16" fmla="*/ 319 w 3741"/>
              <a:gd name="T17" fmla="*/ 1705 h 3270"/>
              <a:gd name="T18" fmla="*/ 319 w 3741"/>
              <a:gd name="T19" fmla="*/ 1564 h 3270"/>
              <a:gd name="T20" fmla="*/ 1034 w 3741"/>
              <a:gd name="T21" fmla="*/ 328 h 3270"/>
              <a:gd name="T22" fmla="*/ 1034 w 3741"/>
              <a:gd name="T23" fmla="*/ 328 h 3270"/>
              <a:gd name="T24" fmla="*/ 1156 w 3741"/>
              <a:gd name="T25" fmla="*/ 257 h 3270"/>
              <a:gd name="T26" fmla="*/ 2585 w 3741"/>
              <a:gd name="T27" fmla="*/ 257 h 3270"/>
              <a:gd name="T28" fmla="*/ 2585 w 3741"/>
              <a:gd name="T29" fmla="*/ 257 h 3270"/>
              <a:gd name="T30" fmla="*/ 2707 w 3741"/>
              <a:gd name="T31" fmla="*/ 328 h 3270"/>
              <a:gd name="T32" fmla="*/ 3369 w 3741"/>
              <a:gd name="T33" fmla="*/ 1474 h 3270"/>
              <a:gd name="T34" fmla="*/ 3421 w 3741"/>
              <a:gd name="T35" fmla="*/ 1564 h 3270"/>
              <a:gd name="T36" fmla="*/ 3421 w 3741"/>
              <a:gd name="T37" fmla="*/ 1564 h 3270"/>
              <a:gd name="T38" fmla="*/ 3421 w 3741"/>
              <a:gd name="T39" fmla="*/ 1705 h 3270"/>
              <a:gd name="T40" fmla="*/ 3711 w 3741"/>
              <a:gd name="T41" fmla="*/ 1552 h 3270"/>
              <a:gd name="T42" fmla="*/ 2863 w 3741"/>
              <a:gd name="T43" fmla="*/ 83 h 3270"/>
              <a:gd name="T44" fmla="*/ 2863 w 3741"/>
              <a:gd name="T45" fmla="*/ 83 h 3270"/>
              <a:gd name="T46" fmla="*/ 2718 w 3741"/>
              <a:gd name="T47" fmla="*/ 0 h 3270"/>
              <a:gd name="T48" fmla="*/ 2594 w 3741"/>
              <a:gd name="T49" fmla="*/ 0 h 3270"/>
              <a:gd name="T50" fmla="*/ 1023 w 3741"/>
              <a:gd name="T51" fmla="*/ 0 h 3270"/>
              <a:gd name="T52" fmla="*/ 1023 w 3741"/>
              <a:gd name="T53" fmla="*/ 0 h 3270"/>
              <a:gd name="T54" fmla="*/ 878 w 3741"/>
              <a:gd name="T55" fmla="*/ 83 h 3270"/>
              <a:gd name="T56" fmla="*/ 30 w 3741"/>
              <a:gd name="T57" fmla="*/ 1552 h 3270"/>
              <a:gd name="T58" fmla="*/ 30 w 3741"/>
              <a:gd name="T59" fmla="*/ 1552 h 3270"/>
              <a:gd name="T60" fmla="*/ 30 w 3741"/>
              <a:gd name="T61" fmla="*/ 1718 h 3270"/>
              <a:gd name="T62" fmla="*/ 878 w 3741"/>
              <a:gd name="T63" fmla="*/ 3186 h 3270"/>
              <a:gd name="T64" fmla="*/ 878 w 3741"/>
              <a:gd name="T65" fmla="*/ 3186 h 3270"/>
              <a:gd name="T66" fmla="*/ 1023 w 3741"/>
              <a:gd name="T67" fmla="*/ 3269 h 3270"/>
              <a:gd name="T68" fmla="*/ 2718 w 3741"/>
              <a:gd name="T69" fmla="*/ 3269 h 3270"/>
              <a:gd name="T70" fmla="*/ 2718 w 3741"/>
              <a:gd name="T71" fmla="*/ 3269 h 3270"/>
              <a:gd name="T72" fmla="*/ 2863 w 3741"/>
              <a:gd name="T73" fmla="*/ 3186 h 3270"/>
              <a:gd name="T74" fmla="*/ 3711 w 3741"/>
              <a:gd name="T75" fmla="*/ 1718 h 3270"/>
              <a:gd name="T76" fmla="*/ 3711 w 3741"/>
              <a:gd name="T77" fmla="*/ 1718 h 3270"/>
              <a:gd name="T78" fmla="*/ 3711 w 3741"/>
              <a:gd name="T79" fmla="*/ 1552 h 3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0">
                <a:moveTo>
                  <a:pt x="3421" y="1705"/>
                </a:moveTo>
                <a:lnTo>
                  <a:pt x="2707" y="2942"/>
                </a:lnTo>
                <a:lnTo>
                  <a:pt x="2707" y="2942"/>
                </a:lnTo>
                <a:cubicBezTo>
                  <a:pt x="2681" y="2986"/>
                  <a:pt x="2635" y="3013"/>
                  <a:pt x="2585" y="3013"/>
                </a:cubicBezTo>
                <a:lnTo>
                  <a:pt x="1156" y="3013"/>
                </a:lnTo>
                <a:lnTo>
                  <a:pt x="1156" y="3013"/>
                </a:lnTo>
                <a:cubicBezTo>
                  <a:pt x="1106" y="3013"/>
                  <a:pt x="1059" y="2986"/>
                  <a:pt x="1034" y="2942"/>
                </a:cubicBezTo>
                <a:lnTo>
                  <a:pt x="319" y="1705"/>
                </a:lnTo>
                <a:lnTo>
                  <a:pt x="319" y="1705"/>
                </a:lnTo>
                <a:cubicBezTo>
                  <a:pt x="294" y="1662"/>
                  <a:pt x="294" y="1608"/>
                  <a:pt x="319" y="1564"/>
                </a:cubicBezTo>
                <a:lnTo>
                  <a:pt x="1034" y="328"/>
                </a:lnTo>
                <a:lnTo>
                  <a:pt x="1034" y="328"/>
                </a:lnTo>
                <a:cubicBezTo>
                  <a:pt x="1059" y="283"/>
                  <a:pt x="1106" y="257"/>
                  <a:pt x="1156" y="257"/>
                </a:cubicBezTo>
                <a:lnTo>
                  <a:pt x="2585" y="257"/>
                </a:lnTo>
                <a:lnTo>
                  <a:pt x="2585" y="257"/>
                </a:lnTo>
                <a:cubicBezTo>
                  <a:pt x="2635" y="257"/>
                  <a:pt x="2681" y="283"/>
                  <a:pt x="2707" y="328"/>
                </a:cubicBezTo>
                <a:lnTo>
                  <a:pt x="3369" y="1474"/>
                </a:lnTo>
                <a:lnTo>
                  <a:pt x="3421" y="1564"/>
                </a:lnTo>
                <a:lnTo>
                  <a:pt x="3421" y="1564"/>
                </a:lnTo>
                <a:cubicBezTo>
                  <a:pt x="3446" y="1608"/>
                  <a:pt x="3446" y="1662"/>
                  <a:pt x="3421" y="1705"/>
                </a:cubicBezTo>
                <a:close/>
                <a:moveTo>
                  <a:pt x="3711" y="1552"/>
                </a:moveTo>
                <a:lnTo>
                  <a:pt x="2863" y="83"/>
                </a:lnTo>
                <a:lnTo>
                  <a:pt x="2863" y="83"/>
                </a:lnTo>
                <a:cubicBezTo>
                  <a:pt x="2833" y="32"/>
                  <a:pt x="2778" y="0"/>
                  <a:pt x="2718" y="0"/>
                </a:cubicBezTo>
                <a:lnTo>
                  <a:pt x="2594" y="0"/>
                </a:lnTo>
                <a:lnTo>
                  <a:pt x="1023" y="0"/>
                </a:lnTo>
                <a:lnTo>
                  <a:pt x="1023" y="0"/>
                </a:lnTo>
                <a:cubicBezTo>
                  <a:pt x="963" y="0"/>
                  <a:pt x="908" y="32"/>
                  <a:pt x="878" y="83"/>
                </a:cubicBezTo>
                <a:lnTo>
                  <a:pt x="30" y="1552"/>
                </a:lnTo>
                <a:lnTo>
                  <a:pt x="30" y="1552"/>
                </a:lnTo>
                <a:cubicBezTo>
                  <a:pt x="0" y="1603"/>
                  <a:pt x="0" y="1667"/>
                  <a:pt x="30" y="1718"/>
                </a:cubicBezTo>
                <a:lnTo>
                  <a:pt x="878" y="3186"/>
                </a:lnTo>
                <a:lnTo>
                  <a:pt x="878" y="3186"/>
                </a:lnTo>
                <a:cubicBezTo>
                  <a:pt x="908" y="3237"/>
                  <a:pt x="963" y="3269"/>
                  <a:pt x="1023" y="3269"/>
                </a:cubicBezTo>
                <a:lnTo>
                  <a:pt x="2718" y="3269"/>
                </a:lnTo>
                <a:lnTo>
                  <a:pt x="2718" y="3269"/>
                </a:lnTo>
                <a:cubicBezTo>
                  <a:pt x="2778" y="3269"/>
                  <a:pt x="2833" y="3237"/>
                  <a:pt x="2863" y="3186"/>
                </a:cubicBezTo>
                <a:lnTo>
                  <a:pt x="3711" y="1718"/>
                </a:lnTo>
                <a:lnTo>
                  <a:pt x="3711" y="1718"/>
                </a:lnTo>
                <a:cubicBezTo>
                  <a:pt x="3740" y="1667"/>
                  <a:pt x="3740" y="1603"/>
                  <a:pt x="3711" y="15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3C0A6DB6-D4EA-4991-BC01-B6AE7541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258" y="5840792"/>
            <a:ext cx="1294104" cy="1215096"/>
          </a:xfrm>
          <a:custGeom>
            <a:avLst/>
            <a:gdLst>
              <a:gd name="connsiteX0" fmla="*/ 225586 w 1294104"/>
              <a:gd name="connsiteY0" fmla="*/ 242649 h 1215096"/>
              <a:gd name="connsiteX1" fmla="*/ 298281 w 1294104"/>
              <a:gd name="connsiteY1" fmla="*/ 242649 h 1215096"/>
              <a:gd name="connsiteX2" fmla="*/ 306459 w 1294104"/>
              <a:gd name="connsiteY2" fmla="*/ 253576 h 1215096"/>
              <a:gd name="connsiteX3" fmla="*/ 302824 w 1294104"/>
              <a:gd name="connsiteY3" fmla="*/ 267234 h 1215096"/>
              <a:gd name="connsiteX4" fmla="*/ 343715 w 1294104"/>
              <a:gd name="connsiteY4" fmla="*/ 298194 h 1215096"/>
              <a:gd name="connsiteX5" fmla="*/ 366432 w 1294104"/>
              <a:gd name="connsiteY5" fmla="*/ 276340 h 1215096"/>
              <a:gd name="connsiteX6" fmla="*/ 364615 w 1294104"/>
              <a:gd name="connsiteY6" fmla="*/ 253576 h 1215096"/>
              <a:gd name="connsiteX7" fmla="*/ 370976 w 1294104"/>
              <a:gd name="connsiteY7" fmla="*/ 242649 h 1215096"/>
              <a:gd name="connsiteX8" fmla="*/ 446397 w 1294104"/>
              <a:gd name="connsiteY8" fmla="*/ 242649 h 1215096"/>
              <a:gd name="connsiteX9" fmla="*/ 473657 w 1294104"/>
              <a:gd name="connsiteY9" fmla="*/ 269966 h 1215096"/>
              <a:gd name="connsiteX10" fmla="*/ 473657 w 1294104"/>
              <a:gd name="connsiteY10" fmla="*/ 346453 h 1215096"/>
              <a:gd name="connsiteX11" fmla="*/ 508188 w 1294104"/>
              <a:gd name="connsiteY11" fmla="*/ 336437 h 1215096"/>
              <a:gd name="connsiteX12" fmla="*/ 529087 w 1294104"/>
              <a:gd name="connsiteY12" fmla="*/ 359201 h 1215096"/>
              <a:gd name="connsiteX13" fmla="*/ 498192 w 1294104"/>
              <a:gd name="connsiteY13" fmla="*/ 400176 h 1215096"/>
              <a:gd name="connsiteX14" fmla="*/ 473657 w 1294104"/>
              <a:gd name="connsiteY14" fmla="*/ 388339 h 1215096"/>
              <a:gd name="connsiteX15" fmla="*/ 473657 w 1294104"/>
              <a:gd name="connsiteY15" fmla="*/ 465737 h 1215096"/>
              <a:gd name="connsiteX16" fmla="*/ 446397 w 1294104"/>
              <a:gd name="connsiteY16" fmla="*/ 493054 h 1215096"/>
              <a:gd name="connsiteX17" fmla="*/ 371884 w 1294104"/>
              <a:gd name="connsiteY17" fmla="*/ 493054 h 1215096"/>
              <a:gd name="connsiteX18" fmla="*/ 364615 w 1294104"/>
              <a:gd name="connsiteY18" fmla="*/ 482127 h 1215096"/>
              <a:gd name="connsiteX19" fmla="*/ 368250 w 1294104"/>
              <a:gd name="connsiteY19" fmla="*/ 468469 h 1215096"/>
              <a:gd name="connsiteX20" fmla="*/ 327359 w 1294104"/>
              <a:gd name="connsiteY20" fmla="*/ 437509 h 1215096"/>
              <a:gd name="connsiteX21" fmla="*/ 304641 w 1294104"/>
              <a:gd name="connsiteY21" fmla="*/ 458452 h 1215096"/>
              <a:gd name="connsiteX22" fmla="*/ 306459 w 1294104"/>
              <a:gd name="connsiteY22" fmla="*/ 481216 h 1215096"/>
              <a:gd name="connsiteX23" fmla="*/ 299189 w 1294104"/>
              <a:gd name="connsiteY23" fmla="*/ 493054 h 1215096"/>
              <a:gd name="connsiteX24" fmla="*/ 225586 w 1294104"/>
              <a:gd name="connsiteY24" fmla="*/ 493054 h 1215096"/>
              <a:gd name="connsiteX25" fmla="*/ 198325 w 1294104"/>
              <a:gd name="connsiteY25" fmla="*/ 465737 h 1215096"/>
              <a:gd name="connsiteX26" fmla="*/ 198325 w 1294104"/>
              <a:gd name="connsiteY26" fmla="*/ 387429 h 1215096"/>
              <a:gd name="connsiteX27" fmla="*/ 172882 w 1294104"/>
              <a:gd name="connsiteY27" fmla="*/ 400176 h 1215096"/>
              <a:gd name="connsiteX28" fmla="*/ 141986 w 1294104"/>
              <a:gd name="connsiteY28" fmla="*/ 359201 h 1215096"/>
              <a:gd name="connsiteX29" fmla="*/ 163795 w 1294104"/>
              <a:gd name="connsiteY29" fmla="*/ 336437 h 1215096"/>
              <a:gd name="connsiteX30" fmla="*/ 198325 w 1294104"/>
              <a:gd name="connsiteY30" fmla="*/ 347364 h 1215096"/>
              <a:gd name="connsiteX31" fmla="*/ 198325 w 1294104"/>
              <a:gd name="connsiteY31" fmla="*/ 269966 h 1215096"/>
              <a:gd name="connsiteX32" fmla="*/ 225586 w 1294104"/>
              <a:gd name="connsiteY32" fmla="*/ 242649 h 1215096"/>
              <a:gd name="connsiteX33" fmla="*/ 334394 w 1294104"/>
              <a:gd name="connsiteY33" fmla="*/ 109819 h 1215096"/>
              <a:gd name="connsiteX34" fmla="*/ 300066 w 1294104"/>
              <a:gd name="connsiteY34" fmla="*/ 111628 h 1215096"/>
              <a:gd name="connsiteX35" fmla="*/ 38092 w 1294104"/>
              <a:gd name="connsiteY35" fmla="*/ 375737 h 1215096"/>
              <a:gd name="connsiteX36" fmla="*/ 92293 w 1294104"/>
              <a:gd name="connsiteY36" fmla="*/ 582863 h 1215096"/>
              <a:gd name="connsiteX37" fmla="*/ 114877 w 1294104"/>
              <a:gd name="connsiteY37" fmla="*/ 852399 h 1215096"/>
              <a:gd name="connsiteX38" fmla="*/ 114877 w 1294104"/>
              <a:gd name="connsiteY38" fmla="*/ 1144546 h 1215096"/>
              <a:gd name="connsiteX39" fmla="*/ 150109 w 1294104"/>
              <a:gd name="connsiteY39" fmla="*/ 1179821 h 1215096"/>
              <a:gd name="connsiteX40" fmla="*/ 399436 w 1294104"/>
              <a:gd name="connsiteY40" fmla="*/ 1179821 h 1215096"/>
              <a:gd name="connsiteX41" fmla="*/ 431053 w 1294104"/>
              <a:gd name="connsiteY41" fmla="*/ 1159018 h 1215096"/>
              <a:gd name="connsiteX42" fmla="*/ 432265 w 1294104"/>
              <a:gd name="connsiteY42" fmla="*/ 1156591 h 1215096"/>
              <a:gd name="connsiteX43" fmla="*/ 432860 w 1294104"/>
              <a:gd name="connsiteY43" fmla="*/ 1155400 h 1215096"/>
              <a:gd name="connsiteX44" fmla="*/ 433764 w 1294104"/>
              <a:gd name="connsiteY44" fmla="*/ 1149973 h 1215096"/>
              <a:gd name="connsiteX45" fmla="*/ 434667 w 1294104"/>
              <a:gd name="connsiteY45" fmla="*/ 1144546 h 1215096"/>
              <a:gd name="connsiteX46" fmla="*/ 434667 w 1294104"/>
              <a:gd name="connsiteY46" fmla="*/ 1003447 h 1215096"/>
              <a:gd name="connsiteX47" fmla="*/ 435570 w 1294104"/>
              <a:gd name="connsiteY47" fmla="*/ 995307 h 1215096"/>
              <a:gd name="connsiteX48" fmla="*/ 437377 w 1294104"/>
              <a:gd name="connsiteY48" fmla="*/ 988975 h 1215096"/>
              <a:gd name="connsiteX49" fmla="*/ 437377 w 1294104"/>
              <a:gd name="connsiteY49" fmla="*/ 987166 h 1215096"/>
              <a:gd name="connsiteX50" fmla="*/ 440087 w 1294104"/>
              <a:gd name="connsiteY50" fmla="*/ 982644 h 1215096"/>
              <a:gd name="connsiteX51" fmla="*/ 441894 w 1294104"/>
              <a:gd name="connsiteY51" fmla="*/ 980835 h 1215096"/>
              <a:gd name="connsiteX52" fmla="*/ 445507 w 1294104"/>
              <a:gd name="connsiteY52" fmla="*/ 976313 h 1215096"/>
              <a:gd name="connsiteX53" fmla="*/ 447314 w 1294104"/>
              <a:gd name="connsiteY53" fmla="*/ 973599 h 1215096"/>
              <a:gd name="connsiteX54" fmla="*/ 450927 w 1294104"/>
              <a:gd name="connsiteY54" fmla="*/ 971790 h 1215096"/>
              <a:gd name="connsiteX55" fmla="*/ 453637 w 1294104"/>
              <a:gd name="connsiteY55" fmla="*/ 969077 h 1215096"/>
              <a:gd name="connsiteX56" fmla="*/ 473511 w 1294104"/>
              <a:gd name="connsiteY56" fmla="*/ 962745 h 1215096"/>
              <a:gd name="connsiteX57" fmla="*/ 478028 w 1294104"/>
              <a:gd name="connsiteY57" fmla="*/ 962745 h 1215096"/>
              <a:gd name="connsiteX58" fmla="*/ 488868 w 1294104"/>
              <a:gd name="connsiteY58" fmla="*/ 962745 h 1215096"/>
              <a:gd name="connsiteX59" fmla="*/ 587335 w 1294104"/>
              <a:gd name="connsiteY59" fmla="*/ 962745 h 1215096"/>
              <a:gd name="connsiteX60" fmla="*/ 631599 w 1294104"/>
              <a:gd name="connsiteY60" fmla="*/ 918426 h 1215096"/>
              <a:gd name="connsiteX61" fmla="*/ 631599 w 1294104"/>
              <a:gd name="connsiteY61" fmla="*/ 824360 h 1215096"/>
              <a:gd name="connsiteX62" fmla="*/ 613532 w 1294104"/>
              <a:gd name="connsiteY62" fmla="*/ 825264 h 1215096"/>
              <a:gd name="connsiteX63" fmla="*/ 546683 w 1294104"/>
              <a:gd name="connsiteY63" fmla="*/ 816219 h 1215096"/>
              <a:gd name="connsiteX64" fmla="*/ 534036 w 1294104"/>
              <a:gd name="connsiteY64" fmla="*/ 793607 h 1215096"/>
              <a:gd name="connsiteX65" fmla="*/ 555717 w 1294104"/>
              <a:gd name="connsiteY65" fmla="*/ 781849 h 1215096"/>
              <a:gd name="connsiteX66" fmla="*/ 631599 w 1294104"/>
              <a:gd name="connsiteY66" fmla="*/ 788180 h 1215096"/>
              <a:gd name="connsiteX67" fmla="*/ 631599 w 1294104"/>
              <a:gd name="connsiteY67" fmla="*/ 712204 h 1215096"/>
              <a:gd name="connsiteX68" fmla="*/ 633406 w 1294104"/>
              <a:gd name="connsiteY68" fmla="*/ 703159 h 1215096"/>
              <a:gd name="connsiteX69" fmla="*/ 673154 w 1294104"/>
              <a:gd name="connsiteY69" fmla="*/ 670598 h 1215096"/>
              <a:gd name="connsiteX70" fmla="*/ 706578 w 1294104"/>
              <a:gd name="connsiteY70" fmla="*/ 670598 h 1215096"/>
              <a:gd name="connsiteX71" fmla="*/ 721032 w 1294104"/>
              <a:gd name="connsiteY71" fmla="*/ 661553 h 1215096"/>
              <a:gd name="connsiteX72" fmla="*/ 724645 w 1294104"/>
              <a:gd name="connsiteY72" fmla="*/ 652508 h 1215096"/>
              <a:gd name="connsiteX73" fmla="*/ 722839 w 1294104"/>
              <a:gd name="connsiteY73" fmla="*/ 647081 h 1215096"/>
              <a:gd name="connsiteX74" fmla="*/ 721032 w 1294104"/>
              <a:gd name="connsiteY74" fmla="*/ 644368 h 1215096"/>
              <a:gd name="connsiteX75" fmla="*/ 646956 w 1294104"/>
              <a:gd name="connsiteY75" fmla="*/ 517740 h 1215096"/>
              <a:gd name="connsiteX76" fmla="*/ 631599 w 1294104"/>
              <a:gd name="connsiteY76" fmla="*/ 461663 h 1215096"/>
              <a:gd name="connsiteX77" fmla="*/ 631599 w 1294104"/>
              <a:gd name="connsiteY77" fmla="*/ 408298 h 1215096"/>
              <a:gd name="connsiteX78" fmla="*/ 630696 w 1294104"/>
              <a:gd name="connsiteY78" fmla="*/ 387495 h 1215096"/>
              <a:gd name="connsiteX79" fmla="*/ 630696 w 1294104"/>
              <a:gd name="connsiteY79" fmla="*/ 380259 h 1215096"/>
              <a:gd name="connsiteX80" fmla="*/ 627986 w 1294104"/>
              <a:gd name="connsiteY80" fmla="*/ 363979 h 1215096"/>
              <a:gd name="connsiteX81" fmla="*/ 626179 w 1294104"/>
              <a:gd name="connsiteY81" fmla="*/ 352220 h 1215096"/>
              <a:gd name="connsiteX82" fmla="*/ 624372 w 1294104"/>
              <a:gd name="connsiteY82" fmla="*/ 343176 h 1215096"/>
              <a:gd name="connsiteX83" fmla="*/ 621662 w 1294104"/>
              <a:gd name="connsiteY83" fmla="*/ 330513 h 1215096"/>
              <a:gd name="connsiteX84" fmla="*/ 621662 w 1294104"/>
              <a:gd name="connsiteY84" fmla="*/ 329608 h 1215096"/>
              <a:gd name="connsiteX85" fmla="*/ 533133 w 1294104"/>
              <a:gd name="connsiteY85" fmla="*/ 185795 h 1215096"/>
              <a:gd name="connsiteX86" fmla="*/ 488868 w 1294104"/>
              <a:gd name="connsiteY86" fmla="*/ 153234 h 1215096"/>
              <a:gd name="connsiteX87" fmla="*/ 477125 w 1294104"/>
              <a:gd name="connsiteY87" fmla="*/ 146903 h 1215096"/>
              <a:gd name="connsiteX88" fmla="*/ 468091 w 1294104"/>
              <a:gd name="connsiteY88" fmla="*/ 141476 h 1215096"/>
              <a:gd name="connsiteX89" fmla="*/ 446411 w 1294104"/>
              <a:gd name="connsiteY89" fmla="*/ 132431 h 1215096"/>
              <a:gd name="connsiteX90" fmla="*/ 445507 w 1294104"/>
              <a:gd name="connsiteY90" fmla="*/ 132431 h 1215096"/>
              <a:gd name="connsiteX91" fmla="*/ 424730 w 1294104"/>
              <a:gd name="connsiteY91" fmla="*/ 124291 h 1215096"/>
              <a:gd name="connsiteX92" fmla="*/ 422020 w 1294104"/>
              <a:gd name="connsiteY92" fmla="*/ 123386 h 1215096"/>
              <a:gd name="connsiteX93" fmla="*/ 412986 w 1294104"/>
              <a:gd name="connsiteY93" fmla="*/ 120673 h 1215096"/>
              <a:gd name="connsiteX94" fmla="*/ 334394 w 1294104"/>
              <a:gd name="connsiteY94" fmla="*/ 109819 h 1215096"/>
              <a:gd name="connsiteX95" fmla="*/ 624824 w 1294104"/>
              <a:gd name="connsiteY95" fmla="*/ 73753 h 1215096"/>
              <a:gd name="connsiteX96" fmla="*/ 566557 w 1294104"/>
              <a:gd name="connsiteY96" fmla="*/ 75449 h 1215096"/>
              <a:gd name="connsiteX97" fmla="*/ 469898 w 1294104"/>
              <a:gd name="connsiteY97" fmla="*/ 103487 h 1215096"/>
              <a:gd name="connsiteX98" fmla="*/ 492482 w 1294104"/>
              <a:gd name="connsiteY98" fmla="*/ 114341 h 1215096"/>
              <a:gd name="connsiteX99" fmla="*/ 510549 w 1294104"/>
              <a:gd name="connsiteY99" fmla="*/ 124291 h 1215096"/>
              <a:gd name="connsiteX100" fmla="*/ 516873 w 1294104"/>
              <a:gd name="connsiteY100" fmla="*/ 127908 h 1215096"/>
              <a:gd name="connsiteX101" fmla="*/ 528616 w 1294104"/>
              <a:gd name="connsiteY101" fmla="*/ 136953 h 1215096"/>
              <a:gd name="connsiteX102" fmla="*/ 655990 w 1294104"/>
              <a:gd name="connsiteY102" fmla="*/ 321468 h 1215096"/>
              <a:gd name="connsiteX103" fmla="*/ 655990 w 1294104"/>
              <a:gd name="connsiteY103" fmla="*/ 322372 h 1215096"/>
              <a:gd name="connsiteX104" fmla="*/ 662313 w 1294104"/>
              <a:gd name="connsiteY104" fmla="*/ 350411 h 1215096"/>
              <a:gd name="connsiteX105" fmla="*/ 663217 w 1294104"/>
              <a:gd name="connsiteY105" fmla="*/ 355838 h 1215096"/>
              <a:gd name="connsiteX106" fmla="*/ 665024 w 1294104"/>
              <a:gd name="connsiteY106" fmla="*/ 365788 h 1215096"/>
              <a:gd name="connsiteX107" fmla="*/ 665927 w 1294104"/>
              <a:gd name="connsiteY107" fmla="*/ 379355 h 1215096"/>
              <a:gd name="connsiteX108" fmla="*/ 666830 w 1294104"/>
              <a:gd name="connsiteY108" fmla="*/ 386591 h 1215096"/>
              <a:gd name="connsiteX109" fmla="*/ 666830 w 1294104"/>
              <a:gd name="connsiteY109" fmla="*/ 408298 h 1215096"/>
              <a:gd name="connsiteX110" fmla="*/ 666830 w 1294104"/>
              <a:gd name="connsiteY110" fmla="*/ 461663 h 1215096"/>
              <a:gd name="connsiteX111" fmla="*/ 677671 w 1294104"/>
              <a:gd name="connsiteY111" fmla="*/ 499651 h 1215096"/>
              <a:gd name="connsiteX112" fmla="*/ 752649 w 1294104"/>
              <a:gd name="connsiteY112" fmla="*/ 626278 h 1215096"/>
              <a:gd name="connsiteX113" fmla="*/ 758973 w 1294104"/>
              <a:gd name="connsiteY113" fmla="*/ 653413 h 1215096"/>
              <a:gd name="connsiteX114" fmla="*/ 752649 w 1294104"/>
              <a:gd name="connsiteY114" fmla="*/ 679643 h 1215096"/>
              <a:gd name="connsiteX115" fmla="*/ 720128 w 1294104"/>
              <a:gd name="connsiteY115" fmla="*/ 704064 h 1215096"/>
              <a:gd name="connsiteX116" fmla="*/ 706578 w 1294104"/>
              <a:gd name="connsiteY116" fmla="*/ 706777 h 1215096"/>
              <a:gd name="connsiteX117" fmla="*/ 673154 w 1294104"/>
              <a:gd name="connsiteY117" fmla="*/ 706777 h 1215096"/>
              <a:gd name="connsiteX118" fmla="*/ 666830 w 1294104"/>
              <a:gd name="connsiteY118" fmla="*/ 712204 h 1215096"/>
              <a:gd name="connsiteX119" fmla="*/ 666830 w 1294104"/>
              <a:gd name="connsiteY119" fmla="*/ 918426 h 1215096"/>
              <a:gd name="connsiteX120" fmla="*/ 587335 w 1294104"/>
              <a:gd name="connsiteY120" fmla="*/ 998925 h 1215096"/>
              <a:gd name="connsiteX121" fmla="*/ 488868 w 1294104"/>
              <a:gd name="connsiteY121" fmla="*/ 998925 h 1215096"/>
              <a:gd name="connsiteX122" fmla="*/ 475318 w 1294104"/>
              <a:gd name="connsiteY122" fmla="*/ 998925 h 1215096"/>
              <a:gd name="connsiteX123" fmla="*/ 473511 w 1294104"/>
              <a:gd name="connsiteY123" fmla="*/ 998925 h 1215096"/>
              <a:gd name="connsiteX124" fmla="*/ 472608 w 1294104"/>
              <a:gd name="connsiteY124" fmla="*/ 999829 h 1215096"/>
              <a:gd name="connsiteX125" fmla="*/ 471705 w 1294104"/>
              <a:gd name="connsiteY125" fmla="*/ 999829 h 1215096"/>
              <a:gd name="connsiteX126" fmla="*/ 469898 w 1294104"/>
              <a:gd name="connsiteY126" fmla="*/ 1003447 h 1215096"/>
              <a:gd name="connsiteX127" fmla="*/ 469898 w 1294104"/>
              <a:gd name="connsiteY127" fmla="*/ 1129962 h 1215096"/>
              <a:gd name="connsiteX128" fmla="*/ 469898 w 1294104"/>
              <a:gd name="connsiteY128" fmla="*/ 1142737 h 1215096"/>
              <a:gd name="connsiteX129" fmla="*/ 666830 w 1294104"/>
              <a:gd name="connsiteY129" fmla="*/ 1142737 h 1215096"/>
              <a:gd name="connsiteX130" fmla="*/ 698448 w 1294104"/>
              <a:gd name="connsiteY130" fmla="*/ 1121030 h 1215096"/>
              <a:gd name="connsiteX131" fmla="*/ 700255 w 1294104"/>
              <a:gd name="connsiteY131" fmla="*/ 1118316 h 1215096"/>
              <a:gd name="connsiteX132" fmla="*/ 701158 w 1294104"/>
              <a:gd name="connsiteY132" fmla="*/ 1112889 h 1215096"/>
              <a:gd name="connsiteX133" fmla="*/ 701158 w 1294104"/>
              <a:gd name="connsiteY133" fmla="*/ 1107462 h 1215096"/>
              <a:gd name="connsiteX134" fmla="*/ 701158 w 1294104"/>
              <a:gd name="connsiteY134" fmla="*/ 966363 h 1215096"/>
              <a:gd name="connsiteX135" fmla="*/ 701183 w 1294104"/>
              <a:gd name="connsiteY135" fmla="*/ 966305 h 1215096"/>
              <a:gd name="connsiteX136" fmla="*/ 713805 w 1294104"/>
              <a:gd name="connsiteY136" fmla="*/ 937420 h 1215096"/>
              <a:gd name="connsiteX137" fmla="*/ 744519 w 1294104"/>
              <a:gd name="connsiteY137" fmla="*/ 925662 h 1215096"/>
              <a:gd name="connsiteX138" fmla="*/ 756263 w 1294104"/>
              <a:gd name="connsiteY138" fmla="*/ 926566 h 1215096"/>
              <a:gd name="connsiteX139" fmla="*/ 757343 w 1294104"/>
              <a:gd name="connsiteY139" fmla="*/ 926566 h 1215096"/>
              <a:gd name="connsiteX140" fmla="*/ 854729 w 1294104"/>
              <a:gd name="connsiteY140" fmla="*/ 926566 h 1215096"/>
              <a:gd name="connsiteX141" fmla="*/ 898994 w 1294104"/>
              <a:gd name="connsiteY141" fmla="*/ 882247 h 1215096"/>
              <a:gd name="connsiteX142" fmla="*/ 898994 w 1294104"/>
              <a:gd name="connsiteY142" fmla="*/ 826335 h 1215096"/>
              <a:gd name="connsiteX143" fmla="*/ 898994 w 1294104"/>
              <a:gd name="connsiteY143" fmla="*/ 787276 h 1215096"/>
              <a:gd name="connsiteX144" fmla="*/ 880926 w 1294104"/>
              <a:gd name="connsiteY144" fmla="*/ 788180 h 1215096"/>
              <a:gd name="connsiteX145" fmla="*/ 813175 w 1294104"/>
              <a:gd name="connsiteY145" fmla="*/ 779136 h 1215096"/>
              <a:gd name="connsiteX146" fmla="*/ 801431 w 1294104"/>
              <a:gd name="connsiteY146" fmla="*/ 756524 h 1215096"/>
              <a:gd name="connsiteX147" fmla="*/ 823111 w 1294104"/>
              <a:gd name="connsiteY147" fmla="*/ 744765 h 1215096"/>
              <a:gd name="connsiteX148" fmla="*/ 898994 w 1294104"/>
              <a:gd name="connsiteY148" fmla="*/ 751097 h 1215096"/>
              <a:gd name="connsiteX149" fmla="*/ 898994 w 1294104"/>
              <a:gd name="connsiteY149" fmla="*/ 675120 h 1215096"/>
              <a:gd name="connsiteX150" fmla="*/ 940548 w 1294104"/>
              <a:gd name="connsiteY150" fmla="*/ 633514 h 1215096"/>
              <a:gd name="connsiteX151" fmla="*/ 973972 w 1294104"/>
              <a:gd name="connsiteY151" fmla="*/ 633514 h 1215096"/>
              <a:gd name="connsiteX152" fmla="*/ 988426 w 1294104"/>
              <a:gd name="connsiteY152" fmla="*/ 624469 h 1215096"/>
              <a:gd name="connsiteX153" fmla="*/ 988426 w 1294104"/>
              <a:gd name="connsiteY153" fmla="*/ 607284 h 1215096"/>
              <a:gd name="connsiteX154" fmla="*/ 914351 w 1294104"/>
              <a:gd name="connsiteY154" fmla="*/ 480657 h 1215096"/>
              <a:gd name="connsiteX155" fmla="*/ 898994 w 1294104"/>
              <a:gd name="connsiteY155" fmla="*/ 425483 h 1215096"/>
              <a:gd name="connsiteX156" fmla="*/ 898994 w 1294104"/>
              <a:gd name="connsiteY156" fmla="*/ 371214 h 1215096"/>
              <a:gd name="connsiteX157" fmla="*/ 898994 w 1294104"/>
              <a:gd name="connsiteY157" fmla="*/ 350411 h 1215096"/>
              <a:gd name="connsiteX158" fmla="*/ 897187 w 1294104"/>
              <a:gd name="connsiteY158" fmla="*/ 344080 h 1215096"/>
              <a:gd name="connsiteX159" fmla="*/ 895380 w 1294104"/>
              <a:gd name="connsiteY159" fmla="*/ 326895 h 1215096"/>
              <a:gd name="connsiteX160" fmla="*/ 893573 w 1294104"/>
              <a:gd name="connsiteY160" fmla="*/ 315137 h 1215096"/>
              <a:gd name="connsiteX161" fmla="*/ 891767 w 1294104"/>
              <a:gd name="connsiteY161" fmla="*/ 306092 h 1215096"/>
              <a:gd name="connsiteX162" fmla="*/ 888153 w 1294104"/>
              <a:gd name="connsiteY162" fmla="*/ 293429 h 1215096"/>
              <a:gd name="connsiteX163" fmla="*/ 888153 w 1294104"/>
              <a:gd name="connsiteY163" fmla="*/ 292525 h 1215096"/>
              <a:gd name="connsiteX164" fmla="*/ 799624 w 1294104"/>
              <a:gd name="connsiteY164" fmla="*/ 148712 h 1215096"/>
              <a:gd name="connsiteX165" fmla="*/ 787880 w 1294104"/>
              <a:gd name="connsiteY165" fmla="*/ 138762 h 1215096"/>
              <a:gd name="connsiteX166" fmla="*/ 786074 w 1294104"/>
              <a:gd name="connsiteY166" fmla="*/ 138762 h 1215096"/>
              <a:gd name="connsiteX167" fmla="*/ 769813 w 1294104"/>
              <a:gd name="connsiteY167" fmla="*/ 125195 h 1215096"/>
              <a:gd name="connsiteX168" fmla="*/ 758070 w 1294104"/>
              <a:gd name="connsiteY168" fmla="*/ 117959 h 1215096"/>
              <a:gd name="connsiteX169" fmla="*/ 753553 w 1294104"/>
              <a:gd name="connsiteY169" fmla="*/ 115246 h 1215096"/>
              <a:gd name="connsiteX170" fmla="*/ 691221 w 1294104"/>
              <a:gd name="connsiteY170" fmla="*/ 86302 h 1215096"/>
              <a:gd name="connsiteX171" fmla="*/ 680381 w 1294104"/>
              <a:gd name="connsiteY171" fmla="*/ 83589 h 1215096"/>
              <a:gd name="connsiteX172" fmla="*/ 624824 w 1294104"/>
              <a:gd name="connsiteY172" fmla="*/ 73753 h 1215096"/>
              <a:gd name="connsiteX173" fmla="*/ 897949 w 1294104"/>
              <a:gd name="connsiteY173" fmla="*/ 36839 h 1215096"/>
              <a:gd name="connsiteX174" fmla="*/ 833952 w 1294104"/>
              <a:gd name="connsiteY174" fmla="*/ 37460 h 1215096"/>
              <a:gd name="connsiteX175" fmla="*/ 738196 w 1294104"/>
              <a:gd name="connsiteY175" fmla="*/ 66404 h 1215096"/>
              <a:gd name="connsiteX176" fmla="*/ 758973 w 1294104"/>
              <a:gd name="connsiteY176" fmla="*/ 76353 h 1215096"/>
              <a:gd name="connsiteX177" fmla="*/ 758973 w 1294104"/>
              <a:gd name="connsiteY177" fmla="*/ 77257 h 1215096"/>
              <a:gd name="connsiteX178" fmla="*/ 777943 w 1294104"/>
              <a:gd name="connsiteY178" fmla="*/ 87207 h 1215096"/>
              <a:gd name="connsiteX179" fmla="*/ 781557 w 1294104"/>
              <a:gd name="connsiteY179" fmla="*/ 89920 h 1215096"/>
              <a:gd name="connsiteX180" fmla="*/ 796011 w 1294104"/>
              <a:gd name="connsiteY180" fmla="*/ 99870 h 1215096"/>
              <a:gd name="connsiteX181" fmla="*/ 922481 w 1294104"/>
              <a:gd name="connsiteY181" fmla="*/ 283480 h 1215096"/>
              <a:gd name="connsiteX182" fmla="*/ 923384 w 1294104"/>
              <a:gd name="connsiteY182" fmla="*/ 285289 h 1215096"/>
              <a:gd name="connsiteX183" fmla="*/ 929708 w 1294104"/>
              <a:gd name="connsiteY183" fmla="*/ 312423 h 1215096"/>
              <a:gd name="connsiteX184" fmla="*/ 930611 w 1294104"/>
              <a:gd name="connsiteY184" fmla="*/ 318755 h 1215096"/>
              <a:gd name="connsiteX185" fmla="*/ 932418 w 1294104"/>
              <a:gd name="connsiteY185" fmla="*/ 328704 h 1215096"/>
              <a:gd name="connsiteX186" fmla="*/ 933321 w 1294104"/>
              <a:gd name="connsiteY186" fmla="*/ 341367 h 1215096"/>
              <a:gd name="connsiteX187" fmla="*/ 934225 w 1294104"/>
              <a:gd name="connsiteY187" fmla="*/ 349507 h 1215096"/>
              <a:gd name="connsiteX188" fmla="*/ 935128 w 1294104"/>
              <a:gd name="connsiteY188" fmla="*/ 371214 h 1215096"/>
              <a:gd name="connsiteX189" fmla="*/ 935128 w 1294104"/>
              <a:gd name="connsiteY189" fmla="*/ 425483 h 1215096"/>
              <a:gd name="connsiteX190" fmla="*/ 936031 w 1294104"/>
              <a:gd name="connsiteY190" fmla="*/ 435433 h 1215096"/>
              <a:gd name="connsiteX191" fmla="*/ 945065 w 1294104"/>
              <a:gd name="connsiteY191" fmla="*/ 462567 h 1215096"/>
              <a:gd name="connsiteX192" fmla="*/ 1019140 w 1294104"/>
              <a:gd name="connsiteY192" fmla="*/ 589195 h 1215096"/>
              <a:gd name="connsiteX193" fmla="*/ 1024561 w 1294104"/>
              <a:gd name="connsiteY193" fmla="*/ 629896 h 1215096"/>
              <a:gd name="connsiteX194" fmla="*/ 1019140 w 1294104"/>
              <a:gd name="connsiteY194" fmla="*/ 642559 h 1215096"/>
              <a:gd name="connsiteX195" fmla="*/ 973972 w 1294104"/>
              <a:gd name="connsiteY195" fmla="*/ 668789 h 1215096"/>
              <a:gd name="connsiteX196" fmla="*/ 940548 w 1294104"/>
              <a:gd name="connsiteY196" fmla="*/ 668789 h 1215096"/>
              <a:gd name="connsiteX197" fmla="*/ 935128 w 1294104"/>
              <a:gd name="connsiteY197" fmla="*/ 675120 h 1215096"/>
              <a:gd name="connsiteX198" fmla="*/ 935128 w 1294104"/>
              <a:gd name="connsiteY198" fmla="*/ 800766 h 1215096"/>
              <a:gd name="connsiteX199" fmla="*/ 935128 w 1294104"/>
              <a:gd name="connsiteY199" fmla="*/ 882247 h 1215096"/>
              <a:gd name="connsiteX200" fmla="*/ 854729 w 1294104"/>
              <a:gd name="connsiteY200" fmla="*/ 961841 h 1215096"/>
              <a:gd name="connsiteX201" fmla="*/ 756263 w 1294104"/>
              <a:gd name="connsiteY201" fmla="*/ 961841 h 1215096"/>
              <a:gd name="connsiteX202" fmla="*/ 743616 w 1294104"/>
              <a:gd name="connsiteY202" fmla="*/ 961841 h 1215096"/>
              <a:gd name="connsiteX203" fmla="*/ 739099 w 1294104"/>
              <a:gd name="connsiteY203" fmla="*/ 962745 h 1215096"/>
              <a:gd name="connsiteX204" fmla="*/ 737292 w 1294104"/>
              <a:gd name="connsiteY204" fmla="*/ 966363 h 1215096"/>
              <a:gd name="connsiteX205" fmla="*/ 737292 w 1294104"/>
              <a:gd name="connsiteY205" fmla="*/ 1105653 h 1215096"/>
              <a:gd name="connsiteX206" fmla="*/ 933321 w 1294104"/>
              <a:gd name="connsiteY206" fmla="*/ 1105653 h 1215096"/>
              <a:gd name="connsiteX207" fmla="*/ 969456 w 1294104"/>
              <a:gd name="connsiteY207" fmla="*/ 1070379 h 1215096"/>
              <a:gd name="connsiteX208" fmla="*/ 969456 w 1294104"/>
              <a:gd name="connsiteY208" fmla="*/ 929280 h 1215096"/>
              <a:gd name="connsiteX209" fmla="*/ 981199 w 1294104"/>
              <a:gd name="connsiteY209" fmla="*/ 899432 h 1215096"/>
              <a:gd name="connsiteX210" fmla="*/ 1012817 w 1294104"/>
              <a:gd name="connsiteY210" fmla="*/ 888578 h 1215096"/>
              <a:gd name="connsiteX211" fmla="*/ 1023657 w 1294104"/>
              <a:gd name="connsiteY211" fmla="*/ 889482 h 1215096"/>
              <a:gd name="connsiteX212" fmla="*/ 1122123 w 1294104"/>
              <a:gd name="connsiteY212" fmla="*/ 889482 h 1215096"/>
              <a:gd name="connsiteX213" fmla="*/ 1166388 w 1294104"/>
              <a:gd name="connsiteY213" fmla="*/ 845163 h 1215096"/>
              <a:gd name="connsiteX214" fmla="*/ 1166388 w 1294104"/>
              <a:gd name="connsiteY214" fmla="*/ 751097 h 1215096"/>
              <a:gd name="connsiteX215" fmla="*/ 1148321 w 1294104"/>
              <a:gd name="connsiteY215" fmla="*/ 751097 h 1215096"/>
              <a:gd name="connsiteX216" fmla="*/ 1079666 w 1294104"/>
              <a:gd name="connsiteY216" fmla="*/ 742052 h 1215096"/>
              <a:gd name="connsiteX217" fmla="*/ 1067922 w 1294104"/>
              <a:gd name="connsiteY217" fmla="*/ 720344 h 1215096"/>
              <a:gd name="connsiteX218" fmla="*/ 1090506 w 1294104"/>
              <a:gd name="connsiteY218" fmla="*/ 707682 h 1215096"/>
              <a:gd name="connsiteX219" fmla="*/ 1166388 w 1294104"/>
              <a:gd name="connsiteY219" fmla="*/ 714013 h 1215096"/>
              <a:gd name="connsiteX220" fmla="*/ 1166388 w 1294104"/>
              <a:gd name="connsiteY220" fmla="*/ 638037 h 1215096"/>
              <a:gd name="connsiteX221" fmla="*/ 1166905 w 1294104"/>
              <a:gd name="connsiteY221" fmla="*/ 636761 h 1215096"/>
              <a:gd name="connsiteX222" fmla="*/ 1178245 w 1294104"/>
              <a:gd name="connsiteY222" fmla="*/ 608754 h 1215096"/>
              <a:gd name="connsiteX223" fmla="*/ 1207039 w 1294104"/>
              <a:gd name="connsiteY223" fmla="*/ 596430 h 1215096"/>
              <a:gd name="connsiteX224" fmla="*/ 1223901 w 1294104"/>
              <a:gd name="connsiteY224" fmla="*/ 596430 h 1215096"/>
              <a:gd name="connsiteX225" fmla="*/ 1240464 w 1294104"/>
              <a:gd name="connsiteY225" fmla="*/ 596430 h 1215096"/>
              <a:gd name="connsiteX226" fmla="*/ 1255821 w 1294104"/>
              <a:gd name="connsiteY226" fmla="*/ 587386 h 1215096"/>
              <a:gd name="connsiteX227" fmla="*/ 1258192 w 1294104"/>
              <a:gd name="connsiteY227" fmla="*/ 581167 h 1215096"/>
              <a:gd name="connsiteX228" fmla="*/ 1256504 w 1294104"/>
              <a:gd name="connsiteY228" fmla="*/ 573360 h 1215096"/>
              <a:gd name="connsiteX229" fmla="*/ 1255821 w 1294104"/>
              <a:gd name="connsiteY229" fmla="*/ 570200 h 1215096"/>
              <a:gd name="connsiteX230" fmla="*/ 1181745 w 1294104"/>
              <a:gd name="connsiteY230" fmla="*/ 443573 h 1215096"/>
              <a:gd name="connsiteX231" fmla="*/ 1166388 w 1294104"/>
              <a:gd name="connsiteY231" fmla="*/ 388400 h 1215096"/>
              <a:gd name="connsiteX232" fmla="*/ 1166388 w 1294104"/>
              <a:gd name="connsiteY232" fmla="*/ 334131 h 1215096"/>
              <a:gd name="connsiteX233" fmla="*/ 1067922 w 1294104"/>
              <a:gd name="connsiteY233" fmla="*/ 111628 h 1215096"/>
              <a:gd name="connsiteX234" fmla="*/ 897949 w 1294104"/>
              <a:gd name="connsiteY234" fmla="*/ 36839 h 1215096"/>
              <a:gd name="connsiteX235" fmla="*/ 901732 w 1294104"/>
              <a:gd name="connsiteY235" fmla="*/ 1578 h 1215096"/>
              <a:gd name="connsiteX236" fmla="*/ 1090506 w 1294104"/>
              <a:gd name="connsiteY236" fmla="*/ 85398 h 1215096"/>
              <a:gd name="connsiteX237" fmla="*/ 1201619 w 1294104"/>
              <a:gd name="connsiteY237" fmla="*/ 334131 h 1215096"/>
              <a:gd name="connsiteX238" fmla="*/ 1201619 w 1294104"/>
              <a:gd name="connsiteY238" fmla="*/ 388400 h 1215096"/>
              <a:gd name="connsiteX239" fmla="*/ 1212459 w 1294104"/>
              <a:gd name="connsiteY239" fmla="*/ 425483 h 1215096"/>
              <a:gd name="connsiteX240" fmla="*/ 1286535 w 1294104"/>
              <a:gd name="connsiteY240" fmla="*/ 552111 h 1215096"/>
              <a:gd name="connsiteX241" fmla="*/ 1287438 w 1294104"/>
              <a:gd name="connsiteY241" fmla="*/ 605475 h 1215096"/>
              <a:gd name="connsiteX242" fmla="*/ 1240464 w 1294104"/>
              <a:gd name="connsiteY242" fmla="*/ 632610 h 1215096"/>
              <a:gd name="connsiteX243" fmla="*/ 1207039 w 1294104"/>
              <a:gd name="connsiteY243" fmla="*/ 632610 h 1215096"/>
              <a:gd name="connsiteX244" fmla="*/ 1201619 w 1294104"/>
              <a:gd name="connsiteY244" fmla="*/ 638037 h 1215096"/>
              <a:gd name="connsiteX245" fmla="*/ 1201619 w 1294104"/>
              <a:gd name="connsiteY245" fmla="*/ 845163 h 1215096"/>
              <a:gd name="connsiteX246" fmla="*/ 1122123 w 1294104"/>
              <a:gd name="connsiteY246" fmla="*/ 924757 h 1215096"/>
              <a:gd name="connsiteX247" fmla="*/ 1023657 w 1294104"/>
              <a:gd name="connsiteY247" fmla="*/ 924757 h 1215096"/>
              <a:gd name="connsiteX248" fmla="*/ 1010107 w 1294104"/>
              <a:gd name="connsiteY248" fmla="*/ 923853 h 1215096"/>
              <a:gd name="connsiteX249" fmla="*/ 1005590 w 1294104"/>
              <a:gd name="connsiteY249" fmla="*/ 925662 h 1215096"/>
              <a:gd name="connsiteX250" fmla="*/ 1004687 w 1294104"/>
              <a:gd name="connsiteY250" fmla="*/ 929280 h 1215096"/>
              <a:gd name="connsiteX251" fmla="*/ 1004687 w 1294104"/>
              <a:gd name="connsiteY251" fmla="*/ 1070379 h 1215096"/>
              <a:gd name="connsiteX252" fmla="*/ 933321 w 1294104"/>
              <a:gd name="connsiteY252" fmla="*/ 1141833 h 1215096"/>
              <a:gd name="connsiteX253" fmla="*/ 729162 w 1294104"/>
              <a:gd name="connsiteY253" fmla="*/ 1141833 h 1215096"/>
              <a:gd name="connsiteX254" fmla="*/ 666830 w 1294104"/>
              <a:gd name="connsiteY254" fmla="*/ 1178916 h 1215096"/>
              <a:gd name="connsiteX255" fmla="*/ 461768 w 1294104"/>
              <a:gd name="connsiteY255" fmla="*/ 1178916 h 1215096"/>
              <a:gd name="connsiteX256" fmla="*/ 399436 w 1294104"/>
              <a:gd name="connsiteY256" fmla="*/ 1215096 h 1215096"/>
              <a:gd name="connsiteX257" fmla="*/ 150109 w 1294104"/>
              <a:gd name="connsiteY257" fmla="*/ 1215096 h 1215096"/>
              <a:gd name="connsiteX258" fmla="*/ 78743 w 1294104"/>
              <a:gd name="connsiteY258" fmla="*/ 1144546 h 1215096"/>
              <a:gd name="connsiteX259" fmla="*/ 78743 w 1294104"/>
              <a:gd name="connsiteY259" fmla="*/ 852399 h 1215096"/>
              <a:gd name="connsiteX260" fmla="*/ 62483 w 1294104"/>
              <a:gd name="connsiteY260" fmla="*/ 602762 h 1215096"/>
              <a:gd name="connsiteX261" fmla="*/ 1957 w 1294104"/>
              <a:gd name="connsiteY261" fmla="*/ 372119 h 1215096"/>
              <a:gd name="connsiteX262" fmla="*/ 295550 w 1294104"/>
              <a:gd name="connsiteY262" fmla="*/ 76353 h 1215096"/>
              <a:gd name="connsiteX263" fmla="*/ 425633 w 1294104"/>
              <a:gd name="connsiteY263" fmla="*/ 87207 h 1215096"/>
              <a:gd name="connsiteX264" fmla="*/ 562944 w 1294104"/>
              <a:gd name="connsiteY264" fmla="*/ 39269 h 1215096"/>
              <a:gd name="connsiteX265" fmla="*/ 693931 w 1294104"/>
              <a:gd name="connsiteY265" fmla="*/ 50123 h 1215096"/>
              <a:gd name="connsiteX266" fmla="*/ 830338 w 1294104"/>
              <a:gd name="connsiteY266" fmla="*/ 2186 h 1215096"/>
              <a:gd name="connsiteX267" fmla="*/ 901732 w 1294104"/>
              <a:gd name="connsiteY267" fmla="*/ 1578 h 1215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</a:cxnLst>
            <a:rect l="l" t="t" r="r" b="b"/>
            <a:pathLst>
              <a:path w="1294104" h="1215096">
                <a:moveTo>
                  <a:pt x="225586" y="242649"/>
                </a:moveTo>
                <a:lnTo>
                  <a:pt x="298281" y="242649"/>
                </a:lnTo>
                <a:cubicBezTo>
                  <a:pt x="304641" y="242649"/>
                  <a:pt x="308276" y="248113"/>
                  <a:pt x="306459" y="253576"/>
                </a:cubicBezTo>
                <a:cubicBezTo>
                  <a:pt x="303733" y="257218"/>
                  <a:pt x="302824" y="261771"/>
                  <a:pt x="302824" y="267234"/>
                </a:cubicBezTo>
                <a:cubicBezTo>
                  <a:pt x="302824" y="287267"/>
                  <a:pt x="321906" y="303657"/>
                  <a:pt x="343715" y="298194"/>
                </a:cubicBezTo>
                <a:cubicBezTo>
                  <a:pt x="354619" y="295462"/>
                  <a:pt x="362797" y="287267"/>
                  <a:pt x="366432" y="276340"/>
                </a:cubicBezTo>
                <a:cubicBezTo>
                  <a:pt x="369158" y="268145"/>
                  <a:pt x="367341" y="260860"/>
                  <a:pt x="364615" y="253576"/>
                </a:cubicBezTo>
                <a:cubicBezTo>
                  <a:pt x="361889" y="248113"/>
                  <a:pt x="366432" y="242649"/>
                  <a:pt x="370976" y="242649"/>
                </a:cubicBezTo>
                <a:lnTo>
                  <a:pt x="446397" y="242649"/>
                </a:lnTo>
                <a:cubicBezTo>
                  <a:pt x="461844" y="242649"/>
                  <a:pt x="473657" y="254487"/>
                  <a:pt x="473657" y="269966"/>
                </a:cubicBezTo>
                <a:lnTo>
                  <a:pt x="473657" y="346453"/>
                </a:lnTo>
                <a:cubicBezTo>
                  <a:pt x="481836" y="337348"/>
                  <a:pt x="494557" y="332795"/>
                  <a:pt x="508188" y="336437"/>
                </a:cubicBezTo>
                <a:cubicBezTo>
                  <a:pt x="518183" y="340079"/>
                  <a:pt x="526361" y="348274"/>
                  <a:pt x="529087" y="359201"/>
                </a:cubicBezTo>
                <a:cubicBezTo>
                  <a:pt x="534539" y="380144"/>
                  <a:pt x="519092" y="400176"/>
                  <a:pt x="498192" y="400176"/>
                </a:cubicBezTo>
                <a:cubicBezTo>
                  <a:pt x="488196" y="400176"/>
                  <a:pt x="480018" y="395624"/>
                  <a:pt x="473657" y="388339"/>
                </a:cubicBezTo>
                <a:lnTo>
                  <a:pt x="473657" y="465737"/>
                </a:lnTo>
                <a:cubicBezTo>
                  <a:pt x="473657" y="480306"/>
                  <a:pt x="461844" y="493054"/>
                  <a:pt x="446397" y="493054"/>
                </a:cubicBezTo>
                <a:lnTo>
                  <a:pt x="371884" y="493054"/>
                </a:lnTo>
                <a:cubicBezTo>
                  <a:pt x="366432" y="493054"/>
                  <a:pt x="361889" y="486680"/>
                  <a:pt x="364615" y="482127"/>
                </a:cubicBezTo>
                <a:cubicBezTo>
                  <a:pt x="366432" y="477574"/>
                  <a:pt x="368250" y="473021"/>
                  <a:pt x="368250" y="468469"/>
                </a:cubicBezTo>
                <a:cubicBezTo>
                  <a:pt x="368250" y="447526"/>
                  <a:pt x="348258" y="432046"/>
                  <a:pt x="327359" y="437509"/>
                </a:cubicBezTo>
                <a:cubicBezTo>
                  <a:pt x="316454" y="440241"/>
                  <a:pt x="308276" y="448436"/>
                  <a:pt x="304641" y="458452"/>
                </a:cubicBezTo>
                <a:cubicBezTo>
                  <a:pt x="302824" y="466647"/>
                  <a:pt x="302824" y="474842"/>
                  <a:pt x="306459" y="481216"/>
                </a:cubicBezTo>
                <a:cubicBezTo>
                  <a:pt x="308276" y="486680"/>
                  <a:pt x="305550" y="493054"/>
                  <a:pt x="299189" y="493054"/>
                </a:cubicBezTo>
                <a:lnTo>
                  <a:pt x="225586" y="493054"/>
                </a:lnTo>
                <a:cubicBezTo>
                  <a:pt x="211047" y="493054"/>
                  <a:pt x="198325" y="480306"/>
                  <a:pt x="198325" y="465737"/>
                </a:cubicBezTo>
                <a:lnTo>
                  <a:pt x="198325" y="387429"/>
                </a:lnTo>
                <a:cubicBezTo>
                  <a:pt x="191964" y="394713"/>
                  <a:pt x="182877" y="400176"/>
                  <a:pt x="172882" y="400176"/>
                </a:cubicBezTo>
                <a:cubicBezTo>
                  <a:pt x="151982" y="400176"/>
                  <a:pt x="136534" y="380144"/>
                  <a:pt x="141986" y="359201"/>
                </a:cubicBezTo>
                <a:cubicBezTo>
                  <a:pt x="144712" y="348274"/>
                  <a:pt x="152891" y="340079"/>
                  <a:pt x="163795" y="336437"/>
                </a:cubicBezTo>
                <a:cubicBezTo>
                  <a:pt x="177425" y="332795"/>
                  <a:pt x="191055" y="338258"/>
                  <a:pt x="198325" y="347364"/>
                </a:cubicBezTo>
                <a:lnTo>
                  <a:pt x="198325" y="269966"/>
                </a:lnTo>
                <a:cubicBezTo>
                  <a:pt x="198325" y="254487"/>
                  <a:pt x="211047" y="242649"/>
                  <a:pt x="225586" y="242649"/>
                </a:cubicBezTo>
                <a:close/>
                <a:moveTo>
                  <a:pt x="334394" y="109819"/>
                </a:moveTo>
                <a:cubicBezTo>
                  <a:pt x="322650" y="109819"/>
                  <a:pt x="311810" y="110723"/>
                  <a:pt x="300066" y="111628"/>
                </a:cubicBezTo>
                <a:cubicBezTo>
                  <a:pt x="161852" y="127004"/>
                  <a:pt x="52546" y="238255"/>
                  <a:pt x="38092" y="375737"/>
                </a:cubicBezTo>
                <a:cubicBezTo>
                  <a:pt x="29962" y="449904"/>
                  <a:pt x="48932" y="523167"/>
                  <a:pt x="92293" y="582863"/>
                </a:cubicBezTo>
                <a:cubicBezTo>
                  <a:pt x="110361" y="607284"/>
                  <a:pt x="114877" y="850590"/>
                  <a:pt x="114877" y="852399"/>
                </a:cubicBezTo>
                <a:lnTo>
                  <a:pt x="114877" y="1144546"/>
                </a:lnTo>
                <a:cubicBezTo>
                  <a:pt x="114877" y="1164445"/>
                  <a:pt x="131138" y="1179821"/>
                  <a:pt x="150109" y="1179821"/>
                </a:cubicBezTo>
                <a:lnTo>
                  <a:pt x="399436" y="1179821"/>
                </a:lnTo>
                <a:cubicBezTo>
                  <a:pt x="413890" y="1179821"/>
                  <a:pt x="425633" y="1170776"/>
                  <a:pt x="431053" y="1159018"/>
                </a:cubicBezTo>
                <a:lnTo>
                  <a:pt x="432265" y="1156591"/>
                </a:lnTo>
                <a:lnTo>
                  <a:pt x="432860" y="1155400"/>
                </a:lnTo>
                <a:cubicBezTo>
                  <a:pt x="432860" y="1153591"/>
                  <a:pt x="433764" y="1150878"/>
                  <a:pt x="433764" y="1149973"/>
                </a:cubicBezTo>
                <a:cubicBezTo>
                  <a:pt x="434667" y="1148164"/>
                  <a:pt x="434667" y="1146355"/>
                  <a:pt x="434667" y="1144546"/>
                </a:cubicBezTo>
                <a:lnTo>
                  <a:pt x="434667" y="1003447"/>
                </a:lnTo>
                <a:cubicBezTo>
                  <a:pt x="434667" y="1000734"/>
                  <a:pt x="434667" y="998020"/>
                  <a:pt x="435570" y="995307"/>
                </a:cubicBezTo>
                <a:cubicBezTo>
                  <a:pt x="436474" y="992593"/>
                  <a:pt x="436474" y="990784"/>
                  <a:pt x="437377" y="988975"/>
                </a:cubicBezTo>
                <a:cubicBezTo>
                  <a:pt x="437377" y="988975"/>
                  <a:pt x="437377" y="988071"/>
                  <a:pt x="437377" y="987166"/>
                </a:cubicBezTo>
                <a:cubicBezTo>
                  <a:pt x="438280" y="986262"/>
                  <a:pt x="440087" y="983548"/>
                  <a:pt x="440087" y="982644"/>
                </a:cubicBezTo>
                <a:cubicBezTo>
                  <a:pt x="441894" y="981740"/>
                  <a:pt x="441894" y="980835"/>
                  <a:pt x="441894" y="980835"/>
                </a:cubicBezTo>
                <a:cubicBezTo>
                  <a:pt x="442797" y="979026"/>
                  <a:pt x="444604" y="977217"/>
                  <a:pt x="445507" y="976313"/>
                </a:cubicBezTo>
                <a:cubicBezTo>
                  <a:pt x="445507" y="975408"/>
                  <a:pt x="446411" y="974504"/>
                  <a:pt x="447314" y="973599"/>
                </a:cubicBezTo>
                <a:cubicBezTo>
                  <a:pt x="448217" y="973599"/>
                  <a:pt x="450024" y="971790"/>
                  <a:pt x="450927" y="971790"/>
                </a:cubicBezTo>
                <a:cubicBezTo>
                  <a:pt x="451831" y="970886"/>
                  <a:pt x="452734" y="969981"/>
                  <a:pt x="453637" y="969077"/>
                </a:cubicBezTo>
                <a:cubicBezTo>
                  <a:pt x="459058" y="965459"/>
                  <a:pt x="466284" y="963650"/>
                  <a:pt x="473511" y="962745"/>
                </a:cubicBezTo>
                <a:cubicBezTo>
                  <a:pt x="475318" y="962745"/>
                  <a:pt x="476221" y="962745"/>
                  <a:pt x="478028" y="962745"/>
                </a:cubicBezTo>
                <a:cubicBezTo>
                  <a:pt x="481642" y="962745"/>
                  <a:pt x="485255" y="962745"/>
                  <a:pt x="488868" y="962745"/>
                </a:cubicBezTo>
                <a:lnTo>
                  <a:pt x="587335" y="962745"/>
                </a:lnTo>
                <a:cubicBezTo>
                  <a:pt x="611725" y="962745"/>
                  <a:pt x="631599" y="943751"/>
                  <a:pt x="631599" y="918426"/>
                </a:cubicBezTo>
                <a:lnTo>
                  <a:pt x="631599" y="824360"/>
                </a:lnTo>
                <a:cubicBezTo>
                  <a:pt x="625276" y="824360"/>
                  <a:pt x="618952" y="825264"/>
                  <a:pt x="613532" y="825264"/>
                </a:cubicBezTo>
                <a:cubicBezTo>
                  <a:pt x="589141" y="825264"/>
                  <a:pt x="566557" y="822551"/>
                  <a:pt x="546683" y="816219"/>
                </a:cubicBezTo>
                <a:cubicBezTo>
                  <a:pt x="536747" y="813506"/>
                  <a:pt x="531326" y="803557"/>
                  <a:pt x="534036" y="793607"/>
                </a:cubicBezTo>
                <a:cubicBezTo>
                  <a:pt x="536747" y="784563"/>
                  <a:pt x="546683" y="779136"/>
                  <a:pt x="555717" y="781849"/>
                </a:cubicBezTo>
                <a:cubicBezTo>
                  <a:pt x="578301" y="788180"/>
                  <a:pt x="603595" y="789989"/>
                  <a:pt x="631599" y="788180"/>
                </a:cubicBezTo>
                <a:lnTo>
                  <a:pt x="631599" y="712204"/>
                </a:lnTo>
                <a:cubicBezTo>
                  <a:pt x="631599" y="708586"/>
                  <a:pt x="632503" y="706777"/>
                  <a:pt x="633406" y="703159"/>
                </a:cubicBezTo>
                <a:cubicBezTo>
                  <a:pt x="637019" y="685070"/>
                  <a:pt x="653280" y="670598"/>
                  <a:pt x="673154" y="670598"/>
                </a:cubicBezTo>
                <a:lnTo>
                  <a:pt x="706578" y="670598"/>
                </a:lnTo>
                <a:cubicBezTo>
                  <a:pt x="715612" y="670598"/>
                  <a:pt x="719225" y="664266"/>
                  <a:pt x="721032" y="661553"/>
                </a:cubicBezTo>
                <a:cubicBezTo>
                  <a:pt x="722839" y="659744"/>
                  <a:pt x="724645" y="657031"/>
                  <a:pt x="724645" y="652508"/>
                </a:cubicBezTo>
                <a:cubicBezTo>
                  <a:pt x="723742" y="650699"/>
                  <a:pt x="723742" y="649795"/>
                  <a:pt x="722839" y="647081"/>
                </a:cubicBezTo>
                <a:cubicBezTo>
                  <a:pt x="722839" y="646177"/>
                  <a:pt x="721935" y="645272"/>
                  <a:pt x="721032" y="644368"/>
                </a:cubicBezTo>
                <a:lnTo>
                  <a:pt x="646956" y="517740"/>
                </a:lnTo>
                <a:cubicBezTo>
                  <a:pt x="637019" y="500555"/>
                  <a:pt x="631599" y="481561"/>
                  <a:pt x="631599" y="461663"/>
                </a:cubicBezTo>
                <a:lnTo>
                  <a:pt x="631599" y="408298"/>
                </a:lnTo>
                <a:cubicBezTo>
                  <a:pt x="631599" y="401062"/>
                  <a:pt x="631599" y="393827"/>
                  <a:pt x="630696" y="387495"/>
                </a:cubicBezTo>
                <a:cubicBezTo>
                  <a:pt x="630696" y="385686"/>
                  <a:pt x="630696" y="382973"/>
                  <a:pt x="630696" y="380259"/>
                </a:cubicBezTo>
                <a:cubicBezTo>
                  <a:pt x="629793" y="374832"/>
                  <a:pt x="628889" y="369406"/>
                  <a:pt x="627986" y="363979"/>
                </a:cubicBezTo>
                <a:cubicBezTo>
                  <a:pt x="627986" y="360361"/>
                  <a:pt x="627082" y="355838"/>
                  <a:pt x="626179" y="352220"/>
                </a:cubicBezTo>
                <a:cubicBezTo>
                  <a:pt x="626179" y="349507"/>
                  <a:pt x="625276" y="346793"/>
                  <a:pt x="624372" y="343176"/>
                </a:cubicBezTo>
                <a:cubicBezTo>
                  <a:pt x="624372" y="339558"/>
                  <a:pt x="622566" y="335035"/>
                  <a:pt x="621662" y="330513"/>
                </a:cubicBezTo>
                <a:cubicBezTo>
                  <a:pt x="621662" y="330513"/>
                  <a:pt x="621662" y="330513"/>
                  <a:pt x="621662" y="329608"/>
                </a:cubicBezTo>
                <a:cubicBezTo>
                  <a:pt x="606305" y="274435"/>
                  <a:pt x="575591" y="224688"/>
                  <a:pt x="533133" y="185795"/>
                </a:cubicBezTo>
                <a:cubicBezTo>
                  <a:pt x="518679" y="173133"/>
                  <a:pt x="504226" y="162279"/>
                  <a:pt x="488868" y="153234"/>
                </a:cubicBezTo>
                <a:cubicBezTo>
                  <a:pt x="484352" y="150521"/>
                  <a:pt x="480738" y="148712"/>
                  <a:pt x="477125" y="146903"/>
                </a:cubicBezTo>
                <a:cubicBezTo>
                  <a:pt x="474415" y="145094"/>
                  <a:pt x="470801" y="142380"/>
                  <a:pt x="468091" y="141476"/>
                </a:cubicBezTo>
                <a:cubicBezTo>
                  <a:pt x="460864" y="138762"/>
                  <a:pt x="453637" y="135144"/>
                  <a:pt x="446411" y="132431"/>
                </a:cubicBezTo>
                <a:cubicBezTo>
                  <a:pt x="446411" y="132431"/>
                  <a:pt x="446411" y="132431"/>
                  <a:pt x="445507" y="132431"/>
                </a:cubicBezTo>
                <a:cubicBezTo>
                  <a:pt x="439184" y="128813"/>
                  <a:pt x="431053" y="126100"/>
                  <a:pt x="424730" y="124291"/>
                </a:cubicBezTo>
                <a:cubicBezTo>
                  <a:pt x="422923" y="124291"/>
                  <a:pt x="422020" y="123386"/>
                  <a:pt x="422020" y="123386"/>
                </a:cubicBezTo>
                <a:lnTo>
                  <a:pt x="412986" y="120673"/>
                </a:lnTo>
                <a:cubicBezTo>
                  <a:pt x="387692" y="113437"/>
                  <a:pt x="361495" y="109819"/>
                  <a:pt x="334394" y="109819"/>
                </a:cubicBezTo>
                <a:close/>
                <a:moveTo>
                  <a:pt x="624824" y="73753"/>
                </a:moveTo>
                <a:cubicBezTo>
                  <a:pt x="605853" y="72283"/>
                  <a:pt x="586431" y="72735"/>
                  <a:pt x="566557" y="75449"/>
                </a:cubicBezTo>
                <a:cubicBezTo>
                  <a:pt x="533133" y="79066"/>
                  <a:pt x="500612" y="88111"/>
                  <a:pt x="469898" y="103487"/>
                </a:cubicBezTo>
                <a:cubicBezTo>
                  <a:pt x="478028" y="106201"/>
                  <a:pt x="484352" y="109819"/>
                  <a:pt x="492482" y="114341"/>
                </a:cubicBezTo>
                <a:cubicBezTo>
                  <a:pt x="497902" y="117959"/>
                  <a:pt x="504226" y="120673"/>
                  <a:pt x="510549" y="124291"/>
                </a:cubicBezTo>
                <a:cubicBezTo>
                  <a:pt x="511452" y="126100"/>
                  <a:pt x="514163" y="127908"/>
                  <a:pt x="516873" y="127908"/>
                </a:cubicBezTo>
                <a:cubicBezTo>
                  <a:pt x="520486" y="131526"/>
                  <a:pt x="525003" y="133335"/>
                  <a:pt x="528616" y="136953"/>
                </a:cubicBezTo>
                <a:cubicBezTo>
                  <a:pt x="590948" y="181273"/>
                  <a:pt x="636116" y="246396"/>
                  <a:pt x="655990" y="321468"/>
                </a:cubicBezTo>
                <a:lnTo>
                  <a:pt x="655990" y="322372"/>
                </a:lnTo>
                <a:cubicBezTo>
                  <a:pt x="658700" y="330513"/>
                  <a:pt x="660507" y="341367"/>
                  <a:pt x="662313" y="350411"/>
                </a:cubicBezTo>
                <a:cubicBezTo>
                  <a:pt x="662313" y="352220"/>
                  <a:pt x="662313" y="354029"/>
                  <a:pt x="663217" y="355838"/>
                </a:cubicBezTo>
                <a:cubicBezTo>
                  <a:pt x="664120" y="359456"/>
                  <a:pt x="664120" y="362170"/>
                  <a:pt x="665024" y="365788"/>
                </a:cubicBezTo>
                <a:cubicBezTo>
                  <a:pt x="665024" y="369406"/>
                  <a:pt x="665927" y="374832"/>
                  <a:pt x="665927" y="379355"/>
                </a:cubicBezTo>
                <a:cubicBezTo>
                  <a:pt x="666830" y="381164"/>
                  <a:pt x="666830" y="383877"/>
                  <a:pt x="666830" y="386591"/>
                </a:cubicBezTo>
                <a:cubicBezTo>
                  <a:pt x="666830" y="393827"/>
                  <a:pt x="666830" y="401062"/>
                  <a:pt x="666830" y="408298"/>
                </a:cubicBezTo>
                <a:lnTo>
                  <a:pt x="666830" y="461663"/>
                </a:lnTo>
                <a:cubicBezTo>
                  <a:pt x="666830" y="475230"/>
                  <a:pt x="671347" y="488797"/>
                  <a:pt x="677671" y="499651"/>
                </a:cubicBezTo>
                <a:lnTo>
                  <a:pt x="752649" y="626278"/>
                </a:lnTo>
                <a:cubicBezTo>
                  <a:pt x="757166" y="635323"/>
                  <a:pt x="758973" y="644368"/>
                  <a:pt x="758973" y="653413"/>
                </a:cubicBezTo>
                <a:cubicBezTo>
                  <a:pt x="759876" y="662458"/>
                  <a:pt x="757166" y="671502"/>
                  <a:pt x="752649" y="679643"/>
                </a:cubicBezTo>
                <a:cubicBezTo>
                  <a:pt x="745423" y="692305"/>
                  <a:pt x="733679" y="701350"/>
                  <a:pt x="720128" y="704064"/>
                </a:cubicBezTo>
                <a:cubicBezTo>
                  <a:pt x="715612" y="705873"/>
                  <a:pt x="711095" y="706777"/>
                  <a:pt x="706578" y="706777"/>
                </a:cubicBezTo>
                <a:lnTo>
                  <a:pt x="673154" y="706777"/>
                </a:lnTo>
                <a:cubicBezTo>
                  <a:pt x="670444" y="706777"/>
                  <a:pt x="666830" y="708586"/>
                  <a:pt x="666830" y="712204"/>
                </a:cubicBezTo>
                <a:lnTo>
                  <a:pt x="666830" y="918426"/>
                </a:lnTo>
                <a:cubicBezTo>
                  <a:pt x="666830" y="962745"/>
                  <a:pt x="631599" y="998925"/>
                  <a:pt x="587335" y="998925"/>
                </a:cubicBezTo>
                <a:lnTo>
                  <a:pt x="488868" y="998925"/>
                </a:lnTo>
                <a:cubicBezTo>
                  <a:pt x="484352" y="998925"/>
                  <a:pt x="479835" y="998925"/>
                  <a:pt x="475318" y="998925"/>
                </a:cubicBezTo>
                <a:cubicBezTo>
                  <a:pt x="475318" y="998020"/>
                  <a:pt x="474415" y="998925"/>
                  <a:pt x="473511" y="998925"/>
                </a:cubicBezTo>
                <a:cubicBezTo>
                  <a:pt x="472608" y="998925"/>
                  <a:pt x="472608" y="999829"/>
                  <a:pt x="472608" y="999829"/>
                </a:cubicBezTo>
                <a:cubicBezTo>
                  <a:pt x="471705" y="999829"/>
                  <a:pt x="471705" y="999829"/>
                  <a:pt x="471705" y="999829"/>
                </a:cubicBezTo>
                <a:cubicBezTo>
                  <a:pt x="470801" y="1001638"/>
                  <a:pt x="469898" y="1001638"/>
                  <a:pt x="469898" y="1003447"/>
                </a:cubicBezTo>
                <a:lnTo>
                  <a:pt x="469898" y="1129962"/>
                </a:lnTo>
                <a:lnTo>
                  <a:pt x="469898" y="1142737"/>
                </a:lnTo>
                <a:lnTo>
                  <a:pt x="666830" y="1142737"/>
                </a:lnTo>
                <a:cubicBezTo>
                  <a:pt x="680381" y="1142737"/>
                  <a:pt x="693028" y="1133692"/>
                  <a:pt x="698448" y="1121030"/>
                </a:cubicBezTo>
                <a:lnTo>
                  <a:pt x="700255" y="1118316"/>
                </a:lnTo>
                <a:cubicBezTo>
                  <a:pt x="700255" y="1116507"/>
                  <a:pt x="700255" y="1114698"/>
                  <a:pt x="701158" y="1112889"/>
                </a:cubicBezTo>
                <a:cubicBezTo>
                  <a:pt x="701158" y="1111080"/>
                  <a:pt x="701158" y="1109271"/>
                  <a:pt x="701158" y="1107462"/>
                </a:cubicBezTo>
                <a:lnTo>
                  <a:pt x="701158" y="966363"/>
                </a:lnTo>
                <a:lnTo>
                  <a:pt x="701183" y="966305"/>
                </a:lnTo>
                <a:lnTo>
                  <a:pt x="713805" y="937420"/>
                </a:lnTo>
                <a:cubicBezTo>
                  <a:pt x="722839" y="929280"/>
                  <a:pt x="733679" y="924757"/>
                  <a:pt x="744519" y="925662"/>
                </a:cubicBezTo>
                <a:cubicBezTo>
                  <a:pt x="749036" y="925662"/>
                  <a:pt x="752649" y="926566"/>
                  <a:pt x="756263" y="926566"/>
                </a:cubicBezTo>
                <a:lnTo>
                  <a:pt x="757343" y="926566"/>
                </a:lnTo>
                <a:lnTo>
                  <a:pt x="854729" y="926566"/>
                </a:lnTo>
                <a:cubicBezTo>
                  <a:pt x="879120" y="926566"/>
                  <a:pt x="898994" y="905763"/>
                  <a:pt x="898994" y="882247"/>
                </a:cubicBezTo>
                <a:lnTo>
                  <a:pt x="898994" y="826335"/>
                </a:lnTo>
                <a:lnTo>
                  <a:pt x="898994" y="787276"/>
                </a:lnTo>
                <a:cubicBezTo>
                  <a:pt x="893573" y="788180"/>
                  <a:pt x="887250" y="788180"/>
                  <a:pt x="880926" y="788180"/>
                </a:cubicBezTo>
                <a:cubicBezTo>
                  <a:pt x="855632" y="788180"/>
                  <a:pt x="833952" y="784563"/>
                  <a:pt x="813175" y="779136"/>
                </a:cubicBezTo>
                <a:cubicBezTo>
                  <a:pt x="804141" y="776422"/>
                  <a:pt x="797817" y="766473"/>
                  <a:pt x="801431" y="756524"/>
                </a:cubicBezTo>
                <a:cubicBezTo>
                  <a:pt x="804141" y="747479"/>
                  <a:pt x="814078" y="742052"/>
                  <a:pt x="823111" y="744765"/>
                </a:cubicBezTo>
                <a:cubicBezTo>
                  <a:pt x="844792" y="751097"/>
                  <a:pt x="870086" y="752906"/>
                  <a:pt x="898994" y="751097"/>
                </a:cubicBezTo>
                <a:lnTo>
                  <a:pt x="898994" y="675120"/>
                </a:lnTo>
                <a:cubicBezTo>
                  <a:pt x="898994" y="652508"/>
                  <a:pt x="917964" y="633514"/>
                  <a:pt x="940548" y="633514"/>
                </a:cubicBezTo>
                <a:lnTo>
                  <a:pt x="973972" y="633514"/>
                </a:lnTo>
                <a:cubicBezTo>
                  <a:pt x="983006" y="633514"/>
                  <a:pt x="987523" y="627183"/>
                  <a:pt x="988426" y="624469"/>
                </a:cubicBezTo>
                <a:cubicBezTo>
                  <a:pt x="990233" y="621756"/>
                  <a:pt x="993846" y="615424"/>
                  <a:pt x="988426" y="607284"/>
                </a:cubicBezTo>
                <a:lnTo>
                  <a:pt x="914351" y="480657"/>
                </a:lnTo>
                <a:cubicBezTo>
                  <a:pt x="904414" y="464376"/>
                  <a:pt x="898994" y="444477"/>
                  <a:pt x="898994" y="425483"/>
                </a:cubicBezTo>
                <a:lnTo>
                  <a:pt x="898994" y="371214"/>
                </a:lnTo>
                <a:cubicBezTo>
                  <a:pt x="898994" y="363979"/>
                  <a:pt x="898994" y="356743"/>
                  <a:pt x="898994" y="350411"/>
                </a:cubicBezTo>
                <a:cubicBezTo>
                  <a:pt x="897187" y="347698"/>
                  <a:pt x="897187" y="344985"/>
                  <a:pt x="897187" y="344080"/>
                </a:cubicBezTo>
                <a:cubicBezTo>
                  <a:pt x="897187" y="337749"/>
                  <a:pt x="896284" y="332322"/>
                  <a:pt x="895380" y="326895"/>
                </a:cubicBezTo>
                <a:cubicBezTo>
                  <a:pt x="895380" y="323277"/>
                  <a:pt x="894477" y="319659"/>
                  <a:pt x="893573" y="315137"/>
                </a:cubicBezTo>
                <a:cubicBezTo>
                  <a:pt x="893573" y="311519"/>
                  <a:pt x="892670" y="308805"/>
                  <a:pt x="891767" y="306092"/>
                </a:cubicBezTo>
                <a:cubicBezTo>
                  <a:pt x="890863" y="302474"/>
                  <a:pt x="889960" y="297047"/>
                  <a:pt x="888153" y="293429"/>
                </a:cubicBezTo>
                <a:cubicBezTo>
                  <a:pt x="888153" y="292525"/>
                  <a:pt x="888153" y="292525"/>
                  <a:pt x="888153" y="292525"/>
                </a:cubicBezTo>
                <a:cubicBezTo>
                  <a:pt x="873700" y="237351"/>
                  <a:pt x="842985" y="187604"/>
                  <a:pt x="799624" y="148712"/>
                </a:cubicBezTo>
                <a:cubicBezTo>
                  <a:pt x="796011" y="145094"/>
                  <a:pt x="791494" y="142380"/>
                  <a:pt x="787880" y="138762"/>
                </a:cubicBezTo>
                <a:cubicBezTo>
                  <a:pt x="787880" y="138762"/>
                  <a:pt x="787880" y="138762"/>
                  <a:pt x="786074" y="138762"/>
                </a:cubicBezTo>
                <a:cubicBezTo>
                  <a:pt x="781557" y="133335"/>
                  <a:pt x="776137" y="128813"/>
                  <a:pt x="769813" y="125195"/>
                </a:cubicBezTo>
                <a:cubicBezTo>
                  <a:pt x="766200" y="123386"/>
                  <a:pt x="762586" y="119768"/>
                  <a:pt x="758070" y="117959"/>
                </a:cubicBezTo>
                <a:cubicBezTo>
                  <a:pt x="757166" y="117055"/>
                  <a:pt x="755360" y="116150"/>
                  <a:pt x="753553" y="115246"/>
                </a:cubicBezTo>
                <a:cubicBezTo>
                  <a:pt x="733679" y="103487"/>
                  <a:pt x="712902" y="93538"/>
                  <a:pt x="691221" y="86302"/>
                </a:cubicBezTo>
                <a:lnTo>
                  <a:pt x="680381" y="83589"/>
                </a:lnTo>
                <a:cubicBezTo>
                  <a:pt x="662313" y="78614"/>
                  <a:pt x="643795" y="75223"/>
                  <a:pt x="624824" y="73753"/>
                </a:cubicBezTo>
                <a:close/>
                <a:moveTo>
                  <a:pt x="897949" y="36839"/>
                </a:moveTo>
                <a:cubicBezTo>
                  <a:pt x="877031" y="34803"/>
                  <a:pt x="855632" y="34973"/>
                  <a:pt x="833952" y="37460"/>
                </a:cubicBezTo>
                <a:cubicBezTo>
                  <a:pt x="800527" y="41983"/>
                  <a:pt x="768910" y="51028"/>
                  <a:pt x="738196" y="66404"/>
                </a:cubicBezTo>
                <a:cubicBezTo>
                  <a:pt x="744519" y="70022"/>
                  <a:pt x="752649" y="72735"/>
                  <a:pt x="758973" y="76353"/>
                </a:cubicBezTo>
                <a:cubicBezTo>
                  <a:pt x="758973" y="76353"/>
                  <a:pt x="758973" y="76353"/>
                  <a:pt x="758973" y="77257"/>
                </a:cubicBezTo>
                <a:cubicBezTo>
                  <a:pt x="765296" y="80875"/>
                  <a:pt x="771620" y="83589"/>
                  <a:pt x="777943" y="87207"/>
                </a:cubicBezTo>
                <a:cubicBezTo>
                  <a:pt x="778847" y="88111"/>
                  <a:pt x="779750" y="89016"/>
                  <a:pt x="781557" y="89920"/>
                </a:cubicBezTo>
                <a:cubicBezTo>
                  <a:pt x="786074" y="92634"/>
                  <a:pt x="791494" y="96252"/>
                  <a:pt x="796011" y="99870"/>
                </a:cubicBezTo>
                <a:cubicBezTo>
                  <a:pt x="858342" y="144189"/>
                  <a:pt x="902607" y="209312"/>
                  <a:pt x="922481" y="283480"/>
                </a:cubicBezTo>
                <a:cubicBezTo>
                  <a:pt x="922481" y="283480"/>
                  <a:pt x="923384" y="284384"/>
                  <a:pt x="923384" y="285289"/>
                </a:cubicBezTo>
                <a:cubicBezTo>
                  <a:pt x="926094" y="294334"/>
                  <a:pt x="927901" y="303378"/>
                  <a:pt x="929708" y="312423"/>
                </a:cubicBezTo>
                <a:cubicBezTo>
                  <a:pt x="929708" y="315137"/>
                  <a:pt x="930611" y="316946"/>
                  <a:pt x="930611" y="318755"/>
                </a:cubicBezTo>
                <a:cubicBezTo>
                  <a:pt x="931515" y="322372"/>
                  <a:pt x="931515" y="325086"/>
                  <a:pt x="932418" y="328704"/>
                </a:cubicBezTo>
                <a:cubicBezTo>
                  <a:pt x="932418" y="332322"/>
                  <a:pt x="932418" y="336844"/>
                  <a:pt x="933321" y="341367"/>
                </a:cubicBezTo>
                <a:cubicBezTo>
                  <a:pt x="933321" y="344080"/>
                  <a:pt x="933321" y="346793"/>
                  <a:pt x="934225" y="349507"/>
                </a:cubicBezTo>
                <a:cubicBezTo>
                  <a:pt x="934225" y="356743"/>
                  <a:pt x="935128" y="363979"/>
                  <a:pt x="935128" y="371214"/>
                </a:cubicBezTo>
                <a:lnTo>
                  <a:pt x="935128" y="425483"/>
                </a:lnTo>
                <a:cubicBezTo>
                  <a:pt x="935128" y="428197"/>
                  <a:pt x="935128" y="431815"/>
                  <a:pt x="936031" y="435433"/>
                </a:cubicBezTo>
                <a:cubicBezTo>
                  <a:pt x="936031" y="444477"/>
                  <a:pt x="939645" y="454427"/>
                  <a:pt x="945065" y="462567"/>
                </a:cubicBezTo>
                <a:lnTo>
                  <a:pt x="1019140" y="589195"/>
                </a:lnTo>
                <a:cubicBezTo>
                  <a:pt x="1027271" y="601857"/>
                  <a:pt x="1029077" y="616329"/>
                  <a:pt x="1024561" y="629896"/>
                </a:cubicBezTo>
                <a:cubicBezTo>
                  <a:pt x="1023657" y="634419"/>
                  <a:pt x="1022754" y="638941"/>
                  <a:pt x="1019140" y="642559"/>
                </a:cubicBezTo>
                <a:cubicBezTo>
                  <a:pt x="1010107" y="659744"/>
                  <a:pt x="992943" y="668789"/>
                  <a:pt x="973972" y="668789"/>
                </a:cubicBezTo>
                <a:lnTo>
                  <a:pt x="940548" y="668789"/>
                </a:lnTo>
                <a:cubicBezTo>
                  <a:pt x="937838" y="668789"/>
                  <a:pt x="935128" y="671502"/>
                  <a:pt x="935128" y="675120"/>
                </a:cubicBezTo>
                <a:lnTo>
                  <a:pt x="935128" y="800766"/>
                </a:lnTo>
                <a:lnTo>
                  <a:pt x="935128" y="882247"/>
                </a:lnTo>
                <a:cubicBezTo>
                  <a:pt x="935128" y="925662"/>
                  <a:pt x="898994" y="961841"/>
                  <a:pt x="854729" y="961841"/>
                </a:cubicBezTo>
                <a:lnTo>
                  <a:pt x="756263" y="961841"/>
                </a:lnTo>
                <a:cubicBezTo>
                  <a:pt x="752649" y="961841"/>
                  <a:pt x="748133" y="961841"/>
                  <a:pt x="743616" y="961841"/>
                </a:cubicBezTo>
                <a:cubicBezTo>
                  <a:pt x="740906" y="961841"/>
                  <a:pt x="739099" y="962745"/>
                  <a:pt x="739099" y="962745"/>
                </a:cubicBezTo>
                <a:cubicBezTo>
                  <a:pt x="738196" y="963650"/>
                  <a:pt x="737292" y="964554"/>
                  <a:pt x="737292" y="966363"/>
                </a:cubicBezTo>
                <a:lnTo>
                  <a:pt x="737292" y="1105653"/>
                </a:lnTo>
                <a:lnTo>
                  <a:pt x="933321" y="1105653"/>
                </a:lnTo>
                <a:cubicBezTo>
                  <a:pt x="953195" y="1105653"/>
                  <a:pt x="969456" y="1089373"/>
                  <a:pt x="969456" y="1070379"/>
                </a:cubicBezTo>
                <a:lnTo>
                  <a:pt x="969456" y="929280"/>
                </a:lnTo>
                <a:cubicBezTo>
                  <a:pt x="969456" y="918426"/>
                  <a:pt x="973972" y="907572"/>
                  <a:pt x="981199" y="899432"/>
                </a:cubicBezTo>
                <a:cubicBezTo>
                  <a:pt x="990233" y="892196"/>
                  <a:pt x="1001073" y="888578"/>
                  <a:pt x="1012817" y="888578"/>
                </a:cubicBezTo>
                <a:cubicBezTo>
                  <a:pt x="1016430" y="889482"/>
                  <a:pt x="1020044" y="889482"/>
                  <a:pt x="1023657" y="889482"/>
                </a:cubicBezTo>
                <a:lnTo>
                  <a:pt x="1122123" y="889482"/>
                </a:lnTo>
                <a:cubicBezTo>
                  <a:pt x="1146514" y="889482"/>
                  <a:pt x="1166388" y="869584"/>
                  <a:pt x="1166388" y="845163"/>
                </a:cubicBezTo>
                <a:lnTo>
                  <a:pt x="1166388" y="751097"/>
                </a:lnTo>
                <a:cubicBezTo>
                  <a:pt x="1160065" y="751097"/>
                  <a:pt x="1153741" y="751097"/>
                  <a:pt x="1148321" y="751097"/>
                </a:cubicBezTo>
                <a:cubicBezTo>
                  <a:pt x="1123930" y="751097"/>
                  <a:pt x="1101346" y="747479"/>
                  <a:pt x="1079666" y="742052"/>
                </a:cubicBezTo>
                <a:cubicBezTo>
                  <a:pt x="1071535" y="739338"/>
                  <a:pt x="1066115" y="729389"/>
                  <a:pt x="1067922" y="720344"/>
                </a:cubicBezTo>
                <a:cubicBezTo>
                  <a:pt x="1071535" y="710395"/>
                  <a:pt x="1081472" y="704968"/>
                  <a:pt x="1090506" y="707682"/>
                </a:cubicBezTo>
                <a:cubicBezTo>
                  <a:pt x="1112187" y="714013"/>
                  <a:pt x="1137481" y="716726"/>
                  <a:pt x="1166388" y="714013"/>
                </a:cubicBezTo>
                <a:lnTo>
                  <a:pt x="1166388" y="638037"/>
                </a:lnTo>
                <a:lnTo>
                  <a:pt x="1166905" y="636761"/>
                </a:lnTo>
                <a:lnTo>
                  <a:pt x="1178245" y="608754"/>
                </a:lnTo>
                <a:cubicBezTo>
                  <a:pt x="1185584" y="601179"/>
                  <a:pt x="1195747" y="596430"/>
                  <a:pt x="1207039" y="596430"/>
                </a:cubicBezTo>
                <a:lnTo>
                  <a:pt x="1223901" y="596430"/>
                </a:lnTo>
                <a:lnTo>
                  <a:pt x="1240464" y="596430"/>
                </a:lnTo>
                <a:cubicBezTo>
                  <a:pt x="1249497" y="596430"/>
                  <a:pt x="1254014" y="591003"/>
                  <a:pt x="1255821" y="587386"/>
                </a:cubicBezTo>
                <a:cubicBezTo>
                  <a:pt x="1256724" y="586481"/>
                  <a:pt x="1257853" y="584220"/>
                  <a:pt x="1258192" y="581167"/>
                </a:cubicBezTo>
                <a:lnTo>
                  <a:pt x="1256504" y="573360"/>
                </a:lnTo>
                <a:lnTo>
                  <a:pt x="1255821" y="570200"/>
                </a:lnTo>
                <a:lnTo>
                  <a:pt x="1181745" y="443573"/>
                </a:lnTo>
                <a:cubicBezTo>
                  <a:pt x="1171808" y="427292"/>
                  <a:pt x="1166388" y="408298"/>
                  <a:pt x="1166388" y="388400"/>
                </a:cubicBezTo>
                <a:lnTo>
                  <a:pt x="1166388" y="334131"/>
                </a:lnTo>
                <a:cubicBezTo>
                  <a:pt x="1166388" y="250014"/>
                  <a:pt x="1129350" y="167706"/>
                  <a:pt x="1067922" y="111628"/>
                </a:cubicBezTo>
                <a:cubicBezTo>
                  <a:pt x="1019140" y="68891"/>
                  <a:pt x="960704" y="42944"/>
                  <a:pt x="897949" y="36839"/>
                </a:cubicBezTo>
                <a:close/>
                <a:moveTo>
                  <a:pt x="901732" y="1578"/>
                </a:moveTo>
                <a:cubicBezTo>
                  <a:pt x="971770" y="8404"/>
                  <a:pt x="1036982" y="37234"/>
                  <a:pt x="1090506" y="85398"/>
                </a:cubicBezTo>
                <a:cubicBezTo>
                  <a:pt x="1161871" y="147807"/>
                  <a:pt x="1201619" y="239160"/>
                  <a:pt x="1201619" y="334131"/>
                </a:cubicBezTo>
                <a:lnTo>
                  <a:pt x="1201619" y="388400"/>
                </a:lnTo>
                <a:cubicBezTo>
                  <a:pt x="1201619" y="401062"/>
                  <a:pt x="1206136" y="413725"/>
                  <a:pt x="1212459" y="425483"/>
                </a:cubicBezTo>
                <a:lnTo>
                  <a:pt x="1286535" y="552111"/>
                </a:lnTo>
                <a:cubicBezTo>
                  <a:pt x="1296472" y="568391"/>
                  <a:pt x="1296472" y="588290"/>
                  <a:pt x="1287438" y="605475"/>
                </a:cubicBezTo>
                <a:cubicBezTo>
                  <a:pt x="1277501" y="621756"/>
                  <a:pt x="1260337" y="632610"/>
                  <a:pt x="1240464" y="632610"/>
                </a:cubicBezTo>
                <a:lnTo>
                  <a:pt x="1207039" y="632610"/>
                </a:lnTo>
                <a:cubicBezTo>
                  <a:pt x="1204329" y="632610"/>
                  <a:pt x="1201619" y="635323"/>
                  <a:pt x="1201619" y="638037"/>
                </a:cubicBezTo>
                <a:lnTo>
                  <a:pt x="1201619" y="845163"/>
                </a:lnTo>
                <a:cubicBezTo>
                  <a:pt x="1201619" y="889482"/>
                  <a:pt x="1166388" y="924757"/>
                  <a:pt x="1122123" y="924757"/>
                </a:cubicBezTo>
                <a:lnTo>
                  <a:pt x="1023657" y="924757"/>
                </a:lnTo>
                <a:cubicBezTo>
                  <a:pt x="1019140" y="924757"/>
                  <a:pt x="1014624" y="924757"/>
                  <a:pt x="1010107" y="923853"/>
                </a:cubicBezTo>
                <a:cubicBezTo>
                  <a:pt x="1008300" y="923853"/>
                  <a:pt x="1006493" y="924757"/>
                  <a:pt x="1005590" y="925662"/>
                </a:cubicBezTo>
                <a:cubicBezTo>
                  <a:pt x="1004687" y="926566"/>
                  <a:pt x="1004687" y="928375"/>
                  <a:pt x="1004687" y="929280"/>
                </a:cubicBezTo>
                <a:lnTo>
                  <a:pt x="1004687" y="1070379"/>
                </a:lnTo>
                <a:cubicBezTo>
                  <a:pt x="1004687" y="1109271"/>
                  <a:pt x="973069" y="1141833"/>
                  <a:pt x="933321" y="1141833"/>
                </a:cubicBezTo>
                <a:lnTo>
                  <a:pt x="729162" y="1141833"/>
                </a:lnTo>
                <a:cubicBezTo>
                  <a:pt x="716515" y="1163540"/>
                  <a:pt x="693028" y="1178916"/>
                  <a:pt x="666830" y="1178916"/>
                </a:cubicBezTo>
                <a:lnTo>
                  <a:pt x="461768" y="1178916"/>
                </a:lnTo>
                <a:cubicBezTo>
                  <a:pt x="450024" y="1200624"/>
                  <a:pt x="425633" y="1215096"/>
                  <a:pt x="399436" y="1215096"/>
                </a:cubicBezTo>
                <a:lnTo>
                  <a:pt x="150109" y="1215096"/>
                </a:lnTo>
                <a:cubicBezTo>
                  <a:pt x="111264" y="1215096"/>
                  <a:pt x="78743" y="1183439"/>
                  <a:pt x="78743" y="1144546"/>
                </a:cubicBezTo>
                <a:lnTo>
                  <a:pt x="78743" y="852399"/>
                </a:lnTo>
                <a:cubicBezTo>
                  <a:pt x="78743" y="821646"/>
                  <a:pt x="71516" y="627183"/>
                  <a:pt x="62483" y="602762"/>
                </a:cubicBezTo>
                <a:cubicBezTo>
                  <a:pt x="15508" y="535830"/>
                  <a:pt x="-7076" y="454427"/>
                  <a:pt x="1957" y="372119"/>
                </a:cubicBezTo>
                <a:cubicBezTo>
                  <a:pt x="18218" y="217452"/>
                  <a:pt x="142882" y="93538"/>
                  <a:pt x="295550" y="76353"/>
                </a:cubicBezTo>
                <a:cubicBezTo>
                  <a:pt x="340718" y="70926"/>
                  <a:pt x="384982" y="75449"/>
                  <a:pt x="425633" y="87207"/>
                </a:cubicBezTo>
                <a:cubicBezTo>
                  <a:pt x="468091" y="60977"/>
                  <a:pt x="515066" y="44696"/>
                  <a:pt x="562944" y="39269"/>
                </a:cubicBezTo>
                <a:cubicBezTo>
                  <a:pt x="608112" y="33842"/>
                  <a:pt x="652377" y="37460"/>
                  <a:pt x="693931" y="50123"/>
                </a:cubicBezTo>
                <a:cubicBezTo>
                  <a:pt x="735486" y="23893"/>
                  <a:pt x="782460" y="7612"/>
                  <a:pt x="830338" y="2186"/>
                </a:cubicBezTo>
                <a:cubicBezTo>
                  <a:pt x="854503" y="-528"/>
                  <a:pt x="878386" y="-697"/>
                  <a:pt x="901732" y="157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4" name="Freeform 4">
            <a:extLst>
              <a:ext uri="{FF2B5EF4-FFF2-40B4-BE49-F238E27FC236}">
                <a16:creationId xmlns:a16="http://schemas.microsoft.com/office/drawing/2014/main" id="{3029352D-CDA4-4956-AD76-99D648540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005" y="8325340"/>
            <a:ext cx="3382793" cy="2959944"/>
          </a:xfrm>
          <a:custGeom>
            <a:avLst/>
            <a:gdLst>
              <a:gd name="T0" fmla="*/ 3420 w 3741"/>
              <a:gd name="T1" fmla="*/ 1705 h 3271"/>
              <a:gd name="T2" fmla="*/ 2705 w 3741"/>
              <a:gd name="T3" fmla="*/ 2942 h 3271"/>
              <a:gd name="T4" fmla="*/ 2705 w 3741"/>
              <a:gd name="T5" fmla="*/ 2942 h 3271"/>
              <a:gd name="T6" fmla="*/ 2583 w 3741"/>
              <a:gd name="T7" fmla="*/ 3013 h 3271"/>
              <a:gd name="T8" fmla="*/ 1155 w 3741"/>
              <a:gd name="T9" fmla="*/ 3013 h 3271"/>
              <a:gd name="T10" fmla="*/ 1155 w 3741"/>
              <a:gd name="T11" fmla="*/ 3013 h 3271"/>
              <a:gd name="T12" fmla="*/ 1033 w 3741"/>
              <a:gd name="T13" fmla="*/ 2942 h 3271"/>
              <a:gd name="T14" fmla="*/ 318 w 3741"/>
              <a:gd name="T15" fmla="*/ 1705 h 3271"/>
              <a:gd name="T16" fmla="*/ 318 w 3741"/>
              <a:gd name="T17" fmla="*/ 1705 h 3271"/>
              <a:gd name="T18" fmla="*/ 318 w 3741"/>
              <a:gd name="T19" fmla="*/ 1564 h 3271"/>
              <a:gd name="T20" fmla="*/ 1033 w 3741"/>
              <a:gd name="T21" fmla="*/ 327 h 3271"/>
              <a:gd name="T22" fmla="*/ 1033 w 3741"/>
              <a:gd name="T23" fmla="*/ 327 h 3271"/>
              <a:gd name="T24" fmla="*/ 1155 w 3741"/>
              <a:gd name="T25" fmla="*/ 256 h 3271"/>
              <a:gd name="T26" fmla="*/ 2583 w 3741"/>
              <a:gd name="T27" fmla="*/ 256 h 3271"/>
              <a:gd name="T28" fmla="*/ 2583 w 3741"/>
              <a:gd name="T29" fmla="*/ 256 h 3271"/>
              <a:gd name="T30" fmla="*/ 2705 w 3741"/>
              <a:gd name="T31" fmla="*/ 327 h 3271"/>
              <a:gd name="T32" fmla="*/ 3368 w 3741"/>
              <a:gd name="T33" fmla="*/ 1474 h 3271"/>
              <a:gd name="T34" fmla="*/ 3420 w 3741"/>
              <a:gd name="T35" fmla="*/ 1564 h 3271"/>
              <a:gd name="T36" fmla="*/ 3420 w 3741"/>
              <a:gd name="T37" fmla="*/ 1564 h 3271"/>
              <a:gd name="T38" fmla="*/ 3420 w 3741"/>
              <a:gd name="T39" fmla="*/ 1705 h 3271"/>
              <a:gd name="T40" fmla="*/ 3709 w 3741"/>
              <a:gd name="T41" fmla="*/ 1551 h 3271"/>
              <a:gd name="T42" fmla="*/ 2861 w 3741"/>
              <a:gd name="T43" fmla="*/ 83 h 3271"/>
              <a:gd name="T44" fmla="*/ 2861 w 3741"/>
              <a:gd name="T45" fmla="*/ 83 h 3271"/>
              <a:gd name="T46" fmla="*/ 2717 w 3741"/>
              <a:gd name="T47" fmla="*/ 0 h 3271"/>
              <a:gd name="T48" fmla="*/ 1021 w 3741"/>
              <a:gd name="T49" fmla="*/ 0 h 3271"/>
              <a:gd name="T50" fmla="*/ 1021 w 3741"/>
              <a:gd name="T51" fmla="*/ 0 h 3271"/>
              <a:gd name="T52" fmla="*/ 877 w 3741"/>
              <a:gd name="T53" fmla="*/ 83 h 3271"/>
              <a:gd name="T54" fmla="*/ 815 w 3741"/>
              <a:gd name="T55" fmla="*/ 191 h 3271"/>
              <a:gd name="T56" fmla="*/ 29 w 3741"/>
              <a:gd name="T57" fmla="*/ 1551 h 3271"/>
              <a:gd name="T58" fmla="*/ 29 w 3741"/>
              <a:gd name="T59" fmla="*/ 1551 h 3271"/>
              <a:gd name="T60" fmla="*/ 29 w 3741"/>
              <a:gd name="T61" fmla="*/ 1718 h 3271"/>
              <a:gd name="T62" fmla="*/ 877 w 3741"/>
              <a:gd name="T63" fmla="*/ 3187 h 3271"/>
              <a:gd name="T64" fmla="*/ 877 w 3741"/>
              <a:gd name="T65" fmla="*/ 3187 h 3271"/>
              <a:gd name="T66" fmla="*/ 1021 w 3741"/>
              <a:gd name="T67" fmla="*/ 3270 h 3271"/>
              <a:gd name="T68" fmla="*/ 2717 w 3741"/>
              <a:gd name="T69" fmla="*/ 3270 h 3271"/>
              <a:gd name="T70" fmla="*/ 2717 w 3741"/>
              <a:gd name="T71" fmla="*/ 3270 h 3271"/>
              <a:gd name="T72" fmla="*/ 2861 w 3741"/>
              <a:gd name="T73" fmla="*/ 3187 h 3271"/>
              <a:gd name="T74" fmla="*/ 3709 w 3741"/>
              <a:gd name="T75" fmla="*/ 1718 h 3271"/>
              <a:gd name="T76" fmla="*/ 3709 w 3741"/>
              <a:gd name="T77" fmla="*/ 1718 h 3271"/>
              <a:gd name="T78" fmla="*/ 3709 w 3741"/>
              <a:gd name="T79" fmla="*/ 1551 h 3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1">
                <a:moveTo>
                  <a:pt x="3420" y="1705"/>
                </a:moveTo>
                <a:lnTo>
                  <a:pt x="2705" y="2942"/>
                </a:lnTo>
                <a:lnTo>
                  <a:pt x="2705" y="2942"/>
                </a:lnTo>
                <a:cubicBezTo>
                  <a:pt x="2680" y="2986"/>
                  <a:pt x="2634" y="3013"/>
                  <a:pt x="2583" y="3013"/>
                </a:cubicBezTo>
                <a:lnTo>
                  <a:pt x="1155" y="3013"/>
                </a:lnTo>
                <a:lnTo>
                  <a:pt x="1155" y="3013"/>
                </a:lnTo>
                <a:cubicBezTo>
                  <a:pt x="1105" y="3013"/>
                  <a:pt x="1058" y="2986"/>
                  <a:pt x="1033" y="2942"/>
                </a:cubicBezTo>
                <a:lnTo>
                  <a:pt x="318" y="1705"/>
                </a:lnTo>
                <a:lnTo>
                  <a:pt x="318" y="1705"/>
                </a:lnTo>
                <a:cubicBezTo>
                  <a:pt x="293" y="1662"/>
                  <a:pt x="293" y="1608"/>
                  <a:pt x="318" y="1564"/>
                </a:cubicBezTo>
                <a:lnTo>
                  <a:pt x="1033" y="327"/>
                </a:lnTo>
                <a:lnTo>
                  <a:pt x="1033" y="327"/>
                </a:lnTo>
                <a:cubicBezTo>
                  <a:pt x="1058" y="283"/>
                  <a:pt x="1105" y="256"/>
                  <a:pt x="1155" y="256"/>
                </a:cubicBezTo>
                <a:lnTo>
                  <a:pt x="2583" y="256"/>
                </a:lnTo>
                <a:lnTo>
                  <a:pt x="2583" y="256"/>
                </a:lnTo>
                <a:cubicBezTo>
                  <a:pt x="2634" y="256"/>
                  <a:pt x="2680" y="283"/>
                  <a:pt x="2705" y="327"/>
                </a:cubicBezTo>
                <a:lnTo>
                  <a:pt x="3368" y="1474"/>
                </a:lnTo>
                <a:lnTo>
                  <a:pt x="3420" y="1564"/>
                </a:lnTo>
                <a:lnTo>
                  <a:pt x="3420" y="1564"/>
                </a:lnTo>
                <a:cubicBezTo>
                  <a:pt x="3445" y="1608"/>
                  <a:pt x="3445" y="1662"/>
                  <a:pt x="3420" y="1705"/>
                </a:cubicBezTo>
                <a:close/>
                <a:moveTo>
                  <a:pt x="3709" y="1551"/>
                </a:moveTo>
                <a:lnTo>
                  <a:pt x="2861" y="83"/>
                </a:lnTo>
                <a:lnTo>
                  <a:pt x="2861" y="83"/>
                </a:lnTo>
                <a:cubicBezTo>
                  <a:pt x="2832" y="31"/>
                  <a:pt x="2777" y="0"/>
                  <a:pt x="2717" y="0"/>
                </a:cubicBezTo>
                <a:lnTo>
                  <a:pt x="1021" y="0"/>
                </a:lnTo>
                <a:lnTo>
                  <a:pt x="1021" y="0"/>
                </a:lnTo>
                <a:cubicBezTo>
                  <a:pt x="962" y="0"/>
                  <a:pt x="907" y="31"/>
                  <a:pt x="877" y="83"/>
                </a:cubicBezTo>
                <a:lnTo>
                  <a:pt x="815" y="191"/>
                </a:lnTo>
                <a:lnTo>
                  <a:pt x="29" y="1551"/>
                </a:lnTo>
                <a:lnTo>
                  <a:pt x="29" y="1551"/>
                </a:lnTo>
                <a:cubicBezTo>
                  <a:pt x="0" y="1603"/>
                  <a:pt x="0" y="1667"/>
                  <a:pt x="29" y="1718"/>
                </a:cubicBezTo>
                <a:lnTo>
                  <a:pt x="877" y="3187"/>
                </a:lnTo>
                <a:lnTo>
                  <a:pt x="877" y="3187"/>
                </a:lnTo>
                <a:cubicBezTo>
                  <a:pt x="907" y="3238"/>
                  <a:pt x="962" y="3270"/>
                  <a:pt x="1021" y="3270"/>
                </a:cubicBezTo>
                <a:lnTo>
                  <a:pt x="2717" y="3270"/>
                </a:lnTo>
                <a:lnTo>
                  <a:pt x="2717" y="3270"/>
                </a:lnTo>
                <a:cubicBezTo>
                  <a:pt x="2777" y="3270"/>
                  <a:pt x="2832" y="3238"/>
                  <a:pt x="2861" y="3187"/>
                </a:cubicBezTo>
                <a:lnTo>
                  <a:pt x="3709" y="1718"/>
                </a:lnTo>
                <a:lnTo>
                  <a:pt x="3709" y="1718"/>
                </a:lnTo>
                <a:cubicBezTo>
                  <a:pt x="3740" y="1667"/>
                  <a:pt x="3739" y="1603"/>
                  <a:pt x="3709" y="15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1" name="Freeform 13">
            <a:extLst>
              <a:ext uri="{FF2B5EF4-FFF2-40B4-BE49-F238E27FC236}">
                <a16:creationId xmlns:a16="http://schemas.microsoft.com/office/drawing/2014/main" id="{1D15D530-D665-4B8B-9A99-3DB161247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161" y="9159069"/>
            <a:ext cx="1292482" cy="1292482"/>
          </a:xfrm>
          <a:custGeom>
            <a:avLst/>
            <a:gdLst>
              <a:gd name="T0" fmla="*/ 987 w 1430"/>
              <a:gd name="T1" fmla="*/ 960 h 1430"/>
              <a:gd name="T2" fmla="*/ 1064 w 1430"/>
              <a:gd name="T3" fmla="*/ 889 h 1430"/>
              <a:gd name="T4" fmla="*/ 1042 w 1430"/>
              <a:gd name="T5" fmla="*/ 770 h 1430"/>
              <a:gd name="T6" fmla="*/ 882 w 1430"/>
              <a:gd name="T7" fmla="*/ 784 h 1430"/>
              <a:gd name="T8" fmla="*/ 869 w 1430"/>
              <a:gd name="T9" fmla="*/ 589 h 1430"/>
              <a:gd name="T10" fmla="*/ 874 w 1430"/>
              <a:gd name="T11" fmla="*/ 572 h 1430"/>
              <a:gd name="T12" fmla="*/ 806 w 1430"/>
              <a:gd name="T13" fmla="*/ 515 h 1430"/>
              <a:gd name="T14" fmla="*/ 797 w 1430"/>
              <a:gd name="T15" fmla="*/ 415 h 1430"/>
              <a:gd name="T16" fmla="*/ 873 w 1430"/>
              <a:gd name="T17" fmla="*/ 402 h 1430"/>
              <a:gd name="T18" fmla="*/ 941 w 1430"/>
              <a:gd name="T19" fmla="*/ 483 h 1430"/>
              <a:gd name="T20" fmla="*/ 971 w 1430"/>
              <a:gd name="T21" fmla="*/ 485 h 1430"/>
              <a:gd name="T22" fmla="*/ 1362 w 1430"/>
              <a:gd name="T23" fmla="*/ 650 h 1430"/>
              <a:gd name="T24" fmla="*/ 1362 w 1430"/>
              <a:gd name="T25" fmla="*/ 779 h 1430"/>
              <a:gd name="T26" fmla="*/ 714 w 1430"/>
              <a:gd name="T27" fmla="*/ 1390 h 1430"/>
              <a:gd name="T28" fmla="*/ 371 w 1430"/>
              <a:gd name="T29" fmla="*/ 1085 h 1430"/>
              <a:gd name="T30" fmla="*/ 499 w 1430"/>
              <a:gd name="T31" fmla="*/ 1029 h 1430"/>
              <a:gd name="T32" fmla="*/ 659 w 1430"/>
              <a:gd name="T33" fmla="*/ 1042 h 1430"/>
              <a:gd name="T34" fmla="*/ 680 w 1430"/>
              <a:gd name="T35" fmla="*/ 923 h 1430"/>
              <a:gd name="T36" fmla="*/ 714 w 1430"/>
              <a:gd name="T37" fmla="*/ 742 h 1430"/>
              <a:gd name="T38" fmla="*/ 856 w 1430"/>
              <a:gd name="T39" fmla="*/ 875 h 1430"/>
              <a:gd name="T40" fmla="*/ 914 w 1430"/>
              <a:gd name="T41" fmla="*/ 807 h 1430"/>
              <a:gd name="T42" fmla="*/ 939 w 1430"/>
              <a:gd name="T43" fmla="*/ 785 h 1430"/>
              <a:gd name="T44" fmla="*/ 1027 w 1430"/>
              <a:gd name="T45" fmla="*/ 873 h 1430"/>
              <a:gd name="T46" fmla="*/ 946 w 1430"/>
              <a:gd name="T47" fmla="*/ 941 h 1430"/>
              <a:gd name="T48" fmla="*/ 937 w 1430"/>
              <a:gd name="T49" fmla="*/ 956 h 1430"/>
              <a:gd name="T50" fmla="*/ 779 w 1430"/>
              <a:gd name="T51" fmla="*/ 1363 h 1430"/>
              <a:gd name="T52" fmla="*/ 66 w 1430"/>
              <a:gd name="T53" fmla="*/ 650 h 1430"/>
              <a:gd name="T54" fmla="*/ 400 w 1430"/>
              <a:gd name="T55" fmla="*/ 499 h 1430"/>
              <a:gd name="T56" fmla="*/ 365 w 1430"/>
              <a:gd name="T57" fmla="*/ 540 h 1430"/>
              <a:gd name="T58" fmla="*/ 505 w 1430"/>
              <a:gd name="T59" fmla="*/ 680 h 1430"/>
              <a:gd name="T60" fmla="*/ 576 w 1430"/>
              <a:gd name="T61" fmla="*/ 604 h 1430"/>
              <a:gd name="T62" fmla="*/ 560 w 1430"/>
              <a:gd name="T63" fmla="*/ 841 h 1430"/>
              <a:gd name="T64" fmla="*/ 562 w 1430"/>
              <a:gd name="T65" fmla="*/ 871 h 1430"/>
              <a:gd name="T66" fmla="*/ 644 w 1430"/>
              <a:gd name="T67" fmla="*/ 939 h 1430"/>
              <a:gd name="T68" fmla="*/ 631 w 1430"/>
              <a:gd name="T69" fmla="*/ 1015 h 1430"/>
              <a:gd name="T70" fmla="*/ 531 w 1430"/>
              <a:gd name="T71" fmla="*/ 1006 h 1430"/>
              <a:gd name="T72" fmla="*/ 473 w 1430"/>
              <a:gd name="T73" fmla="*/ 938 h 1430"/>
              <a:gd name="T74" fmla="*/ 344 w 1430"/>
              <a:gd name="T75" fmla="*/ 1058 h 1430"/>
              <a:gd name="T76" fmla="*/ 40 w 1430"/>
              <a:gd name="T77" fmla="*/ 715 h 1430"/>
              <a:gd name="T78" fmla="*/ 714 w 1430"/>
              <a:gd name="T79" fmla="*/ 40 h 1430"/>
              <a:gd name="T80" fmla="*/ 1057 w 1430"/>
              <a:gd name="T81" fmla="*/ 344 h 1430"/>
              <a:gd name="T82" fmla="*/ 930 w 1430"/>
              <a:gd name="T83" fmla="*/ 401 h 1430"/>
              <a:gd name="T84" fmla="*/ 770 w 1430"/>
              <a:gd name="T85" fmla="*/ 387 h 1430"/>
              <a:gd name="T86" fmla="*/ 749 w 1430"/>
              <a:gd name="T87" fmla="*/ 506 h 1430"/>
              <a:gd name="T88" fmla="*/ 714 w 1430"/>
              <a:gd name="T89" fmla="*/ 687 h 1430"/>
              <a:gd name="T90" fmla="*/ 572 w 1430"/>
              <a:gd name="T91" fmla="*/ 555 h 1430"/>
              <a:gd name="T92" fmla="*/ 515 w 1430"/>
              <a:gd name="T93" fmla="*/ 623 h 1430"/>
              <a:gd name="T94" fmla="*/ 490 w 1430"/>
              <a:gd name="T95" fmla="*/ 645 h 1430"/>
              <a:gd name="T96" fmla="*/ 401 w 1430"/>
              <a:gd name="T97" fmla="*/ 556 h 1430"/>
              <a:gd name="T98" fmla="*/ 484 w 1430"/>
              <a:gd name="T99" fmla="*/ 488 h 1430"/>
              <a:gd name="T100" fmla="*/ 491 w 1430"/>
              <a:gd name="T101" fmla="*/ 474 h 1430"/>
              <a:gd name="T102" fmla="*/ 649 w 1430"/>
              <a:gd name="T103" fmla="*/ 66 h 1430"/>
              <a:gd name="T104" fmla="*/ 807 w 1430"/>
              <a:gd name="T105" fmla="*/ 38 h 1430"/>
              <a:gd name="T106" fmla="*/ 622 w 1430"/>
              <a:gd name="T107" fmla="*/ 38 h 1430"/>
              <a:gd name="T108" fmla="*/ 0 w 1430"/>
              <a:gd name="T109" fmla="*/ 715 h 1430"/>
              <a:gd name="T110" fmla="*/ 622 w 1430"/>
              <a:gd name="T111" fmla="*/ 1391 h 1430"/>
              <a:gd name="T112" fmla="*/ 714 w 1430"/>
              <a:gd name="T113" fmla="*/ 1429 h 1430"/>
              <a:gd name="T114" fmla="*/ 1390 w 1430"/>
              <a:gd name="T115" fmla="*/ 807 h 1430"/>
              <a:gd name="T116" fmla="*/ 1390 w 1430"/>
              <a:gd name="T117" fmla="*/ 622 h 1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430" h="1430">
                <a:moveTo>
                  <a:pt x="1362" y="779"/>
                </a:moveTo>
                <a:lnTo>
                  <a:pt x="1085" y="1058"/>
                </a:lnTo>
                <a:lnTo>
                  <a:pt x="987" y="960"/>
                </a:lnTo>
                <a:lnTo>
                  <a:pt x="1028" y="930"/>
                </a:lnTo>
                <a:lnTo>
                  <a:pt x="1028" y="930"/>
                </a:lnTo>
                <a:cubicBezTo>
                  <a:pt x="1044" y="918"/>
                  <a:pt x="1056" y="905"/>
                  <a:pt x="1064" y="889"/>
                </a:cubicBezTo>
                <a:lnTo>
                  <a:pt x="1064" y="889"/>
                </a:lnTo>
                <a:cubicBezTo>
                  <a:pt x="1082" y="849"/>
                  <a:pt x="1073" y="801"/>
                  <a:pt x="1042" y="770"/>
                </a:cubicBezTo>
                <a:lnTo>
                  <a:pt x="1042" y="770"/>
                </a:lnTo>
                <a:cubicBezTo>
                  <a:pt x="1011" y="739"/>
                  <a:pt x="963" y="731"/>
                  <a:pt x="923" y="749"/>
                </a:cubicBezTo>
                <a:lnTo>
                  <a:pt x="923" y="749"/>
                </a:lnTo>
                <a:cubicBezTo>
                  <a:pt x="907" y="756"/>
                  <a:pt x="894" y="768"/>
                  <a:pt x="882" y="784"/>
                </a:cubicBezTo>
                <a:lnTo>
                  <a:pt x="852" y="825"/>
                </a:lnTo>
                <a:lnTo>
                  <a:pt x="742" y="715"/>
                </a:lnTo>
                <a:lnTo>
                  <a:pt x="869" y="589"/>
                </a:lnTo>
                <a:lnTo>
                  <a:pt x="869" y="589"/>
                </a:lnTo>
                <a:cubicBezTo>
                  <a:pt x="873" y="584"/>
                  <a:pt x="875" y="578"/>
                  <a:pt x="874" y="572"/>
                </a:cubicBezTo>
                <a:lnTo>
                  <a:pt x="874" y="572"/>
                </a:lnTo>
                <a:cubicBezTo>
                  <a:pt x="874" y="567"/>
                  <a:pt x="871" y="561"/>
                  <a:pt x="867" y="558"/>
                </a:cubicBezTo>
                <a:lnTo>
                  <a:pt x="806" y="515"/>
                </a:lnTo>
                <a:lnTo>
                  <a:pt x="806" y="515"/>
                </a:lnTo>
                <a:cubicBezTo>
                  <a:pt x="796" y="507"/>
                  <a:pt x="788" y="499"/>
                  <a:pt x="784" y="490"/>
                </a:cubicBezTo>
                <a:lnTo>
                  <a:pt x="784" y="490"/>
                </a:lnTo>
                <a:cubicBezTo>
                  <a:pt x="773" y="465"/>
                  <a:pt x="778" y="434"/>
                  <a:pt x="797" y="415"/>
                </a:cubicBezTo>
                <a:lnTo>
                  <a:pt x="797" y="415"/>
                </a:lnTo>
                <a:cubicBezTo>
                  <a:pt x="818" y="396"/>
                  <a:pt x="847" y="390"/>
                  <a:pt x="873" y="402"/>
                </a:cubicBezTo>
                <a:lnTo>
                  <a:pt x="873" y="402"/>
                </a:lnTo>
                <a:cubicBezTo>
                  <a:pt x="882" y="406"/>
                  <a:pt x="890" y="413"/>
                  <a:pt x="898" y="423"/>
                </a:cubicBezTo>
                <a:lnTo>
                  <a:pt x="941" y="483"/>
                </a:lnTo>
                <a:lnTo>
                  <a:pt x="941" y="483"/>
                </a:lnTo>
                <a:cubicBezTo>
                  <a:pt x="944" y="488"/>
                  <a:pt x="950" y="491"/>
                  <a:pt x="955" y="491"/>
                </a:cubicBezTo>
                <a:lnTo>
                  <a:pt x="955" y="491"/>
                </a:lnTo>
                <a:cubicBezTo>
                  <a:pt x="961" y="492"/>
                  <a:pt x="967" y="490"/>
                  <a:pt x="971" y="485"/>
                </a:cubicBezTo>
                <a:lnTo>
                  <a:pt x="1085" y="372"/>
                </a:lnTo>
                <a:lnTo>
                  <a:pt x="1362" y="650"/>
                </a:lnTo>
                <a:lnTo>
                  <a:pt x="1362" y="650"/>
                </a:lnTo>
                <a:cubicBezTo>
                  <a:pt x="1380" y="667"/>
                  <a:pt x="1389" y="690"/>
                  <a:pt x="1389" y="715"/>
                </a:cubicBezTo>
                <a:lnTo>
                  <a:pt x="1389" y="715"/>
                </a:lnTo>
                <a:cubicBezTo>
                  <a:pt x="1389" y="739"/>
                  <a:pt x="1380" y="763"/>
                  <a:pt x="1362" y="779"/>
                </a:cubicBezTo>
                <a:close/>
                <a:moveTo>
                  <a:pt x="779" y="1363"/>
                </a:moveTo>
                <a:lnTo>
                  <a:pt x="779" y="1363"/>
                </a:lnTo>
                <a:cubicBezTo>
                  <a:pt x="762" y="1380"/>
                  <a:pt x="739" y="1390"/>
                  <a:pt x="714" y="1390"/>
                </a:cubicBezTo>
                <a:lnTo>
                  <a:pt x="714" y="1390"/>
                </a:lnTo>
                <a:cubicBezTo>
                  <a:pt x="690" y="1390"/>
                  <a:pt x="666" y="1380"/>
                  <a:pt x="649" y="1363"/>
                </a:cubicBezTo>
                <a:lnTo>
                  <a:pt x="371" y="1085"/>
                </a:lnTo>
                <a:lnTo>
                  <a:pt x="469" y="988"/>
                </a:lnTo>
                <a:lnTo>
                  <a:pt x="499" y="1029"/>
                </a:lnTo>
                <a:lnTo>
                  <a:pt x="499" y="1029"/>
                </a:lnTo>
                <a:cubicBezTo>
                  <a:pt x="510" y="1045"/>
                  <a:pt x="524" y="1057"/>
                  <a:pt x="540" y="1064"/>
                </a:cubicBezTo>
                <a:lnTo>
                  <a:pt x="540" y="1064"/>
                </a:lnTo>
                <a:cubicBezTo>
                  <a:pt x="579" y="1082"/>
                  <a:pt x="628" y="1073"/>
                  <a:pt x="659" y="1042"/>
                </a:cubicBezTo>
                <a:lnTo>
                  <a:pt x="659" y="1042"/>
                </a:lnTo>
                <a:cubicBezTo>
                  <a:pt x="690" y="1011"/>
                  <a:pt x="698" y="963"/>
                  <a:pt x="680" y="923"/>
                </a:cubicBezTo>
                <a:lnTo>
                  <a:pt x="680" y="923"/>
                </a:lnTo>
                <a:cubicBezTo>
                  <a:pt x="673" y="908"/>
                  <a:pt x="661" y="894"/>
                  <a:pt x="645" y="882"/>
                </a:cubicBezTo>
                <a:lnTo>
                  <a:pt x="604" y="853"/>
                </a:lnTo>
                <a:lnTo>
                  <a:pt x="714" y="742"/>
                </a:lnTo>
                <a:lnTo>
                  <a:pt x="840" y="869"/>
                </a:lnTo>
                <a:lnTo>
                  <a:pt x="840" y="869"/>
                </a:lnTo>
                <a:cubicBezTo>
                  <a:pt x="845" y="873"/>
                  <a:pt x="851" y="875"/>
                  <a:pt x="856" y="875"/>
                </a:cubicBezTo>
                <a:lnTo>
                  <a:pt x="856" y="875"/>
                </a:lnTo>
                <a:cubicBezTo>
                  <a:pt x="862" y="875"/>
                  <a:pt x="867" y="871"/>
                  <a:pt x="871" y="867"/>
                </a:cubicBezTo>
                <a:lnTo>
                  <a:pt x="914" y="807"/>
                </a:lnTo>
                <a:lnTo>
                  <a:pt x="914" y="807"/>
                </a:lnTo>
                <a:cubicBezTo>
                  <a:pt x="921" y="796"/>
                  <a:pt x="930" y="789"/>
                  <a:pt x="939" y="785"/>
                </a:cubicBezTo>
                <a:lnTo>
                  <a:pt x="939" y="785"/>
                </a:lnTo>
                <a:cubicBezTo>
                  <a:pt x="964" y="773"/>
                  <a:pt x="994" y="779"/>
                  <a:pt x="1014" y="798"/>
                </a:cubicBezTo>
                <a:lnTo>
                  <a:pt x="1014" y="798"/>
                </a:lnTo>
                <a:cubicBezTo>
                  <a:pt x="1033" y="817"/>
                  <a:pt x="1039" y="848"/>
                  <a:pt x="1027" y="873"/>
                </a:cubicBezTo>
                <a:lnTo>
                  <a:pt x="1027" y="873"/>
                </a:lnTo>
                <a:cubicBezTo>
                  <a:pt x="1023" y="882"/>
                  <a:pt x="1015" y="891"/>
                  <a:pt x="1006" y="898"/>
                </a:cubicBezTo>
                <a:lnTo>
                  <a:pt x="946" y="941"/>
                </a:lnTo>
                <a:lnTo>
                  <a:pt x="946" y="941"/>
                </a:lnTo>
                <a:cubicBezTo>
                  <a:pt x="941" y="945"/>
                  <a:pt x="938" y="950"/>
                  <a:pt x="937" y="956"/>
                </a:cubicBezTo>
                <a:lnTo>
                  <a:pt x="937" y="956"/>
                </a:lnTo>
                <a:cubicBezTo>
                  <a:pt x="936" y="961"/>
                  <a:pt x="939" y="967"/>
                  <a:pt x="943" y="972"/>
                </a:cubicBezTo>
                <a:lnTo>
                  <a:pt x="1057" y="1085"/>
                </a:lnTo>
                <a:lnTo>
                  <a:pt x="779" y="1363"/>
                </a:lnTo>
                <a:close/>
                <a:moveTo>
                  <a:pt x="40" y="715"/>
                </a:moveTo>
                <a:lnTo>
                  <a:pt x="40" y="715"/>
                </a:lnTo>
                <a:cubicBezTo>
                  <a:pt x="40" y="690"/>
                  <a:pt x="49" y="667"/>
                  <a:pt x="66" y="650"/>
                </a:cubicBezTo>
                <a:lnTo>
                  <a:pt x="344" y="372"/>
                </a:lnTo>
                <a:lnTo>
                  <a:pt x="441" y="470"/>
                </a:lnTo>
                <a:lnTo>
                  <a:pt x="400" y="499"/>
                </a:lnTo>
                <a:lnTo>
                  <a:pt x="400" y="499"/>
                </a:lnTo>
                <a:cubicBezTo>
                  <a:pt x="384" y="511"/>
                  <a:pt x="372" y="524"/>
                  <a:pt x="365" y="540"/>
                </a:cubicBezTo>
                <a:lnTo>
                  <a:pt x="365" y="540"/>
                </a:lnTo>
                <a:cubicBezTo>
                  <a:pt x="347" y="580"/>
                  <a:pt x="355" y="628"/>
                  <a:pt x="386" y="659"/>
                </a:cubicBezTo>
                <a:lnTo>
                  <a:pt x="386" y="659"/>
                </a:lnTo>
                <a:cubicBezTo>
                  <a:pt x="418" y="690"/>
                  <a:pt x="466" y="699"/>
                  <a:pt x="505" y="680"/>
                </a:cubicBezTo>
                <a:lnTo>
                  <a:pt x="505" y="680"/>
                </a:lnTo>
                <a:cubicBezTo>
                  <a:pt x="521" y="673"/>
                  <a:pt x="535" y="662"/>
                  <a:pt x="546" y="646"/>
                </a:cubicBezTo>
                <a:lnTo>
                  <a:pt x="576" y="604"/>
                </a:lnTo>
                <a:lnTo>
                  <a:pt x="686" y="715"/>
                </a:lnTo>
                <a:lnTo>
                  <a:pt x="560" y="841"/>
                </a:lnTo>
                <a:lnTo>
                  <a:pt x="560" y="841"/>
                </a:lnTo>
                <a:cubicBezTo>
                  <a:pt x="556" y="845"/>
                  <a:pt x="553" y="851"/>
                  <a:pt x="554" y="857"/>
                </a:cubicBezTo>
                <a:lnTo>
                  <a:pt x="554" y="857"/>
                </a:lnTo>
                <a:cubicBezTo>
                  <a:pt x="554" y="863"/>
                  <a:pt x="558" y="868"/>
                  <a:pt x="562" y="871"/>
                </a:cubicBezTo>
                <a:lnTo>
                  <a:pt x="622" y="914"/>
                </a:lnTo>
                <a:lnTo>
                  <a:pt x="622" y="914"/>
                </a:lnTo>
                <a:cubicBezTo>
                  <a:pt x="632" y="922"/>
                  <a:pt x="640" y="930"/>
                  <a:pt x="644" y="939"/>
                </a:cubicBezTo>
                <a:lnTo>
                  <a:pt x="644" y="939"/>
                </a:lnTo>
                <a:cubicBezTo>
                  <a:pt x="656" y="965"/>
                  <a:pt x="650" y="995"/>
                  <a:pt x="631" y="1015"/>
                </a:cubicBezTo>
                <a:lnTo>
                  <a:pt x="631" y="1015"/>
                </a:lnTo>
                <a:cubicBezTo>
                  <a:pt x="611" y="1034"/>
                  <a:pt x="581" y="1040"/>
                  <a:pt x="556" y="1028"/>
                </a:cubicBezTo>
                <a:lnTo>
                  <a:pt x="556" y="1028"/>
                </a:lnTo>
                <a:cubicBezTo>
                  <a:pt x="546" y="1024"/>
                  <a:pt x="538" y="1016"/>
                  <a:pt x="531" y="1006"/>
                </a:cubicBezTo>
                <a:lnTo>
                  <a:pt x="488" y="945"/>
                </a:lnTo>
                <a:lnTo>
                  <a:pt x="488" y="945"/>
                </a:lnTo>
                <a:cubicBezTo>
                  <a:pt x="484" y="941"/>
                  <a:pt x="479" y="938"/>
                  <a:pt x="473" y="938"/>
                </a:cubicBezTo>
                <a:lnTo>
                  <a:pt x="473" y="938"/>
                </a:lnTo>
                <a:cubicBezTo>
                  <a:pt x="468" y="937"/>
                  <a:pt x="462" y="939"/>
                  <a:pt x="457" y="944"/>
                </a:cubicBezTo>
                <a:lnTo>
                  <a:pt x="344" y="1058"/>
                </a:lnTo>
                <a:lnTo>
                  <a:pt x="66" y="779"/>
                </a:lnTo>
                <a:lnTo>
                  <a:pt x="66" y="779"/>
                </a:lnTo>
                <a:cubicBezTo>
                  <a:pt x="49" y="763"/>
                  <a:pt x="40" y="739"/>
                  <a:pt x="40" y="715"/>
                </a:cubicBezTo>
                <a:close/>
                <a:moveTo>
                  <a:pt x="649" y="66"/>
                </a:moveTo>
                <a:lnTo>
                  <a:pt x="649" y="66"/>
                </a:lnTo>
                <a:cubicBezTo>
                  <a:pt x="666" y="49"/>
                  <a:pt x="690" y="40"/>
                  <a:pt x="714" y="40"/>
                </a:cubicBezTo>
                <a:lnTo>
                  <a:pt x="714" y="40"/>
                </a:lnTo>
                <a:cubicBezTo>
                  <a:pt x="739" y="40"/>
                  <a:pt x="762" y="49"/>
                  <a:pt x="779" y="66"/>
                </a:cubicBezTo>
                <a:lnTo>
                  <a:pt x="1057" y="344"/>
                </a:lnTo>
                <a:lnTo>
                  <a:pt x="959" y="442"/>
                </a:lnTo>
                <a:lnTo>
                  <a:pt x="930" y="401"/>
                </a:lnTo>
                <a:lnTo>
                  <a:pt x="930" y="401"/>
                </a:lnTo>
                <a:cubicBezTo>
                  <a:pt x="918" y="384"/>
                  <a:pt x="904" y="373"/>
                  <a:pt x="889" y="365"/>
                </a:cubicBezTo>
                <a:lnTo>
                  <a:pt x="889" y="365"/>
                </a:lnTo>
                <a:cubicBezTo>
                  <a:pt x="849" y="347"/>
                  <a:pt x="801" y="356"/>
                  <a:pt x="770" y="387"/>
                </a:cubicBezTo>
                <a:lnTo>
                  <a:pt x="770" y="387"/>
                </a:lnTo>
                <a:cubicBezTo>
                  <a:pt x="739" y="418"/>
                  <a:pt x="730" y="466"/>
                  <a:pt x="749" y="506"/>
                </a:cubicBezTo>
                <a:lnTo>
                  <a:pt x="749" y="506"/>
                </a:lnTo>
                <a:cubicBezTo>
                  <a:pt x="755" y="522"/>
                  <a:pt x="767" y="535"/>
                  <a:pt x="783" y="547"/>
                </a:cubicBezTo>
                <a:lnTo>
                  <a:pt x="825" y="577"/>
                </a:lnTo>
                <a:lnTo>
                  <a:pt x="714" y="687"/>
                </a:lnTo>
                <a:lnTo>
                  <a:pt x="588" y="560"/>
                </a:lnTo>
                <a:lnTo>
                  <a:pt x="588" y="560"/>
                </a:lnTo>
                <a:cubicBezTo>
                  <a:pt x="584" y="556"/>
                  <a:pt x="578" y="554"/>
                  <a:pt x="572" y="555"/>
                </a:cubicBezTo>
                <a:lnTo>
                  <a:pt x="572" y="555"/>
                </a:lnTo>
                <a:cubicBezTo>
                  <a:pt x="566" y="555"/>
                  <a:pt x="561" y="558"/>
                  <a:pt x="558" y="562"/>
                </a:cubicBezTo>
                <a:lnTo>
                  <a:pt x="515" y="623"/>
                </a:lnTo>
                <a:lnTo>
                  <a:pt x="515" y="623"/>
                </a:lnTo>
                <a:cubicBezTo>
                  <a:pt x="507" y="633"/>
                  <a:pt x="499" y="641"/>
                  <a:pt x="490" y="645"/>
                </a:cubicBezTo>
                <a:lnTo>
                  <a:pt x="490" y="645"/>
                </a:lnTo>
                <a:cubicBezTo>
                  <a:pt x="464" y="656"/>
                  <a:pt x="434" y="651"/>
                  <a:pt x="414" y="631"/>
                </a:cubicBezTo>
                <a:lnTo>
                  <a:pt x="414" y="631"/>
                </a:lnTo>
                <a:cubicBezTo>
                  <a:pt x="395" y="611"/>
                  <a:pt x="389" y="582"/>
                  <a:pt x="401" y="556"/>
                </a:cubicBezTo>
                <a:lnTo>
                  <a:pt x="401" y="556"/>
                </a:lnTo>
                <a:cubicBezTo>
                  <a:pt x="405" y="547"/>
                  <a:pt x="413" y="539"/>
                  <a:pt x="423" y="531"/>
                </a:cubicBezTo>
                <a:lnTo>
                  <a:pt x="484" y="488"/>
                </a:lnTo>
                <a:lnTo>
                  <a:pt x="484" y="488"/>
                </a:lnTo>
                <a:cubicBezTo>
                  <a:pt x="488" y="485"/>
                  <a:pt x="491" y="479"/>
                  <a:pt x="491" y="474"/>
                </a:cubicBezTo>
                <a:lnTo>
                  <a:pt x="491" y="474"/>
                </a:lnTo>
                <a:cubicBezTo>
                  <a:pt x="492" y="468"/>
                  <a:pt x="490" y="462"/>
                  <a:pt x="485" y="458"/>
                </a:cubicBezTo>
                <a:lnTo>
                  <a:pt x="371" y="344"/>
                </a:lnTo>
                <a:lnTo>
                  <a:pt x="649" y="66"/>
                </a:lnTo>
                <a:close/>
                <a:moveTo>
                  <a:pt x="1390" y="622"/>
                </a:moveTo>
                <a:lnTo>
                  <a:pt x="807" y="38"/>
                </a:lnTo>
                <a:lnTo>
                  <a:pt x="807" y="38"/>
                </a:lnTo>
                <a:cubicBezTo>
                  <a:pt x="782" y="14"/>
                  <a:pt x="750" y="0"/>
                  <a:pt x="714" y="0"/>
                </a:cubicBezTo>
                <a:lnTo>
                  <a:pt x="714" y="0"/>
                </a:lnTo>
                <a:cubicBezTo>
                  <a:pt x="679" y="0"/>
                  <a:pt x="646" y="14"/>
                  <a:pt x="622" y="38"/>
                </a:cubicBezTo>
                <a:lnTo>
                  <a:pt x="38" y="622"/>
                </a:lnTo>
                <a:lnTo>
                  <a:pt x="38" y="622"/>
                </a:lnTo>
                <a:cubicBezTo>
                  <a:pt x="14" y="647"/>
                  <a:pt x="0" y="679"/>
                  <a:pt x="0" y="715"/>
                </a:cubicBezTo>
                <a:lnTo>
                  <a:pt x="0" y="715"/>
                </a:lnTo>
                <a:cubicBezTo>
                  <a:pt x="0" y="750"/>
                  <a:pt x="14" y="783"/>
                  <a:pt x="38" y="807"/>
                </a:cubicBezTo>
                <a:lnTo>
                  <a:pt x="622" y="1391"/>
                </a:lnTo>
                <a:lnTo>
                  <a:pt x="622" y="1391"/>
                </a:lnTo>
                <a:cubicBezTo>
                  <a:pt x="646" y="1415"/>
                  <a:pt x="679" y="1429"/>
                  <a:pt x="714" y="1429"/>
                </a:cubicBezTo>
                <a:lnTo>
                  <a:pt x="714" y="1429"/>
                </a:lnTo>
                <a:cubicBezTo>
                  <a:pt x="750" y="1429"/>
                  <a:pt x="782" y="1415"/>
                  <a:pt x="807" y="1391"/>
                </a:cubicBezTo>
                <a:lnTo>
                  <a:pt x="1390" y="807"/>
                </a:lnTo>
                <a:lnTo>
                  <a:pt x="1390" y="807"/>
                </a:lnTo>
                <a:cubicBezTo>
                  <a:pt x="1415" y="783"/>
                  <a:pt x="1429" y="750"/>
                  <a:pt x="1429" y="715"/>
                </a:cubicBezTo>
                <a:lnTo>
                  <a:pt x="1429" y="715"/>
                </a:lnTo>
                <a:cubicBezTo>
                  <a:pt x="1429" y="679"/>
                  <a:pt x="1415" y="647"/>
                  <a:pt x="1390" y="6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7" name="Freeform 7">
            <a:extLst>
              <a:ext uri="{FF2B5EF4-FFF2-40B4-BE49-F238E27FC236}">
                <a16:creationId xmlns:a16="http://schemas.microsoft.com/office/drawing/2014/main" id="{BC7AA850-386F-43E2-8808-FBCB66C6E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175" y="4974461"/>
            <a:ext cx="3382793" cy="2959944"/>
          </a:xfrm>
          <a:custGeom>
            <a:avLst/>
            <a:gdLst>
              <a:gd name="T0" fmla="*/ 3421 w 3741"/>
              <a:gd name="T1" fmla="*/ 1706 h 3270"/>
              <a:gd name="T2" fmla="*/ 2706 w 3741"/>
              <a:gd name="T3" fmla="*/ 2942 h 3270"/>
              <a:gd name="T4" fmla="*/ 2706 w 3741"/>
              <a:gd name="T5" fmla="*/ 2942 h 3270"/>
              <a:gd name="T6" fmla="*/ 2585 w 3741"/>
              <a:gd name="T7" fmla="*/ 3012 h 3270"/>
              <a:gd name="T8" fmla="*/ 1156 w 3741"/>
              <a:gd name="T9" fmla="*/ 3012 h 3270"/>
              <a:gd name="T10" fmla="*/ 1156 w 3741"/>
              <a:gd name="T11" fmla="*/ 3012 h 3270"/>
              <a:gd name="T12" fmla="*/ 1034 w 3741"/>
              <a:gd name="T13" fmla="*/ 2942 h 3270"/>
              <a:gd name="T14" fmla="*/ 319 w 3741"/>
              <a:gd name="T15" fmla="*/ 1706 h 3270"/>
              <a:gd name="T16" fmla="*/ 319 w 3741"/>
              <a:gd name="T17" fmla="*/ 1706 h 3270"/>
              <a:gd name="T18" fmla="*/ 319 w 3741"/>
              <a:gd name="T19" fmla="*/ 1565 h 3270"/>
              <a:gd name="T20" fmla="*/ 1034 w 3741"/>
              <a:gd name="T21" fmla="*/ 327 h 3270"/>
              <a:gd name="T22" fmla="*/ 1034 w 3741"/>
              <a:gd name="T23" fmla="*/ 327 h 3270"/>
              <a:gd name="T24" fmla="*/ 1156 w 3741"/>
              <a:gd name="T25" fmla="*/ 258 h 3270"/>
              <a:gd name="T26" fmla="*/ 2585 w 3741"/>
              <a:gd name="T27" fmla="*/ 258 h 3270"/>
              <a:gd name="T28" fmla="*/ 2585 w 3741"/>
              <a:gd name="T29" fmla="*/ 258 h 3270"/>
              <a:gd name="T30" fmla="*/ 2706 w 3741"/>
              <a:gd name="T31" fmla="*/ 327 h 3270"/>
              <a:gd name="T32" fmla="*/ 3369 w 3741"/>
              <a:gd name="T33" fmla="*/ 1474 h 3270"/>
              <a:gd name="T34" fmla="*/ 3421 w 3741"/>
              <a:gd name="T35" fmla="*/ 1565 h 3270"/>
              <a:gd name="T36" fmla="*/ 3421 w 3741"/>
              <a:gd name="T37" fmla="*/ 1565 h 3270"/>
              <a:gd name="T38" fmla="*/ 3421 w 3741"/>
              <a:gd name="T39" fmla="*/ 1706 h 3270"/>
              <a:gd name="T40" fmla="*/ 3710 w 3741"/>
              <a:gd name="T41" fmla="*/ 1552 h 3270"/>
              <a:gd name="T42" fmla="*/ 2863 w 3741"/>
              <a:gd name="T43" fmla="*/ 84 h 3270"/>
              <a:gd name="T44" fmla="*/ 2863 w 3741"/>
              <a:gd name="T45" fmla="*/ 84 h 3270"/>
              <a:gd name="T46" fmla="*/ 2718 w 3741"/>
              <a:gd name="T47" fmla="*/ 1 h 3270"/>
              <a:gd name="T48" fmla="*/ 1022 w 3741"/>
              <a:gd name="T49" fmla="*/ 0 h 3270"/>
              <a:gd name="T50" fmla="*/ 1022 w 3741"/>
              <a:gd name="T51" fmla="*/ 0 h 3270"/>
              <a:gd name="T52" fmla="*/ 878 w 3741"/>
              <a:gd name="T53" fmla="*/ 83 h 3270"/>
              <a:gd name="T54" fmla="*/ 30 w 3741"/>
              <a:gd name="T55" fmla="*/ 1552 h 3270"/>
              <a:gd name="T56" fmla="*/ 30 w 3741"/>
              <a:gd name="T57" fmla="*/ 1552 h 3270"/>
              <a:gd name="T58" fmla="*/ 30 w 3741"/>
              <a:gd name="T59" fmla="*/ 1718 h 3270"/>
              <a:gd name="T60" fmla="*/ 878 w 3741"/>
              <a:gd name="T61" fmla="*/ 3186 h 3270"/>
              <a:gd name="T62" fmla="*/ 878 w 3741"/>
              <a:gd name="T63" fmla="*/ 3186 h 3270"/>
              <a:gd name="T64" fmla="*/ 1022 w 3741"/>
              <a:gd name="T65" fmla="*/ 3269 h 3270"/>
              <a:gd name="T66" fmla="*/ 2718 w 3741"/>
              <a:gd name="T67" fmla="*/ 3269 h 3270"/>
              <a:gd name="T68" fmla="*/ 2718 w 3741"/>
              <a:gd name="T69" fmla="*/ 3269 h 3270"/>
              <a:gd name="T70" fmla="*/ 2863 w 3741"/>
              <a:gd name="T71" fmla="*/ 3186 h 3270"/>
              <a:gd name="T72" fmla="*/ 2924 w 3741"/>
              <a:gd name="T73" fmla="*/ 3078 h 3270"/>
              <a:gd name="T74" fmla="*/ 3710 w 3741"/>
              <a:gd name="T75" fmla="*/ 1718 h 3270"/>
              <a:gd name="T76" fmla="*/ 3710 w 3741"/>
              <a:gd name="T77" fmla="*/ 1718 h 3270"/>
              <a:gd name="T78" fmla="*/ 3710 w 3741"/>
              <a:gd name="T79" fmla="*/ 1552 h 3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0">
                <a:moveTo>
                  <a:pt x="3421" y="1706"/>
                </a:moveTo>
                <a:lnTo>
                  <a:pt x="2706" y="2942"/>
                </a:lnTo>
                <a:lnTo>
                  <a:pt x="2706" y="2942"/>
                </a:lnTo>
                <a:cubicBezTo>
                  <a:pt x="2681" y="2986"/>
                  <a:pt x="2634" y="3012"/>
                  <a:pt x="2585" y="3012"/>
                </a:cubicBezTo>
                <a:lnTo>
                  <a:pt x="1156" y="3012"/>
                </a:lnTo>
                <a:lnTo>
                  <a:pt x="1156" y="3012"/>
                </a:lnTo>
                <a:cubicBezTo>
                  <a:pt x="1105" y="3012"/>
                  <a:pt x="1059" y="2986"/>
                  <a:pt x="1034" y="2942"/>
                </a:cubicBezTo>
                <a:lnTo>
                  <a:pt x="319" y="1706"/>
                </a:lnTo>
                <a:lnTo>
                  <a:pt x="319" y="1706"/>
                </a:lnTo>
                <a:cubicBezTo>
                  <a:pt x="294" y="1662"/>
                  <a:pt x="294" y="1609"/>
                  <a:pt x="319" y="1565"/>
                </a:cubicBezTo>
                <a:lnTo>
                  <a:pt x="1034" y="327"/>
                </a:lnTo>
                <a:lnTo>
                  <a:pt x="1034" y="327"/>
                </a:lnTo>
                <a:cubicBezTo>
                  <a:pt x="1059" y="284"/>
                  <a:pt x="1105" y="258"/>
                  <a:pt x="1156" y="258"/>
                </a:cubicBezTo>
                <a:lnTo>
                  <a:pt x="2585" y="258"/>
                </a:lnTo>
                <a:lnTo>
                  <a:pt x="2585" y="258"/>
                </a:lnTo>
                <a:cubicBezTo>
                  <a:pt x="2634" y="258"/>
                  <a:pt x="2681" y="284"/>
                  <a:pt x="2706" y="327"/>
                </a:cubicBezTo>
                <a:lnTo>
                  <a:pt x="3369" y="1474"/>
                </a:lnTo>
                <a:lnTo>
                  <a:pt x="3421" y="1565"/>
                </a:lnTo>
                <a:lnTo>
                  <a:pt x="3421" y="1565"/>
                </a:lnTo>
                <a:cubicBezTo>
                  <a:pt x="3446" y="1609"/>
                  <a:pt x="3446" y="1662"/>
                  <a:pt x="3421" y="1706"/>
                </a:cubicBezTo>
                <a:close/>
                <a:moveTo>
                  <a:pt x="3710" y="1552"/>
                </a:moveTo>
                <a:lnTo>
                  <a:pt x="2863" y="84"/>
                </a:lnTo>
                <a:lnTo>
                  <a:pt x="2863" y="84"/>
                </a:lnTo>
                <a:cubicBezTo>
                  <a:pt x="2832" y="32"/>
                  <a:pt x="2777" y="0"/>
                  <a:pt x="2718" y="1"/>
                </a:cubicBezTo>
                <a:lnTo>
                  <a:pt x="1022" y="0"/>
                </a:lnTo>
                <a:lnTo>
                  <a:pt x="1022" y="0"/>
                </a:lnTo>
                <a:cubicBezTo>
                  <a:pt x="963" y="1"/>
                  <a:pt x="907" y="32"/>
                  <a:pt x="878" y="83"/>
                </a:cubicBezTo>
                <a:lnTo>
                  <a:pt x="30" y="1552"/>
                </a:lnTo>
                <a:lnTo>
                  <a:pt x="30" y="1552"/>
                </a:lnTo>
                <a:cubicBezTo>
                  <a:pt x="0" y="1604"/>
                  <a:pt x="0" y="1667"/>
                  <a:pt x="30" y="1718"/>
                </a:cubicBezTo>
                <a:lnTo>
                  <a:pt x="878" y="3186"/>
                </a:lnTo>
                <a:lnTo>
                  <a:pt x="878" y="3186"/>
                </a:lnTo>
                <a:cubicBezTo>
                  <a:pt x="907" y="3238"/>
                  <a:pt x="963" y="3269"/>
                  <a:pt x="1022" y="3269"/>
                </a:cubicBezTo>
                <a:lnTo>
                  <a:pt x="2718" y="3269"/>
                </a:lnTo>
                <a:lnTo>
                  <a:pt x="2718" y="3269"/>
                </a:lnTo>
                <a:cubicBezTo>
                  <a:pt x="2777" y="3269"/>
                  <a:pt x="2832" y="3238"/>
                  <a:pt x="2863" y="3186"/>
                </a:cubicBezTo>
                <a:lnTo>
                  <a:pt x="2924" y="3078"/>
                </a:lnTo>
                <a:lnTo>
                  <a:pt x="3710" y="1718"/>
                </a:lnTo>
                <a:lnTo>
                  <a:pt x="3710" y="1718"/>
                </a:lnTo>
                <a:cubicBezTo>
                  <a:pt x="3740" y="1667"/>
                  <a:pt x="3740" y="1604"/>
                  <a:pt x="3710" y="155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418EF51B-26F9-44B7-BD3E-8873ECCE5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0048" y="5891963"/>
            <a:ext cx="1084143" cy="1120043"/>
          </a:xfrm>
          <a:custGeom>
            <a:avLst/>
            <a:gdLst>
              <a:gd name="connsiteX0" fmla="*/ 885218 w 1084143"/>
              <a:gd name="connsiteY0" fmla="*/ 367180 h 1120043"/>
              <a:gd name="connsiteX1" fmla="*/ 828253 w 1084143"/>
              <a:gd name="connsiteY1" fmla="*/ 406995 h 1120043"/>
              <a:gd name="connsiteX2" fmla="*/ 800222 w 1084143"/>
              <a:gd name="connsiteY2" fmla="*/ 399756 h 1120043"/>
              <a:gd name="connsiteX3" fmla="*/ 800222 w 1084143"/>
              <a:gd name="connsiteY3" fmla="*/ 490808 h 1120043"/>
              <a:gd name="connsiteX4" fmla="*/ 800222 w 1084143"/>
              <a:gd name="connsiteY4" fmla="*/ 555396 h 1120043"/>
              <a:gd name="connsiteX5" fmla="*/ 774000 w 1084143"/>
              <a:gd name="connsiteY5" fmla="*/ 616023 h 1120043"/>
              <a:gd name="connsiteX6" fmla="*/ 694430 w 1084143"/>
              <a:gd name="connsiteY6" fmla="*/ 693843 h 1120043"/>
              <a:gd name="connsiteX7" fmla="*/ 694430 w 1084143"/>
              <a:gd name="connsiteY7" fmla="*/ 728229 h 1120043"/>
              <a:gd name="connsiteX8" fmla="*/ 697143 w 1084143"/>
              <a:gd name="connsiteY8" fmla="*/ 728229 h 1120043"/>
              <a:gd name="connsiteX9" fmla="*/ 944895 w 1084143"/>
              <a:gd name="connsiteY9" fmla="*/ 728229 h 1120043"/>
              <a:gd name="connsiteX10" fmla="*/ 983776 w 1084143"/>
              <a:gd name="connsiteY10" fmla="*/ 467622 h 1120043"/>
              <a:gd name="connsiteX11" fmla="*/ 1003668 w 1084143"/>
              <a:gd name="connsiteY11" fmla="*/ 452239 h 1120043"/>
              <a:gd name="connsiteX12" fmla="*/ 1019040 w 1084143"/>
              <a:gd name="connsiteY12" fmla="*/ 473051 h 1120043"/>
              <a:gd name="connsiteX13" fmla="*/ 986489 w 1084143"/>
              <a:gd name="connsiteY13" fmla="*/ 696558 h 1120043"/>
              <a:gd name="connsiteX14" fmla="*/ 1034412 w 1084143"/>
              <a:gd name="connsiteY14" fmla="*/ 650409 h 1120043"/>
              <a:gd name="connsiteX15" fmla="*/ 1048879 w 1084143"/>
              <a:gd name="connsiteY15" fmla="*/ 615118 h 1120043"/>
              <a:gd name="connsiteX16" fmla="*/ 1048879 w 1084143"/>
              <a:gd name="connsiteY16" fmla="*/ 432332 h 1120043"/>
              <a:gd name="connsiteX17" fmla="*/ 1019944 w 1084143"/>
              <a:gd name="connsiteY17" fmla="*/ 390707 h 1120043"/>
              <a:gd name="connsiteX18" fmla="*/ 988536 w 1084143"/>
              <a:gd name="connsiteY18" fmla="*/ 382135 h 1120043"/>
              <a:gd name="connsiteX19" fmla="*/ 980159 w 1084143"/>
              <a:gd name="connsiteY19" fmla="*/ 379848 h 1120043"/>
              <a:gd name="connsiteX20" fmla="*/ 887026 w 1084143"/>
              <a:gd name="connsiteY20" fmla="*/ 367180 h 1120043"/>
              <a:gd name="connsiteX21" fmla="*/ 198021 w 1084143"/>
              <a:gd name="connsiteY21" fmla="*/ 367180 h 1120043"/>
              <a:gd name="connsiteX22" fmla="*/ 104888 w 1084143"/>
              <a:gd name="connsiteY22" fmla="*/ 379848 h 1120043"/>
              <a:gd name="connsiteX23" fmla="*/ 65103 w 1084143"/>
              <a:gd name="connsiteY23" fmla="*/ 390707 h 1120043"/>
              <a:gd name="connsiteX24" fmla="*/ 36168 w 1084143"/>
              <a:gd name="connsiteY24" fmla="*/ 432332 h 1120043"/>
              <a:gd name="connsiteX25" fmla="*/ 36168 w 1084143"/>
              <a:gd name="connsiteY25" fmla="*/ 615118 h 1120043"/>
              <a:gd name="connsiteX26" fmla="*/ 50636 w 1084143"/>
              <a:gd name="connsiteY26" fmla="*/ 650409 h 1120043"/>
              <a:gd name="connsiteX27" fmla="*/ 99463 w 1084143"/>
              <a:gd name="connsiteY27" fmla="*/ 696558 h 1120043"/>
              <a:gd name="connsiteX28" fmla="*/ 66911 w 1084143"/>
              <a:gd name="connsiteY28" fmla="*/ 473051 h 1120043"/>
              <a:gd name="connsiteX29" fmla="*/ 80474 w 1084143"/>
              <a:gd name="connsiteY29" fmla="*/ 452239 h 1120043"/>
              <a:gd name="connsiteX30" fmla="*/ 101271 w 1084143"/>
              <a:gd name="connsiteY30" fmla="*/ 467622 h 1120043"/>
              <a:gd name="connsiteX31" fmla="*/ 139248 w 1084143"/>
              <a:gd name="connsiteY31" fmla="*/ 728229 h 1120043"/>
              <a:gd name="connsiteX32" fmla="*/ 388808 w 1084143"/>
              <a:gd name="connsiteY32" fmla="*/ 728229 h 1120043"/>
              <a:gd name="connsiteX33" fmla="*/ 394234 w 1084143"/>
              <a:gd name="connsiteY33" fmla="*/ 729133 h 1120043"/>
              <a:gd name="connsiteX34" fmla="*/ 394234 w 1084143"/>
              <a:gd name="connsiteY34" fmla="*/ 725097 h 1120043"/>
              <a:gd name="connsiteX35" fmla="*/ 394234 w 1084143"/>
              <a:gd name="connsiteY35" fmla="*/ 693843 h 1120043"/>
              <a:gd name="connsiteX36" fmla="*/ 313759 w 1084143"/>
              <a:gd name="connsiteY36" fmla="*/ 616023 h 1120043"/>
              <a:gd name="connsiteX37" fmla="*/ 288442 w 1084143"/>
              <a:gd name="connsiteY37" fmla="*/ 555396 h 1120043"/>
              <a:gd name="connsiteX38" fmla="*/ 288442 w 1084143"/>
              <a:gd name="connsiteY38" fmla="*/ 397946 h 1120043"/>
              <a:gd name="connsiteX39" fmla="*/ 256794 w 1084143"/>
              <a:gd name="connsiteY39" fmla="*/ 406995 h 1120043"/>
              <a:gd name="connsiteX40" fmla="*/ 200734 w 1084143"/>
              <a:gd name="connsiteY40" fmla="*/ 367180 h 1120043"/>
              <a:gd name="connsiteX41" fmla="*/ 485559 w 1084143"/>
              <a:gd name="connsiteY41" fmla="*/ 307458 h 1120043"/>
              <a:gd name="connsiteX42" fmla="*/ 393330 w 1084143"/>
              <a:gd name="connsiteY42" fmla="*/ 319221 h 1120043"/>
              <a:gd name="connsiteX43" fmla="*/ 352640 w 1084143"/>
              <a:gd name="connsiteY43" fmla="*/ 330985 h 1120043"/>
              <a:gd name="connsiteX44" fmla="*/ 323706 w 1084143"/>
              <a:gd name="connsiteY44" fmla="*/ 372609 h 1120043"/>
              <a:gd name="connsiteX45" fmla="*/ 323706 w 1084143"/>
              <a:gd name="connsiteY45" fmla="*/ 555396 h 1120043"/>
              <a:gd name="connsiteX46" fmla="*/ 339077 w 1084143"/>
              <a:gd name="connsiteY46" fmla="*/ 590686 h 1120043"/>
              <a:gd name="connsiteX47" fmla="*/ 387000 w 1084143"/>
              <a:gd name="connsiteY47" fmla="*/ 636835 h 1120043"/>
              <a:gd name="connsiteX48" fmla="*/ 354449 w 1084143"/>
              <a:gd name="connsiteY48" fmla="*/ 413329 h 1120043"/>
              <a:gd name="connsiteX49" fmla="*/ 369820 w 1084143"/>
              <a:gd name="connsiteY49" fmla="*/ 392517 h 1120043"/>
              <a:gd name="connsiteX50" fmla="*/ 388808 w 1084143"/>
              <a:gd name="connsiteY50" fmla="*/ 407900 h 1120043"/>
              <a:gd name="connsiteX51" fmla="*/ 427689 w 1084143"/>
              <a:gd name="connsiteY51" fmla="*/ 668506 h 1120043"/>
              <a:gd name="connsiteX52" fmla="*/ 492298 w 1084143"/>
              <a:gd name="connsiteY52" fmla="*/ 668506 h 1120043"/>
              <a:gd name="connsiteX53" fmla="*/ 660974 w 1084143"/>
              <a:gd name="connsiteY53" fmla="*/ 668506 h 1120043"/>
              <a:gd name="connsiteX54" fmla="*/ 676627 w 1084143"/>
              <a:gd name="connsiteY54" fmla="*/ 562133 h 1120043"/>
              <a:gd name="connsiteX55" fmla="*/ 699855 w 1084143"/>
              <a:gd name="connsiteY55" fmla="*/ 404280 h 1120043"/>
              <a:gd name="connsiteX56" fmla="*/ 719748 w 1084143"/>
              <a:gd name="connsiteY56" fmla="*/ 388897 h 1120043"/>
              <a:gd name="connsiteX57" fmla="*/ 735119 w 1084143"/>
              <a:gd name="connsiteY57" fmla="*/ 409709 h 1120043"/>
              <a:gd name="connsiteX58" fmla="*/ 716016 w 1084143"/>
              <a:gd name="connsiteY58" fmla="*/ 539402 h 1120043"/>
              <a:gd name="connsiteX59" fmla="*/ 701664 w 1084143"/>
              <a:gd name="connsiteY59" fmla="*/ 636835 h 1120043"/>
              <a:gd name="connsiteX60" fmla="*/ 749587 w 1084143"/>
              <a:gd name="connsiteY60" fmla="*/ 590686 h 1120043"/>
              <a:gd name="connsiteX61" fmla="*/ 764958 w 1084143"/>
              <a:gd name="connsiteY61" fmla="*/ 555396 h 1120043"/>
              <a:gd name="connsiteX62" fmla="*/ 764958 w 1084143"/>
              <a:gd name="connsiteY62" fmla="*/ 511158 h 1120043"/>
              <a:gd name="connsiteX63" fmla="*/ 764958 w 1084143"/>
              <a:gd name="connsiteY63" fmla="*/ 372609 h 1120043"/>
              <a:gd name="connsiteX64" fmla="*/ 736024 w 1084143"/>
              <a:gd name="connsiteY64" fmla="*/ 330985 h 1120043"/>
              <a:gd name="connsiteX65" fmla="*/ 695334 w 1084143"/>
              <a:gd name="connsiteY65" fmla="*/ 319221 h 1120043"/>
              <a:gd name="connsiteX66" fmla="*/ 602201 w 1084143"/>
              <a:gd name="connsiteY66" fmla="*/ 307458 h 1120043"/>
              <a:gd name="connsiteX67" fmla="*/ 601297 w 1084143"/>
              <a:gd name="connsiteY67" fmla="*/ 307458 h 1120043"/>
              <a:gd name="connsiteX68" fmla="*/ 572362 w 1084143"/>
              <a:gd name="connsiteY68" fmla="*/ 340938 h 1120043"/>
              <a:gd name="connsiteX69" fmla="*/ 596776 w 1084143"/>
              <a:gd name="connsiteY69" fmla="*/ 538203 h 1120043"/>
              <a:gd name="connsiteX70" fmla="*/ 585925 w 1084143"/>
              <a:gd name="connsiteY70" fmla="*/ 568064 h 1120043"/>
              <a:gd name="connsiteX71" fmla="*/ 556087 w 1084143"/>
              <a:gd name="connsiteY71" fmla="*/ 597925 h 1120043"/>
              <a:gd name="connsiteX72" fmla="*/ 532577 w 1084143"/>
              <a:gd name="connsiteY72" fmla="*/ 597925 h 1120043"/>
              <a:gd name="connsiteX73" fmla="*/ 502738 w 1084143"/>
              <a:gd name="connsiteY73" fmla="*/ 568064 h 1120043"/>
              <a:gd name="connsiteX74" fmla="*/ 492792 w 1084143"/>
              <a:gd name="connsiteY74" fmla="*/ 538203 h 1120043"/>
              <a:gd name="connsiteX75" fmla="*/ 517206 w 1084143"/>
              <a:gd name="connsiteY75" fmla="*/ 340938 h 1120043"/>
              <a:gd name="connsiteX76" fmla="*/ 488271 w 1084143"/>
              <a:gd name="connsiteY76" fmla="*/ 307458 h 1120043"/>
              <a:gd name="connsiteX77" fmla="*/ 485559 w 1084143"/>
              <a:gd name="connsiteY77" fmla="*/ 271262 h 1120043"/>
              <a:gd name="connsiteX78" fmla="*/ 602201 w 1084143"/>
              <a:gd name="connsiteY78" fmla="*/ 271262 h 1120043"/>
              <a:gd name="connsiteX79" fmla="*/ 705281 w 1084143"/>
              <a:gd name="connsiteY79" fmla="*/ 284836 h 1120043"/>
              <a:gd name="connsiteX80" fmla="*/ 745970 w 1084143"/>
              <a:gd name="connsiteY80" fmla="*/ 296599 h 1120043"/>
              <a:gd name="connsiteX81" fmla="*/ 746874 w 1084143"/>
              <a:gd name="connsiteY81" fmla="*/ 297504 h 1120043"/>
              <a:gd name="connsiteX82" fmla="*/ 788468 w 1084143"/>
              <a:gd name="connsiteY82" fmla="*/ 330985 h 1120043"/>
              <a:gd name="connsiteX83" fmla="*/ 887026 w 1084143"/>
              <a:gd name="connsiteY83" fmla="*/ 330985 h 1120043"/>
              <a:gd name="connsiteX84" fmla="*/ 990105 w 1084143"/>
              <a:gd name="connsiteY84" fmla="*/ 344558 h 1120043"/>
              <a:gd name="connsiteX85" fmla="*/ 1029890 w 1084143"/>
              <a:gd name="connsiteY85" fmla="*/ 356321 h 1120043"/>
              <a:gd name="connsiteX86" fmla="*/ 1031699 w 1084143"/>
              <a:gd name="connsiteY86" fmla="*/ 357226 h 1120043"/>
              <a:gd name="connsiteX87" fmla="*/ 1084143 w 1084143"/>
              <a:gd name="connsiteY87" fmla="*/ 432332 h 1120043"/>
              <a:gd name="connsiteX88" fmla="*/ 1084143 w 1084143"/>
              <a:gd name="connsiteY88" fmla="*/ 615118 h 1120043"/>
              <a:gd name="connsiteX89" fmla="*/ 1058825 w 1084143"/>
              <a:gd name="connsiteY89" fmla="*/ 675745 h 1120043"/>
              <a:gd name="connsiteX90" fmla="*/ 978351 w 1084143"/>
              <a:gd name="connsiteY90" fmla="*/ 753565 h 1120043"/>
              <a:gd name="connsiteX91" fmla="*/ 978351 w 1084143"/>
              <a:gd name="connsiteY91" fmla="*/ 1007838 h 1120043"/>
              <a:gd name="connsiteX92" fmla="*/ 961171 w 1084143"/>
              <a:gd name="connsiteY92" fmla="*/ 1025031 h 1120043"/>
              <a:gd name="connsiteX93" fmla="*/ 943087 w 1084143"/>
              <a:gd name="connsiteY93" fmla="*/ 1007838 h 1120043"/>
              <a:gd name="connsiteX94" fmla="*/ 943087 w 1084143"/>
              <a:gd name="connsiteY94" fmla="*/ 763519 h 1120043"/>
              <a:gd name="connsiteX95" fmla="*/ 844528 w 1084143"/>
              <a:gd name="connsiteY95" fmla="*/ 763519 h 1120043"/>
              <a:gd name="connsiteX96" fmla="*/ 844528 w 1084143"/>
              <a:gd name="connsiteY96" fmla="*/ 1066655 h 1120043"/>
              <a:gd name="connsiteX97" fmla="*/ 827348 w 1084143"/>
              <a:gd name="connsiteY97" fmla="*/ 1084753 h 1120043"/>
              <a:gd name="connsiteX98" fmla="*/ 808360 w 1084143"/>
              <a:gd name="connsiteY98" fmla="*/ 1066655 h 1120043"/>
              <a:gd name="connsiteX99" fmla="*/ 808360 w 1084143"/>
              <a:gd name="connsiteY99" fmla="*/ 763519 h 1120043"/>
              <a:gd name="connsiteX100" fmla="*/ 697143 w 1084143"/>
              <a:gd name="connsiteY100" fmla="*/ 763519 h 1120043"/>
              <a:gd name="connsiteX101" fmla="*/ 694430 w 1084143"/>
              <a:gd name="connsiteY101" fmla="*/ 762614 h 1120043"/>
              <a:gd name="connsiteX102" fmla="*/ 694430 w 1084143"/>
              <a:gd name="connsiteY102" fmla="*/ 1102851 h 1120043"/>
              <a:gd name="connsiteX103" fmla="*/ 676346 w 1084143"/>
              <a:gd name="connsiteY103" fmla="*/ 1120043 h 1120043"/>
              <a:gd name="connsiteX104" fmla="*/ 658262 w 1084143"/>
              <a:gd name="connsiteY104" fmla="*/ 1102851 h 1120043"/>
              <a:gd name="connsiteX105" fmla="*/ 658262 w 1084143"/>
              <a:gd name="connsiteY105" fmla="*/ 703797 h 1120043"/>
              <a:gd name="connsiteX106" fmla="*/ 563320 w 1084143"/>
              <a:gd name="connsiteY106" fmla="*/ 703797 h 1120043"/>
              <a:gd name="connsiteX107" fmla="*/ 563320 w 1084143"/>
              <a:gd name="connsiteY107" fmla="*/ 1102851 h 1120043"/>
              <a:gd name="connsiteX108" fmla="*/ 546140 w 1084143"/>
              <a:gd name="connsiteY108" fmla="*/ 1120043 h 1120043"/>
              <a:gd name="connsiteX109" fmla="*/ 528056 w 1084143"/>
              <a:gd name="connsiteY109" fmla="*/ 1102851 h 1120043"/>
              <a:gd name="connsiteX110" fmla="*/ 528056 w 1084143"/>
              <a:gd name="connsiteY110" fmla="*/ 703797 h 1120043"/>
              <a:gd name="connsiteX111" fmla="*/ 431145 w 1084143"/>
              <a:gd name="connsiteY111" fmla="*/ 703797 h 1120043"/>
              <a:gd name="connsiteX112" fmla="*/ 429498 w 1084143"/>
              <a:gd name="connsiteY112" fmla="*/ 703797 h 1120043"/>
              <a:gd name="connsiteX113" fmla="*/ 429498 w 1084143"/>
              <a:gd name="connsiteY113" fmla="*/ 704747 h 1120043"/>
              <a:gd name="connsiteX114" fmla="*/ 429498 w 1084143"/>
              <a:gd name="connsiteY114" fmla="*/ 1102851 h 1120043"/>
              <a:gd name="connsiteX115" fmla="*/ 412318 w 1084143"/>
              <a:gd name="connsiteY115" fmla="*/ 1120043 h 1120043"/>
              <a:gd name="connsiteX116" fmla="*/ 394234 w 1084143"/>
              <a:gd name="connsiteY116" fmla="*/ 1102851 h 1120043"/>
              <a:gd name="connsiteX117" fmla="*/ 394234 w 1084143"/>
              <a:gd name="connsiteY117" fmla="*/ 762614 h 1120043"/>
              <a:gd name="connsiteX118" fmla="*/ 388808 w 1084143"/>
              <a:gd name="connsiteY118" fmla="*/ 763519 h 1120043"/>
              <a:gd name="connsiteX119" fmla="*/ 275783 w 1084143"/>
              <a:gd name="connsiteY119" fmla="*/ 763519 h 1120043"/>
              <a:gd name="connsiteX120" fmla="*/ 275783 w 1084143"/>
              <a:gd name="connsiteY120" fmla="*/ 1066655 h 1120043"/>
              <a:gd name="connsiteX121" fmla="*/ 258603 w 1084143"/>
              <a:gd name="connsiteY121" fmla="*/ 1084753 h 1120043"/>
              <a:gd name="connsiteX122" fmla="*/ 239615 w 1084143"/>
              <a:gd name="connsiteY122" fmla="*/ 1066655 h 1120043"/>
              <a:gd name="connsiteX123" fmla="*/ 239615 w 1084143"/>
              <a:gd name="connsiteY123" fmla="*/ 763519 h 1120043"/>
              <a:gd name="connsiteX124" fmla="*/ 141960 w 1084143"/>
              <a:gd name="connsiteY124" fmla="*/ 763519 h 1120043"/>
              <a:gd name="connsiteX125" fmla="*/ 141960 w 1084143"/>
              <a:gd name="connsiteY125" fmla="*/ 1007838 h 1120043"/>
              <a:gd name="connsiteX126" fmla="*/ 124780 w 1084143"/>
              <a:gd name="connsiteY126" fmla="*/ 1025031 h 1120043"/>
              <a:gd name="connsiteX127" fmla="*/ 105792 w 1084143"/>
              <a:gd name="connsiteY127" fmla="*/ 1007838 h 1120043"/>
              <a:gd name="connsiteX128" fmla="*/ 105792 w 1084143"/>
              <a:gd name="connsiteY128" fmla="*/ 753565 h 1120043"/>
              <a:gd name="connsiteX129" fmla="*/ 26222 w 1084143"/>
              <a:gd name="connsiteY129" fmla="*/ 675745 h 1120043"/>
              <a:gd name="connsiteX130" fmla="*/ 0 w 1084143"/>
              <a:gd name="connsiteY130" fmla="*/ 615118 h 1120043"/>
              <a:gd name="connsiteX131" fmla="*/ 0 w 1084143"/>
              <a:gd name="connsiteY131" fmla="*/ 432332 h 1120043"/>
              <a:gd name="connsiteX132" fmla="*/ 53348 w 1084143"/>
              <a:gd name="connsiteY132" fmla="*/ 357226 h 1120043"/>
              <a:gd name="connsiteX133" fmla="*/ 55157 w 1084143"/>
              <a:gd name="connsiteY133" fmla="*/ 356321 h 1120043"/>
              <a:gd name="connsiteX134" fmla="*/ 94942 w 1084143"/>
              <a:gd name="connsiteY134" fmla="*/ 344558 h 1120043"/>
              <a:gd name="connsiteX135" fmla="*/ 198021 w 1084143"/>
              <a:gd name="connsiteY135" fmla="*/ 330985 h 1120043"/>
              <a:gd name="connsiteX136" fmla="*/ 300196 w 1084143"/>
              <a:gd name="connsiteY136" fmla="*/ 330985 h 1120043"/>
              <a:gd name="connsiteX137" fmla="*/ 340886 w 1084143"/>
              <a:gd name="connsiteY137" fmla="*/ 297504 h 1120043"/>
              <a:gd name="connsiteX138" fmla="*/ 342694 w 1084143"/>
              <a:gd name="connsiteY138" fmla="*/ 296599 h 1120043"/>
              <a:gd name="connsiteX139" fmla="*/ 383383 w 1084143"/>
              <a:gd name="connsiteY139" fmla="*/ 284836 h 1120043"/>
              <a:gd name="connsiteX140" fmla="*/ 485559 w 1084143"/>
              <a:gd name="connsiteY140" fmla="*/ 271262 h 1120043"/>
              <a:gd name="connsiteX141" fmla="*/ 830838 w 1084143"/>
              <a:gd name="connsiteY141" fmla="*/ 94006 h 1120043"/>
              <a:gd name="connsiteX142" fmla="*/ 757104 w 1084143"/>
              <a:gd name="connsiteY142" fmla="*/ 168639 h 1120043"/>
              <a:gd name="connsiteX143" fmla="*/ 830838 w 1084143"/>
              <a:gd name="connsiteY143" fmla="*/ 242373 h 1120043"/>
              <a:gd name="connsiteX144" fmla="*/ 905470 w 1084143"/>
              <a:gd name="connsiteY144" fmla="*/ 168639 h 1120043"/>
              <a:gd name="connsiteX145" fmla="*/ 830838 w 1084143"/>
              <a:gd name="connsiteY145" fmla="*/ 94006 h 1120043"/>
              <a:gd name="connsiteX146" fmla="*/ 256401 w 1084143"/>
              <a:gd name="connsiteY146" fmla="*/ 94006 h 1120043"/>
              <a:gd name="connsiteX147" fmla="*/ 182667 w 1084143"/>
              <a:gd name="connsiteY147" fmla="*/ 168639 h 1120043"/>
              <a:gd name="connsiteX148" fmla="*/ 256401 w 1084143"/>
              <a:gd name="connsiteY148" fmla="*/ 242373 h 1120043"/>
              <a:gd name="connsiteX149" fmla="*/ 331033 w 1084143"/>
              <a:gd name="connsiteY149" fmla="*/ 168639 h 1120043"/>
              <a:gd name="connsiteX150" fmla="*/ 256401 w 1084143"/>
              <a:gd name="connsiteY150" fmla="*/ 94006 h 1120043"/>
              <a:gd name="connsiteX151" fmla="*/ 830838 w 1084143"/>
              <a:gd name="connsiteY151" fmla="*/ 59836 h 1120043"/>
              <a:gd name="connsiteX152" fmla="*/ 940539 w 1084143"/>
              <a:gd name="connsiteY152" fmla="*/ 168639 h 1120043"/>
              <a:gd name="connsiteX153" fmla="*/ 830838 w 1084143"/>
              <a:gd name="connsiteY153" fmla="*/ 278341 h 1120043"/>
              <a:gd name="connsiteX154" fmla="*/ 722036 w 1084143"/>
              <a:gd name="connsiteY154" fmla="*/ 168639 h 1120043"/>
              <a:gd name="connsiteX155" fmla="*/ 830838 w 1084143"/>
              <a:gd name="connsiteY155" fmla="*/ 59836 h 1120043"/>
              <a:gd name="connsiteX156" fmla="*/ 256401 w 1084143"/>
              <a:gd name="connsiteY156" fmla="*/ 59836 h 1120043"/>
              <a:gd name="connsiteX157" fmla="*/ 366102 w 1084143"/>
              <a:gd name="connsiteY157" fmla="*/ 168639 h 1120043"/>
              <a:gd name="connsiteX158" fmla="*/ 256401 w 1084143"/>
              <a:gd name="connsiteY158" fmla="*/ 278341 h 1120043"/>
              <a:gd name="connsiteX159" fmla="*/ 147599 w 1084143"/>
              <a:gd name="connsiteY159" fmla="*/ 168639 h 1120043"/>
              <a:gd name="connsiteX160" fmla="*/ 256401 w 1084143"/>
              <a:gd name="connsiteY160" fmla="*/ 59836 h 1120043"/>
              <a:gd name="connsiteX161" fmla="*/ 546058 w 1084143"/>
              <a:gd name="connsiteY161" fmla="*/ 36472 h 1120043"/>
              <a:gd name="connsiteX162" fmla="*/ 471290 w 1084143"/>
              <a:gd name="connsiteY162" fmla="*/ 111240 h 1120043"/>
              <a:gd name="connsiteX163" fmla="*/ 546058 w 1084143"/>
              <a:gd name="connsiteY163" fmla="*/ 186920 h 1120043"/>
              <a:gd name="connsiteX164" fmla="*/ 620826 w 1084143"/>
              <a:gd name="connsiteY164" fmla="*/ 111240 h 1120043"/>
              <a:gd name="connsiteX165" fmla="*/ 546058 w 1084143"/>
              <a:gd name="connsiteY165" fmla="*/ 36472 h 1120043"/>
              <a:gd name="connsiteX166" fmla="*/ 546058 w 1084143"/>
              <a:gd name="connsiteY166" fmla="*/ 0 h 1120043"/>
              <a:gd name="connsiteX167" fmla="*/ 657298 w 1084143"/>
              <a:gd name="connsiteY167" fmla="*/ 111240 h 1120043"/>
              <a:gd name="connsiteX168" fmla="*/ 546058 w 1084143"/>
              <a:gd name="connsiteY168" fmla="*/ 222480 h 1120043"/>
              <a:gd name="connsiteX169" fmla="*/ 434818 w 1084143"/>
              <a:gd name="connsiteY169" fmla="*/ 111240 h 1120043"/>
              <a:gd name="connsiteX170" fmla="*/ 546058 w 1084143"/>
              <a:gd name="connsiteY170" fmla="*/ 0 h 1120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1084143" h="1120043">
                <a:moveTo>
                  <a:pt x="885218" y="367180"/>
                </a:moveTo>
                <a:cubicBezTo>
                  <a:pt x="876175" y="390707"/>
                  <a:pt x="854474" y="406995"/>
                  <a:pt x="828253" y="406995"/>
                </a:cubicBezTo>
                <a:cubicBezTo>
                  <a:pt x="818306" y="406995"/>
                  <a:pt x="808360" y="404280"/>
                  <a:pt x="800222" y="399756"/>
                </a:cubicBezTo>
                <a:lnTo>
                  <a:pt x="800222" y="490808"/>
                </a:lnTo>
                <a:lnTo>
                  <a:pt x="800222" y="555396"/>
                </a:lnTo>
                <a:cubicBezTo>
                  <a:pt x="800222" y="578018"/>
                  <a:pt x="790276" y="600640"/>
                  <a:pt x="774000" y="616023"/>
                </a:cubicBezTo>
                <a:lnTo>
                  <a:pt x="694430" y="693843"/>
                </a:lnTo>
                <a:lnTo>
                  <a:pt x="694430" y="728229"/>
                </a:lnTo>
                <a:cubicBezTo>
                  <a:pt x="695334" y="728229"/>
                  <a:pt x="696238" y="728229"/>
                  <a:pt x="697143" y="728229"/>
                </a:cubicBezTo>
                <a:lnTo>
                  <a:pt x="944895" y="728229"/>
                </a:lnTo>
                <a:lnTo>
                  <a:pt x="983776" y="467622"/>
                </a:lnTo>
                <a:cubicBezTo>
                  <a:pt x="984680" y="457668"/>
                  <a:pt x="993722" y="450429"/>
                  <a:pt x="1003668" y="452239"/>
                </a:cubicBezTo>
                <a:cubicBezTo>
                  <a:pt x="1013615" y="454049"/>
                  <a:pt x="1020848" y="463098"/>
                  <a:pt x="1019040" y="473051"/>
                </a:cubicBezTo>
                <a:lnTo>
                  <a:pt x="986489" y="696558"/>
                </a:lnTo>
                <a:lnTo>
                  <a:pt x="1034412" y="650409"/>
                </a:lnTo>
                <a:cubicBezTo>
                  <a:pt x="1043454" y="641360"/>
                  <a:pt x="1048879" y="628691"/>
                  <a:pt x="1048879" y="615118"/>
                </a:cubicBezTo>
                <a:lnTo>
                  <a:pt x="1048879" y="432332"/>
                </a:lnTo>
                <a:cubicBezTo>
                  <a:pt x="1048879" y="414234"/>
                  <a:pt x="1037124" y="397041"/>
                  <a:pt x="1019944" y="390707"/>
                </a:cubicBezTo>
                <a:lnTo>
                  <a:pt x="988536" y="382135"/>
                </a:lnTo>
                <a:lnTo>
                  <a:pt x="980159" y="379848"/>
                </a:lnTo>
                <a:cubicBezTo>
                  <a:pt x="949416" y="370799"/>
                  <a:pt x="918673" y="367180"/>
                  <a:pt x="887026" y="367180"/>
                </a:cubicBezTo>
                <a:close/>
                <a:moveTo>
                  <a:pt x="198021" y="367180"/>
                </a:moveTo>
                <a:cubicBezTo>
                  <a:pt x="166374" y="367180"/>
                  <a:pt x="134727" y="370799"/>
                  <a:pt x="104888" y="379848"/>
                </a:cubicBezTo>
                <a:lnTo>
                  <a:pt x="65103" y="390707"/>
                </a:lnTo>
                <a:cubicBezTo>
                  <a:pt x="47019" y="397041"/>
                  <a:pt x="36168" y="414234"/>
                  <a:pt x="36168" y="432332"/>
                </a:cubicBezTo>
                <a:lnTo>
                  <a:pt x="36168" y="615118"/>
                </a:lnTo>
                <a:cubicBezTo>
                  <a:pt x="36168" y="628691"/>
                  <a:pt x="41593" y="641360"/>
                  <a:pt x="50636" y="650409"/>
                </a:cubicBezTo>
                <a:lnTo>
                  <a:pt x="99463" y="696558"/>
                </a:lnTo>
                <a:lnTo>
                  <a:pt x="66911" y="473051"/>
                </a:lnTo>
                <a:cubicBezTo>
                  <a:pt x="65103" y="463098"/>
                  <a:pt x="71432" y="454049"/>
                  <a:pt x="80474" y="452239"/>
                </a:cubicBezTo>
                <a:cubicBezTo>
                  <a:pt x="90421" y="450429"/>
                  <a:pt x="100367" y="457668"/>
                  <a:pt x="101271" y="467622"/>
                </a:cubicBezTo>
                <a:lnTo>
                  <a:pt x="139248" y="728229"/>
                </a:lnTo>
                <a:lnTo>
                  <a:pt x="388808" y="728229"/>
                </a:lnTo>
                <a:cubicBezTo>
                  <a:pt x="390617" y="728229"/>
                  <a:pt x="392425" y="728229"/>
                  <a:pt x="394234" y="729133"/>
                </a:cubicBezTo>
                <a:lnTo>
                  <a:pt x="394234" y="725097"/>
                </a:lnTo>
                <a:lnTo>
                  <a:pt x="394234" y="693843"/>
                </a:lnTo>
                <a:lnTo>
                  <a:pt x="313759" y="616023"/>
                </a:lnTo>
                <a:cubicBezTo>
                  <a:pt x="297484" y="600640"/>
                  <a:pt x="288442" y="578018"/>
                  <a:pt x="288442" y="555396"/>
                </a:cubicBezTo>
                <a:lnTo>
                  <a:pt x="288442" y="397946"/>
                </a:lnTo>
                <a:cubicBezTo>
                  <a:pt x="278495" y="403375"/>
                  <a:pt x="268549" y="406995"/>
                  <a:pt x="256794" y="406995"/>
                </a:cubicBezTo>
                <a:cubicBezTo>
                  <a:pt x="230572" y="406995"/>
                  <a:pt x="207967" y="390707"/>
                  <a:pt x="200734" y="367180"/>
                </a:cubicBezTo>
                <a:close/>
                <a:moveTo>
                  <a:pt x="485559" y="307458"/>
                </a:moveTo>
                <a:cubicBezTo>
                  <a:pt x="454816" y="307458"/>
                  <a:pt x="422264" y="311077"/>
                  <a:pt x="393330" y="319221"/>
                </a:cubicBezTo>
                <a:lnTo>
                  <a:pt x="352640" y="330985"/>
                </a:lnTo>
                <a:cubicBezTo>
                  <a:pt x="336365" y="337319"/>
                  <a:pt x="323706" y="354512"/>
                  <a:pt x="323706" y="372609"/>
                </a:cubicBezTo>
                <a:lnTo>
                  <a:pt x="323706" y="555396"/>
                </a:lnTo>
                <a:cubicBezTo>
                  <a:pt x="323706" y="568064"/>
                  <a:pt x="330035" y="581637"/>
                  <a:pt x="339077" y="590686"/>
                </a:cubicBezTo>
                <a:lnTo>
                  <a:pt x="387000" y="636835"/>
                </a:lnTo>
                <a:lnTo>
                  <a:pt x="354449" y="413329"/>
                </a:lnTo>
                <a:cubicBezTo>
                  <a:pt x="352640" y="403375"/>
                  <a:pt x="359874" y="394326"/>
                  <a:pt x="369820" y="392517"/>
                </a:cubicBezTo>
                <a:cubicBezTo>
                  <a:pt x="377958" y="390707"/>
                  <a:pt x="387904" y="397946"/>
                  <a:pt x="388808" y="407900"/>
                </a:cubicBezTo>
                <a:lnTo>
                  <a:pt x="427689" y="668506"/>
                </a:lnTo>
                <a:lnTo>
                  <a:pt x="492298" y="668506"/>
                </a:lnTo>
                <a:lnTo>
                  <a:pt x="660974" y="668506"/>
                </a:lnTo>
                <a:lnTo>
                  <a:pt x="676627" y="562133"/>
                </a:lnTo>
                <a:lnTo>
                  <a:pt x="699855" y="404280"/>
                </a:lnTo>
                <a:cubicBezTo>
                  <a:pt x="701664" y="394326"/>
                  <a:pt x="709802" y="387087"/>
                  <a:pt x="719748" y="388897"/>
                </a:cubicBezTo>
                <a:cubicBezTo>
                  <a:pt x="729694" y="390707"/>
                  <a:pt x="736024" y="399756"/>
                  <a:pt x="735119" y="409709"/>
                </a:cubicBezTo>
                <a:lnTo>
                  <a:pt x="716016" y="539402"/>
                </a:lnTo>
                <a:lnTo>
                  <a:pt x="701664" y="636835"/>
                </a:lnTo>
                <a:lnTo>
                  <a:pt x="749587" y="590686"/>
                </a:lnTo>
                <a:cubicBezTo>
                  <a:pt x="759533" y="581637"/>
                  <a:pt x="764958" y="568064"/>
                  <a:pt x="764958" y="555396"/>
                </a:cubicBezTo>
                <a:lnTo>
                  <a:pt x="764958" y="511158"/>
                </a:lnTo>
                <a:lnTo>
                  <a:pt x="764958" y="372609"/>
                </a:lnTo>
                <a:cubicBezTo>
                  <a:pt x="764958" y="354512"/>
                  <a:pt x="753203" y="337319"/>
                  <a:pt x="736024" y="330985"/>
                </a:cubicBezTo>
                <a:lnTo>
                  <a:pt x="695334" y="319221"/>
                </a:lnTo>
                <a:cubicBezTo>
                  <a:pt x="665496" y="311077"/>
                  <a:pt x="634752" y="307458"/>
                  <a:pt x="602201" y="307458"/>
                </a:cubicBezTo>
                <a:lnTo>
                  <a:pt x="601297" y="307458"/>
                </a:lnTo>
                <a:cubicBezTo>
                  <a:pt x="595872" y="321936"/>
                  <a:pt x="585925" y="334604"/>
                  <a:pt x="572362" y="340938"/>
                </a:cubicBezTo>
                <a:lnTo>
                  <a:pt x="596776" y="538203"/>
                </a:lnTo>
                <a:cubicBezTo>
                  <a:pt x="596776" y="549062"/>
                  <a:pt x="593159" y="559920"/>
                  <a:pt x="585925" y="568064"/>
                </a:cubicBezTo>
                <a:lnTo>
                  <a:pt x="556087" y="597925"/>
                </a:lnTo>
                <a:cubicBezTo>
                  <a:pt x="548853" y="604260"/>
                  <a:pt x="538907" y="604260"/>
                  <a:pt x="532577" y="597925"/>
                </a:cubicBezTo>
                <a:lnTo>
                  <a:pt x="502738" y="568064"/>
                </a:lnTo>
                <a:cubicBezTo>
                  <a:pt x="494601" y="559920"/>
                  <a:pt x="490984" y="549062"/>
                  <a:pt x="492792" y="538203"/>
                </a:cubicBezTo>
                <a:lnTo>
                  <a:pt x="517206" y="340938"/>
                </a:lnTo>
                <a:cubicBezTo>
                  <a:pt x="503643" y="332794"/>
                  <a:pt x="492792" y="321936"/>
                  <a:pt x="488271" y="307458"/>
                </a:cubicBezTo>
                <a:close/>
                <a:moveTo>
                  <a:pt x="485559" y="271262"/>
                </a:moveTo>
                <a:lnTo>
                  <a:pt x="602201" y="271262"/>
                </a:lnTo>
                <a:cubicBezTo>
                  <a:pt x="637465" y="271262"/>
                  <a:pt x="671825" y="275787"/>
                  <a:pt x="705281" y="284836"/>
                </a:cubicBezTo>
                <a:lnTo>
                  <a:pt x="745970" y="296599"/>
                </a:lnTo>
                <a:lnTo>
                  <a:pt x="746874" y="297504"/>
                </a:lnTo>
                <a:cubicBezTo>
                  <a:pt x="764958" y="303838"/>
                  <a:pt x="779425" y="315602"/>
                  <a:pt x="788468" y="330985"/>
                </a:cubicBezTo>
                <a:lnTo>
                  <a:pt x="887026" y="330985"/>
                </a:lnTo>
                <a:cubicBezTo>
                  <a:pt x="921386" y="330985"/>
                  <a:pt x="956650" y="335509"/>
                  <a:pt x="990105" y="344558"/>
                </a:cubicBezTo>
                <a:lnTo>
                  <a:pt x="1029890" y="356321"/>
                </a:lnTo>
                <a:cubicBezTo>
                  <a:pt x="1030795" y="356321"/>
                  <a:pt x="1030795" y="357226"/>
                  <a:pt x="1031699" y="357226"/>
                </a:cubicBezTo>
                <a:cubicBezTo>
                  <a:pt x="1063346" y="368085"/>
                  <a:pt x="1084143" y="398851"/>
                  <a:pt x="1084143" y="432332"/>
                </a:cubicBezTo>
                <a:lnTo>
                  <a:pt x="1084143" y="615118"/>
                </a:lnTo>
                <a:cubicBezTo>
                  <a:pt x="1084143" y="637740"/>
                  <a:pt x="1075101" y="660362"/>
                  <a:pt x="1058825" y="675745"/>
                </a:cubicBezTo>
                <a:lnTo>
                  <a:pt x="978351" y="753565"/>
                </a:lnTo>
                <a:lnTo>
                  <a:pt x="978351" y="1007838"/>
                </a:lnTo>
                <a:cubicBezTo>
                  <a:pt x="978351" y="1016887"/>
                  <a:pt x="971117" y="1025031"/>
                  <a:pt x="961171" y="1025031"/>
                </a:cubicBezTo>
                <a:cubicBezTo>
                  <a:pt x="951225" y="1025031"/>
                  <a:pt x="943087" y="1016887"/>
                  <a:pt x="943087" y="1007838"/>
                </a:cubicBezTo>
                <a:lnTo>
                  <a:pt x="943087" y="763519"/>
                </a:lnTo>
                <a:lnTo>
                  <a:pt x="844528" y="763519"/>
                </a:lnTo>
                <a:lnTo>
                  <a:pt x="844528" y="1066655"/>
                </a:lnTo>
                <a:cubicBezTo>
                  <a:pt x="844528" y="1076609"/>
                  <a:pt x="837295" y="1084753"/>
                  <a:pt x="827348" y="1084753"/>
                </a:cubicBezTo>
                <a:cubicBezTo>
                  <a:pt x="817402" y="1084753"/>
                  <a:pt x="808360" y="1076609"/>
                  <a:pt x="808360" y="1066655"/>
                </a:cubicBezTo>
                <a:lnTo>
                  <a:pt x="808360" y="763519"/>
                </a:lnTo>
                <a:lnTo>
                  <a:pt x="697143" y="763519"/>
                </a:lnTo>
                <a:cubicBezTo>
                  <a:pt x="696238" y="763519"/>
                  <a:pt x="695334" y="762614"/>
                  <a:pt x="694430" y="762614"/>
                </a:cubicBezTo>
                <a:lnTo>
                  <a:pt x="694430" y="1102851"/>
                </a:lnTo>
                <a:cubicBezTo>
                  <a:pt x="694430" y="1112804"/>
                  <a:pt x="686292" y="1120043"/>
                  <a:pt x="676346" y="1120043"/>
                </a:cubicBezTo>
                <a:cubicBezTo>
                  <a:pt x="666400" y="1120043"/>
                  <a:pt x="658262" y="1112804"/>
                  <a:pt x="658262" y="1102851"/>
                </a:cubicBezTo>
                <a:lnTo>
                  <a:pt x="658262" y="703797"/>
                </a:lnTo>
                <a:lnTo>
                  <a:pt x="563320" y="703797"/>
                </a:lnTo>
                <a:lnTo>
                  <a:pt x="563320" y="1102851"/>
                </a:lnTo>
                <a:cubicBezTo>
                  <a:pt x="563320" y="1112804"/>
                  <a:pt x="556087" y="1120043"/>
                  <a:pt x="546140" y="1120043"/>
                </a:cubicBezTo>
                <a:cubicBezTo>
                  <a:pt x="536194" y="1120043"/>
                  <a:pt x="528056" y="1112804"/>
                  <a:pt x="528056" y="1102851"/>
                </a:cubicBezTo>
                <a:lnTo>
                  <a:pt x="528056" y="703797"/>
                </a:lnTo>
                <a:lnTo>
                  <a:pt x="431145" y="703797"/>
                </a:lnTo>
                <a:lnTo>
                  <a:pt x="429498" y="703797"/>
                </a:lnTo>
                <a:lnTo>
                  <a:pt x="429498" y="704747"/>
                </a:lnTo>
                <a:lnTo>
                  <a:pt x="429498" y="1102851"/>
                </a:lnTo>
                <a:cubicBezTo>
                  <a:pt x="429498" y="1112804"/>
                  <a:pt x="422264" y="1120043"/>
                  <a:pt x="412318" y="1120043"/>
                </a:cubicBezTo>
                <a:cubicBezTo>
                  <a:pt x="402372" y="1120043"/>
                  <a:pt x="394234" y="1112804"/>
                  <a:pt x="394234" y="1102851"/>
                </a:cubicBezTo>
                <a:lnTo>
                  <a:pt x="394234" y="762614"/>
                </a:lnTo>
                <a:cubicBezTo>
                  <a:pt x="392425" y="762614"/>
                  <a:pt x="390617" y="763519"/>
                  <a:pt x="388808" y="763519"/>
                </a:cubicBezTo>
                <a:lnTo>
                  <a:pt x="275783" y="763519"/>
                </a:lnTo>
                <a:lnTo>
                  <a:pt x="275783" y="1066655"/>
                </a:lnTo>
                <a:cubicBezTo>
                  <a:pt x="275783" y="1076609"/>
                  <a:pt x="268549" y="1084753"/>
                  <a:pt x="258603" y="1084753"/>
                </a:cubicBezTo>
                <a:cubicBezTo>
                  <a:pt x="248657" y="1084753"/>
                  <a:pt x="239615" y="1076609"/>
                  <a:pt x="239615" y="1066655"/>
                </a:cubicBezTo>
                <a:lnTo>
                  <a:pt x="239615" y="763519"/>
                </a:lnTo>
                <a:lnTo>
                  <a:pt x="141960" y="763519"/>
                </a:lnTo>
                <a:lnTo>
                  <a:pt x="141960" y="1007838"/>
                </a:lnTo>
                <a:cubicBezTo>
                  <a:pt x="141960" y="1016887"/>
                  <a:pt x="133822" y="1025031"/>
                  <a:pt x="124780" y="1025031"/>
                </a:cubicBezTo>
                <a:cubicBezTo>
                  <a:pt x="113930" y="1025031"/>
                  <a:pt x="105792" y="1016887"/>
                  <a:pt x="105792" y="1007838"/>
                </a:cubicBezTo>
                <a:lnTo>
                  <a:pt x="105792" y="753565"/>
                </a:lnTo>
                <a:lnTo>
                  <a:pt x="26222" y="675745"/>
                </a:lnTo>
                <a:cubicBezTo>
                  <a:pt x="9946" y="660362"/>
                  <a:pt x="0" y="637740"/>
                  <a:pt x="0" y="615118"/>
                </a:cubicBezTo>
                <a:lnTo>
                  <a:pt x="0" y="432332"/>
                </a:lnTo>
                <a:cubicBezTo>
                  <a:pt x="0" y="398851"/>
                  <a:pt x="21701" y="368085"/>
                  <a:pt x="53348" y="357226"/>
                </a:cubicBezTo>
                <a:cubicBezTo>
                  <a:pt x="53348" y="357226"/>
                  <a:pt x="54252" y="356321"/>
                  <a:pt x="55157" y="356321"/>
                </a:cubicBezTo>
                <a:lnTo>
                  <a:pt x="94942" y="344558"/>
                </a:lnTo>
                <a:cubicBezTo>
                  <a:pt x="128397" y="335509"/>
                  <a:pt x="162757" y="330985"/>
                  <a:pt x="198021" y="330985"/>
                </a:cubicBezTo>
                <a:lnTo>
                  <a:pt x="300196" y="330985"/>
                </a:lnTo>
                <a:cubicBezTo>
                  <a:pt x="310143" y="315602"/>
                  <a:pt x="323706" y="303838"/>
                  <a:pt x="340886" y="297504"/>
                </a:cubicBezTo>
                <a:cubicBezTo>
                  <a:pt x="340886" y="297504"/>
                  <a:pt x="341790" y="296599"/>
                  <a:pt x="342694" y="296599"/>
                </a:cubicBezTo>
                <a:lnTo>
                  <a:pt x="383383" y="284836"/>
                </a:lnTo>
                <a:cubicBezTo>
                  <a:pt x="416839" y="275787"/>
                  <a:pt x="451199" y="271262"/>
                  <a:pt x="485559" y="271262"/>
                </a:cubicBezTo>
                <a:close/>
                <a:moveTo>
                  <a:pt x="830838" y="94006"/>
                </a:moveTo>
                <a:cubicBezTo>
                  <a:pt x="790374" y="94006"/>
                  <a:pt x="757104" y="127276"/>
                  <a:pt x="757104" y="168639"/>
                </a:cubicBezTo>
                <a:cubicBezTo>
                  <a:pt x="757104" y="209103"/>
                  <a:pt x="790374" y="242373"/>
                  <a:pt x="830838" y="242373"/>
                </a:cubicBezTo>
                <a:cubicBezTo>
                  <a:pt x="872200" y="242373"/>
                  <a:pt x="905470" y="209103"/>
                  <a:pt x="905470" y="168639"/>
                </a:cubicBezTo>
                <a:cubicBezTo>
                  <a:pt x="905470" y="127276"/>
                  <a:pt x="872200" y="94006"/>
                  <a:pt x="830838" y="94006"/>
                </a:cubicBezTo>
                <a:close/>
                <a:moveTo>
                  <a:pt x="256401" y="94006"/>
                </a:moveTo>
                <a:cubicBezTo>
                  <a:pt x="216837" y="94006"/>
                  <a:pt x="182667" y="127276"/>
                  <a:pt x="182667" y="168639"/>
                </a:cubicBezTo>
                <a:cubicBezTo>
                  <a:pt x="182667" y="209103"/>
                  <a:pt x="216837" y="242373"/>
                  <a:pt x="256401" y="242373"/>
                </a:cubicBezTo>
                <a:cubicBezTo>
                  <a:pt x="297763" y="242373"/>
                  <a:pt x="331033" y="209103"/>
                  <a:pt x="331033" y="168639"/>
                </a:cubicBezTo>
                <a:cubicBezTo>
                  <a:pt x="331033" y="127276"/>
                  <a:pt x="297763" y="94006"/>
                  <a:pt x="256401" y="94006"/>
                </a:cubicBezTo>
                <a:close/>
                <a:moveTo>
                  <a:pt x="830838" y="59836"/>
                </a:moveTo>
                <a:cubicBezTo>
                  <a:pt x="891983" y="59836"/>
                  <a:pt x="940539" y="107494"/>
                  <a:pt x="940539" y="168639"/>
                </a:cubicBezTo>
                <a:cubicBezTo>
                  <a:pt x="940539" y="228885"/>
                  <a:pt x="891983" y="278341"/>
                  <a:pt x="830838" y="278341"/>
                </a:cubicBezTo>
                <a:cubicBezTo>
                  <a:pt x="770592" y="278341"/>
                  <a:pt x="722036" y="228885"/>
                  <a:pt x="722036" y="168639"/>
                </a:cubicBezTo>
                <a:cubicBezTo>
                  <a:pt x="722036" y="107494"/>
                  <a:pt x="770592" y="59836"/>
                  <a:pt x="830838" y="59836"/>
                </a:cubicBezTo>
                <a:close/>
                <a:moveTo>
                  <a:pt x="256401" y="59836"/>
                </a:moveTo>
                <a:cubicBezTo>
                  <a:pt x="316646" y="59836"/>
                  <a:pt x="366102" y="107494"/>
                  <a:pt x="366102" y="168639"/>
                </a:cubicBezTo>
                <a:cubicBezTo>
                  <a:pt x="366102" y="228885"/>
                  <a:pt x="316646" y="278341"/>
                  <a:pt x="256401" y="278341"/>
                </a:cubicBezTo>
                <a:cubicBezTo>
                  <a:pt x="197054" y="278341"/>
                  <a:pt x="147599" y="228885"/>
                  <a:pt x="147599" y="168639"/>
                </a:cubicBezTo>
                <a:cubicBezTo>
                  <a:pt x="147599" y="107494"/>
                  <a:pt x="197054" y="59836"/>
                  <a:pt x="256401" y="59836"/>
                </a:cubicBezTo>
                <a:close/>
                <a:moveTo>
                  <a:pt x="546058" y="36472"/>
                </a:moveTo>
                <a:cubicBezTo>
                  <a:pt x="505027" y="36472"/>
                  <a:pt x="471290" y="70209"/>
                  <a:pt x="471290" y="111240"/>
                </a:cubicBezTo>
                <a:cubicBezTo>
                  <a:pt x="471290" y="153183"/>
                  <a:pt x="505027" y="186920"/>
                  <a:pt x="546058" y="186920"/>
                </a:cubicBezTo>
                <a:cubicBezTo>
                  <a:pt x="587089" y="186920"/>
                  <a:pt x="620826" y="153183"/>
                  <a:pt x="620826" y="111240"/>
                </a:cubicBezTo>
                <a:cubicBezTo>
                  <a:pt x="620826" y="70209"/>
                  <a:pt x="587089" y="36472"/>
                  <a:pt x="546058" y="36472"/>
                </a:cubicBezTo>
                <a:close/>
                <a:moveTo>
                  <a:pt x="546058" y="0"/>
                </a:moveTo>
                <a:cubicBezTo>
                  <a:pt x="607149" y="0"/>
                  <a:pt x="657298" y="50149"/>
                  <a:pt x="657298" y="111240"/>
                </a:cubicBezTo>
                <a:cubicBezTo>
                  <a:pt x="657298" y="172331"/>
                  <a:pt x="607149" y="222480"/>
                  <a:pt x="546058" y="222480"/>
                </a:cubicBezTo>
                <a:cubicBezTo>
                  <a:pt x="484967" y="222480"/>
                  <a:pt x="434818" y="172331"/>
                  <a:pt x="434818" y="111240"/>
                </a:cubicBezTo>
                <a:cubicBezTo>
                  <a:pt x="434818" y="50149"/>
                  <a:pt x="484967" y="0"/>
                  <a:pt x="54605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6" name="Freeform 6">
            <a:extLst>
              <a:ext uri="{FF2B5EF4-FFF2-40B4-BE49-F238E27FC236}">
                <a16:creationId xmlns:a16="http://schemas.microsoft.com/office/drawing/2014/main" id="{683414E3-0AA3-4FB9-B65D-507D6B207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175" y="8329328"/>
            <a:ext cx="3382793" cy="2959944"/>
          </a:xfrm>
          <a:custGeom>
            <a:avLst/>
            <a:gdLst>
              <a:gd name="T0" fmla="*/ 3421 w 3741"/>
              <a:gd name="T1" fmla="*/ 1707 h 3272"/>
              <a:gd name="T2" fmla="*/ 2706 w 3741"/>
              <a:gd name="T3" fmla="*/ 2943 h 3272"/>
              <a:gd name="T4" fmla="*/ 2706 w 3741"/>
              <a:gd name="T5" fmla="*/ 2943 h 3272"/>
              <a:gd name="T6" fmla="*/ 2584 w 3741"/>
              <a:gd name="T7" fmla="*/ 3014 h 3272"/>
              <a:gd name="T8" fmla="*/ 1155 w 3741"/>
              <a:gd name="T9" fmla="*/ 3014 h 3272"/>
              <a:gd name="T10" fmla="*/ 1155 w 3741"/>
              <a:gd name="T11" fmla="*/ 3014 h 3272"/>
              <a:gd name="T12" fmla="*/ 1034 w 3741"/>
              <a:gd name="T13" fmla="*/ 2943 h 3272"/>
              <a:gd name="T14" fmla="*/ 319 w 3741"/>
              <a:gd name="T15" fmla="*/ 1707 h 3272"/>
              <a:gd name="T16" fmla="*/ 319 w 3741"/>
              <a:gd name="T17" fmla="*/ 1707 h 3272"/>
              <a:gd name="T18" fmla="*/ 319 w 3741"/>
              <a:gd name="T19" fmla="*/ 1566 h 3272"/>
              <a:gd name="T20" fmla="*/ 1034 w 3741"/>
              <a:gd name="T21" fmla="*/ 328 h 3272"/>
              <a:gd name="T22" fmla="*/ 1034 w 3741"/>
              <a:gd name="T23" fmla="*/ 328 h 3272"/>
              <a:gd name="T24" fmla="*/ 1155 w 3741"/>
              <a:gd name="T25" fmla="*/ 258 h 3272"/>
              <a:gd name="T26" fmla="*/ 2584 w 3741"/>
              <a:gd name="T27" fmla="*/ 258 h 3272"/>
              <a:gd name="T28" fmla="*/ 2584 w 3741"/>
              <a:gd name="T29" fmla="*/ 258 h 3272"/>
              <a:gd name="T30" fmla="*/ 2706 w 3741"/>
              <a:gd name="T31" fmla="*/ 328 h 3272"/>
              <a:gd name="T32" fmla="*/ 3368 w 3741"/>
              <a:gd name="T33" fmla="*/ 1475 h 3272"/>
              <a:gd name="T34" fmla="*/ 3421 w 3741"/>
              <a:gd name="T35" fmla="*/ 1566 h 3272"/>
              <a:gd name="T36" fmla="*/ 3421 w 3741"/>
              <a:gd name="T37" fmla="*/ 1566 h 3272"/>
              <a:gd name="T38" fmla="*/ 3421 w 3741"/>
              <a:gd name="T39" fmla="*/ 1707 h 3272"/>
              <a:gd name="T40" fmla="*/ 3710 w 3741"/>
              <a:gd name="T41" fmla="*/ 1552 h 3272"/>
              <a:gd name="T42" fmla="*/ 2862 w 3741"/>
              <a:gd name="T43" fmla="*/ 84 h 3272"/>
              <a:gd name="T44" fmla="*/ 2862 w 3741"/>
              <a:gd name="T45" fmla="*/ 84 h 3272"/>
              <a:gd name="T46" fmla="*/ 2718 w 3741"/>
              <a:gd name="T47" fmla="*/ 0 h 3272"/>
              <a:gd name="T48" fmla="*/ 1022 w 3741"/>
              <a:gd name="T49" fmla="*/ 1 h 3272"/>
              <a:gd name="T50" fmla="*/ 1022 w 3741"/>
              <a:gd name="T51" fmla="*/ 1 h 3272"/>
              <a:gd name="T52" fmla="*/ 877 w 3741"/>
              <a:gd name="T53" fmla="*/ 85 h 3272"/>
              <a:gd name="T54" fmla="*/ 30 w 3741"/>
              <a:gd name="T55" fmla="*/ 1552 h 3272"/>
              <a:gd name="T56" fmla="*/ 30 w 3741"/>
              <a:gd name="T57" fmla="*/ 1552 h 3272"/>
              <a:gd name="T58" fmla="*/ 30 w 3741"/>
              <a:gd name="T59" fmla="*/ 1719 h 3272"/>
              <a:gd name="T60" fmla="*/ 877 w 3741"/>
              <a:gd name="T61" fmla="*/ 3188 h 3272"/>
              <a:gd name="T62" fmla="*/ 877 w 3741"/>
              <a:gd name="T63" fmla="*/ 3188 h 3272"/>
              <a:gd name="T64" fmla="*/ 1022 w 3741"/>
              <a:gd name="T65" fmla="*/ 3271 h 3272"/>
              <a:gd name="T66" fmla="*/ 1146 w 3741"/>
              <a:gd name="T67" fmla="*/ 3271 h 3272"/>
              <a:gd name="T68" fmla="*/ 2718 w 3741"/>
              <a:gd name="T69" fmla="*/ 3271 h 3272"/>
              <a:gd name="T70" fmla="*/ 2718 w 3741"/>
              <a:gd name="T71" fmla="*/ 3271 h 3272"/>
              <a:gd name="T72" fmla="*/ 2862 w 3741"/>
              <a:gd name="T73" fmla="*/ 3188 h 3272"/>
              <a:gd name="T74" fmla="*/ 3710 w 3741"/>
              <a:gd name="T75" fmla="*/ 1719 h 3272"/>
              <a:gd name="T76" fmla="*/ 3710 w 3741"/>
              <a:gd name="T77" fmla="*/ 1719 h 3272"/>
              <a:gd name="T78" fmla="*/ 3710 w 3741"/>
              <a:gd name="T79" fmla="*/ 1552 h 3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2">
                <a:moveTo>
                  <a:pt x="3421" y="1707"/>
                </a:moveTo>
                <a:lnTo>
                  <a:pt x="2706" y="2943"/>
                </a:lnTo>
                <a:lnTo>
                  <a:pt x="2706" y="2943"/>
                </a:lnTo>
                <a:cubicBezTo>
                  <a:pt x="2681" y="2987"/>
                  <a:pt x="2635" y="3014"/>
                  <a:pt x="2584" y="3014"/>
                </a:cubicBezTo>
                <a:lnTo>
                  <a:pt x="1155" y="3014"/>
                </a:lnTo>
                <a:lnTo>
                  <a:pt x="1155" y="3014"/>
                </a:lnTo>
                <a:cubicBezTo>
                  <a:pt x="1105" y="3014"/>
                  <a:pt x="1058" y="2987"/>
                  <a:pt x="1034" y="2943"/>
                </a:cubicBezTo>
                <a:lnTo>
                  <a:pt x="319" y="1707"/>
                </a:lnTo>
                <a:lnTo>
                  <a:pt x="319" y="1707"/>
                </a:lnTo>
                <a:cubicBezTo>
                  <a:pt x="294" y="1663"/>
                  <a:pt x="294" y="1610"/>
                  <a:pt x="319" y="1566"/>
                </a:cubicBezTo>
                <a:lnTo>
                  <a:pt x="1034" y="328"/>
                </a:lnTo>
                <a:lnTo>
                  <a:pt x="1034" y="328"/>
                </a:lnTo>
                <a:cubicBezTo>
                  <a:pt x="1058" y="284"/>
                  <a:pt x="1105" y="258"/>
                  <a:pt x="1155" y="258"/>
                </a:cubicBezTo>
                <a:lnTo>
                  <a:pt x="2584" y="258"/>
                </a:lnTo>
                <a:lnTo>
                  <a:pt x="2584" y="258"/>
                </a:lnTo>
                <a:cubicBezTo>
                  <a:pt x="2635" y="258"/>
                  <a:pt x="2681" y="284"/>
                  <a:pt x="2706" y="328"/>
                </a:cubicBezTo>
                <a:lnTo>
                  <a:pt x="3368" y="1475"/>
                </a:lnTo>
                <a:lnTo>
                  <a:pt x="3421" y="1566"/>
                </a:lnTo>
                <a:lnTo>
                  <a:pt x="3421" y="1566"/>
                </a:lnTo>
                <a:cubicBezTo>
                  <a:pt x="3446" y="1610"/>
                  <a:pt x="3446" y="1663"/>
                  <a:pt x="3421" y="1707"/>
                </a:cubicBezTo>
                <a:close/>
                <a:moveTo>
                  <a:pt x="3710" y="1552"/>
                </a:moveTo>
                <a:lnTo>
                  <a:pt x="2862" y="84"/>
                </a:lnTo>
                <a:lnTo>
                  <a:pt x="2862" y="84"/>
                </a:lnTo>
                <a:cubicBezTo>
                  <a:pt x="2832" y="33"/>
                  <a:pt x="2777" y="1"/>
                  <a:pt x="2718" y="0"/>
                </a:cubicBezTo>
                <a:lnTo>
                  <a:pt x="1022" y="1"/>
                </a:lnTo>
                <a:lnTo>
                  <a:pt x="1022" y="1"/>
                </a:lnTo>
                <a:cubicBezTo>
                  <a:pt x="963" y="0"/>
                  <a:pt x="908" y="33"/>
                  <a:pt x="877" y="85"/>
                </a:cubicBezTo>
                <a:lnTo>
                  <a:pt x="30" y="1552"/>
                </a:lnTo>
                <a:lnTo>
                  <a:pt x="30" y="1552"/>
                </a:lnTo>
                <a:cubicBezTo>
                  <a:pt x="0" y="1605"/>
                  <a:pt x="0" y="1668"/>
                  <a:pt x="30" y="1719"/>
                </a:cubicBezTo>
                <a:lnTo>
                  <a:pt x="877" y="3188"/>
                </a:lnTo>
                <a:lnTo>
                  <a:pt x="877" y="3188"/>
                </a:lnTo>
                <a:cubicBezTo>
                  <a:pt x="908" y="3239"/>
                  <a:pt x="963" y="3271"/>
                  <a:pt x="1022" y="3271"/>
                </a:cubicBezTo>
                <a:lnTo>
                  <a:pt x="1146" y="3271"/>
                </a:lnTo>
                <a:lnTo>
                  <a:pt x="2718" y="3271"/>
                </a:lnTo>
                <a:lnTo>
                  <a:pt x="2718" y="3271"/>
                </a:lnTo>
                <a:cubicBezTo>
                  <a:pt x="2777" y="3271"/>
                  <a:pt x="2833" y="3239"/>
                  <a:pt x="2862" y="3188"/>
                </a:cubicBezTo>
                <a:lnTo>
                  <a:pt x="3710" y="1719"/>
                </a:lnTo>
                <a:lnTo>
                  <a:pt x="3710" y="1719"/>
                </a:lnTo>
                <a:cubicBezTo>
                  <a:pt x="3740" y="1668"/>
                  <a:pt x="3740" y="1605"/>
                  <a:pt x="3710" y="155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0313F78B-BF3B-4B1E-89C9-4C7484BC9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403" y="9183004"/>
            <a:ext cx="1157692" cy="1255675"/>
          </a:xfrm>
          <a:custGeom>
            <a:avLst/>
            <a:gdLst>
              <a:gd name="connsiteX0" fmla="*/ 35695 w 1157692"/>
              <a:gd name="connsiteY0" fmla="*/ 1102496 h 1255675"/>
              <a:gd name="connsiteX1" fmla="*/ 35695 w 1157692"/>
              <a:gd name="connsiteY1" fmla="*/ 1105215 h 1255675"/>
              <a:gd name="connsiteX2" fmla="*/ 240762 w 1157692"/>
              <a:gd name="connsiteY2" fmla="*/ 1219419 h 1255675"/>
              <a:gd name="connsiteX3" fmla="*/ 782789 w 1157692"/>
              <a:gd name="connsiteY3" fmla="*/ 1219419 h 1255675"/>
              <a:gd name="connsiteX4" fmla="*/ 987856 w 1157692"/>
              <a:gd name="connsiteY4" fmla="*/ 1105215 h 1255675"/>
              <a:gd name="connsiteX5" fmla="*/ 988760 w 1157692"/>
              <a:gd name="connsiteY5" fmla="*/ 1102496 h 1255675"/>
              <a:gd name="connsiteX6" fmla="*/ 716843 w 1157692"/>
              <a:gd name="connsiteY6" fmla="*/ 1102496 h 1255675"/>
              <a:gd name="connsiteX7" fmla="*/ 307612 w 1157692"/>
              <a:gd name="connsiteY7" fmla="*/ 1102496 h 1255675"/>
              <a:gd name="connsiteX8" fmla="*/ 992373 w 1157692"/>
              <a:gd name="connsiteY8" fmla="*/ 682840 h 1255675"/>
              <a:gd name="connsiteX9" fmla="*/ 981533 w 1157692"/>
              <a:gd name="connsiteY9" fmla="*/ 752632 h 1255675"/>
              <a:gd name="connsiteX10" fmla="*/ 907456 w 1157692"/>
              <a:gd name="connsiteY10" fmla="*/ 944785 h 1255675"/>
              <a:gd name="connsiteX11" fmla="*/ 1121556 w 1157692"/>
              <a:gd name="connsiteY11" fmla="*/ 764415 h 1255675"/>
              <a:gd name="connsiteX12" fmla="*/ 1040252 w 1157692"/>
              <a:gd name="connsiteY12" fmla="*/ 682840 h 1255675"/>
              <a:gd name="connsiteX13" fmla="*/ 86284 w 1157692"/>
              <a:gd name="connsiteY13" fmla="*/ 606704 h 1255675"/>
              <a:gd name="connsiteX14" fmla="*/ 67313 w 1157692"/>
              <a:gd name="connsiteY14" fmla="*/ 614862 h 1255675"/>
              <a:gd name="connsiteX15" fmla="*/ 61893 w 1157692"/>
              <a:gd name="connsiteY15" fmla="*/ 635709 h 1255675"/>
              <a:gd name="connsiteX16" fmla="*/ 76347 w 1157692"/>
              <a:gd name="connsiteY16" fmla="*/ 747194 h 1255675"/>
              <a:gd name="connsiteX17" fmla="*/ 314839 w 1157692"/>
              <a:gd name="connsiteY17" fmla="*/ 1067147 h 1255675"/>
              <a:gd name="connsiteX18" fmla="*/ 709616 w 1157692"/>
              <a:gd name="connsiteY18" fmla="*/ 1067147 h 1255675"/>
              <a:gd name="connsiteX19" fmla="*/ 947204 w 1157692"/>
              <a:gd name="connsiteY19" fmla="*/ 747194 h 1255675"/>
              <a:gd name="connsiteX20" fmla="*/ 962562 w 1157692"/>
              <a:gd name="connsiteY20" fmla="*/ 635709 h 1255675"/>
              <a:gd name="connsiteX21" fmla="*/ 957142 w 1157692"/>
              <a:gd name="connsiteY21" fmla="*/ 614862 h 1255675"/>
              <a:gd name="connsiteX22" fmla="*/ 938170 w 1157692"/>
              <a:gd name="connsiteY22" fmla="*/ 606704 h 1255675"/>
              <a:gd name="connsiteX23" fmla="*/ 86284 w 1157692"/>
              <a:gd name="connsiteY23" fmla="*/ 570449 h 1255675"/>
              <a:gd name="connsiteX24" fmla="*/ 938170 w 1157692"/>
              <a:gd name="connsiteY24" fmla="*/ 570449 h 1255675"/>
              <a:gd name="connsiteX25" fmla="*/ 983340 w 1157692"/>
              <a:gd name="connsiteY25" fmla="*/ 592202 h 1255675"/>
              <a:gd name="connsiteX26" fmla="*/ 997794 w 1157692"/>
              <a:gd name="connsiteY26" fmla="*/ 640240 h 1255675"/>
              <a:gd name="connsiteX27" fmla="*/ 996890 w 1157692"/>
              <a:gd name="connsiteY27" fmla="*/ 646585 h 1255675"/>
              <a:gd name="connsiteX28" fmla="*/ 1040252 w 1157692"/>
              <a:gd name="connsiteY28" fmla="*/ 646585 h 1255675"/>
              <a:gd name="connsiteX29" fmla="*/ 1157692 w 1157692"/>
              <a:gd name="connsiteY29" fmla="*/ 764415 h 1255675"/>
              <a:gd name="connsiteX30" fmla="*/ 874934 w 1157692"/>
              <a:gd name="connsiteY30" fmla="*/ 986479 h 1255675"/>
              <a:gd name="connsiteX31" fmla="*/ 782789 w 1157692"/>
              <a:gd name="connsiteY31" fmla="*/ 1067147 h 1255675"/>
              <a:gd name="connsiteX32" fmla="*/ 992373 w 1157692"/>
              <a:gd name="connsiteY32" fmla="*/ 1067147 h 1255675"/>
              <a:gd name="connsiteX33" fmla="*/ 1020378 w 1157692"/>
              <a:gd name="connsiteY33" fmla="*/ 1084368 h 1255675"/>
              <a:gd name="connsiteX34" fmla="*/ 1016764 w 1157692"/>
              <a:gd name="connsiteY34" fmla="*/ 1126062 h 1255675"/>
              <a:gd name="connsiteX35" fmla="*/ 782789 w 1157692"/>
              <a:gd name="connsiteY35" fmla="*/ 1255675 h 1255675"/>
              <a:gd name="connsiteX36" fmla="*/ 240762 w 1157692"/>
              <a:gd name="connsiteY36" fmla="*/ 1255675 h 1255675"/>
              <a:gd name="connsiteX37" fmla="*/ 7690 w 1157692"/>
              <a:gd name="connsiteY37" fmla="*/ 1126062 h 1255675"/>
              <a:gd name="connsiteX38" fmla="*/ 4077 w 1157692"/>
              <a:gd name="connsiteY38" fmla="*/ 1084368 h 1255675"/>
              <a:gd name="connsiteX39" fmla="*/ 31178 w 1157692"/>
              <a:gd name="connsiteY39" fmla="*/ 1067147 h 1255675"/>
              <a:gd name="connsiteX40" fmla="*/ 240762 w 1157692"/>
              <a:gd name="connsiteY40" fmla="*/ 1067147 h 1255675"/>
              <a:gd name="connsiteX41" fmla="*/ 42019 w 1157692"/>
              <a:gd name="connsiteY41" fmla="*/ 752632 h 1255675"/>
              <a:gd name="connsiteX42" fmla="*/ 25758 w 1157692"/>
              <a:gd name="connsiteY42" fmla="*/ 640240 h 1255675"/>
              <a:gd name="connsiteX43" fmla="*/ 40212 w 1157692"/>
              <a:gd name="connsiteY43" fmla="*/ 591296 h 1255675"/>
              <a:gd name="connsiteX44" fmla="*/ 86284 w 1157692"/>
              <a:gd name="connsiteY44" fmla="*/ 570449 h 1255675"/>
              <a:gd name="connsiteX45" fmla="*/ 611052 w 1157692"/>
              <a:gd name="connsiteY45" fmla="*/ 57661 h 1255675"/>
              <a:gd name="connsiteX46" fmla="*/ 632670 w 1157692"/>
              <a:gd name="connsiteY46" fmla="*/ 72167 h 1255675"/>
              <a:gd name="connsiteX47" fmla="*/ 649785 w 1157692"/>
              <a:gd name="connsiteY47" fmla="*/ 125658 h 1255675"/>
              <a:gd name="connsiteX48" fmla="*/ 675006 w 1157692"/>
              <a:gd name="connsiteY48" fmla="*/ 247146 h 1255675"/>
              <a:gd name="connsiteX49" fmla="*/ 649785 w 1157692"/>
              <a:gd name="connsiteY49" fmla="*/ 368633 h 1255675"/>
              <a:gd name="connsiteX50" fmla="*/ 627266 w 1157692"/>
              <a:gd name="connsiteY50" fmla="*/ 476522 h 1255675"/>
              <a:gd name="connsiteX51" fmla="*/ 610151 w 1157692"/>
              <a:gd name="connsiteY51" fmla="*/ 493747 h 1255675"/>
              <a:gd name="connsiteX52" fmla="*/ 592136 w 1157692"/>
              <a:gd name="connsiteY52" fmla="*/ 476522 h 1255675"/>
              <a:gd name="connsiteX53" fmla="*/ 617357 w 1157692"/>
              <a:gd name="connsiteY53" fmla="*/ 354127 h 1255675"/>
              <a:gd name="connsiteX54" fmla="*/ 638976 w 1157692"/>
              <a:gd name="connsiteY54" fmla="*/ 247146 h 1255675"/>
              <a:gd name="connsiteX55" fmla="*/ 617357 w 1157692"/>
              <a:gd name="connsiteY55" fmla="*/ 139257 h 1255675"/>
              <a:gd name="connsiteX56" fmla="*/ 597541 w 1157692"/>
              <a:gd name="connsiteY56" fmla="*/ 79420 h 1255675"/>
              <a:gd name="connsiteX57" fmla="*/ 611052 w 1157692"/>
              <a:gd name="connsiteY57" fmla="*/ 57661 h 1255675"/>
              <a:gd name="connsiteX58" fmla="*/ 376381 w 1157692"/>
              <a:gd name="connsiteY58" fmla="*/ 57661 h 1255675"/>
              <a:gd name="connsiteX59" fmla="*/ 396879 w 1157692"/>
              <a:gd name="connsiteY59" fmla="*/ 72167 h 1255675"/>
              <a:gd name="connsiteX60" fmla="*/ 414703 w 1157692"/>
              <a:gd name="connsiteY60" fmla="*/ 125658 h 1255675"/>
              <a:gd name="connsiteX61" fmla="*/ 439657 w 1157692"/>
              <a:gd name="connsiteY61" fmla="*/ 247146 h 1255675"/>
              <a:gd name="connsiteX62" fmla="*/ 414703 w 1157692"/>
              <a:gd name="connsiteY62" fmla="*/ 368633 h 1255675"/>
              <a:gd name="connsiteX63" fmla="*/ 392423 w 1157692"/>
              <a:gd name="connsiteY63" fmla="*/ 476522 h 1255675"/>
              <a:gd name="connsiteX64" fmla="*/ 375490 w 1157692"/>
              <a:gd name="connsiteY64" fmla="*/ 493747 h 1255675"/>
              <a:gd name="connsiteX65" fmla="*/ 356775 w 1157692"/>
              <a:gd name="connsiteY65" fmla="*/ 476522 h 1255675"/>
              <a:gd name="connsiteX66" fmla="*/ 381729 w 1157692"/>
              <a:gd name="connsiteY66" fmla="*/ 354127 h 1255675"/>
              <a:gd name="connsiteX67" fmla="*/ 404009 w 1157692"/>
              <a:gd name="connsiteY67" fmla="*/ 247146 h 1255675"/>
              <a:gd name="connsiteX68" fmla="*/ 381729 w 1157692"/>
              <a:gd name="connsiteY68" fmla="*/ 139257 h 1255675"/>
              <a:gd name="connsiteX69" fmla="*/ 362122 w 1157692"/>
              <a:gd name="connsiteY69" fmla="*/ 79420 h 1255675"/>
              <a:gd name="connsiteX70" fmla="*/ 376381 w 1157692"/>
              <a:gd name="connsiteY70" fmla="*/ 57661 h 1255675"/>
              <a:gd name="connsiteX71" fmla="*/ 490477 w 1157692"/>
              <a:gd name="connsiteY71" fmla="*/ 0 h 1255675"/>
              <a:gd name="connsiteX72" fmla="*/ 507592 w 1157692"/>
              <a:gd name="connsiteY72" fmla="*/ 17245 h 1255675"/>
              <a:gd name="connsiteX73" fmla="*/ 531012 w 1157692"/>
              <a:gd name="connsiteY73" fmla="*/ 125252 h 1255675"/>
              <a:gd name="connsiteX74" fmla="*/ 555332 w 1157692"/>
              <a:gd name="connsiteY74" fmla="*/ 246873 h 1255675"/>
              <a:gd name="connsiteX75" fmla="*/ 531012 w 1157692"/>
              <a:gd name="connsiteY75" fmla="*/ 368495 h 1255675"/>
              <a:gd name="connsiteX76" fmla="*/ 507592 w 1157692"/>
              <a:gd name="connsiteY76" fmla="*/ 476502 h 1255675"/>
              <a:gd name="connsiteX77" fmla="*/ 490477 w 1157692"/>
              <a:gd name="connsiteY77" fmla="*/ 493746 h 1255675"/>
              <a:gd name="connsiteX78" fmla="*/ 472462 w 1157692"/>
              <a:gd name="connsiteY78" fmla="*/ 476502 h 1255675"/>
              <a:gd name="connsiteX79" fmla="*/ 496783 w 1157692"/>
              <a:gd name="connsiteY79" fmla="*/ 353973 h 1255675"/>
              <a:gd name="connsiteX80" fmla="*/ 520202 w 1157692"/>
              <a:gd name="connsiteY80" fmla="*/ 246873 h 1255675"/>
              <a:gd name="connsiteX81" fmla="*/ 496783 w 1157692"/>
              <a:gd name="connsiteY81" fmla="*/ 138866 h 1255675"/>
              <a:gd name="connsiteX82" fmla="*/ 472462 w 1157692"/>
              <a:gd name="connsiteY82" fmla="*/ 17245 h 1255675"/>
              <a:gd name="connsiteX83" fmla="*/ 490477 w 1157692"/>
              <a:gd name="connsiteY83" fmla="*/ 0 h 125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1157692" h="1255675">
                <a:moveTo>
                  <a:pt x="35695" y="1102496"/>
                </a:moveTo>
                <a:cubicBezTo>
                  <a:pt x="35695" y="1103402"/>
                  <a:pt x="35695" y="1104309"/>
                  <a:pt x="35695" y="1105215"/>
                </a:cubicBezTo>
                <a:cubicBezTo>
                  <a:pt x="90801" y="1177726"/>
                  <a:pt x="163975" y="1219419"/>
                  <a:pt x="240762" y="1219419"/>
                </a:cubicBezTo>
                <a:lnTo>
                  <a:pt x="782789" y="1219419"/>
                </a:lnTo>
                <a:cubicBezTo>
                  <a:pt x="859577" y="1219419"/>
                  <a:pt x="932750" y="1177726"/>
                  <a:pt x="987856" y="1105215"/>
                </a:cubicBezTo>
                <a:cubicBezTo>
                  <a:pt x="988760" y="1104309"/>
                  <a:pt x="988760" y="1103402"/>
                  <a:pt x="988760" y="1102496"/>
                </a:cubicBezTo>
                <a:lnTo>
                  <a:pt x="716843" y="1102496"/>
                </a:lnTo>
                <a:lnTo>
                  <a:pt x="307612" y="1102496"/>
                </a:lnTo>
                <a:close/>
                <a:moveTo>
                  <a:pt x="992373" y="682840"/>
                </a:moveTo>
                <a:lnTo>
                  <a:pt x="981533" y="752632"/>
                </a:lnTo>
                <a:cubicBezTo>
                  <a:pt x="972499" y="823330"/>
                  <a:pt x="946301" y="888589"/>
                  <a:pt x="907456" y="944785"/>
                </a:cubicBezTo>
                <a:cubicBezTo>
                  <a:pt x="980629" y="929377"/>
                  <a:pt x="1121556" y="884058"/>
                  <a:pt x="1121556" y="764415"/>
                </a:cubicBezTo>
                <a:cubicBezTo>
                  <a:pt x="1121556" y="719096"/>
                  <a:pt x="1085421" y="682840"/>
                  <a:pt x="1040252" y="682840"/>
                </a:cubicBezTo>
                <a:close/>
                <a:moveTo>
                  <a:pt x="86284" y="606704"/>
                </a:moveTo>
                <a:cubicBezTo>
                  <a:pt x="79057" y="606704"/>
                  <a:pt x="72733" y="609423"/>
                  <a:pt x="67313" y="614862"/>
                </a:cubicBezTo>
                <a:cubicBezTo>
                  <a:pt x="61893" y="621206"/>
                  <a:pt x="60086" y="627551"/>
                  <a:pt x="61893" y="635709"/>
                </a:cubicBezTo>
                <a:lnTo>
                  <a:pt x="76347" y="747194"/>
                </a:lnTo>
                <a:cubicBezTo>
                  <a:pt x="97125" y="888589"/>
                  <a:pt x="185656" y="1007326"/>
                  <a:pt x="314839" y="1067147"/>
                </a:cubicBezTo>
                <a:lnTo>
                  <a:pt x="709616" y="1067147"/>
                </a:lnTo>
                <a:cubicBezTo>
                  <a:pt x="837895" y="1007326"/>
                  <a:pt x="926427" y="888589"/>
                  <a:pt x="947204" y="747194"/>
                </a:cubicBezTo>
                <a:lnTo>
                  <a:pt x="962562" y="635709"/>
                </a:lnTo>
                <a:cubicBezTo>
                  <a:pt x="963465" y="627551"/>
                  <a:pt x="961658" y="621206"/>
                  <a:pt x="957142" y="614862"/>
                </a:cubicBezTo>
                <a:cubicBezTo>
                  <a:pt x="951721" y="609423"/>
                  <a:pt x="944494" y="606704"/>
                  <a:pt x="938170" y="606704"/>
                </a:cubicBezTo>
                <a:close/>
                <a:moveTo>
                  <a:pt x="86284" y="570449"/>
                </a:moveTo>
                <a:lnTo>
                  <a:pt x="938170" y="570449"/>
                </a:lnTo>
                <a:cubicBezTo>
                  <a:pt x="955335" y="570449"/>
                  <a:pt x="972499" y="578606"/>
                  <a:pt x="983340" y="592202"/>
                </a:cubicBezTo>
                <a:cubicBezTo>
                  <a:pt x="995083" y="604892"/>
                  <a:pt x="1000504" y="622113"/>
                  <a:pt x="997794" y="640240"/>
                </a:cubicBezTo>
                <a:lnTo>
                  <a:pt x="996890" y="646585"/>
                </a:lnTo>
                <a:lnTo>
                  <a:pt x="1040252" y="646585"/>
                </a:lnTo>
                <a:cubicBezTo>
                  <a:pt x="1104392" y="646585"/>
                  <a:pt x="1157692" y="700062"/>
                  <a:pt x="1157692" y="764415"/>
                </a:cubicBezTo>
                <a:cubicBezTo>
                  <a:pt x="1157692" y="942972"/>
                  <a:pt x="920103" y="981041"/>
                  <a:pt x="874934" y="986479"/>
                </a:cubicBezTo>
                <a:cubicBezTo>
                  <a:pt x="847833" y="1017296"/>
                  <a:pt x="817118" y="1043581"/>
                  <a:pt x="782789" y="1067147"/>
                </a:cubicBezTo>
                <a:lnTo>
                  <a:pt x="992373" y="1067147"/>
                </a:lnTo>
                <a:cubicBezTo>
                  <a:pt x="1004117" y="1067147"/>
                  <a:pt x="1014958" y="1073492"/>
                  <a:pt x="1020378" y="1084368"/>
                </a:cubicBezTo>
                <a:cubicBezTo>
                  <a:pt x="1026702" y="1097964"/>
                  <a:pt x="1025798" y="1115185"/>
                  <a:pt x="1016764" y="1126062"/>
                </a:cubicBezTo>
                <a:cubicBezTo>
                  <a:pt x="955335" y="1207636"/>
                  <a:pt x="870417" y="1255675"/>
                  <a:pt x="782789" y="1255675"/>
                </a:cubicBezTo>
                <a:lnTo>
                  <a:pt x="240762" y="1255675"/>
                </a:lnTo>
                <a:cubicBezTo>
                  <a:pt x="153134" y="1255675"/>
                  <a:pt x="68217" y="1207636"/>
                  <a:pt x="7690" y="1126062"/>
                </a:cubicBezTo>
                <a:cubicBezTo>
                  <a:pt x="-1344" y="1115185"/>
                  <a:pt x="-2247" y="1097964"/>
                  <a:pt x="4077" y="1084368"/>
                </a:cubicBezTo>
                <a:cubicBezTo>
                  <a:pt x="9497" y="1073492"/>
                  <a:pt x="19434" y="1067147"/>
                  <a:pt x="31178" y="1067147"/>
                </a:cubicBezTo>
                <a:lnTo>
                  <a:pt x="240762" y="1067147"/>
                </a:lnTo>
                <a:cubicBezTo>
                  <a:pt x="134163" y="995543"/>
                  <a:pt x="60990" y="883151"/>
                  <a:pt x="42019" y="752632"/>
                </a:cubicBezTo>
                <a:lnTo>
                  <a:pt x="25758" y="640240"/>
                </a:lnTo>
                <a:cubicBezTo>
                  <a:pt x="23048" y="622113"/>
                  <a:pt x="28468" y="604892"/>
                  <a:pt x="40212" y="591296"/>
                </a:cubicBezTo>
                <a:cubicBezTo>
                  <a:pt x="51052" y="578606"/>
                  <a:pt x="68217" y="570449"/>
                  <a:pt x="86284" y="570449"/>
                </a:cubicBezTo>
                <a:close/>
                <a:moveTo>
                  <a:pt x="611052" y="57661"/>
                </a:moveTo>
                <a:cubicBezTo>
                  <a:pt x="620960" y="55848"/>
                  <a:pt x="629968" y="62194"/>
                  <a:pt x="632670" y="72167"/>
                </a:cubicBezTo>
                <a:cubicBezTo>
                  <a:pt x="636273" y="93020"/>
                  <a:pt x="643480" y="108432"/>
                  <a:pt x="649785" y="125658"/>
                </a:cubicBezTo>
                <a:cubicBezTo>
                  <a:pt x="662396" y="155577"/>
                  <a:pt x="675006" y="186402"/>
                  <a:pt x="675006" y="247146"/>
                </a:cubicBezTo>
                <a:cubicBezTo>
                  <a:pt x="675006" y="307889"/>
                  <a:pt x="662396" y="338715"/>
                  <a:pt x="649785" y="368633"/>
                </a:cubicBezTo>
                <a:cubicBezTo>
                  <a:pt x="638075" y="396739"/>
                  <a:pt x="627266" y="422124"/>
                  <a:pt x="627266" y="476522"/>
                </a:cubicBezTo>
                <a:cubicBezTo>
                  <a:pt x="627266" y="485588"/>
                  <a:pt x="619159" y="493747"/>
                  <a:pt x="610151" y="493747"/>
                </a:cubicBezTo>
                <a:cubicBezTo>
                  <a:pt x="599342" y="493747"/>
                  <a:pt x="592136" y="485588"/>
                  <a:pt x="592136" y="476522"/>
                </a:cubicBezTo>
                <a:cubicBezTo>
                  <a:pt x="592136" y="415778"/>
                  <a:pt x="604747" y="384046"/>
                  <a:pt x="617357" y="354127"/>
                </a:cubicBezTo>
                <a:cubicBezTo>
                  <a:pt x="628167" y="326929"/>
                  <a:pt x="638976" y="301543"/>
                  <a:pt x="638976" y="247146"/>
                </a:cubicBezTo>
                <a:cubicBezTo>
                  <a:pt x="638976" y="193655"/>
                  <a:pt x="628167" y="167363"/>
                  <a:pt x="617357" y="139257"/>
                </a:cubicBezTo>
                <a:cubicBezTo>
                  <a:pt x="610151" y="121125"/>
                  <a:pt x="602044" y="103899"/>
                  <a:pt x="597541" y="79420"/>
                </a:cubicBezTo>
                <a:cubicBezTo>
                  <a:pt x="594838" y="68541"/>
                  <a:pt x="601144" y="59474"/>
                  <a:pt x="611052" y="57661"/>
                </a:cubicBezTo>
                <a:close/>
                <a:moveTo>
                  <a:pt x="376381" y="57661"/>
                </a:moveTo>
                <a:cubicBezTo>
                  <a:pt x="386185" y="55848"/>
                  <a:pt x="395097" y="62194"/>
                  <a:pt x="396879" y="72167"/>
                </a:cubicBezTo>
                <a:cubicBezTo>
                  <a:pt x="401335" y="93020"/>
                  <a:pt x="408465" y="108432"/>
                  <a:pt x="414703" y="125658"/>
                </a:cubicBezTo>
                <a:cubicBezTo>
                  <a:pt x="427180" y="155577"/>
                  <a:pt x="439657" y="186402"/>
                  <a:pt x="439657" y="247146"/>
                </a:cubicBezTo>
                <a:cubicBezTo>
                  <a:pt x="439657" y="307889"/>
                  <a:pt x="427180" y="338715"/>
                  <a:pt x="414703" y="368633"/>
                </a:cubicBezTo>
                <a:cubicBezTo>
                  <a:pt x="404009" y="396739"/>
                  <a:pt x="392423" y="422124"/>
                  <a:pt x="392423" y="476522"/>
                </a:cubicBezTo>
                <a:cubicBezTo>
                  <a:pt x="392423" y="485588"/>
                  <a:pt x="384402" y="493747"/>
                  <a:pt x="375490" y="493747"/>
                </a:cubicBezTo>
                <a:cubicBezTo>
                  <a:pt x="365687" y="493747"/>
                  <a:pt x="356775" y="485588"/>
                  <a:pt x="356775" y="476522"/>
                </a:cubicBezTo>
                <a:cubicBezTo>
                  <a:pt x="356775" y="415778"/>
                  <a:pt x="370143" y="384046"/>
                  <a:pt x="381729" y="354127"/>
                </a:cubicBezTo>
                <a:cubicBezTo>
                  <a:pt x="394205" y="326929"/>
                  <a:pt x="404009" y="301543"/>
                  <a:pt x="404009" y="247146"/>
                </a:cubicBezTo>
                <a:cubicBezTo>
                  <a:pt x="404009" y="193655"/>
                  <a:pt x="394205" y="167363"/>
                  <a:pt x="381729" y="139257"/>
                </a:cubicBezTo>
                <a:cubicBezTo>
                  <a:pt x="375490" y="121125"/>
                  <a:pt x="367469" y="103899"/>
                  <a:pt x="362122" y="79420"/>
                </a:cubicBezTo>
                <a:cubicBezTo>
                  <a:pt x="361231" y="68541"/>
                  <a:pt x="367469" y="59474"/>
                  <a:pt x="376381" y="57661"/>
                </a:cubicBezTo>
                <a:close/>
                <a:moveTo>
                  <a:pt x="490477" y="0"/>
                </a:moveTo>
                <a:cubicBezTo>
                  <a:pt x="500386" y="0"/>
                  <a:pt x="507592" y="7261"/>
                  <a:pt x="507592" y="17245"/>
                </a:cubicBezTo>
                <a:cubicBezTo>
                  <a:pt x="507592" y="71702"/>
                  <a:pt x="519302" y="98023"/>
                  <a:pt x="531012" y="125252"/>
                </a:cubicBezTo>
                <a:cubicBezTo>
                  <a:pt x="542722" y="155203"/>
                  <a:pt x="555332" y="186063"/>
                  <a:pt x="555332" y="246873"/>
                </a:cubicBezTo>
                <a:cubicBezTo>
                  <a:pt x="555332" y="307684"/>
                  <a:pt x="542722" y="338543"/>
                  <a:pt x="531012" y="368495"/>
                </a:cubicBezTo>
                <a:cubicBezTo>
                  <a:pt x="519302" y="396631"/>
                  <a:pt x="507592" y="422044"/>
                  <a:pt x="507592" y="476502"/>
                </a:cubicBezTo>
                <a:cubicBezTo>
                  <a:pt x="507592" y="485578"/>
                  <a:pt x="500386" y="493746"/>
                  <a:pt x="490477" y="493746"/>
                </a:cubicBezTo>
                <a:cubicBezTo>
                  <a:pt x="480569" y="493746"/>
                  <a:pt x="472462" y="485578"/>
                  <a:pt x="472462" y="476502"/>
                </a:cubicBezTo>
                <a:cubicBezTo>
                  <a:pt x="472462" y="415691"/>
                  <a:pt x="485073" y="383924"/>
                  <a:pt x="496783" y="353973"/>
                </a:cubicBezTo>
                <a:cubicBezTo>
                  <a:pt x="509393" y="326744"/>
                  <a:pt x="520202" y="301330"/>
                  <a:pt x="520202" y="246873"/>
                </a:cubicBezTo>
                <a:cubicBezTo>
                  <a:pt x="520202" y="193323"/>
                  <a:pt x="509393" y="167002"/>
                  <a:pt x="496783" y="138866"/>
                </a:cubicBezTo>
                <a:cubicBezTo>
                  <a:pt x="485073" y="108915"/>
                  <a:pt x="472462" y="78963"/>
                  <a:pt x="472462" y="17245"/>
                </a:cubicBezTo>
                <a:cubicBezTo>
                  <a:pt x="472462" y="7261"/>
                  <a:pt x="480569" y="0"/>
                  <a:pt x="4904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5" name="Freeform 5">
            <a:extLst>
              <a:ext uri="{FF2B5EF4-FFF2-40B4-BE49-F238E27FC236}">
                <a16:creationId xmlns:a16="http://schemas.microsoft.com/office/drawing/2014/main" id="{31615A4E-0734-49B0-92EB-9E9D8DF30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101" y="10008758"/>
            <a:ext cx="3382793" cy="2959944"/>
          </a:xfrm>
          <a:custGeom>
            <a:avLst/>
            <a:gdLst>
              <a:gd name="T0" fmla="*/ 3421 w 3741"/>
              <a:gd name="T1" fmla="*/ 1705 h 3270"/>
              <a:gd name="T2" fmla="*/ 2707 w 3741"/>
              <a:gd name="T3" fmla="*/ 2943 h 3270"/>
              <a:gd name="T4" fmla="*/ 2707 w 3741"/>
              <a:gd name="T5" fmla="*/ 2943 h 3270"/>
              <a:gd name="T6" fmla="*/ 2585 w 3741"/>
              <a:gd name="T7" fmla="*/ 3013 h 3270"/>
              <a:gd name="T8" fmla="*/ 1156 w 3741"/>
              <a:gd name="T9" fmla="*/ 3013 h 3270"/>
              <a:gd name="T10" fmla="*/ 1156 w 3741"/>
              <a:gd name="T11" fmla="*/ 3013 h 3270"/>
              <a:gd name="T12" fmla="*/ 1034 w 3741"/>
              <a:gd name="T13" fmla="*/ 2943 h 3270"/>
              <a:gd name="T14" fmla="*/ 319 w 3741"/>
              <a:gd name="T15" fmla="*/ 1705 h 3270"/>
              <a:gd name="T16" fmla="*/ 319 w 3741"/>
              <a:gd name="T17" fmla="*/ 1705 h 3270"/>
              <a:gd name="T18" fmla="*/ 319 w 3741"/>
              <a:gd name="T19" fmla="*/ 1564 h 3270"/>
              <a:gd name="T20" fmla="*/ 1034 w 3741"/>
              <a:gd name="T21" fmla="*/ 326 h 3270"/>
              <a:gd name="T22" fmla="*/ 1034 w 3741"/>
              <a:gd name="T23" fmla="*/ 326 h 3270"/>
              <a:gd name="T24" fmla="*/ 1156 w 3741"/>
              <a:gd name="T25" fmla="*/ 257 h 3270"/>
              <a:gd name="T26" fmla="*/ 2585 w 3741"/>
              <a:gd name="T27" fmla="*/ 257 h 3270"/>
              <a:gd name="T28" fmla="*/ 2585 w 3741"/>
              <a:gd name="T29" fmla="*/ 257 h 3270"/>
              <a:gd name="T30" fmla="*/ 2707 w 3741"/>
              <a:gd name="T31" fmla="*/ 326 h 3270"/>
              <a:gd name="T32" fmla="*/ 3368 w 3741"/>
              <a:gd name="T33" fmla="*/ 1474 h 3270"/>
              <a:gd name="T34" fmla="*/ 3421 w 3741"/>
              <a:gd name="T35" fmla="*/ 1564 h 3270"/>
              <a:gd name="T36" fmla="*/ 3421 w 3741"/>
              <a:gd name="T37" fmla="*/ 1564 h 3270"/>
              <a:gd name="T38" fmla="*/ 3421 w 3741"/>
              <a:gd name="T39" fmla="*/ 1705 h 3270"/>
              <a:gd name="T40" fmla="*/ 3711 w 3741"/>
              <a:gd name="T41" fmla="*/ 1552 h 3270"/>
              <a:gd name="T42" fmla="*/ 2862 w 3741"/>
              <a:gd name="T43" fmla="*/ 83 h 3270"/>
              <a:gd name="T44" fmla="*/ 2862 w 3741"/>
              <a:gd name="T45" fmla="*/ 83 h 3270"/>
              <a:gd name="T46" fmla="*/ 2718 w 3741"/>
              <a:gd name="T47" fmla="*/ 0 h 3270"/>
              <a:gd name="T48" fmla="*/ 1022 w 3741"/>
              <a:gd name="T49" fmla="*/ 0 h 3270"/>
              <a:gd name="T50" fmla="*/ 1022 w 3741"/>
              <a:gd name="T51" fmla="*/ 0 h 3270"/>
              <a:gd name="T52" fmla="*/ 877 w 3741"/>
              <a:gd name="T53" fmla="*/ 83 h 3270"/>
              <a:gd name="T54" fmla="*/ 30 w 3741"/>
              <a:gd name="T55" fmla="*/ 1552 h 3270"/>
              <a:gd name="T56" fmla="*/ 30 w 3741"/>
              <a:gd name="T57" fmla="*/ 1552 h 3270"/>
              <a:gd name="T58" fmla="*/ 30 w 3741"/>
              <a:gd name="T59" fmla="*/ 1718 h 3270"/>
              <a:gd name="T60" fmla="*/ 92 w 3741"/>
              <a:gd name="T61" fmla="*/ 1825 h 3270"/>
              <a:gd name="T62" fmla="*/ 877 w 3741"/>
              <a:gd name="T63" fmla="*/ 3186 h 3270"/>
              <a:gd name="T64" fmla="*/ 877 w 3741"/>
              <a:gd name="T65" fmla="*/ 3186 h 3270"/>
              <a:gd name="T66" fmla="*/ 1022 w 3741"/>
              <a:gd name="T67" fmla="*/ 3269 h 3270"/>
              <a:gd name="T68" fmla="*/ 2718 w 3741"/>
              <a:gd name="T69" fmla="*/ 3269 h 3270"/>
              <a:gd name="T70" fmla="*/ 2718 w 3741"/>
              <a:gd name="T71" fmla="*/ 3269 h 3270"/>
              <a:gd name="T72" fmla="*/ 2862 w 3741"/>
              <a:gd name="T73" fmla="*/ 3186 h 3270"/>
              <a:gd name="T74" fmla="*/ 3711 w 3741"/>
              <a:gd name="T75" fmla="*/ 1718 h 3270"/>
              <a:gd name="T76" fmla="*/ 3711 w 3741"/>
              <a:gd name="T77" fmla="*/ 1718 h 3270"/>
              <a:gd name="T78" fmla="*/ 3711 w 3741"/>
              <a:gd name="T79" fmla="*/ 1552 h 3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0">
                <a:moveTo>
                  <a:pt x="3421" y="1705"/>
                </a:moveTo>
                <a:lnTo>
                  <a:pt x="2707" y="2943"/>
                </a:lnTo>
                <a:lnTo>
                  <a:pt x="2707" y="2943"/>
                </a:lnTo>
                <a:cubicBezTo>
                  <a:pt x="2681" y="2986"/>
                  <a:pt x="2635" y="3013"/>
                  <a:pt x="2585" y="3013"/>
                </a:cubicBezTo>
                <a:lnTo>
                  <a:pt x="1156" y="3013"/>
                </a:lnTo>
                <a:lnTo>
                  <a:pt x="1156" y="3013"/>
                </a:lnTo>
                <a:cubicBezTo>
                  <a:pt x="1105" y="3013"/>
                  <a:pt x="1059" y="2986"/>
                  <a:pt x="1034" y="2943"/>
                </a:cubicBezTo>
                <a:lnTo>
                  <a:pt x="319" y="1705"/>
                </a:lnTo>
                <a:lnTo>
                  <a:pt x="319" y="1705"/>
                </a:lnTo>
                <a:cubicBezTo>
                  <a:pt x="294" y="1661"/>
                  <a:pt x="294" y="1608"/>
                  <a:pt x="319" y="1564"/>
                </a:cubicBezTo>
                <a:lnTo>
                  <a:pt x="1034" y="326"/>
                </a:lnTo>
                <a:lnTo>
                  <a:pt x="1034" y="326"/>
                </a:lnTo>
                <a:cubicBezTo>
                  <a:pt x="1059" y="284"/>
                  <a:pt x="1105" y="257"/>
                  <a:pt x="1156" y="257"/>
                </a:cubicBezTo>
                <a:lnTo>
                  <a:pt x="2585" y="257"/>
                </a:lnTo>
                <a:lnTo>
                  <a:pt x="2585" y="257"/>
                </a:lnTo>
                <a:cubicBezTo>
                  <a:pt x="2635" y="257"/>
                  <a:pt x="2681" y="284"/>
                  <a:pt x="2707" y="326"/>
                </a:cubicBezTo>
                <a:lnTo>
                  <a:pt x="3368" y="1474"/>
                </a:lnTo>
                <a:lnTo>
                  <a:pt x="3421" y="1564"/>
                </a:lnTo>
                <a:lnTo>
                  <a:pt x="3421" y="1564"/>
                </a:lnTo>
                <a:cubicBezTo>
                  <a:pt x="3446" y="1608"/>
                  <a:pt x="3446" y="1661"/>
                  <a:pt x="3421" y="1705"/>
                </a:cubicBezTo>
                <a:close/>
                <a:moveTo>
                  <a:pt x="3711" y="1552"/>
                </a:moveTo>
                <a:lnTo>
                  <a:pt x="2862" y="83"/>
                </a:lnTo>
                <a:lnTo>
                  <a:pt x="2862" y="83"/>
                </a:lnTo>
                <a:cubicBezTo>
                  <a:pt x="2832" y="31"/>
                  <a:pt x="2777" y="0"/>
                  <a:pt x="2718" y="0"/>
                </a:cubicBezTo>
                <a:lnTo>
                  <a:pt x="1022" y="0"/>
                </a:lnTo>
                <a:lnTo>
                  <a:pt x="1022" y="0"/>
                </a:lnTo>
                <a:cubicBezTo>
                  <a:pt x="963" y="0"/>
                  <a:pt x="908" y="31"/>
                  <a:pt x="877" y="83"/>
                </a:cubicBezTo>
                <a:lnTo>
                  <a:pt x="30" y="1552"/>
                </a:lnTo>
                <a:lnTo>
                  <a:pt x="30" y="1552"/>
                </a:lnTo>
                <a:cubicBezTo>
                  <a:pt x="0" y="1603"/>
                  <a:pt x="0" y="1666"/>
                  <a:pt x="30" y="1718"/>
                </a:cubicBezTo>
                <a:lnTo>
                  <a:pt x="92" y="1825"/>
                </a:lnTo>
                <a:lnTo>
                  <a:pt x="877" y="3186"/>
                </a:lnTo>
                <a:lnTo>
                  <a:pt x="877" y="3186"/>
                </a:lnTo>
                <a:cubicBezTo>
                  <a:pt x="908" y="3238"/>
                  <a:pt x="963" y="3269"/>
                  <a:pt x="1022" y="3269"/>
                </a:cubicBezTo>
                <a:lnTo>
                  <a:pt x="2718" y="3269"/>
                </a:lnTo>
                <a:lnTo>
                  <a:pt x="2718" y="3269"/>
                </a:lnTo>
                <a:cubicBezTo>
                  <a:pt x="2777" y="3269"/>
                  <a:pt x="2832" y="3238"/>
                  <a:pt x="2862" y="3186"/>
                </a:cubicBezTo>
                <a:lnTo>
                  <a:pt x="3711" y="1718"/>
                </a:lnTo>
                <a:lnTo>
                  <a:pt x="3711" y="1718"/>
                </a:lnTo>
                <a:cubicBezTo>
                  <a:pt x="3740" y="1666"/>
                  <a:pt x="3740" y="1603"/>
                  <a:pt x="3711" y="155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96B2428A-A373-4A72-8D35-2FD3CA02C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407" y="10914292"/>
            <a:ext cx="1407264" cy="1139991"/>
          </a:xfrm>
          <a:custGeom>
            <a:avLst/>
            <a:gdLst>
              <a:gd name="connsiteX0" fmla="*/ 1177449 w 1407264"/>
              <a:gd name="connsiteY0" fmla="*/ 1045155 h 1139991"/>
              <a:gd name="connsiteX1" fmla="*/ 1199838 w 1407264"/>
              <a:gd name="connsiteY1" fmla="*/ 1066648 h 1139991"/>
              <a:gd name="connsiteX2" fmla="*/ 1177449 w 1407264"/>
              <a:gd name="connsiteY2" fmla="*/ 1088141 h 1139991"/>
              <a:gd name="connsiteX3" fmla="*/ 1156852 w 1407264"/>
              <a:gd name="connsiteY3" fmla="*/ 1066648 h 1139991"/>
              <a:gd name="connsiteX4" fmla="*/ 1177449 w 1407264"/>
              <a:gd name="connsiteY4" fmla="*/ 1045155 h 1139991"/>
              <a:gd name="connsiteX5" fmla="*/ 984903 w 1407264"/>
              <a:gd name="connsiteY5" fmla="*/ 1026082 h 1139991"/>
              <a:gd name="connsiteX6" fmla="*/ 984903 w 1407264"/>
              <a:gd name="connsiteY6" fmla="*/ 1101117 h 1139991"/>
              <a:gd name="connsiteX7" fmla="*/ 987617 w 1407264"/>
              <a:gd name="connsiteY7" fmla="*/ 1103830 h 1139991"/>
              <a:gd name="connsiteX8" fmla="*/ 1368374 w 1407264"/>
              <a:gd name="connsiteY8" fmla="*/ 1103830 h 1139991"/>
              <a:gd name="connsiteX9" fmla="*/ 1371087 w 1407264"/>
              <a:gd name="connsiteY9" fmla="*/ 1101117 h 1139991"/>
              <a:gd name="connsiteX10" fmla="*/ 1371087 w 1407264"/>
              <a:gd name="connsiteY10" fmla="*/ 1026082 h 1139991"/>
              <a:gd name="connsiteX11" fmla="*/ 471198 w 1407264"/>
              <a:gd name="connsiteY11" fmla="*/ 835330 h 1139991"/>
              <a:gd name="connsiteX12" fmla="*/ 474816 w 1407264"/>
              <a:gd name="connsiteY12" fmla="*/ 874204 h 1139991"/>
              <a:gd name="connsiteX13" fmla="*/ 422360 w 1407264"/>
              <a:gd name="connsiteY13" fmla="*/ 1103830 h 1139991"/>
              <a:gd name="connsiteX14" fmla="*/ 794977 w 1407264"/>
              <a:gd name="connsiteY14" fmla="*/ 1103830 h 1139991"/>
              <a:gd name="connsiteX15" fmla="*/ 742521 w 1407264"/>
              <a:gd name="connsiteY15" fmla="*/ 874204 h 1139991"/>
              <a:gd name="connsiteX16" fmla="*/ 746139 w 1407264"/>
              <a:gd name="connsiteY16" fmla="*/ 835330 h 1139991"/>
              <a:gd name="connsiteX17" fmla="*/ 1256116 w 1407264"/>
              <a:gd name="connsiteY17" fmla="*/ 726024 h 1139991"/>
              <a:gd name="connsiteX18" fmla="*/ 1275598 w 1407264"/>
              <a:gd name="connsiteY18" fmla="*/ 745063 h 1139991"/>
              <a:gd name="connsiteX19" fmla="*/ 1256116 w 1407264"/>
              <a:gd name="connsiteY19" fmla="*/ 765008 h 1139991"/>
              <a:gd name="connsiteX20" fmla="*/ 1236634 w 1407264"/>
              <a:gd name="connsiteY20" fmla="*/ 745063 h 1139991"/>
              <a:gd name="connsiteX21" fmla="*/ 1256116 w 1407264"/>
              <a:gd name="connsiteY21" fmla="*/ 726024 h 1139991"/>
              <a:gd name="connsiteX22" fmla="*/ 1180323 w 1407264"/>
              <a:gd name="connsiteY22" fmla="*/ 726024 h 1139991"/>
              <a:gd name="connsiteX23" fmla="*/ 1199805 w 1407264"/>
              <a:gd name="connsiteY23" fmla="*/ 745063 h 1139991"/>
              <a:gd name="connsiteX24" fmla="*/ 1180323 w 1407264"/>
              <a:gd name="connsiteY24" fmla="*/ 765008 h 1139991"/>
              <a:gd name="connsiteX25" fmla="*/ 1160842 w 1407264"/>
              <a:gd name="connsiteY25" fmla="*/ 745063 h 1139991"/>
              <a:gd name="connsiteX26" fmla="*/ 1180323 w 1407264"/>
              <a:gd name="connsiteY26" fmla="*/ 726024 h 1139991"/>
              <a:gd name="connsiteX27" fmla="*/ 1104992 w 1407264"/>
              <a:gd name="connsiteY27" fmla="*/ 726024 h 1139991"/>
              <a:gd name="connsiteX28" fmla="*/ 1124031 w 1407264"/>
              <a:gd name="connsiteY28" fmla="*/ 745063 h 1139991"/>
              <a:gd name="connsiteX29" fmla="*/ 1104992 w 1407264"/>
              <a:gd name="connsiteY29" fmla="*/ 765008 h 1139991"/>
              <a:gd name="connsiteX30" fmla="*/ 1085047 w 1407264"/>
              <a:gd name="connsiteY30" fmla="*/ 745063 h 1139991"/>
              <a:gd name="connsiteX31" fmla="*/ 1104992 w 1407264"/>
              <a:gd name="connsiteY31" fmla="*/ 726024 h 1139991"/>
              <a:gd name="connsiteX32" fmla="*/ 607899 w 1407264"/>
              <a:gd name="connsiteY32" fmla="*/ 686133 h 1139991"/>
              <a:gd name="connsiteX33" fmla="*/ 645349 w 1407264"/>
              <a:gd name="connsiteY33" fmla="*/ 725097 h 1139991"/>
              <a:gd name="connsiteX34" fmla="*/ 607899 w 1407264"/>
              <a:gd name="connsiteY34" fmla="*/ 764988 h 1139991"/>
              <a:gd name="connsiteX35" fmla="*/ 570449 w 1407264"/>
              <a:gd name="connsiteY35" fmla="*/ 725097 h 1139991"/>
              <a:gd name="connsiteX36" fmla="*/ 607899 w 1407264"/>
              <a:gd name="connsiteY36" fmla="*/ 686133 h 1139991"/>
              <a:gd name="connsiteX37" fmla="*/ 36176 w 1407264"/>
              <a:gd name="connsiteY37" fmla="*/ 644579 h 1139991"/>
              <a:gd name="connsiteX38" fmla="*/ 36176 w 1407264"/>
              <a:gd name="connsiteY38" fmla="*/ 780184 h 1139991"/>
              <a:gd name="connsiteX39" fmla="*/ 56978 w 1407264"/>
              <a:gd name="connsiteY39" fmla="*/ 799169 h 1139991"/>
              <a:gd name="connsiteX40" fmla="*/ 948727 w 1407264"/>
              <a:gd name="connsiteY40" fmla="*/ 799169 h 1139991"/>
              <a:gd name="connsiteX41" fmla="*/ 948727 w 1407264"/>
              <a:gd name="connsiteY41" fmla="*/ 644579 h 1139991"/>
              <a:gd name="connsiteX42" fmla="*/ 1139313 w 1407264"/>
              <a:gd name="connsiteY42" fmla="*/ 478697 h 1139991"/>
              <a:gd name="connsiteX43" fmla="*/ 1217354 w 1407264"/>
              <a:gd name="connsiteY43" fmla="*/ 478697 h 1139991"/>
              <a:gd name="connsiteX44" fmla="*/ 1235717 w 1407264"/>
              <a:gd name="connsiteY44" fmla="*/ 497087 h 1139991"/>
              <a:gd name="connsiteX45" fmla="*/ 1217354 w 1407264"/>
              <a:gd name="connsiteY45" fmla="*/ 513725 h 1139991"/>
              <a:gd name="connsiteX46" fmla="*/ 1139313 w 1407264"/>
              <a:gd name="connsiteY46" fmla="*/ 513725 h 1139991"/>
              <a:gd name="connsiteX47" fmla="*/ 1120951 w 1407264"/>
              <a:gd name="connsiteY47" fmla="*/ 497087 h 1139991"/>
              <a:gd name="connsiteX48" fmla="*/ 1139313 w 1407264"/>
              <a:gd name="connsiteY48" fmla="*/ 478697 h 1139991"/>
              <a:gd name="connsiteX49" fmla="*/ 987617 w 1407264"/>
              <a:gd name="connsiteY49" fmla="*/ 454731 h 1139991"/>
              <a:gd name="connsiteX50" fmla="*/ 984903 w 1407264"/>
              <a:gd name="connsiteY50" fmla="*/ 458347 h 1139991"/>
              <a:gd name="connsiteX51" fmla="*/ 984903 w 1407264"/>
              <a:gd name="connsiteY51" fmla="*/ 818154 h 1139991"/>
              <a:gd name="connsiteX52" fmla="*/ 984903 w 1407264"/>
              <a:gd name="connsiteY52" fmla="*/ 989921 h 1139991"/>
              <a:gd name="connsiteX53" fmla="*/ 1371087 w 1407264"/>
              <a:gd name="connsiteY53" fmla="*/ 989921 h 1139991"/>
              <a:gd name="connsiteX54" fmla="*/ 1371087 w 1407264"/>
              <a:gd name="connsiteY54" fmla="*/ 458347 h 1139991"/>
              <a:gd name="connsiteX55" fmla="*/ 1368374 w 1407264"/>
              <a:gd name="connsiteY55" fmla="*/ 454731 h 1139991"/>
              <a:gd name="connsiteX56" fmla="*/ 1199249 w 1407264"/>
              <a:gd name="connsiteY56" fmla="*/ 454731 h 1139991"/>
              <a:gd name="connsiteX57" fmla="*/ 1104992 w 1407264"/>
              <a:gd name="connsiteY57" fmla="*/ 307165 h 1139991"/>
              <a:gd name="connsiteX58" fmla="*/ 1124031 w 1407264"/>
              <a:gd name="connsiteY58" fmla="*/ 326647 h 1139991"/>
              <a:gd name="connsiteX59" fmla="*/ 1104992 w 1407264"/>
              <a:gd name="connsiteY59" fmla="*/ 346128 h 1139991"/>
              <a:gd name="connsiteX60" fmla="*/ 1085047 w 1407264"/>
              <a:gd name="connsiteY60" fmla="*/ 326647 h 1139991"/>
              <a:gd name="connsiteX61" fmla="*/ 1104992 w 1407264"/>
              <a:gd name="connsiteY61" fmla="*/ 307165 h 1139991"/>
              <a:gd name="connsiteX62" fmla="*/ 1028736 w 1407264"/>
              <a:gd name="connsiteY62" fmla="*/ 307165 h 1139991"/>
              <a:gd name="connsiteX63" fmla="*/ 1048218 w 1407264"/>
              <a:gd name="connsiteY63" fmla="*/ 326647 h 1139991"/>
              <a:gd name="connsiteX64" fmla="*/ 1028736 w 1407264"/>
              <a:gd name="connsiteY64" fmla="*/ 346128 h 1139991"/>
              <a:gd name="connsiteX65" fmla="*/ 1009255 w 1407264"/>
              <a:gd name="connsiteY65" fmla="*/ 326647 h 1139991"/>
              <a:gd name="connsiteX66" fmla="*/ 1028736 w 1407264"/>
              <a:gd name="connsiteY66" fmla="*/ 307165 h 1139991"/>
              <a:gd name="connsiteX67" fmla="*/ 952941 w 1407264"/>
              <a:gd name="connsiteY67" fmla="*/ 307165 h 1139991"/>
              <a:gd name="connsiteX68" fmla="*/ 972423 w 1407264"/>
              <a:gd name="connsiteY68" fmla="*/ 326647 h 1139991"/>
              <a:gd name="connsiteX69" fmla="*/ 952941 w 1407264"/>
              <a:gd name="connsiteY69" fmla="*/ 346128 h 1139991"/>
              <a:gd name="connsiteX70" fmla="*/ 933460 w 1407264"/>
              <a:gd name="connsiteY70" fmla="*/ 326647 h 1139991"/>
              <a:gd name="connsiteX71" fmla="*/ 952941 w 1407264"/>
              <a:gd name="connsiteY71" fmla="*/ 307165 h 1139991"/>
              <a:gd name="connsiteX72" fmla="*/ 266808 w 1407264"/>
              <a:gd name="connsiteY72" fmla="*/ 307165 h 1139991"/>
              <a:gd name="connsiteX73" fmla="*/ 286290 w 1407264"/>
              <a:gd name="connsiteY73" fmla="*/ 326647 h 1139991"/>
              <a:gd name="connsiteX74" fmla="*/ 266808 w 1407264"/>
              <a:gd name="connsiteY74" fmla="*/ 346128 h 1139991"/>
              <a:gd name="connsiteX75" fmla="*/ 247327 w 1407264"/>
              <a:gd name="connsiteY75" fmla="*/ 326647 h 1139991"/>
              <a:gd name="connsiteX76" fmla="*/ 266808 w 1407264"/>
              <a:gd name="connsiteY76" fmla="*/ 307165 h 1139991"/>
              <a:gd name="connsiteX77" fmla="*/ 191016 w 1407264"/>
              <a:gd name="connsiteY77" fmla="*/ 307165 h 1139991"/>
              <a:gd name="connsiteX78" fmla="*/ 210498 w 1407264"/>
              <a:gd name="connsiteY78" fmla="*/ 326647 h 1139991"/>
              <a:gd name="connsiteX79" fmla="*/ 191016 w 1407264"/>
              <a:gd name="connsiteY79" fmla="*/ 346128 h 1139991"/>
              <a:gd name="connsiteX80" fmla="*/ 171535 w 1407264"/>
              <a:gd name="connsiteY80" fmla="*/ 326647 h 1139991"/>
              <a:gd name="connsiteX81" fmla="*/ 191016 w 1407264"/>
              <a:gd name="connsiteY81" fmla="*/ 307165 h 1139991"/>
              <a:gd name="connsiteX82" fmla="*/ 115221 w 1407264"/>
              <a:gd name="connsiteY82" fmla="*/ 307165 h 1139991"/>
              <a:gd name="connsiteX83" fmla="*/ 134703 w 1407264"/>
              <a:gd name="connsiteY83" fmla="*/ 326647 h 1139991"/>
              <a:gd name="connsiteX84" fmla="*/ 115221 w 1407264"/>
              <a:gd name="connsiteY84" fmla="*/ 346128 h 1139991"/>
              <a:gd name="connsiteX85" fmla="*/ 95740 w 1407264"/>
              <a:gd name="connsiteY85" fmla="*/ 326647 h 1139991"/>
              <a:gd name="connsiteX86" fmla="*/ 115221 w 1407264"/>
              <a:gd name="connsiteY86" fmla="*/ 307165 h 1139991"/>
              <a:gd name="connsiteX87" fmla="*/ 641809 w 1407264"/>
              <a:gd name="connsiteY87" fmla="*/ 227382 h 1139991"/>
              <a:gd name="connsiteX88" fmla="*/ 653333 w 1407264"/>
              <a:gd name="connsiteY88" fmla="*/ 238158 h 1139991"/>
              <a:gd name="connsiteX89" fmla="*/ 653333 w 1407264"/>
              <a:gd name="connsiteY89" fmla="*/ 254322 h 1139991"/>
              <a:gd name="connsiteX90" fmla="*/ 679927 w 1407264"/>
              <a:gd name="connsiteY90" fmla="*/ 277669 h 1139991"/>
              <a:gd name="connsiteX91" fmla="*/ 671063 w 1407264"/>
              <a:gd name="connsiteY91" fmla="*/ 292037 h 1139991"/>
              <a:gd name="connsiteX92" fmla="*/ 657766 w 1407264"/>
              <a:gd name="connsiteY92" fmla="*/ 283057 h 1139991"/>
              <a:gd name="connsiteX93" fmla="*/ 645355 w 1407264"/>
              <a:gd name="connsiteY93" fmla="*/ 276771 h 1139991"/>
              <a:gd name="connsiteX94" fmla="*/ 630285 w 1407264"/>
              <a:gd name="connsiteY94" fmla="*/ 283057 h 1139991"/>
              <a:gd name="connsiteX95" fmla="*/ 623193 w 1407264"/>
              <a:gd name="connsiteY95" fmla="*/ 297425 h 1139991"/>
              <a:gd name="connsiteX96" fmla="*/ 642695 w 1407264"/>
              <a:gd name="connsiteY96" fmla="*/ 319875 h 1139991"/>
              <a:gd name="connsiteX97" fmla="*/ 684360 w 1407264"/>
              <a:gd name="connsiteY97" fmla="*/ 366570 h 1139991"/>
              <a:gd name="connsiteX98" fmla="*/ 653333 w 1407264"/>
              <a:gd name="connsiteY98" fmla="*/ 407877 h 1139991"/>
              <a:gd name="connsiteX99" fmla="*/ 653333 w 1407264"/>
              <a:gd name="connsiteY99" fmla="*/ 423143 h 1139991"/>
              <a:gd name="connsiteX100" fmla="*/ 641809 w 1407264"/>
              <a:gd name="connsiteY100" fmla="*/ 433919 h 1139991"/>
              <a:gd name="connsiteX101" fmla="*/ 630285 w 1407264"/>
              <a:gd name="connsiteY101" fmla="*/ 423143 h 1139991"/>
              <a:gd name="connsiteX102" fmla="*/ 630285 w 1407264"/>
              <a:gd name="connsiteY102" fmla="*/ 408775 h 1139991"/>
              <a:gd name="connsiteX103" fmla="*/ 604577 w 1407264"/>
              <a:gd name="connsiteY103" fmla="*/ 381836 h 1139991"/>
              <a:gd name="connsiteX104" fmla="*/ 613442 w 1407264"/>
              <a:gd name="connsiteY104" fmla="*/ 368366 h 1139991"/>
              <a:gd name="connsiteX105" fmla="*/ 626739 w 1407264"/>
              <a:gd name="connsiteY105" fmla="*/ 377346 h 1139991"/>
              <a:gd name="connsiteX106" fmla="*/ 638263 w 1407264"/>
              <a:gd name="connsiteY106" fmla="*/ 386326 h 1139991"/>
              <a:gd name="connsiteX107" fmla="*/ 661311 w 1407264"/>
              <a:gd name="connsiteY107" fmla="*/ 365672 h 1139991"/>
              <a:gd name="connsiteX108" fmla="*/ 640923 w 1407264"/>
              <a:gd name="connsiteY108" fmla="*/ 343222 h 1139991"/>
              <a:gd name="connsiteX109" fmla="*/ 640036 w 1407264"/>
              <a:gd name="connsiteY109" fmla="*/ 343222 h 1139991"/>
              <a:gd name="connsiteX110" fmla="*/ 600145 w 1407264"/>
              <a:gd name="connsiteY110" fmla="*/ 296527 h 1139991"/>
              <a:gd name="connsiteX111" fmla="*/ 614328 w 1407264"/>
              <a:gd name="connsiteY111" fmla="*/ 265995 h 1139991"/>
              <a:gd name="connsiteX112" fmla="*/ 630285 w 1407264"/>
              <a:gd name="connsiteY112" fmla="*/ 255220 h 1139991"/>
              <a:gd name="connsiteX113" fmla="*/ 630285 w 1407264"/>
              <a:gd name="connsiteY113" fmla="*/ 238158 h 1139991"/>
              <a:gd name="connsiteX114" fmla="*/ 641809 w 1407264"/>
              <a:gd name="connsiteY114" fmla="*/ 227382 h 1139991"/>
              <a:gd name="connsiteX115" fmla="*/ 643344 w 1407264"/>
              <a:gd name="connsiteY115" fmla="*/ 175007 h 1139991"/>
              <a:gd name="connsiteX116" fmla="*/ 485316 w 1407264"/>
              <a:gd name="connsiteY116" fmla="*/ 332643 h 1139991"/>
              <a:gd name="connsiteX117" fmla="*/ 643344 w 1407264"/>
              <a:gd name="connsiteY117" fmla="*/ 489378 h 1139991"/>
              <a:gd name="connsiteX118" fmla="*/ 801372 w 1407264"/>
              <a:gd name="connsiteY118" fmla="*/ 332643 h 1139991"/>
              <a:gd name="connsiteX119" fmla="*/ 643344 w 1407264"/>
              <a:gd name="connsiteY119" fmla="*/ 175007 h 1139991"/>
              <a:gd name="connsiteX120" fmla="*/ 643344 w 1407264"/>
              <a:gd name="connsiteY120" fmla="*/ 151587 h 1139991"/>
              <a:gd name="connsiteX121" fmla="*/ 824851 w 1407264"/>
              <a:gd name="connsiteY121" fmla="*/ 332643 h 1139991"/>
              <a:gd name="connsiteX122" fmla="*/ 643344 w 1407264"/>
              <a:gd name="connsiteY122" fmla="*/ 513699 h 1139991"/>
              <a:gd name="connsiteX123" fmla="*/ 462741 w 1407264"/>
              <a:gd name="connsiteY123" fmla="*/ 332643 h 1139991"/>
              <a:gd name="connsiteX124" fmla="*/ 643344 w 1407264"/>
              <a:gd name="connsiteY124" fmla="*/ 151587 h 1139991"/>
              <a:gd name="connsiteX125" fmla="*/ 505952 w 1407264"/>
              <a:gd name="connsiteY125" fmla="*/ 150731 h 1139991"/>
              <a:gd name="connsiteX126" fmla="*/ 397921 w 1407264"/>
              <a:gd name="connsiteY126" fmla="*/ 330647 h 1139991"/>
              <a:gd name="connsiteX127" fmla="*/ 505952 w 1407264"/>
              <a:gd name="connsiteY127" fmla="*/ 509659 h 1139991"/>
              <a:gd name="connsiteX128" fmla="*/ 417893 w 1407264"/>
              <a:gd name="connsiteY128" fmla="*/ 330647 h 1139991"/>
              <a:gd name="connsiteX129" fmla="*/ 505952 w 1407264"/>
              <a:gd name="connsiteY129" fmla="*/ 150731 h 1139991"/>
              <a:gd name="connsiteX130" fmla="*/ 467823 w 1407264"/>
              <a:gd name="connsiteY130" fmla="*/ 148019 h 1139991"/>
              <a:gd name="connsiteX131" fmla="*/ 351621 w 1407264"/>
              <a:gd name="connsiteY131" fmla="*/ 330647 h 1139991"/>
              <a:gd name="connsiteX132" fmla="*/ 467823 w 1407264"/>
              <a:gd name="connsiteY132" fmla="*/ 513275 h 1139991"/>
              <a:gd name="connsiteX133" fmla="*/ 373409 w 1407264"/>
              <a:gd name="connsiteY133" fmla="*/ 330647 h 1139991"/>
              <a:gd name="connsiteX134" fmla="*/ 467823 w 1407264"/>
              <a:gd name="connsiteY134" fmla="*/ 148019 h 1139991"/>
              <a:gd name="connsiteX135" fmla="*/ 644850 w 1407264"/>
              <a:gd name="connsiteY135" fmla="*/ 127225 h 1139991"/>
              <a:gd name="connsiteX136" fmla="*/ 441496 w 1407264"/>
              <a:gd name="connsiteY136" fmla="*/ 330647 h 1139991"/>
              <a:gd name="connsiteX137" fmla="*/ 644850 w 1407264"/>
              <a:gd name="connsiteY137" fmla="*/ 534069 h 1139991"/>
              <a:gd name="connsiteX138" fmla="*/ 849112 w 1407264"/>
              <a:gd name="connsiteY138" fmla="*/ 330647 h 1139991"/>
              <a:gd name="connsiteX139" fmla="*/ 644850 w 1407264"/>
              <a:gd name="connsiteY139" fmla="*/ 127225 h 1139991"/>
              <a:gd name="connsiteX140" fmla="*/ 554975 w 1407264"/>
              <a:gd name="connsiteY140" fmla="*/ 103718 h 1139991"/>
              <a:gd name="connsiteX141" fmla="*/ 577671 w 1407264"/>
              <a:gd name="connsiteY141" fmla="*/ 104622 h 1139991"/>
              <a:gd name="connsiteX142" fmla="*/ 601275 w 1407264"/>
              <a:gd name="connsiteY142" fmla="*/ 103718 h 1139991"/>
              <a:gd name="connsiteX143" fmla="*/ 623063 w 1407264"/>
              <a:gd name="connsiteY143" fmla="*/ 104622 h 1139991"/>
              <a:gd name="connsiteX144" fmla="*/ 644850 w 1407264"/>
              <a:gd name="connsiteY144" fmla="*/ 103718 h 1139991"/>
              <a:gd name="connsiteX145" fmla="*/ 872716 w 1407264"/>
              <a:gd name="connsiteY145" fmla="*/ 330647 h 1139991"/>
              <a:gd name="connsiteX146" fmla="*/ 644850 w 1407264"/>
              <a:gd name="connsiteY146" fmla="*/ 557576 h 1139991"/>
              <a:gd name="connsiteX147" fmla="*/ 623063 w 1407264"/>
              <a:gd name="connsiteY147" fmla="*/ 555768 h 1139991"/>
              <a:gd name="connsiteX148" fmla="*/ 601275 w 1407264"/>
              <a:gd name="connsiteY148" fmla="*/ 557576 h 1139991"/>
              <a:gd name="connsiteX149" fmla="*/ 577671 w 1407264"/>
              <a:gd name="connsiteY149" fmla="*/ 555768 h 1139991"/>
              <a:gd name="connsiteX150" fmla="*/ 554975 w 1407264"/>
              <a:gd name="connsiteY150" fmla="*/ 557576 h 1139991"/>
              <a:gd name="connsiteX151" fmla="*/ 327110 w 1407264"/>
              <a:gd name="connsiteY151" fmla="*/ 330647 h 1139991"/>
              <a:gd name="connsiteX152" fmla="*/ 554975 w 1407264"/>
              <a:gd name="connsiteY152" fmla="*/ 103718 h 1139991"/>
              <a:gd name="connsiteX153" fmla="*/ 56978 w 1407264"/>
              <a:gd name="connsiteY153" fmla="*/ 36161 h 1139991"/>
              <a:gd name="connsiteX154" fmla="*/ 36176 w 1407264"/>
              <a:gd name="connsiteY154" fmla="*/ 56954 h 1139991"/>
              <a:gd name="connsiteX155" fmla="*/ 36176 w 1407264"/>
              <a:gd name="connsiteY155" fmla="*/ 609321 h 1139991"/>
              <a:gd name="connsiteX156" fmla="*/ 948727 w 1407264"/>
              <a:gd name="connsiteY156" fmla="*/ 609321 h 1139991"/>
              <a:gd name="connsiteX157" fmla="*/ 948727 w 1407264"/>
              <a:gd name="connsiteY157" fmla="*/ 458347 h 1139991"/>
              <a:gd name="connsiteX158" fmla="*/ 987617 w 1407264"/>
              <a:gd name="connsiteY158" fmla="*/ 419473 h 1139991"/>
              <a:gd name="connsiteX159" fmla="*/ 1181161 w 1407264"/>
              <a:gd name="connsiteY159" fmla="*/ 419473 h 1139991"/>
              <a:gd name="connsiteX160" fmla="*/ 1181161 w 1407264"/>
              <a:gd name="connsiteY160" fmla="*/ 56954 h 1139991"/>
              <a:gd name="connsiteX161" fmla="*/ 1160359 w 1407264"/>
              <a:gd name="connsiteY161" fmla="*/ 36161 h 1139991"/>
              <a:gd name="connsiteX162" fmla="*/ 56978 w 1407264"/>
              <a:gd name="connsiteY162" fmla="*/ 0 h 1139991"/>
              <a:gd name="connsiteX163" fmla="*/ 1160359 w 1407264"/>
              <a:gd name="connsiteY163" fmla="*/ 0 h 1139991"/>
              <a:gd name="connsiteX164" fmla="*/ 1216433 w 1407264"/>
              <a:gd name="connsiteY164" fmla="*/ 56954 h 1139991"/>
              <a:gd name="connsiteX165" fmla="*/ 1216433 w 1407264"/>
              <a:gd name="connsiteY165" fmla="*/ 419473 h 1139991"/>
              <a:gd name="connsiteX166" fmla="*/ 1368374 w 1407264"/>
              <a:gd name="connsiteY166" fmla="*/ 419473 h 1139991"/>
              <a:gd name="connsiteX167" fmla="*/ 1407264 w 1407264"/>
              <a:gd name="connsiteY167" fmla="*/ 458347 h 1139991"/>
              <a:gd name="connsiteX168" fmla="*/ 1407264 w 1407264"/>
              <a:gd name="connsiteY168" fmla="*/ 1101117 h 1139991"/>
              <a:gd name="connsiteX169" fmla="*/ 1368374 w 1407264"/>
              <a:gd name="connsiteY169" fmla="*/ 1139991 h 1139991"/>
              <a:gd name="connsiteX170" fmla="*/ 987617 w 1407264"/>
              <a:gd name="connsiteY170" fmla="*/ 1139991 h 1139991"/>
              <a:gd name="connsiteX171" fmla="*/ 948727 w 1407264"/>
              <a:gd name="connsiteY171" fmla="*/ 1101117 h 1139991"/>
              <a:gd name="connsiteX172" fmla="*/ 948727 w 1407264"/>
              <a:gd name="connsiteY172" fmla="*/ 1009810 h 1139991"/>
              <a:gd name="connsiteX173" fmla="*/ 948727 w 1407264"/>
              <a:gd name="connsiteY173" fmla="*/ 1008002 h 1139991"/>
              <a:gd name="connsiteX174" fmla="*/ 948727 w 1407264"/>
              <a:gd name="connsiteY174" fmla="*/ 1006193 h 1139991"/>
              <a:gd name="connsiteX175" fmla="*/ 948727 w 1407264"/>
              <a:gd name="connsiteY175" fmla="*/ 835330 h 1139991"/>
              <a:gd name="connsiteX176" fmla="*/ 783220 w 1407264"/>
              <a:gd name="connsiteY176" fmla="*/ 835330 h 1139991"/>
              <a:gd name="connsiteX177" fmla="*/ 793168 w 1407264"/>
              <a:gd name="connsiteY177" fmla="*/ 992633 h 1139991"/>
              <a:gd name="connsiteX178" fmla="*/ 838389 w 1407264"/>
              <a:gd name="connsiteY178" fmla="*/ 1103830 h 1139991"/>
              <a:gd name="connsiteX179" fmla="*/ 894462 w 1407264"/>
              <a:gd name="connsiteY179" fmla="*/ 1103830 h 1139991"/>
              <a:gd name="connsiteX180" fmla="*/ 911646 w 1407264"/>
              <a:gd name="connsiteY180" fmla="*/ 1121910 h 1139991"/>
              <a:gd name="connsiteX181" fmla="*/ 894462 w 1407264"/>
              <a:gd name="connsiteY181" fmla="*/ 1139991 h 1139991"/>
              <a:gd name="connsiteX182" fmla="*/ 837484 w 1407264"/>
              <a:gd name="connsiteY182" fmla="*/ 1139991 h 1139991"/>
              <a:gd name="connsiteX183" fmla="*/ 379852 w 1407264"/>
              <a:gd name="connsiteY183" fmla="*/ 1139991 h 1139991"/>
              <a:gd name="connsiteX184" fmla="*/ 322875 w 1407264"/>
              <a:gd name="connsiteY184" fmla="*/ 1139991 h 1139991"/>
              <a:gd name="connsiteX185" fmla="*/ 304786 w 1407264"/>
              <a:gd name="connsiteY185" fmla="*/ 1121910 h 1139991"/>
              <a:gd name="connsiteX186" fmla="*/ 322875 w 1407264"/>
              <a:gd name="connsiteY186" fmla="*/ 1103830 h 1139991"/>
              <a:gd name="connsiteX187" fmla="*/ 378948 w 1407264"/>
              <a:gd name="connsiteY187" fmla="*/ 1103830 h 1139991"/>
              <a:gd name="connsiteX188" fmla="*/ 424169 w 1407264"/>
              <a:gd name="connsiteY188" fmla="*/ 992633 h 1139991"/>
              <a:gd name="connsiteX189" fmla="*/ 434117 w 1407264"/>
              <a:gd name="connsiteY189" fmla="*/ 835330 h 1139991"/>
              <a:gd name="connsiteX190" fmla="*/ 56978 w 1407264"/>
              <a:gd name="connsiteY190" fmla="*/ 835330 h 1139991"/>
              <a:gd name="connsiteX191" fmla="*/ 0 w 1407264"/>
              <a:gd name="connsiteY191" fmla="*/ 780184 h 1139991"/>
              <a:gd name="connsiteX192" fmla="*/ 0 w 1407264"/>
              <a:gd name="connsiteY192" fmla="*/ 56954 h 1139991"/>
              <a:gd name="connsiteX193" fmla="*/ 56978 w 1407264"/>
              <a:gd name="connsiteY193" fmla="*/ 0 h 1139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1407264" h="1139991">
                <a:moveTo>
                  <a:pt x="1177449" y="1045155"/>
                </a:moveTo>
                <a:cubicBezTo>
                  <a:pt x="1189987" y="1045155"/>
                  <a:pt x="1199838" y="1055006"/>
                  <a:pt x="1199838" y="1066648"/>
                </a:cubicBezTo>
                <a:cubicBezTo>
                  <a:pt x="1199838" y="1078290"/>
                  <a:pt x="1189987" y="1088141"/>
                  <a:pt x="1177449" y="1088141"/>
                </a:cubicBezTo>
                <a:cubicBezTo>
                  <a:pt x="1166703" y="1088141"/>
                  <a:pt x="1156852" y="1078290"/>
                  <a:pt x="1156852" y="1066648"/>
                </a:cubicBezTo>
                <a:cubicBezTo>
                  <a:pt x="1156852" y="1055006"/>
                  <a:pt x="1166703" y="1045155"/>
                  <a:pt x="1177449" y="1045155"/>
                </a:cubicBezTo>
                <a:close/>
                <a:moveTo>
                  <a:pt x="984903" y="1026082"/>
                </a:moveTo>
                <a:lnTo>
                  <a:pt x="984903" y="1101117"/>
                </a:lnTo>
                <a:cubicBezTo>
                  <a:pt x="984903" y="1102021"/>
                  <a:pt x="986712" y="1103830"/>
                  <a:pt x="987617" y="1103830"/>
                </a:cubicBezTo>
                <a:lnTo>
                  <a:pt x="1368374" y="1103830"/>
                </a:lnTo>
                <a:cubicBezTo>
                  <a:pt x="1370183" y="1103830"/>
                  <a:pt x="1371087" y="1102021"/>
                  <a:pt x="1371087" y="1101117"/>
                </a:cubicBezTo>
                <a:lnTo>
                  <a:pt x="1371087" y="1026082"/>
                </a:lnTo>
                <a:close/>
                <a:moveTo>
                  <a:pt x="471198" y="835330"/>
                </a:moveTo>
                <a:cubicBezTo>
                  <a:pt x="473007" y="846179"/>
                  <a:pt x="474816" y="858835"/>
                  <a:pt x="474816" y="874204"/>
                </a:cubicBezTo>
                <a:cubicBezTo>
                  <a:pt x="474816" y="923022"/>
                  <a:pt x="456727" y="1044163"/>
                  <a:pt x="422360" y="1103830"/>
                </a:cubicBezTo>
                <a:lnTo>
                  <a:pt x="794977" y="1103830"/>
                </a:lnTo>
                <a:cubicBezTo>
                  <a:pt x="760609" y="1044163"/>
                  <a:pt x="742521" y="923022"/>
                  <a:pt x="742521" y="874204"/>
                </a:cubicBezTo>
                <a:cubicBezTo>
                  <a:pt x="742521" y="858835"/>
                  <a:pt x="743426" y="846179"/>
                  <a:pt x="746139" y="835330"/>
                </a:cubicBezTo>
                <a:close/>
                <a:moveTo>
                  <a:pt x="1256116" y="726024"/>
                </a:moveTo>
                <a:cubicBezTo>
                  <a:pt x="1266321" y="726024"/>
                  <a:pt x="1275598" y="734184"/>
                  <a:pt x="1275598" y="745063"/>
                </a:cubicBezTo>
                <a:cubicBezTo>
                  <a:pt x="1275598" y="755942"/>
                  <a:pt x="1266321" y="765008"/>
                  <a:pt x="1256116" y="765008"/>
                </a:cubicBezTo>
                <a:cubicBezTo>
                  <a:pt x="1244984" y="765008"/>
                  <a:pt x="1236634" y="755942"/>
                  <a:pt x="1236634" y="745063"/>
                </a:cubicBezTo>
                <a:cubicBezTo>
                  <a:pt x="1236634" y="734184"/>
                  <a:pt x="1244984" y="726024"/>
                  <a:pt x="1256116" y="726024"/>
                </a:cubicBezTo>
                <a:close/>
                <a:moveTo>
                  <a:pt x="1180323" y="726024"/>
                </a:moveTo>
                <a:cubicBezTo>
                  <a:pt x="1190528" y="726024"/>
                  <a:pt x="1199805" y="734184"/>
                  <a:pt x="1199805" y="745063"/>
                </a:cubicBezTo>
                <a:cubicBezTo>
                  <a:pt x="1199805" y="755942"/>
                  <a:pt x="1190528" y="765008"/>
                  <a:pt x="1180323" y="765008"/>
                </a:cubicBezTo>
                <a:cubicBezTo>
                  <a:pt x="1169191" y="765008"/>
                  <a:pt x="1160842" y="755942"/>
                  <a:pt x="1160842" y="745063"/>
                </a:cubicBezTo>
                <a:cubicBezTo>
                  <a:pt x="1160842" y="734184"/>
                  <a:pt x="1169191" y="726024"/>
                  <a:pt x="1180323" y="726024"/>
                </a:cubicBezTo>
                <a:close/>
                <a:moveTo>
                  <a:pt x="1104992" y="726024"/>
                </a:moveTo>
                <a:cubicBezTo>
                  <a:pt x="1114965" y="726024"/>
                  <a:pt x="1124031" y="734184"/>
                  <a:pt x="1124031" y="745063"/>
                </a:cubicBezTo>
                <a:cubicBezTo>
                  <a:pt x="1124031" y="755942"/>
                  <a:pt x="1114965" y="765008"/>
                  <a:pt x="1104992" y="765008"/>
                </a:cubicBezTo>
                <a:cubicBezTo>
                  <a:pt x="1094113" y="765008"/>
                  <a:pt x="1085047" y="755942"/>
                  <a:pt x="1085047" y="745063"/>
                </a:cubicBezTo>
                <a:cubicBezTo>
                  <a:pt x="1085047" y="734184"/>
                  <a:pt x="1094113" y="726024"/>
                  <a:pt x="1104992" y="726024"/>
                </a:cubicBezTo>
                <a:close/>
                <a:moveTo>
                  <a:pt x="607899" y="686133"/>
                </a:moveTo>
                <a:cubicBezTo>
                  <a:pt x="628407" y="686133"/>
                  <a:pt x="645349" y="703759"/>
                  <a:pt x="645349" y="725097"/>
                </a:cubicBezTo>
                <a:cubicBezTo>
                  <a:pt x="645349" y="746434"/>
                  <a:pt x="628407" y="764988"/>
                  <a:pt x="607899" y="764988"/>
                </a:cubicBezTo>
                <a:cubicBezTo>
                  <a:pt x="587390" y="764988"/>
                  <a:pt x="570449" y="746434"/>
                  <a:pt x="570449" y="725097"/>
                </a:cubicBezTo>
                <a:cubicBezTo>
                  <a:pt x="570449" y="703759"/>
                  <a:pt x="587390" y="686133"/>
                  <a:pt x="607899" y="686133"/>
                </a:cubicBezTo>
                <a:close/>
                <a:moveTo>
                  <a:pt x="36176" y="644579"/>
                </a:moveTo>
                <a:lnTo>
                  <a:pt x="36176" y="780184"/>
                </a:lnTo>
                <a:cubicBezTo>
                  <a:pt x="36176" y="791033"/>
                  <a:pt x="45220" y="799169"/>
                  <a:pt x="56978" y="799169"/>
                </a:cubicBezTo>
                <a:lnTo>
                  <a:pt x="948727" y="799169"/>
                </a:lnTo>
                <a:lnTo>
                  <a:pt x="948727" y="644579"/>
                </a:lnTo>
                <a:close/>
                <a:moveTo>
                  <a:pt x="1139313" y="478697"/>
                </a:moveTo>
                <a:lnTo>
                  <a:pt x="1217354" y="478697"/>
                </a:lnTo>
                <a:cubicBezTo>
                  <a:pt x="1227453" y="478697"/>
                  <a:pt x="1235717" y="487454"/>
                  <a:pt x="1235717" y="497087"/>
                </a:cubicBezTo>
                <a:cubicBezTo>
                  <a:pt x="1235717" y="506720"/>
                  <a:pt x="1227453" y="513725"/>
                  <a:pt x="1217354" y="513725"/>
                </a:cubicBezTo>
                <a:lnTo>
                  <a:pt x="1139313" y="513725"/>
                </a:lnTo>
                <a:cubicBezTo>
                  <a:pt x="1129214" y="513725"/>
                  <a:pt x="1120951" y="506720"/>
                  <a:pt x="1120951" y="497087"/>
                </a:cubicBezTo>
                <a:cubicBezTo>
                  <a:pt x="1120951" y="487454"/>
                  <a:pt x="1129214" y="478697"/>
                  <a:pt x="1139313" y="478697"/>
                </a:cubicBezTo>
                <a:close/>
                <a:moveTo>
                  <a:pt x="987617" y="454731"/>
                </a:moveTo>
                <a:cubicBezTo>
                  <a:pt x="986712" y="454731"/>
                  <a:pt x="984903" y="456539"/>
                  <a:pt x="984903" y="458347"/>
                </a:cubicBezTo>
                <a:lnTo>
                  <a:pt x="984903" y="818154"/>
                </a:lnTo>
                <a:lnTo>
                  <a:pt x="984903" y="989921"/>
                </a:lnTo>
                <a:lnTo>
                  <a:pt x="1371087" y="989921"/>
                </a:lnTo>
                <a:lnTo>
                  <a:pt x="1371087" y="458347"/>
                </a:lnTo>
                <a:cubicBezTo>
                  <a:pt x="1371087" y="456539"/>
                  <a:pt x="1370183" y="454731"/>
                  <a:pt x="1368374" y="454731"/>
                </a:cubicBezTo>
                <a:lnTo>
                  <a:pt x="1199249" y="454731"/>
                </a:lnTo>
                <a:close/>
                <a:moveTo>
                  <a:pt x="1104992" y="307165"/>
                </a:moveTo>
                <a:cubicBezTo>
                  <a:pt x="1114965" y="307165"/>
                  <a:pt x="1124031" y="315514"/>
                  <a:pt x="1124031" y="326647"/>
                </a:cubicBezTo>
                <a:cubicBezTo>
                  <a:pt x="1124031" y="336851"/>
                  <a:pt x="1114965" y="346128"/>
                  <a:pt x="1104992" y="346128"/>
                </a:cubicBezTo>
                <a:cubicBezTo>
                  <a:pt x="1094113" y="346128"/>
                  <a:pt x="1085047" y="336851"/>
                  <a:pt x="1085047" y="326647"/>
                </a:cubicBezTo>
                <a:cubicBezTo>
                  <a:pt x="1085047" y="315514"/>
                  <a:pt x="1094113" y="307165"/>
                  <a:pt x="1104992" y="307165"/>
                </a:cubicBezTo>
                <a:close/>
                <a:moveTo>
                  <a:pt x="1028736" y="307165"/>
                </a:moveTo>
                <a:cubicBezTo>
                  <a:pt x="1038941" y="307165"/>
                  <a:pt x="1048218" y="315514"/>
                  <a:pt x="1048218" y="326647"/>
                </a:cubicBezTo>
                <a:cubicBezTo>
                  <a:pt x="1048218" y="336851"/>
                  <a:pt x="1038941" y="346128"/>
                  <a:pt x="1028736" y="346128"/>
                </a:cubicBezTo>
                <a:cubicBezTo>
                  <a:pt x="1018532" y="346128"/>
                  <a:pt x="1009255" y="336851"/>
                  <a:pt x="1009255" y="326647"/>
                </a:cubicBezTo>
                <a:cubicBezTo>
                  <a:pt x="1009255" y="315514"/>
                  <a:pt x="1018532" y="307165"/>
                  <a:pt x="1028736" y="307165"/>
                </a:cubicBezTo>
                <a:close/>
                <a:moveTo>
                  <a:pt x="952941" y="307165"/>
                </a:moveTo>
                <a:cubicBezTo>
                  <a:pt x="963146" y="307165"/>
                  <a:pt x="972423" y="315514"/>
                  <a:pt x="972423" y="326647"/>
                </a:cubicBezTo>
                <a:cubicBezTo>
                  <a:pt x="972423" y="336851"/>
                  <a:pt x="963146" y="346128"/>
                  <a:pt x="952941" y="346128"/>
                </a:cubicBezTo>
                <a:cubicBezTo>
                  <a:pt x="941809" y="346128"/>
                  <a:pt x="933460" y="336851"/>
                  <a:pt x="933460" y="326647"/>
                </a:cubicBezTo>
                <a:cubicBezTo>
                  <a:pt x="933460" y="315514"/>
                  <a:pt x="941809" y="307165"/>
                  <a:pt x="952941" y="307165"/>
                </a:cubicBezTo>
                <a:close/>
                <a:moveTo>
                  <a:pt x="266808" y="307165"/>
                </a:moveTo>
                <a:cubicBezTo>
                  <a:pt x="277013" y="307165"/>
                  <a:pt x="286290" y="315514"/>
                  <a:pt x="286290" y="326647"/>
                </a:cubicBezTo>
                <a:cubicBezTo>
                  <a:pt x="286290" y="336851"/>
                  <a:pt x="277013" y="346128"/>
                  <a:pt x="266808" y="346128"/>
                </a:cubicBezTo>
                <a:cubicBezTo>
                  <a:pt x="255676" y="346128"/>
                  <a:pt x="247327" y="336851"/>
                  <a:pt x="247327" y="326647"/>
                </a:cubicBezTo>
                <a:cubicBezTo>
                  <a:pt x="247327" y="315514"/>
                  <a:pt x="255676" y="307165"/>
                  <a:pt x="266808" y="307165"/>
                </a:cubicBezTo>
                <a:close/>
                <a:moveTo>
                  <a:pt x="191016" y="307165"/>
                </a:moveTo>
                <a:cubicBezTo>
                  <a:pt x="201221" y="307165"/>
                  <a:pt x="210498" y="315514"/>
                  <a:pt x="210498" y="326647"/>
                </a:cubicBezTo>
                <a:cubicBezTo>
                  <a:pt x="210498" y="336851"/>
                  <a:pt x="201221" y="346128"/>
                  <a:pt x="191016" y="346128"/>
                </a:cubicBezTo>
                <a:cubicBezTo>
                  <a:pt x="179884" y="346128"/>
                  <a:pt x="171535" y="336851"/>
                  <a:pt x="171535" y="326647"/>
                </a:cubicBezTo>
                <a:cubicBezTo>
                  <a:pt x="171535" y="315514"/>
                  <a:pt x="179884" y="307165"/>
                  <a:pt x="191016" y="307165"/>
                </a:cubicBezTo>
                <a:close/>
                <a:moveTo>
                  <a:pt x="115221" y="307165"/>
                </a:moveTo>
                <a:cubicBezTo>
                  <a:pt x="125426" y="307165"/>
                  <a:pt x="134703" y="315514"/>
                  <a:pt x="134703" y="326647"/>
                </a:cubicBezTo>
                <a:cubicBezTo>
                  <a:pt x="134703" y="336851"/>
                  <a:pt x="125426" y="346128"/>
                  <a:pt x="115221" y="346128"/>
                </a:cubicBezTo>
                <a:cubicBezTo>
                  <a:pt x="104089" y="346128"/>
                  <a:pt x="95740" y="336851"/>
                  <a:pt x="95740" y="326647"/>
                </a:cubicBezTo>
                <a:cubicBezTo>
                  <a:pt x="95740" y="315514"/>
                  <a:pt x="104089" y="307165"/>
                  <a:pt x="115221" y="307165"/>
                </a:cubicBezTo>
                <a:close/>
                <a:moveTo>
                  <a:pt x="641809" y="227382"/>
                </a:moveTo>
                <a:cubicBezTo>
                  <a:pt x="648901" y="227382"/>
                  <a:pt x="653333" y="232770"/>
                  <a:pt x="653333" y="238158"/>
                </a:cubicBezTo>
                <a:lnTo>
                  <a:pt x="653333" y="254322"/>
                </a:lnTo>
                <a:cubicBezTo>
                  <a:pt x="663971" y="257016"/>
                  <a:pt x="676382" y="262403"/>
                  <a:pt x="679927" y="277669"/>
                </a:cubicBezTo>
                <a:cubicBezTo>
                  <a:pt x="681700" y="283955"/>
                  <a:pt x="677268" y="290241"/>
                  <a:pt x="671063" y="292037"/>
                </a:cubicBezTo>
                <a:cubicBezTo>
                  <a:pt x="664857" y="293833"/>
                  <a:pt x="658652" y="290241"/>
                  <a:pt x="657766" y="283057"/>
                </a:cubicBezTo>
                <a:cubicBezTo>
                  <a:pt x="655993" y="277669"/>
                  <a:pt x="645355" y="276771"/>
                  <a:pt x="645355" y="276771"/>
                </a:cubicBezTo>
                <a:cubicBezTo>
                  <a:pt x="639150" y="275873"/>
                  <a:pt x="633831" y="278567"/>
                  <a:pt x="630285" y="283057"/>
                </a:cubicBezTo>
                <a:cubicBezTo>
                  <a:pt x="624966" y="286649"/>
                  <a:pt x="623193" y="292037"/>
                  <a:pt x="623193" y="297425"/>
                </a:cubicBezTo>
                <a:cubicBezTo>
                  <a:pt x="622307" y="309099"/>
                  <a:pt x="631171" y="318977"/>
                  <a:pt x="642695" y="319875"/>
                </a:cubicBezTo>
                <a:cubicBezTo>
                  <a:pt x="667517" y="321671"/>
                  <a:pt x="685246" y="342324"/>
                  <a:pt x="684360" y="366570"/>
                </a:cubicBezTo>
                <a:cubicBezTo>
                  <a:pt x="683473" y="386326"/>
                  <a:pt x="671063" y="402489"/>
                  <a:pt x="653333" y="407877"/>
                </a:cubicBezTo>
                <a:lnTo>
                  <a:pt x="653333" y="423143"/>
                </a:lnTo>
                <a:cubicBezTo>
                  <a:pt x="653333" y="428531"/>
                  <a:pt x="648901" y="433919"/>
                  <a:pt x="641809" y="433919"/>
                </a:cubicBezTo>
                <a:cubicBezTo>
                  <a:pt x="635604" y="433919"/>
                  <a:pt x="630285" y="428531"/>
                  <a:pt x="630285" y="423143"/>
                </a:cubicBezTo>
                <a:lnTo>
                  <a:pt x="630285" y="408775"/>
                </a:lnTo>
                <a:cubicBezTo>
                  <a:pt x="619647" y="406979"/>
                  <a:pt x="607236" y="399796"/>
                  <a:pt x="604577" y="381836"/>
                </a:cubicBezTo>
                <a:cubicBezTo>
                  <a:pt x="602804" y="375550"/>
                  <a:pt x="606350" y="370162"/>
                  <a:pt x="613442" y="368366"/>
                </a:cubicBezTo>
                <a:cubicBezTo>
                  <a:pt x="619647" y="366570"/>
                  <a:pt x="625852" y="371060"/>
                  <a:pt x="626739" y="377346"/>
                </a:cubicBezTo>
                <a:cubicBezTo>
                  <a:pt x="629398" y="386326"/>
                  <a:pt x="637377" y="386326"/>
                  <a:pt x="638263" y="386326"/>
                </a:cubicBezTo>
                <a:cubicBezTo>
                  <a:pt x="650674" y="387224"/>
                  <a:pt x="661311" y="377346"/>
                  <a:pt x="661311" y="365672"/>
                </a:cubicBezTo>
                <a:cubicBezTo>
                  <a:pt x="662198" y="353998"/>
                  <a:pt x="652447" y="344120"/>
                  <a:pt x="640923" y="343222"/>
                </a:cubicBezTo>
                <a:lnTo>
                  <a:pt x="640036" y="343222"/>
                </a:lnTo>
                <a:cubicBezTo>
                  <a:pt x="616101" y="341426"/>
                  <a:pt x="598372" y="320773"/>
                  <a:pt x="600145" y="296527"/>
                </a:cubicBezTo>
                <a:cubicBezTo>
                  <a:pt x="600145" y="284853"/>
                  <a:pt x="605464" y="274077"/>
                  <a:pt x="614328" y="265995"/>
                </a:cubicBezTo>
                <a:cubicBezTo>
                  <a:pt x="618761" y="260608"/>
                  <a:pt x="624966" y="257016"/>
                  <a:pt x="630285" y="255220"/>
                </a:cubicBezTo>
                <a:lnTo>
                  <a:pt x="630285" y="238158"/>
                </a:lnTo>
                <a:cubicBezTo>
                  <a:pt x="630285" y="232770"/>
                  <a:pt x="635604" y="227382"/>
                  <a:pt x="641809" y="227382"/>
                </a:cubicBezTo>
                <a:close/>
                <a:moveTo>
                  <a:pt x="643344" y="175007"/>
                </a:moveTo>
                <a:cubicBezTo>
                  <a:pt x="556655" y="175007"/>
                  <a:pt x="485316" y="246169"/>
                  <a:pt x="485316" y="332643"/>
                </a:cubicBezTo>
                <a:cubicBezTo>
                  <a:pt x="485316" y="419118"/>
                  <a:pt x="556655" y="489378"/>
                  <a:pt x="643344" y="489378"/>
                </a:cubicBezTo>
                <a:cubicBezTo>
                  <a:pt x="730937" y="489378"/>
                  <a:pt x="801372" y="419118"/>
                  <a:pt x="801372" y="332643"/>
                </a:cubicBezTo>
                <a:cubicBezTo>
                  <a:pt x="801372" y="246169"/>
                  <a:pt x="730937" y="175007"/>
                  <a:pt x="643344" y="175007"/>
                </a:cubicBezTo>
                <a:close/>
                <a:moveTo>
                  <a:pt x="643344" y="151587"/>
                </a:moveTo>
                <a:cubicBezTo>
                  <a:pt x="743579" y="151587"/>
                  <a:pt x="824851" y="232657"/>
                  <a:pt x="824851" y="332643"/>
                </a:cubicBezTo>
                <a:cubicBezTo>
                  <a:pt x="824851" y="432629"/>
                  <a:pt x="743579" y="513699"/>
                  <a:pt x="643344" y="513699"/>
                </a:cubicBezTo>
                <a:cubicBezTo>
                  <a:pt x="543109" y="513699"/>
                  <a:pt x="462741" y="432629"/>
                  <a:pt x="462741" y="332643"/>
                </a:cubicBezTo>
                <a:cubicBezTo>
                  <a:pt x="462741" y="232657"/>
                  <a:pt x="543109" y="151587"/>
                  <a:pt x="643344" y="151587"/>
                </a:cubicBezTo>
                <a:close/>
                <a:moveTo>
                  <a:pt x="505952" y="150731"/>
                </a:moveTo>
                <a:cubicBezTo>
                  <a:pt x="441496" y="185087"/>
                  <a:pt x="397921" y="252894"/>
                  <a:pt x="397921" y="330647"/>
                </a:cubicBezTo>
                <a:cubicBezTo>
                  <a:pt x="397921" y="408400"/>
                  <a:pt x="441496" y="476207"/>
                  <a:pt x="505952" y="509659"/>
                </a:cubicBezTo>
                <a:cubicBezTo>
                  <a:pt x="452390" y="468070"/>
                  <a:pt x="417893" y="403879"/>
                  <a:pt x="417893" y="330647"/>
                </a:cubicBezTo>
                <a:cubicBezTo>
                  <a:pt x="417893" y="257415"/>
                  <a:pt x="452390" y="193224"/>
                  <a:pt x="505952" y="150731"/>
                </a:cubicBezTo>
                <a:close/>
                <a:moveTo>
                  <a:pt x="467823" y="148019"/>
                </a:moveTo>
                <a:cubicBezTo>
                  <a:pt x="398828" y="180566"/>
                  <a:pt x="351621" y="250182"/>
                  <a:pt x="351621" y="330647"/>
                </a:cubicBezTo>
                <a:cubicBezTo>
                  <a:pt x="351621" y="411112"/>
                  <a:pt x="398828" y="480727"/>
                  <a:pt x="467823" y="513275"/>
                </a:cubicBezTo>
                <a:cubicBezTo>
                  <a:pt x="410630" y="472591"/>
                  <a:pt x="373409" y="405687"/>
                  <a:pt x="373409" y="330647"/>
                </a:cubicBezTo>
                <a:cubicBezTo>
                  <a:pt x="373409" y="254703"/>
                  <a:pt x="410630" y="188703"/>
                  <a:pt x="467823" y="148019"/>
                </a:cubicBezTo>
                <a:close/>
                <a:moveTo>
                  <a:pt x="644850" y="127225"/>
                </a:moveTo>
                <a:cubicBezTo>
                  <a:pt x="532279" y="127225"/>
                  <a:pt x="441496" y="218539"/>
                  <a:pt x="441496" y="330647"/>
                </a:cubicBezTo>
                <a:cubicBezTo>
                  <a:pt x="441496" y="442755"/>
                  <a:pt x="532279" y="534069"/>
                  <a:pt x="644850" y="534069"/>
                </a:cubicBezTo>
                <a:cubicBezTo>
                  <a:pt x="757421" y="534069"/>
                  <a:pt x="849112" y="442755"/>
                  <a:pt x="849112" y="330647"/>
                </a:cubicBezTo>
                <a:cubicBezTo>
                  <a:pt x="849112" y="218539"/>
                  <a:pt x="757421" y="127225"/>
                  <a:pt x="644850" y="127225"/>
                </a:cubicBezTo>
                <a:close/>
                <a:moveTo>
                  <a:pt x="554975" y="103718"/>
                </a:moveTo>
                <a:cubicBezTo>
                  <a:pt x="563146" y="103718"/>
                  <a:pt x="570408" y="104622"/>
                  <a:pt x="577671" y="104622"/>
                </a:cubicBezTo>
                <a:cubicBezTo>
                  <a:pt x="585841" y="104622"/>
                  <a:pt x="594012" y="103718"/>
                  <a:pt x="601275" y="103718"/>
                </a:cubicBezTo>
                <a:cubicBezTo>
                  <a:pt x="608537" y="103718"/>
                  <a:pt x="615800" y="104622"/>
                  <a:pt x="623063" y="104622"/>
                </a:cubicBezTo>
                <a:cubicBezTo>
                  <a:pt x="630325" y="104622"/>
                  <a:pt x="638496" y="103718"/>
                  <a:pt x="644850" y="103718"/>
                </a:cubicBezTo>
                <a:cubicBezTo>
                  <a:pt x="771039" y="103718"/>
                  <a:pt x="872716" y="205881"/>
                  <a:pt x="872716" y="330647"/>
                </a:cubicBezTo>
                <a:cubicBezTo>
                  <a:pt x="872716" y="455413"/>
                  <a:pt x="771039" y="557576"/>
                  <a:pt x="644850" y="557576"/>
                </a:cubicBezTo>
                <a:cubicBezTo>
                  <a:pt x="638496" y="557576"/>
                  <a:pt x="630325" y="556672"/>
                  <a:pt x="623063" y="555768"/>
                </a:cubicBezTo>
                <a:cubicBezTo>
                  <a:pt x="615800" y="556672"/>
                  <a:pt x="608537" y="557576"/>
                  <a:pt x="601275" y="557576"/>
                </a:cubicBezTo>
                <a:cubicBezTo>
                  <a:pt x="594012" y="557576"/>
                  <a:pt x="585841" y="556672"/>
                  <a:pt x="577671" y="555768"/>
                </a:cubicBezTo>
                <a:cubicBezTo>
                  <a:pt x="570408" y="556672"/>
                  <a:pt x="563146" y="557576"/>
                  <a:pt x="554975" y="557576"/>
                </a:cubicBezTo>
                <a:cubicBezTo>
                  <a:pt x="429695" y="557576"/>
                  <a:pt x="327110" y="455413"/>
                  <a:pt x="327110" y="330647"/>
                </a:cubicBezTo>
                <a:cubicBezTo>
                  <a:pt x="327110" y="205881"/>
                  <a:pt x="429695" y="103718"/>
                  <a:pt x="554975" y="103718"/>
                </a:cubicBezTo>
                <a:close/>
                <a:moveTo>
                  <a:pt x="56978" y="36161"/>
                </a:moveTo>
                <a:cubicBezTo>
                  <a:pt x="45220" y="36161"/>
                  <a:pt x="36176" y="45202"/>
                  <a:pt x="36176" y="56954"/>
                </a:cubicBezTo>
                <a:lnTo>
                  <a:pt x="36176" y="609321"/>
                </a:lnTo>
                <a:lnTo>
                  <a:pt x="948727" y="609321"/>
                </a:lnTo>
                <a:lnTo>
                  <a:pt x="948727" y="458347"/>
                </a:lnTo>
                <a:cubicBezTo>
                  <a:pt x="948727" y="436650"/>
                  <a:pt x="966815" y="419473"/>
                  <a:pt x="987617" y="419473"/>
                </a:cubicBezTo>
                <a:lnTo>
                  <a:pt x="1181161" y="419473"/>
                </a:lnTo>
                <a:lnTo>
                  <a:pt x="1181161" y="56954"/>
                </a:lnTo>
                <a:cubicBezTo>
                  <a:pt x="1181161" y="45202"/>
                  <a:pt x="1171212" y="36161"/>
                  <a:pt x="1160359" y="36161"/>
                </a:cubicBezTo>
                <a:close/>
                <a:moveTo>
                  <a:pt x="56978" y="0"/>
                </a:moveTo>
                <a:lnTo>
                  <a:pt x="1160359" y="0"/>
                </a:lnTo>
                <a:cubicBezTo>
                  <a:pt x="1191109" y="0"/>
                  <a:pt x="1216433" y="25313"/>
                  <a:pt x="1216433" y="56954"/>
                </a:cubicBezTo>
                <a:lnTo>
                  <a:pt x="1216433" y="419473"/>
                </a:lnTo>
                <a:lnTo>
                  <a:pt x="1368374" y="419473"/>
                </a:lnTo>
                <a:cubicBezTo>
                  <a:pt x="1389176" y="419473"/>
                  <a:pt x="1407264" y="436650"/>
                  <a:pt x="1407264" y="458347"/>
                </a:cubicBezTo>
                <a:lnTo>
                  <a:pt x="1407264" y="1101117"/>
                </a:lnTo>
                <a:cubicBezTo>
                  <a:pt x="1407264" y="1121910"/>
                  <a:pt x="1389176" y="1139991"/>
                  <a:pt x="1368374" y="1139991"/>
                </a:cubicBezTo>
                <a:lnTo>
                  <a:pt x="987617" y="1139991"/>
                </a:lnTo>
                <a:cubicBezTo>
                  <a:pt x="966815" y="1139991"/>
                  <a:pt x="948727" y="1121910"/>
                  <a:pt x="948727" y="1101117"/>
                </a:cubicBezTo>
                <a:lnTo>
                  <a:pt x="948727" y="1009810"/>
                </a:lnTo>
                <a:cubicBezTo>
                  <a:pt x="948727" y="1008906"/>
                  <a:pt x="948727" y="1008906"/>
                  <a:pt x="948727" y="1008002"/>
                </a:cubicBezTo>
                <a:cubicBezTo>
                  <a:pt x="948727" y="1007098"/>
                  <a:pt x="948727" y="1007098"/>
                  <a:pt x="948727" y="1006193"/>
                </a:cubicBezTo>
                <a:lnTo>
                  <a:pt x="948727" y="835330"/>
                </a:lnTo>
                <a:lnTo>
                  <a:pt x="783220" y="835330"/>
                </a:lnTo>
                <a:cubicBezTo>
                  <a:pt x="775080" y="848891"/>
                  <a:pt x="775080" y="913078"/>
                  <a:pt x="793168" y="992633"/>
                </a:cubicBezTo>
                <a:cubicBezTo>
                  <a:pt x="810352" y="1068572"/>
                  <a:pt x="830249" y="1100213"/>
                  <a:pt x="838389" y="1103830"/>
                </a:cubicBezTo>
                <a:lnTo>
                  <a:pt x="894462" y="1103830"/>
                </a:lnTo>
                <a:cubicBezTo>
                  <a:pt x="903506" y="1103830"/>
                  <a:pt x="911646" y="1112870"/>
                  <a:pt x="911646" y="1121910"/>
                </a:cubicBezTo>
                <a:cubicBezTo>
                  <a:pt x="911646" y="1131855"/>
                  <a:pt x="903506" y="1139991"/>
                  <a:pt x="894462" y="1139991"/>
                </a:cubicBezTo>
                <a:lnTo>
                  <a:pt x="837484" y="1139991"/>
                </a:lnTo>
                <a:lnTo>
                  <a:pt x="379852" y="1139991"/>
                </a:lnTo>
                <a:lnTo>
                  <a:pt x="322875" y="1139991"/>
                </a:lnTo>
                <a:cubicBezTo>
                  <a:pt x="312926" y="1139991"/>
                  <a:pt x="304786" y="1131855"/>
                  <a:pt x="304786" y="1121910"/>
                </a:cubicBezTo>
                <a:cubicBezTo>
                  <a:pt x="304786" y="1112870"/>
                  <a:pt x="312926" y="1103830"/>
                  <a:pt x="322875" y="1103830"/>
                </a:cubicBezTo>
                <a:lnTo>
                  <a:pt x="378948" y="1103830"/>
                </a:lnTo>
                <a:cubicBezTo>
                  <a:pt x="386183" y="1100213"/>
                  <a:pt x="406080" y="1068572"/>
                  <a:pt x="424169" y="992633"/>
                </a:cubicBezTo>
                <a:cubicBezTo>
                  <a:pt x="442257" y="913078"/>
                  <a:pt x="442257" y="848891"/>
                  <a:pt x="434117" y="835330"/>
                </a:cubicBezTo>
                <a:lnTo>
                  <a:pt x="56978" y="835330"/>
                </a:lnTo>
                <a:cubicBezTo>
                  <a:pt x="25323" y="835330"/>
                  <a:pt x="0" y="810017"/>
                  <a:pt x="0" y="780184"/>
                </a:cubicBezTo>
                <a:lnTo>
                  <a:pt x="0" y="56954"/>
                </a:lnTo>
                <a:cubicBezTo>
                  <a:pt x="0" y="25313"/>
                  <a:pt x="25323" y="0"/>
                  <a:pt x="5697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78549B88-762E-4BF4-B4FB-F4162E3B1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079" y="6649900"/>
            <a:ext cx="3382793" cy="2959944"/>
          </a:xfrm>
          <a:custGeom>
            <a:avLst/>
            <a:gdLst>
              <a:gd name="T0" fmla="*/ 3421 w 3741"/>
              <a:gd name="T1" fmla="*/ 1704 h 3270"/>
              <a:gd name="T2" fmla="*/ 2706 w 3741"/>
              <a:gd name="T3" fmla="*/ 2942 h 3270"/>
              <a:gd name="T4" fmla="*/ 2706 w 3741"/>
              <a:gd name="T5" fmla="*/ 2942 h 3270"/>
              <a:gd name="T6" fmla="*/ 2584 w 3741"/>
              <a:gd name="T7" fmla="*/ 3012 h 3270"/>
              <a:gd name="T8" fmla="*/ 1156 w 3741"/>
              <a:gd name="T9" fmla="*/ 3012 h 3270"/>
              <a:gd name="T10" fmla="*/ 1156 w 3741"/>
              <a:gd name="T11" fmla="*/ 3012 h 3270"/>
              <a:gd name="T12" fmla="*/ 1034 w 3741"/>
              <a:gd name="T13" fmla="*/ 2942 h 3270"/>
              <a:gd name="T14" fmla="*/ 319 w 3741"/>
              <a:gd name="T15" fmla="*/ 1704 h 3270"/>
              <a:gd name="T16" fmla="*/ 319 w 3741"/>
              <a:gd name="T17" fmla="*/ 1704 h 3270"/>
              <a:gd name="T18" fmla="*/ 319 w 3741"/>
              <a:gd name="T19" fmla="*/ 1564 h 3270"/>
              <a:gd name="T20" fmla="*/ 1034 w 3741"/>
              <a:gd name="T21" fmla="*/ 327 h 3270"/>
              <a:gd name="T22" fmla="*/ 1034 w 3741"/>
              <a:gd name="T23" fmla="*/ 327 h 3270"/>
              <a:gd name="T24" fmla="*/ 1156 w 3741"/>
              <a:gd name="T25" fmla="*/ 256 h 3270"/>
              <a:gd name="T26" fmla="*/ 2584 w 3741"/>
              <a:gd name="T27" fmla="*/ 256 h 3270"/>
              <a:gd name="T28" fmla="*/ 2584 w 3741"/>
              <a:gd name="T29" fmla="*/ 256 h 3270"/>
              <a:gd name="T30" fmla="*/ 2706 w 3741"/>
              <a:gd name="T31" fmla="*/ 327 h 3270"/>
              <a:gd name="T32" fmla="*/ 3368 w 3741"/>
              <a:gd name="T33" fmla="*/ 1473 h 3270"/>
              <a:gd name="T34" fmla="*/ 3421 w 3741"/>
              <a:gd name="T35" fmla="*/ 1564 h 3270"/>
              <a:gd name="T36" fmla="*/ 3421 w 3741"/>
              <a:gd name="T37" fmla="*/ 1564 h 3270"/>
              <a:gd name="T38" fmla="*/ 3421 w 3741"/>
              <a:gd name="T39" fmla="*/ 1704 h 3270"/>
              <a:gd name="T40" fmla="*/ 3710 w 3741"/>
              <a:gd name="T41" fmla="*/ 1551 h 3270"/>
              <a:gd name="T42" fmla="*/ 3648 w 3741"/>
              <a:gd name="T43" fmla="*/ 1443 h 3270"/>
              <a:gd name="T44" fmla="*/ 2862 w 3741"/>
              <a:gd name="T45" fmla="*/ 83 h 3270"/>
              <a:gd name="T46" fmla="*/ 2862 w 3741"/>
              <a:gd name="T47" fmla="*/ 83 h 3270"/>
              <a:gd name="T48" fmla="*/ 2717 w 3741"/>
              <a:gd name="T49" fmla="*/ 0 h 3270"/>
              <a:gd name="T50" fmla="*/ 1022 w 3741"/>
              <a:gd name="T51" fmla="*/ 0 h 3270"/>
              <a:gd name="T52" fmla="*/ 1022 w 3741"/>
              <a:gd name="T53" fmla="*/ 0 h 3270"/>
              <a:gd name="T54" fmla="*/ 878 w 3741"/>
              <a:gd name="T55" fmla="*/ 83 h 3270"/>
              <a:gd name="T56" fmla="*/ 30 w 3741"/>
              <a:gd name="T57" fmla="*/ 1551 h 3270"/>
              <a:gd name="T58" fmla="*/ 30 w 3741"/>
              <a:gd name="T59" fmla="*/ 1551 h 3270"/>
              <a:gd name="T60" fmla="*/ 30 w 3741"/>
              <a:gd name="T61" fmla="*/ 1718 h 3270"/>
              <a:gd name="T62" fmla="*/ 878 w 3741"/>
              <a:gd name="T63" fmla="*/ 3185 h 3270"/>
              <a:gd name="T64" fmla="*/ 878 w 3741"/>
              <a:gd name="T65" fmla="*/ 3185 h 3270"/>
              <a:gd name="T66" fmla="*/ 1022 w 3741"/>
              <a:gd name="T67" fmla="*/ 3269 h 3270"/>
              <a:gd name="T68" fmla="*/ 2717 w 3741"/>
              <a:gd name="T69" fmla="*/ 3269 h 3270"/>
              <a:gd name="T70" fmla="*/ 2717 w 3741"/>
              <a:gd name="T71" fmla="*/ 3269 h 3270"/>
              <a:gd name="T72" fmla="*/ 2862 w 3741"/>
              <a:gd name="T73" fmla="*/ 3185 h 3270"/>
              <a:gd name="T74" fmla="*/ 3710 w 3741"/>
              <a:gd name="T75" fmla="*/ 1718 h 3270"/>
              <a:gd name="T76" fmla="*/ 3710 w 3741"/>
              <a:gd name="T77" fmla="*/ 1718 h 3270"/>
              <a:gd name="T78" fmla="*/ 3710 w 3741"/>
              <a:gd name="T79" fmla="*/ 1551 h 3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741" h="3270">
                <a:moveTo>
                  <a:pt x="3421" y="1704"/>
                </a:moveTo>
                <a:lnTo>
                  <a:pt x="2706" y="2942"/>
                </a:lnTo>
                <a:lnTo>
                  <a:pt x="2706" y="2942"/>
                </a:lnTo>
                <a:cubicBezTo>
                  <a:pt x="2681" y="2985"/>
                  <a:pt x="2635" y="3012"/>
                  <a:pt x="2584" y="3012"/>
                </a:cubicBezTo>
                <a:lnTo>
                  <a:pt x="1156" y="3012"/>
                </a:lnTo>
                <a:lnTo>
                  <a:pt x="1156" y="3012"/>
                </a:lnTo>
                <a:cubicBezTo>
                  <a:pt x="1106" y="3012"/>
                  <a:pt x="1059" y="2985"/>
                  <a:pt x="1034" y="2942"/>
                </a:cubicBezTo>
                <a:lnTo>
                  <a:pt x="319" y="1704"/>
                </a:lnTo>
                <a:lnTo>
                  <a:pt x="319" y="1704"/>
                </a:lnTo>
                <a:cubicBezTo>
                  <a:pt x="294" y="1660"/>
                  <a:pt x="294" y="1608"/>
                  <a:pt x="319" y="1564"/>
                </a:cubicBezTo>
                <a:lnTo>
                  <a:pt x="1034" y="327"/>
                </a:lnTo>
                <a:lnTo>
                  <a:pt x="1034" y="327"/>
                </a:lnTo>
                <a:cubicBezTo>
                  <a:pt x="1059" y="283"/>
                  <a:pt x="1106" y="256"/>
                  <a:pt x="1156" y="256"/>
                </a:cubicBezTo>
                <a:lnTo>
                  <a:pt x="2584" y="256"/>
                </a:lnTo>
                <a:lnTo>
                  <a:pt x="2584" y="256"/>
                </a:lnTo>
                <a:cubicBezTo>
                  <a:pt x="2635" y="256"/>
                  <a:pt x="2681" y="283"/>
                  <a:pt x="2706" y="327"/>
                </a:cubicBezTo>
                <a:lnTo>
                  <a:pt x="3368" y="1473"/>
                </a:lnTo>
                <a:lnTo>
                  <a:pt x="3421" y="1564"/>
                </a:lnTo>
                <a:lnTo>
                  <a:pt x="3421" y="1564"/>
                </a:lnTo>
                <a:cubicBezTo>
                  <a:pt x="3446" y="1608"/>
                  <a:pt x="3446" y="1660"/>
                  <a:pt x="3421" y="1704"/>
                </a:cubicBezTo>
                <a:close/>
                <a:moveTo>
                  <a:pt x="3710" y="1551"/>
                </a:moveTo>
                <a:lnTo>
                  <a:pt x="3648" y="1443"/>
                </a:lnTo>
                <a:lnTo>
                  <a:pt x="2862" y="83"/>
                </a:lnTo>
                <a:lnTo>
                  <a:pt x="2862" y="83"/>
                </a:lnTo>
                <a:cubicBezTo>
                  <a:pt x="2833" y="32"/>
                  <a:pt x="2777" y="0"/>
                  <a:pt x="2717" y="0"/>
                </a:cubicBezTo>
                <a:lnTo>
                  <a:pt x="1022" y="0"/>
                </a:lnTo>
                <a:lnTo>
                  <a:pt x="1022" y="0"/>
                </a:lnTo>
                <a:cubicBezTo>
                  <a:pt x="963" y="0"/>
                  <a:pt x="908" y="32"/>
                  <a:pt x="878" y="83"/>
                </a:cubicBezTo>
                <a:lnTo>
                  <a:pt x="30" y="1551"/>
                </a:lnTo>
                <a:lnTo>
                  <a:pt x="30" y="1551"/>
                </a:lnTo>
                <a:cubicBezTo>
                  <a:pt x="0" y="1602"/>
                  <a:pt x="0" y="1666"/>
                  <a:pt x="30" y="1718"/>
                </a:cubicBezTo>
                <a:lnTo>
                  <a:pt x="878" y="3185"/>
                </a:lnTo>
                <a:lnTo>
                  <a:pt x="878" y="3185"/>
                </a:lnTo>
                <a:cubicBezTo>
                  <a:pt x="908" y="3238"/>
                  <a:pt x="963" y="3269"/>
                  <a:pt x="1022" y="3269"/>
                </a:cubicBezTo>
                <a:lnTo>
                  <a:pt x="2717" y="3269"/>
                </a:lnTo>
                <a:lnTo>
                  <a:pt x="2717" y="3269"/>
                </a:lnTo>
                <a:cubicBezTo>
                  <a:pt x="2777" y="3269"/>
                  <a:pt x="2833" y="3238"/>
                  <a:pt x="2862" y="3185"/>
                </a:cubicBezTo>
                <a:lnTo>
                  <a:pt x="3710" y="1718"/>
                </a:lnTo>
                <a:lnTo>
                  <a:pt x="3710" y="1718"/>
                </a:lnTo>
                <a:cubicBezTo>
                  <a:pt x="3740" y="1666"/>
                  <a:pt x="3740" y="1602"/>
                  <a:pt x="3710" y="155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D02E7353-1191-40DA-8D2F-AC2337EC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452" y="7514196"/>
            <a:ext cx="1447155" cy="1237075"/>
          </a:xfrm>
          <a:custGeom>
            <a:avLst/>
            <a:gdLst>
              <a:gd name="connsiteX0" fmla="*/ 623961 w 1447155"/>
              <a:gd name="connsiteY0" fmla="*/ 1142897 h 1237075"/>
              <a:gd name="connsiteX1" fmla="*/ 617621 w 1447155"/>
              <a:gd name="connsiteY1" fmla="*/ 1148330 h 1237075"/>
              <a:gd name="connsiteX2" fmla="*/ 616716 w 1447155"/>
              <a:gd name="connsiteY2" fmla="*/ 1173686 h 1237075"/>
              <a:gd name="connsiteX3" fmla="*/ 621244 w 1447155"/>
              <a:gd name="connsiteY3" fmla="*/ 1180930 h 1237075"/>
              <a:gd name="connsiteX4" fmla="*/ 647506 w 1447155"/>
              <a:gd name="connsiteY4" fmla="*/ 1186364 h 1237075"/>
              <a:gd name="connsiteX5" fmla="*/ 658374 w 1447155"/>
              <a:gd name="connsiteY5" fmla="*/ 1178214 h 1237075"/>
              <a:gd name="connsiteX6" fmla="*/ 627583 w 1447155"/>
              <a:gd name="connsiteY6" fmla="*/ 1148330 h 1237075"/>
              <a:gd name="connsiteX7" fmla="*/ 564191 w 1447155"/>
              <a:gd name="connsiteY7" fmla="*/ 1084035 h 1237075"/>
              <a:gd name="connsiteX8" fmla="*/ 549701 w 1447155"/>
              <a:gd name="connsiteY8" fmla="*/ 1094902 h 1237075"/>
              <a:gd name="connsiteX9" fmla="*/ 544267 w 1447155"/>
              <a:gd name="connsiteY9" fmla="*/ 1105769 h 1237075"/>
              <a:gd name="connsiteX10" fmla="*/ 549701 w 1447155"/>
              <a:gd name="connsiteY10" fmla="*/ 1122974 h 1237075"/>
              <a:gd name="connsiteX11" fmla="*/ 552418 w 1447155"/>
              <a:gd name="connsiteY11" fmla="*/ 1125691 h 1237075"/>
              <a:gd name="connsiteX12" fmla="*/ 566908 w 1447155"/>
              <a:gd name="connsiteY12" fmla="*/ 1135652 h 1237075"/>
              <a:gd name="connsiteX13" fmla="*/ 578680 w 1447155"/>
              <a:gd name="connsiteY13" fmla="*/ 1133841 h 1237075"/>
              <a:gd name="connsiteX14" fmla="*/ 596792 w 1447155"/>
              <a:gd name="connsiteY14" fmla="*/ 1120258 h 1237075"/>
              <a:gd name="connsiteX15" fmla="*/ 598604 w 1447155"/>
              <a:gd name="connsiteY15" fmla="*/ 1118447 h 1237075"/>
              <a:gd name="connsiteX16" fmla="*/ 505327 w 1447155"/>
              <a:gd name="connsiteY16" fmla="*/ 1024268 h 1237075"/>
              <a:gd name="connsiteX17" fmla="*/ 486309 w 1447155"/>
              <a:gd name="connsiteY17" fmla="*/ 1037851 h 1237075"/>
              <a:gd name="connsiteX18" fmla="*/ 479064 w 1447155"/>
              <a:gd name="connsiteY18" fmla="*/ 1051435 h 1237075"/>
              <a:gd name="connsiteX19" fmla="*/ 483592 w 1447155"/>
              <a:gd name="connsiteY19" fmla="*/ 1067735 h 1237075"/>
              <a:gd name="connsiteX20" fmla="*/ 486309 w 1447155"/>
              <a:gd name="connsiteY20" fmla="*/ 1071357 h 1237075"/>
              <a:gd name="connsiteX21" fmla="*/ 501704 w 1447155"/>
              <a:gd name="connsiteY21" fmla="*/ 1080413 h 1237075"/>
              <a:gd name="connsiteX22" fmla="*/ 516194 w 1447155"/>
              <a:gd name="connsiteY22" fmla="*/ 1075885 h 1237075"/>
              <a:gd name="connsiteX23" fmla="*/ 538834 w 1447155"/>
              <a:gd name="connsiteY23" fmla="*/ 1058679 h 1237075"/>
              <a:gd name="connsiteX24" fmla="*/ 459141 w 1447155"/>
              <a:gd name="connsiteY24" fmla="*/ 978990 h 1237075"/>
              <a:gd name="connsiteX25" fmla="*/ 460952 w 1447155"/>
              <a:gd name="connsiteY25" fmla="*/ 980801 h 1237075"/>
              <a:gd name="connsiteX26" fmla="*/ 462763 w 1447155"/>
              <a:gd name="connsiteY26" fmla="*/ 984423 h 1237075"/>
              <a:gd name="connsiteX27" fmla="*/ 471819 w 1447155"/>
              <a:gd name="connsiteY27" fmla="*/ 991668 h 1237075"/>
              <a:gd name="connsiteX28" fmla="*/ 546418 w 1447155"/>
              <a:gd name="connsiteY28" fmla="*/ 593446 h 1237075"/>
              <a:gd name="connsiteX29" fmla="*/ 514383 w 1447155"/>
              <a:gd name="connsiteY29" fmla="*/ 603181 h 1237075"/>
              <a:gd name="connsiteX30" fmla="*/ 369486 w 1447155"/>
              <a:gd name="connsiteY30" fmla="*/ 748071 h 1237075"/>
              <a:gd name="connsiteX31" fmla="*/ 377636 w 1447155"/>
              <a:gd name="connsiteY31" fmla="*/ 847683 h 1237075"/>
              <a:gd name="connsiteX32" fmla="*/ 585020 w 1447155"/>
              <a:gd name="connsiteY32" fmla="*/ 1054152 h 1237075"/>
              <a:gd name="connsiteX33" fmla="*/ 652940 w 1447155"/>
              <a:gd name="connsiteY33" fmla="*/ 1122069 h 1237075"/>
              <a:gd name="connsiteX34" fmla="*/ 724483 w 1447155"/>
              <a:gd name="connsiteY34" fmla="*/ 1194514 h 1237075"/>
              <a:gd name="connsiteX35" fmla="*/ 761612 w 1447155"/>
              <a:gd name="connsiteY35" fmla="*/ 1194514 h 1237075"/>
              <a:gd name="connsiteX36" fmla="*/ 767952 w 1447155"/>
              <a:gd name="connsiteY36" fmla="*/ 1187270 h 1237075"/>
              <a:gd name="connsiteX37" fmla="*/ 776102 w 1447155"/>
              <a:gd name="connsiteY37" fmla="*/ 1169158 h 1237075"/>
              <a:gd name="connsiteX38" fmla="*/ 767952 w 1447155"/>
              <a:gd name="connsiteY38" fmla="*/ 1151047 h 1237075"/>
              <a:gd name="connsiteX39" fmla="*/ 627583 w 1447155"/>
              <a:gd name="connsiteY39" fmla="*/ 1010685 h 1237075"/>
              <a:gd name="connsiteX40" fmla="*/ 627583 w 1447155"/>
              <a:gd name="connsiteY40" fmla="*/ 985329 h 1237075"/>
              <a:gd name="connsiteX41" fmla="*/ 652940 w 1447155"/>
              <a:gd name="connsiteY41" fmla="*/ 985329 h 1237075"/>
              <a:gd name="connsiteX42" fmla="*/ 825910 w 1447155"/>
              <a:gd name="connsiteY42" fmla="*/ 1158291 h 1237075"/>
              <a:gd name="connsiteX43" fmla="*/ 865757 w 1447155"/>
              <a:gd name="connsiteY43" fmla="*/ 1158291 h 1237075"/>
              <a:gd name="connsiteX44" fmla="*/ 869379 w 1447155"/>
              <a:gd name="connsiteY44" fmla="*/ 1154669 h 1237075"/>
              <a:gd name="connsiteX45" fmla="*/ 877530 w 1447155"/>
              <a:gd name="connsiteY45" fmla="*/ 1134747 h 1237075"/>
              <a:gd name="connsiteX46" fmla="*/ 869379 w 1447155"/>
              <a:gd name="connsiteY46" fmla="*/ 1114824 h 1237075"/>
              <a:gd name="connsiteX47" fmla="*/ 696409 w 1447155"/>
              <a:gd name="connsiteY47" fmla="*/ 941862 h 1237075"/>
              <a:gd name="connsiteX48" fmla="*/ 696409 w 1447155"/>
              <a:gd name="connsiteY48" fmla="*/ 917412 h 1237075"/>
              <a:gd name="connsiteX49" fmla="*/ 721766 w 1447155"/>
              <a:gd name="connsiteY49" fmla="*/ 917412 h 1237075"/>
              <a:gd name="connsiteX50" fmla="*/ 894736 w 1447155"/>
              <a:gd name="connsiteY50" fmla="*/ 1090374 h 1237075"/>
              <a:gd name="connsiteX51" fmla="*/ 923715 w 1447155"/>
              <a:gd name="connsiteY51" fmla="*/ 1119352 h 1237075"/>
              <a:gd name="connsiteX52" fmla="*/ 968996 w 1447155"/>
              <a:gd name="connsiteY52" fmla="*/ 1124786 h 1237075"/>
              <a:gd name="connsiteX53" fmla="*/ 972618 w 1447155"/>
              <a:gd name="connsiteY53" fmla="*/ 1120258 h 1237075"/>
              <a:gd name="connsiteX54" fmla="*/ 967184 w 1447155"/>
              <a:gd name="connsiteY54" fmla="*/ 1075885 h 1237075"/>
              <a:gd name="connsiteX55" fmla="*/ 765235 w 1447155"/>
              <a:gd name="connsiteY55" fmla="*/ 873039 h 1237075"/>
              <a:gd name="connsiteX56" fmla="*/ 765235 w 1447155"/>
              <a:gd name="connsiteY56" fmla="*/ 848589 h 1237075"/>
              <a:gd name="connsiteX57" fmla="*/ 790592 w 1447155"/>
              <a:gd name="connsiteY57" fmla="*/ 848589 h 1237075"/>
              <a:gd name="connsiteX58" fmla="*/ 963562 w 1447155"/>
              <a:gd name="connsiteY58" fmla="*/ 1021551 h 1237075"/>
              <a:gd name="connsiteX59" fmla="*/ 1002503 w 1447155"/>
              <a:gd name="connsiteY59" fmla="*/ 1021551 h 1237075"/>
              <a:gd name="connsiteX60" fmla="*/ 1007031 w 1447155"/>
              <a:gd name="connsiteY60" fmla="*/ 1017929 h 1237075"/>
              <a:gd name="connsiteX61" fmla="*/ 1015181 w 1447155"/>
              <a:gd name="connsiteY61" fmla="*/ 998007 h 1237075"/>
              <a:gd name="connsiteX62" fmla="*/ 1007031 w 1447155"/>
              <a:gd name="connsiteY62" fmla="*/ 978084 h 1237075"/>
              <a:gd name="connsiteX63" fmla="*/ 901981 w 1447155"/>
              <a:gd name="connsiteY63" fmla="*/ 873039 h 1237075"/>
              <a:gd name="connsiteX64" fmla="*/ 882963 w 1447155"/>
              <a:gd name="connsiteY64" fmla="*/ 854022 h 1237075"/>
              <a:gd name="connsiteX65" fmla="*/ 871190 w 1447155"/>
              <a:gd name="connsiteY65" fmla="*/ 842250 h 1237075"/>
              <a:gd name="connsiteX66" fmla="*/ 706371 w 1447155"/>
              <a:gd name="connsiteY66" fmla="*/ 773427 h 1237075"/>
              <a:gd name="connsiteX67" fmla="*/ 702748 w 1447155"/>
              <a:gd name="connsiteY67" fmla="*/ 772522 h 1237075"/>
              <a:gd name="connsiteX68" fmla="*/ 653846 w 1447155"/>
              <a:gd name="connsiteY68" fmla="*/ 829572 h 1237075"/>
              <a:gd name="connsiteX69" fmla="*/ 581397 w 1447155"/>
              <a:gd name="connsiteY69" fmla="*/ 881189 h 1237075"/>
              <a:gd name="connsiteX70" fmla="*/ 555135 w 1447155"/>
              <a:gd name="connsiteY70" fmla="*/ 876661 h 1237075"/>
              <a:gd name="connsiteX71" fmla="*/ 518911 w 1447155"/>
              <a:gd name="connsiteY71" fmla="*/ 850400 h 1237075"/>
              <a:gd name="connsiteX72" fmla="*/ 508043 w 1447155"/>
              <a:gd name="connsiteY72" fmla="*/ 777955 h 1237075"/>
              <a:gd name="connsiteX73" fmla="*/ 614905 w 1447155"/>
              <a:gd name="connsiteY73" fmla="*/ 631254 h 1237075"/>
              <a:gd name="connsiteX74" fmla="*/ 577775 w 1447155"/>
              <a:gd name="connsiteY74" fmla="*/ 604087 h 1237075"/>
              <a:gd name="connsiteX75" fmla="*/ 546418 w 1447155"/>
              <a:gd name="connsiteY75" fmla="*/ 593446 h 1237075"/>
              <a:gd name="connsiteX76" fmla="*/ 830551 w 1447155"/>
              <a:gd name="connsiteY76" fmla="*/ 568317 h 1237075"/>
              <a:gd name="connsiteX77" fmla="*/ 699126 w 1447155"/>
              <a:gd name="connsiteY77" fmla="*/ 603181 h 1237075"/>
              <a:gd name="connsiteX78" fmla="*/ 697314 w 1447155"/>
              <a:gd name="connsiteY78" fmla="*/ 604087 h 1237075"/>
              <a:gd name="connsiteX79" fmla="*/ 695503 w 1447155"/>
              <a:gd name="connsiteY79" fmla="*/ 605898 h 1237075"/>
              <a:gd name="connsiteX80" fmla="*/ 541551 w 1447155"/>
              <a:gd name="connsiteY80" fmla="*/ 789727 h 1237075"/>
              <a:gd name="connsiteX81" fmla="*/ 547890 w 1447155"/>
              <a:gd name="connsiteY81" fmla="*/ 828667 h 1237075"/>
              <a:gd name="connsiteX82" fmla="*/ 567813 w 1447155"/>
              <a:gd name="connsiteY82" fmla="*/ 843156 h 1237075"/>
              <a:gd name="connsiteX83" fmla="*/ 620338 w 1447155"/>
              <a:gd name="connsiteY83" fmla="*/ 817800 h 1237075"/>
              <a:gd name="connsiteX84" fmla="*/ 681014 w 1447155"/>
              <a:gd name="connsiteY84" fmla="*/ 743544 h 1237075"/>
              <a:gd name="connsiteX85" fmla="*/ 732633 w 1447155"/>
              <a:gd name="connsiteY85" fmla="*/ 748977 h 1237075"/>
              <a:gd name="connsiteX86" fmla="*/ 971712 w 1447155"/>
              <a:gd name="connsiteY86" fmla="*/ 770710 h 1237075"/>
              <a:gd name="connsiteX87" fmla="*/ 996164 w 1447155"/>
              <a:gd name="connsiteY87" fmla="*/ 773427 h 1237075"/>
              <a:gd name="connsiteX88" fmla="*/ 993447 w 1447155"/>
              <a:gd name="connsiteY88" fmla="*/ 798783 h 1237075"/>
              <a:gd name="connsiteX89" fmla="*/ 915565 w 1447155"/>
              <a:gd name="connsiteY89" fmla="*/ 835911 h 1237075"/>
              <a:gd name="connsiteX90" fmla="*/ 997069 w 1447155"/>
              <a:gd name="connsiteY90" fmla="*/ 918317 h 1237075"/>
              <a:gd name="connsiteX91" fmla="*/ 1078574 w 1447155"/>
              <a:gd name="connsiteY91" fmla="*/ 855833 h 1237075"/>
              <a:gd name="connsiteX92" fmla="*/ 1090347 w 1447155"/>
              <a:gd name="connsiteY92" fmla="*/ 835911 h 1237075"/>
              <a:gd name="connsiteX93" fmla="*/ 1084913 w 1447155"/>
              <a:gd name="connsiteY93" fmla="*/ 813272 h 1237075"/>
              <a:gd name="connsiteX94" fmla="*/ 959939 w 1447155"/>
              <a:gd name="connsiteY94" fmla="*/ 650271 h 1237075"/>
              <a:gd name="connsiteX95" fmla="*/ 954506 w 1447155"/>
              <a:gd name="connsiteY95" fmla="*/ 645743 h 1237075"/>
              <a:gd name="connsiteX96" fmla="*/ 949978 w 1447155"/>
              <a:gd name="connsiteY96" fmla="*/ 636687 h 1237075"/>
              <a:gd name="connsiteX97" fmla="*/ 949072 w 1447155"/>
              <a:gd name="connsiteY97" fmla="*/ 636687 h 1237075"/>
              <a:gd name="connsiteX98" fmla="*/ 830551 w 1447155"/>
              <a:gd name="connsiteY98" fmla="*/ 568317 h 1237075"/>
              <a:gd name="connsiteX99" fmla="*/ 1052692 w 1447155"/>
              <a:gd name="connsiteY99" fmla="*/ 563495 h 1237075"/>
              <a:gd name="connsiteX100" fmla="*/ 1065103 w 1447155"/>
              <a:gd name="connsiteY100" fmla="*/ 564412 h 1237075"/>
              <a:gd name="connsiteX101" fmla="*/ 1101448 w 1447155"/>
              <a:gd name="connsiteY101" fmla="*/ 610265 h 1237075"/>
              <a:gd name="connsiteX102" fmla="*/ 1099675 w 1447155"/>
              <a:gd name="connsiteY102" fmla="*/ 623103 h 1237075"/>
              <a:gd name="connsiteX103" fmla="*/ 1085492 w 1447155"/>
              <a:gd name="connsiteY103" fmla="*/ 635942 h 1237075"/>
              <a:gd name="connsiteX104" fmla="*/ 1072194 w 1447155"/>
              <a:gd name="connsiteY104" fmla="*/ 635025 h 1237075"/>
              <a:gd name="connsiteX105" fmla="*/ 1036735 w 1447155"/>
              <a:gd name="connsiteY105" fmla="*/ 589173 h 1237075"/>
              <a:gd name="connsiteX106" fmla="*/ 1036735 w 1447155"/>
              <a:gd name="connsiteY106" fmla="*/ 576334 h 1237075"/>
              <a:gd name="connsiteX107" fmla="*/ 447116 w 1447155"/>
              <a:gd name="connsiteY107" fmla="*/ 511578 h 1237075"/>
              <a:gd name="connsiteX108" fmla="*/ 459748 w 1447155"/>
              <a:gd name="connsiteY108" fmla="*/ 511578 h 1237075"/>
              <a:gd name="connsiteX109" fmla="*/ 474184 w 1447155"/>
              <a:gd name="connsiteY109" fmla="*/ 525112 h 1237075"/>
              <a:gd name="connsiteX110" fmla="*/ 474184 w 1447155"/>
              <a:gd name="connsiteY110" fmla="*/ 537744 h 1237075"/>
              <a:gd name="connsiteX111" fmla="*/ 432679 w 1447155"/>
              <a:gd name="connsiteY111" fmla="*/ 579250 h 1237075"/>
              <a:gd name="connsiteX112" fmla="*/ 420047 w 1447155"/>
              <a:gd name="connsiteY112" fmla="*/ 579250 h 1237075"/>
              <a:gd name="connsiteX113" fmla="*/ 406513 w 1447155"/>
              <a:gd name="connsiteY113" fmla="*/ 565716 h 1237075"/>
              <a:gd name="connsiteX114" fmla="*/ 406513 w 1447155"/>
              <a:gd name="connsiteY114" fmla="*/ 552181 h 1237075"/>
              <a:gd name="connsiteX115" fmla="*/ 1008470 w 1447155"/>
              <a:gd name="connsiteY115" fmla="*/ 502720 h 1237075"/>
              <a:gd name="connsiteX116" fmla="*/ 1017730 w 1447155"/>
              <a:gd name="connsiteY116" fmla="*/ 503630 h 1237075"/>
              <a:gd name="connsiteX117" fmla="*/ 1034399 w 1447155"/>
              <a:gd name="connsiteY117" fmla="*/ 523645 h 1237075"/>
              <a:gd name="connsiteX118" fmla="*/ 1033473 w 1447155"/>
              <a:gd name="connsiteY118" fmla="*/ 532743 h 1237075"/>
              <a:gd name="connsiteX119" fmla="*/ 1013100 w 1447155"/>
              <a:gd name="connsiteY119" fmla="*/ 549119 h 1237075"/>
              <a:gd name="connsiteX120" fmla="*/ 1003839 w 1447155"/>
              <a:gd name="connsiteY120" fmla="*/ 548210 h 1237075"/>
              <a:gd name="connsiteX121" fmla="*/ 987171 w 1447155"/>
              <a:gd name="connsiteY121" fmla="*/ 528194 h 1237075"/>
              <a:gd name="connsiteX122" fmla="*/ 988097 w 1447155"/>
              <a:gd name="connsiteY122" fmla="*/ 519096 h 1237075"/>
              <a:gd name="connsiteX123" fmla="*/ 453707 w 1447155"/>
              <a:gd name="connsiteY123" fmla="*/ 448329 h 1237075"/>
              <a:gd name="connsiteX124" fmla="*/ 182932 w 1447155"/>
              <a:gd name="connsiteY124" fmla="*/ 718188 h 1237075"/>
              <a:gd name="connsiteX125" fmla="*/ 235457 w 1447155"/>
              <a:gd name="connsiteY125" fmla="*/ 771616 h 1237075"/>
              <a:gd name="connsiteX126" fmla="*/ 296132 w 1447155"/>
              <a:gd name="connsiteY126" fmla="*/ 771616 h 1237075"/>
              <a:gd name="connsiteX127" fmla="*/ 342318 w 1447155"/>
              <a:gd name="connsiteY127" fmla="*/ 723621 h 1237075"/>
              <a:gd name="connsiteX128" fmla="*/ 352280 w 1447155"/>
              <a:gd name="connsiteY128" fmla="*/ 712754 h 1237075"/>
              <a:gd name="connsiteX129" fmla="*/ 479970 w 1447155"/>
              <a:gd name="connsiteY129" fmla="*/ 584164 h 1237075"/>
              <a:gd name="connsiteX130" fmla="*/ 490837 w 1447155"/>
              <a:gd name="connsiteY130" fmla="*/ 575109 h 1237075"/>
              <a:gd name="connsiteX131" fmla="*/ 529778 w 1447155"/>
              <a:gd name="connsiteY131" fmla="*/ 537075 h 1237075"/>
              <a:gd name="connsiteX132" fmla="*/ 529778 w 1447155"/>
              <a:gd name="connsiteY132" fmla="*/ 523491 h 1237075"/>
              <a:gd name="connsiteX133" fmla="*/ 1016087 w 1447155"/>
              <a:gd name="connsiteY133" fmla="*/ 443802 h 1237075"/>
              <a:gd name="connsiteX134" fmla="*/ 933677 w 1447155"/>
              <a:gd name="connsiteY134" fmla="*/ 512624 h 1237075"/>
              <a:gd name="connsiteX135" fmla="*/ 930055 w 1447155"/>
              <a:gd name="connsiteY135" fmla="*/ 518963 h 1237075"/>
              <a:gd name="connsiteX136" fmla="*/ 931866 w 1447155"/>
              <a:gd name="connsiteY136" fmla="*/ 526208 h 1237075"/>
              <a:gd name="connsiteX137" fmla="*/ 1142872 w 1447155"/>
              <a:gd name="connsiteY137" fmla="*/ 781577 h 1237075"/>
              <a:gd name="connsiteX138" fmla="*/ 1171851 w 1447155"/>
              <a:gd name="connsiteY138" fmla="*/ 796066 h 1237075"/>
              <a:gd name="connsiteX139" fmla="*/ 1203547 w 1447155"/>
              <a:gd name="connsiteY139" fmla="*/ 787011 h 1237075"/>
              <a:gd name="connsiteX140" fmla="*/ 1259695 w 1447155"/>
              <a:gd name="connsiteY140" fmla="*/ 739921 h 1237075"/>
              <a:gd name="connsiteX141" fmla="*/ 1410930 w 1447155"/>
              <a:gd name="connsiteY141" fmla="*/ 40826 h 1237075"/>
              <a:gd name="connsiteX142" fmla="*/ 1026954 w 1447155"/>
              <a:gd name="connsiteY142" fmla="*/ 384940 h 1237075"/>
              <a:gd name="connsiteX143" fmla="*/ 1026049 w 1447155"/>
              <a:gd name="connsiteY143" fmla="*/ 399429 h 1237075"/>
              <a:gd name="connsiteX144" fmla="*/ 1165512 w 1447155"/>
              <a:gd name="connsiteY144" fmla="*/ 569675 h 1237075"/>
              <a:gd name="connsiteX145" fmla="*/ 1305880 w 1447155"/>
              <a:gd name="connsiteY145" fmla="*/ 739016 h 1237075"/>
              <a:gd name="connsiteX146" fmla="*/ 1313125 w 1447155"/>
              <a:gd name="connsiteY146" fmla="*/ 742638 h 1237075"/>
              <a:gd name="connsiteX147" fmla="*/ 1318559 w 1447155"/>
              <a:gd name="connsiteY147" fmla="*/ 741732 h 1237075"/>
              <a:gd name="connsiteX148" fmla="*/ 1381951 w 1447155"/>
              <a:gd name="connsiteY148" fmla="*/ 667476 h 1237075"/>
              <a:gd name="connsiteX149" fmla="*/ 1410930 w 1447155"/>
              <a:gd name="connsiteY149" fmla="*/ 604992 h 1237075"/>
              <a:gd name="connsiteX150" fmla="*/ 36224 w 1447155"/>
              <a:gd name="connsiteY150" fmla="*/ 36298 h 1237075"/>
              <a:gd name="connsiteX151" fmla="*/ 36224 w 1447155"/>
              <a:gd name="connsiteY151" fmla="*/ 567864 h 1237075"/>
              <a:gd name="connsiteX152" fmla="*/ 58864 w 1447155"/>
              <a:gd name="connsiteY152" fmla="*/ 633065 h 1237075"/>
              <a:gd name="connsiteX153" fmla="*/ 124067 w 1447155"/>
              <a:gd name="connsiteY153" fmla="*/ 714566 h 1237075"/>
              <a:gd name="connsiteX154" fmla="*/ 137651 w 1447155"/>
              <a:gd name="connsiteY154" fmla="*/ 713660 h 1237075"/>
              <a:gd name="connsiteX155" fmla="*/ 448273 w 1447155"/>
              <a:gd name="connsiteY155" fmla="*/ 402146 h 1237075"/>
              <a:gd name="connsiteX156" fmla="*/ 451896 w 1447155"/>
              <a:gd name="connsiteY156" fmla="*/ 395807 h 1237075"/>
              <a:gd name="connsiteX157" fmla="*/ 449179 w 1447155"/>
              <a:gd name="connsiteY157" fmla="*/ 388562 h 1237075"/>
              <a:gd name="connsiteX158" fmla="*/ 40526 w 1447155"/>
              <a:gd name="connsiteY158" fmla="*/ 302 h 1237075"/>
              <a:gd name="connsiteX159" fmla="*/ 58864 w 1447155"/>
              <a:gd name="connsiteY159" fmla="*/ 9131 h 1237075"/>
              <a:gd name="connsiteX160" fmla="*/ 473630 w 1447155"/>
              <a:gd name="connsiteY160" fmla="*/ 363206 h 1237075"/>
              <a:gd name="connsiteX161" fmla="*/ 487214 w 1447155"/>
              <a:gd name="connsiteY161" fmla="*/ 395807 h 1237075"/>
              <a:gd name="connsiteX162" fmla="*/ 478158 w 1447155"/>
              <a:gd name="connsiteY162" fmla="*/ 422068 h 1237075"/>
              <a:gd name="connsiteX163" fmla="*/ 555135 w 1447155"/>
              <a:gd name="connsiteY163" fmla="*/ 498135 h 1237075"/>
              <a:gd name="connsiteX164" fmla="*/ 557852 w 1447155"/>
              <a:gd name="connsiteY164" fmla="*/ 558808 h 1237075"/>
              <a:gd name="connsiteX165" fmla="*/ 599509 w 1447155"/>
              <a:gd name="connsiteY165" fmla="*/ 575109 h 1237075"/>
              <a:gd name="connsiteX166" fmla="*/ 641167 w 1447155"/>
              <a:gd name="connsiteY166" fmla="*/ 605898 h 1237075"/>
              <a:gd name="connsiteX167" fmla="*/ 672863 w 1447155"/>
              <a:gd name="connsiteY167" fmla="*/ 578731 h 1237075"/>
              <a:gd name="connsiteX168" fmla="*/ 675580 w 1447155"/>
              <a:gd name="connsiteY168" fmla="*/ 576014 h 1237075"/>
              <a:gd name="connsiteX169" fmla="*/ 677391 w 1447155"/>
              <a:gd name="connsiteY169" fmla="*/ 574203 h 1237075"/>
              <a:gd name="connsiteX170" fmla="*/ 911943 w 1447155"/>
              <a:gd name="connsiteY170" fmla="*/ 558808 h 1237075"/>
              <a:gd name="connsiteX171" fmla="*/ 904698 w 1447155"/>
              <a:gd name="connsiteY171" fmla="*/ 548847 h 1237075"/>
              <a:gd name="connsiteX172" fmla="*/ 894736 w 1447155"/>
              <a:gd name="connsiteY172" fmla="*/ 515341 h 1237075"/>
              <a:gd name="connsiteX173" fmla="*/ 911037 w 1447155"/>
              <a:gd name="connsiteY173" fmla="*/ 484552 h 1237075"/>
              <a:gd name="connsiteX174" fmla="*/ 993447 w 1447155"/>
              <a:gd name="connsiteY174" fmla="*/ 415729 h 1237075"/>
              <a:gd name="connsiteX175" fmla="*/ 1003408 w 1447155"/>
              <a:gd name="connsiteY175" fmla="*/ 357773 h 1237075"/>
              <a:gd name="connsiteX176" fmla="*/ 1391007 w 1447155"/>
              <a:gd name="connsiteY176" fmla="*/ 10037 h 1237075"/>
              <a:gd name="connsiteX177" fmla="*/ 1429043 w 1447155"/>
              <a:gd name="connsiteY177" fmla="*/ 9131 h 1237075"/>
              <a:gd name="connsiteX178" fmla="*/ 1447155 w 1447155"/>
              <a:gd name="connsiteY178" fmla="*/ 42637 h 1237075"/>
              <a:gd name="connsiteX179" fmla="*/ 1447155 w 1447155"/>
              <a:gd name="connsiteY179" fmla="*/ 606803 h 1237075"/>
              <a:gd name="connsiteX180" fmla="*/ 1447155 w 1447155"/>
              <a:gd name="connsiteY180" fmla="*/ 608615 h 1237075"/>
              <a:gd name="connsiteX181" fmla="*/ 1408214 w 1447155"/>
              <a:gd name="connsiteY181" fmla="*/ 691021 h 1237075"/>
              <a:gd name="connsiteX182" fmla="*/ 1342105 w 1447155"/>
              <a:gd name="connsiteY182" fmla="*/ 767994 h 1237075"/>
              <a:gd name="connsiteX183" fmla="*/ 1313125 w 1447155"/>
              <a:gd name="connsiteY183" fmla="*/ 777955 h 1237075"/>
              <a:gd name="connsiteX184" fmla="*/ 1308597 w 1447155"/>
              <a:gd name="connsiteY184" fmla="*/ 777955 h 1237075"/>
              <a:gd name="connsiteX185" fmla="*/ 1283240 w 1447155"/>
              <a:gd name="connsiteY185" fmla="*/ 767088 h 1237075"/>
              <a:gd name="connsiteX186" fmla="*/ 1226187 w 1447155"/>
              <a:gd name="connsiteY186" fmla="*/ 815083 h 1237075"/>
              <a:gd name="connsiteX187" fmla="*/ 1176379 w 1447155"/>
              <a:gd name="connsiteY187" fmla="*/ 832289 h 1237075"/>
              <a:gd name="connsiteX188" fmla="*/ 1168229 w 1447155"/>
              <a:gd name="connsiteY188" fmla="*/ 832289 h 1237075"/>
              <a:gd name="connsiteX189" fmla="*/ 1122949 w 1447155"/>
              <a:gd name="connsiteY189" fmla="*/ 811461 h 1237075"/>
              <a:gd name="connsiteX190" fmla="*/ 1125665 w 1447155"/>
              <a:gd name="connsiteY190" fmla="*/ 840439 h 1237075"/>
              <a:gd name="connsiteX191" fmla="*/ 1100308 w 1447155"/>
              <a:gd name="connsiteY191" fmla="*/ 883906 h 1237075"/>
              <a:gd name="connsiteX192" fmla="*/ 1022426 w 1447155"/>
              <a:gd name="connsiteY192" fmla="*/ 943673 h 1237075"/>
              <a:gd name="connsiteX193" fmla="*/ 1032388 w 1447155"/>
              <a:gd name="connsiteY193" fmla="*/ 952728 h 1237075"/>
              <a:gd name="connsiteX194" fmla="*/ 1032388 w 1447155"/>
              <a:gd name="connsiteY194" fmla="*/ 1042379 h 1237075"/>
              <a:gd name="connsiteX195" fmla="*/ 1027860 w 1447155"/>
              <a:gd name="connsiteY195" fmla="*/ 1046907 h 1237075"/>
              <a:gd name="connsiteX196" fmla="*/ 1002503 w 1447155"/>
              <a:gd name="connsiteY196" fmla="*/ 1062302 h 1237075"/>
              <a:gd name="connsiteX197" fmla="*/ 1014276 w 1447155"/>
              <a:gd name="connsiteY197" fmla="*/ 1097619 h 1237075"/>
              <a:gd name="connsiteX198" fmla="*/ 997069 w 1447155"/>
              <a:gd name="connsiteY198" fmla="*/ 1145614 h 1237075"/>
              <a:gd name="connsiteX199" fmla="*/ 993447 w 1447155"/>
              <a:gd name="connsiteY199" fmla="*/ 1149236 h 1237075"/>
              <a:gd name="connsiteX200" fmla="*/ 950883 w 1447155"/>
              <a:gd name="connsiteY200" fmla="*/ 1167347 h 1237075"/>
              <a:gd name="connsiteX201" fmla="*/ 946355 w 1447155"/>
              <a:gd name="connsiteY201" fmla="*/ 1166442 h 1237075"/>
              <a:gd name="connsiteX202" fmla="*/ 911037 w 1447155"/>
              <a:gd name="connsiteY202" fmla="*/ 1153764 h 1237075"/>
              <a:gd name="connsiteX203" fmla="*/ 894736 w 1447155"/>
              <a:gd name="connsiteY203" fmla="*/ 1180025 h 1237075"/>
              <a:gd name="connsiteX204" fmla="*/ 891114 w 1447155"/>
              <a:gd name="connsiteY204" fmla="*/ 1183647 h 1237075"/>
              <a:gd name="connsiteX205" fmla="*/ 845833 w 1447155"/>
              <a:gd name="connsiteY205" fmla="*/ 1201758 h 1237075"/>
              <a:gd name="connsiteX206" fmla="*/ 807798 w 1447155"/>
              <a:gd name="connsiteY206" fmla="*/ 1189081 h 1237075"/>
              <a:gd name="connsiteX207" fmla="*/ 793308 w 1447155"/>
              <a:gd name="connsiteY207" fmla="*/ 1212625 h 1237075"/>
              <a:gd name="connsiteX208" fmla="*/ 786969 w 1447155"/>
              <a:gd name="connsiteY208" fmla="*/ 1219870 h 1237075"/>
              <a:gd name="connsiteX209" fmla="*/ 743500 w 1447155"/>
              <a:gd name="connsiteY209" fmla="*/ 1237075 h 1237075"/>
              <a:gd name="connsiteX210" fmla="*/ 699126 w 1447155"/>
              <a:gd name="connsiteY210" fmla="*/ 1219870 h 1237075"/>
              <a:gd name="connsiteX211" fmla="*/ 683730 w 1447155"/>
              <a:gd name="connsiteY211" fmla="*/ 1203570 h 1237075"/>
              <a:gd name="connsiteX212" fmla="*/ 669241 w 1447155"/>
              <a:gd name="connsiteY212" fmla="*/ 1214436 h 1237075"/>
              <a:gd name="connsiteX213" fmla="*/ 638450 w 1447155"/>
              <a:gd name="connsiteY213" fmla="*/ 1225303 h 1237075"/>
              <a:gd name="connsiteX214" fmla="*/ 593170 w 1447155"/>
              <a:gd name="connsiteY214" fmla="*/ 1201758 h 1237075"/>
              <a:gd name="connsiteX215" fmla="*/ 588642 w 1447155"/>
              <a:gd name="connsiteY215" fmla="*/ 1196325 h 1237075"/>
              <a:gd name="connsiteX216" fmla="*/ 577775 w 1447155"/>
              <a:gd name="connsiteY216" fmla="*/ 1170969 h 1237075"/>
              <a:gd name="connsiteX217" fmla="*/ 570530 w 1447155"/>
              <a:gd name="connsiteY217" fmla="*/ 1171875 h 1237075"/>
              <a:gd name="connsiteX218" fmla="*/ 559663 w 1447155"/>
              <a:gd name="connsiteY218" fmla="*/ 1170969 h 1237075"/>
              <a:gd name="connsiteX219" fmla="*/ 524344 w 1447155"/>
              <a:gd name="connsiteY219" fmla="*/ 1148330 h 1237075"/>
              <a:gd name="connsiteX220" fmla="*/ 520722 w 1447155"/>
              <a:gd name="connsiteY220" fmla="*/ 1144708 h 1237075"/>
              <a:gd name="connsiteX221" fmla="*/ 509855 w 1447155"/>
              <a:gd name="connsiteY221" fmla="*/ 1115730 h 1237075"/>
              <a:gd name="connsiteX222" fmla="*/ 504421 w 1447155"/>
              <a:gd name="connsiteY222" fmla="*/ 1115730 h 1237075"/>
              <a:gd name="connsiteX223" fmla="*/ 496270 w 1447155"/>
              <a:gd name="connsiteY223" fmla="*/ 1114824 h 1237075"/>
              <a:gd name="connsiteX224" fmla="*/ 458235 w 1447155"/>
              <a:gd name="connsiteY224" fmla="*/ 1093091 h 1237075"/>
              <a:gd name="connsiteX225" fmla="*/ 455518 w 1447155"/>
              <a:gd name="connsiteY225" fmla="*/ 1090374 h 1237075"/>
              <a:gd name="connsiteX226" fmla="*/ 443745 w 1447155"/>
              <a:gd name="connsiteY226" fmla="*/ 1047813 h 1237075"/>
              <a:gd name="connsiteX227" fmla="*/ 453707 w 1447155"/>
              <a:gd name="connsiteY227" fmla="*/ 1022457 h 1237075"/>
              <a:gd name="connsiteX228" fmla="*/ 434689 w 1447155"/>
              <a:gd name="connsiteY228" fmla="*/ 1006157 h 1237075"/>
              <a:gd name="connsiteX229" fmla="*/ 431973 w 1447155"/>
              <a:gd name="connsiteY229" fmla="*/ 1002534 h 1237075"/>
              <a:gd name="connsiteX230" fmla="*/ 418389 w 1447155"/>
              <a:gd name="connsiteY230" fmla="*/ 962690 h 1237075"/>
              <a:gd name="connsiteX231" fmla="*/ 422855 w 1447155"/>
              <a:gd name="connsiteY231" fmla="*/ 947060 h 1237075"/>
              <a:gd name="connsiteX232" fmla="*/ 423822 w 1447155"/>
              <a:gd name="connsiteY232" fmla="*/ 943673 h 1237075"/>
              <a:gd name="connsiteX233" fmla="*/ 352280 w 1447155"/>
              <a:gd name="connsiteY233" fmla="*/ 873039 h 1237075"/>
              <a:gd name="connsiteX234" fmla="*/ 319678 w 1447155"/>
              <a:gd name="connsiteY234" fmla="*/ 796972 h 1237075"/>
              <a:gd name="connsiteX235" fmla="*/ 294887 w 1447155"/>
              <a:gd name="connsiteY235" fmla="*/ 813725 h 1237075"/>
              <a:gd name="connsiteX236" fmla="*/ 282970 w 1447155"/>
              <a:gd name="connsiteY236" fmla="*/ 816099 h 1237075"/>
              <a:gd name="connsiteX237" fmla="*/ 265342 w 1447155"/>
              <a:gd name="connsiteY237" fmla="*/ 819611 h 1237075"/>
              <a:gd name="connsiteX238" fmla="*/ 209194 w 1447155"/>
              <a:gd name="connsiteY238" fmla="*/ 796066 h 1237075"/>
              <a:gd name="connsiteX239" fmla="*/ 156669 w 1447155"/>
              <a:gd name="connsiteY239" fmla="*/ 743544 h 1237075"/>
              <a:gd name="connsiteX240" fmla="*/ 130407 w 1447155"/>
              <a:gd name="connsiteY240" fmla="*/ 752599 h 1237075"/>
              <a:gd name="connsiteX241" fmla="*/ 98711 w 1447155"/>
              <a:gd name="connsiteY241" fmla="*/ 738110 h 1237075"/>
              <a:gd name="connsiteX242" fmla="*/ 96899 w 1447155"/>
              <a:gd name="connsiteY242" fmla="*/ 737205 h 1237075"/>
              <a:gd name="connsiteX243" fmla="*/ 31696 w 1447155"/>
              <a:gd name="connsiteY243" fmla="*/ 655704 h 1237075"/>
              <a:gd name="connsiteX244" fmla="*/ 0 w 1447155"/>
              <a:gd name="connsiteY244" fmla="*/ 567864 h 1237075"/>
              <a:gd name="connsiteX245" fmla="*/ 0 w 1447155"/>
              <a:gd name="connsiteY245" fmla="*/ 35392 h 1237075"/>
              <a:gd name="connsiteX246" fmla="*/ 20829 w 1447155"/>
              <a:gd name="connsiteY246" fmla="*/ 3698 h 1237075"/>
              <a:gd name="connsiteX247" fmla="*/ 40526 w 1447155"/>
              <a:gd name="connsiteY247" fmla="*/ 302 h 123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447155" h="1237075">
                <a:moveTo>
                  <a:pt x="623961" y="1142897"/>
                </a:moveTo>
                <a:lnTo>
                  <a:pt x="617621" y="1148330"/>
                </a:lnTo>
                <a:cubicBezTo>
                  <a:pt x="611282" y="1153764"/>
                  <a:pt x="610377" y="1165536"/>
                  <a:pt x="616716" y="1173686"/>
                </a:cubicBezTo>
                <a:lnTo>
                  <a:pt x="621244" y="1180930"/>
                </a:lnTo>
                <a:cubicBezTo>
                  <a:pt x="628489" y="1189081"/>
                  <a:pt x="640261" y="1191797"/>
                  <a:pt x="647506" y="1186364"/>
                </a:cubicBezTo>
                <a:lnTo>
                  <a:pt x="658374" y="1178214"/>
                </a:lnTo>
                <a:lnTo>
                  <a:pt x="627583" y="1148330"/>
                </a:lnTo>
                <a:close/>
                <a:moveTo>
                  <a:pt x="564191" y="1084035"/>
                </a:moveTo>
                <a:lnTo>
                  <a:pt x="549701" y="1094902"/>
                </a:lnTo>
                <a:cubicBezTo>
                  <a:pt x="545173" y="1098524"/>
                  <a:pt x="544267" y="1103958"/>
                  <a:pt x="544267" y="1105769"/>
                </a:cubicBezTo>
                <a:cubicBezTo>
                  <a:pt x="544267" y="1112108"/>
                  <a:pt x="546079" y="1117541"/>
                  <a:pt x="549701" y="1122974"/>
                </a:cubicBezTo>
                <a:lnTo>
                  <a:pt x="552418" y="1125691"/>
                </a:lnTo>
                <a:cubicBezTo>
                  <a:pt x="556040" y="1131124"/>
                  <a:pt x="561474" y="1133841"/>
                  <a:pt x="566908" y="1135652"/>
                </a:cubicBezTo>
                <a:cubicBezTo>
                  <a:pt x="569624" y="1136558"/>
                  <a:pt x="574152" y="1136558"/>
                  <a:pt x="578680" y="1133841"/>
                </a:cubicBezTo>
                <a:lnTo>
                  <a:pt x="596792" y="1120258"/>
                </a:lnTo>
                <a:lnTo>
                  <a:pt x="598604" y="1118447"/>
                </a:lnTo>
                <a:close/>
                <a:moveTo>
                  <a:pt x="505327" y="1024268"/>
                </a:moveTo>
                <a:lnTo>
                  <a:pt x="486309" y="1037851"/>
                </a:lnTo>
                <a:cubicBezTo>
                  <a:pt x="482686" y="1042379"/>
                  <a:pt x="479970" y="1046907"/>
                  <a:pt x="479064" y="1051435"/>
                </a:cubicBezTo>
                <a:cubicBezTo>
                  <a:pt x="478158" y="1056868"/>
                  <a:pt x="480875" y="1063207"/>
                  <a:pt x="483592" y="1067735"/>
                </a:cubicBezTo>
                <a:lnTo>
                  <a:pt x="486309" y="1071357"/>
                </a:lnTo>
                <a:cubicBezTo>
                  <a:pt x="489931" y="1075885"/>
                  <a:pt x="495365" y="1079507"/>
                  <a:pt x="501704" y="1080413"/>
                </a:cubicBezTo>
                <a:cubicBezTo>
                  <a:pt x="506232" y="1081318"/>
                  <a:pt x="511666" y="1079507"/>
                  <a:pt x="516194" y="1075885"/>
                </a:cubicBezTo>
                <a:lnTo>
                  <a:pt x="538834" y="1058679"/>
                </a:lnTo>
                <a:close/>
                <a:moveTo>
                  <a:pt x="459141" y="978990"/>
                </a:moveTo>
                <a:cubicBezTo>
                  <a:pt x="460046" y="978990"/>
                  <a:pt x="460046" y="979895"/>
                  <a:pt x="460952" y="980801"/>
                </a:cubicBezTo>
                <a:lnTo>
                  <a:pt x="462763" y="984423"/>
                </a:lnTo>
                <a:cubicBezTo>
                  <a:pt x="465480" y="987140"/>
                  <a:pt x="469102" y="989857"/>
                  <a:pt x="471819" y="991668"/>
                </a:cubicBezTo>
                <a:close/>
                <a:moveTo>
                  <a:pt x="546418" y="593446"/>
                </a:moveTo>
                <a:cubicBezTo>
                  <a:pt x="535438" y="593220"/>
                  <a:pt x="524344" y="596390"/>
                  <a:pt x="514383" y="603181"/>
                </a:cubicBezTo>
                <a:lnTo>
                  <a:pt x="369486" y="748071"/>
                </a:lnTo>
                <a:cubicBezTo>
                  <a:pt x="347752" y="777955"/>
                  <a:pt x="351374" y="820516"/>
                  <a:pt x="377636" y="847683"/>
                </a:cubicBezTo>
                <a:lnTo>
                  <a:pt x="585020" y="1054152"/>
                </a:lnTo>
                <a:lnTo>
                  <a:pt x="652940" y="1122069"/>
                </a:lnTo>
                <a:lnTo>
                  <a:pt x="724483" y="1194514"/>
                </a:lnTo>
                <a:cubicBezTo>
                  <a:pt x="735350" y="1204475"/>
                  <a:pt x="751651" y="1204475"/>
                  <a:pt x="761612" y="1194514"/>
                </a:cubicBezTo>
                <a:lnTo>
                  <a:pt x="767952" y="1187270"/>
                </a:lnTo>
                <a:cubicBezTo>
                  <a:pt x="773385" y="1183647"/>
                  <a:pt x="776102" y="1176403"/>
                  <a:pt x="776102" y="1169158"/>
                </a:cubicBezTo>
                <a:cubicBezTo>
                  <a:pt x="776102" y="1161914"/>
                  <a:pt x="773385" y="1155575"/>
                  <a:pt x="767952" y="1151047"/>
                </a:cubicBezTo>
                <a:lnTo>
                  <a:pt x="627583" y="1010685"/>
                </a:lnTo>
                <a:cubicBezTo>
                  <a:pt x="621244" y="1003440"/>
                  <a:pt x="621244" y="992573"/>
                  <a:pt x="627583" y="985329"/>
                </a:cubicBezTo>
                <a:cubicBezTo>
                  <a:pt x="634828" y="978990"/>
                  <a:pt x="646601" y="978990"/>
                  <a:pt x="652940" y="985329"/>
                </a:cubicBezTo>
                <a:lnTo>
                  <a:pt x="825910" y="1158291"/>
                </a:lnTo>
                <a:cubicBezTo>
                  <a:pt x="836777" y="1169158"/>
                  <a:pt x="855795" y="1169158"/>
                  <a:pt x="865757" y="1158291"/>
                </a:cubicBezTo>
                <a:lnTo>
                  <a:pt x="869379" y="1154669"/>
                </a:lnTo>
                <a:cubicBezTo>
                  <a:pt x="874813" y="1149236"/>
                  <a:pt x="877530" y="1142897"/>
                  <a:pt x="877530" y="1134747"/>
                </a:cubicBezTo>
                <a:cubicBezTo>
                  <a:pt x="877530" y="1127502"/>
                  <a:pt x="874813" y="1120258"/>
                  <a:pt x="869379" y="1114824"/>
                </a:cubicBezTo>
                <a:lnTo>
                  <a:pt x="696409" y="941862"/>
                </a:lnTo>
                <a:cubicBezTo>
                  <a:pt x="689164" y="935523"/>
                  <a:pt x="689164" y="923750"/>
                  <a:pt x="696409" y="917412"/>
                </a:cubicBezTo>
                <a:cubicBezTo>
                  <a:pt x="702748" y="910167"/>
                  <a:pt x="714521" y="910167"/>
                  <a:pt x="721766" y="917412"/>
                </a:cubicBezTo>
                <a:lnTo>
                  <a:pt x="894736" y="1090374"/>
                </a:lnTo>
                <a:lnTo>
                  <a:pt x="923715" y="1119352"/>
                </a:lnTo>
                <a:cubicBezTo>
                  <a:pt x="937299" y="1132936"/>
                  <a:pt x="958128" y="1134747"/>
                  <a:pt x="968996" y="1124786"/>
                </a:cubicBezTo>
                <a:lnTo>
                  <a:pt x="972618" y="1120258"/>
                </a:lnTo>
                <a:cubicBezTo>
                  <a:pt x="983485" y="1109391"/>
                  <a:pt x="980768" y="1089469"/>
                  <a:pt x="967184" y="1075885"/>
                </a:cubicBezTo>
                <a:lnTo>
                  <a:pt x="765235" y="873039"/>
                </a:lnTo>
                <a:cubicBezTo>
                  <a:pt x="757990" y="866700"/>
                  <a:pt x="757990" y="854928"/>
                  <a:pt x="765235" y="848589"/>
                </a:cubicBezTo>
                <a:cubicBezTo>
                  <a:pt x="771574" y="841344"/>
                  <a:pt x="783347" y="841344"/>
                  <a:pt x="790592" y="848589"/>
                </a:cubicBezTo>
                <a:lnTo>
                  <a:pt x="963562" y="1021551"/>
                </a:lnTo>
                <a:cubicBezTo>
                  <a:pt x="974429" y="1031512"/>
                  <a:pt x="992541" y="1031512"/>
                  <a:pt x="1002503" y="1021551"/>
                </a:cubicBezTo>
                <a:lnTo>
                  <a:pt x="1007031" y="1017929"/>
                </a:lnTo>
                <a:cubicBezTo>
                  <a:pt x="1012464" y="1012496"/>
                  <a:pt x="1015181" y="1005251"/>
                  <a:pt x="1015181" y="998007"/>
                </a:cubicBezTo>
                <a:cubicBezTo>
                  <a:pt x="1015181" y="989857"/>
                  <a:pt x="1012464" y="983518"/>
                  <a:pt x="1007031" y="978084"/>
                </a:cubicBezTo>
                <a:lnTo>
                  <a:pt x="901981" y="873039"/>
                </a:lnTo>
                <a:lnTo>
                  <a:pt x="882963" y="854022"/>
                </a:lnTo>
                <a:lnTo>
                  <a:pt x="871190" y="842250"/>
                </a:lnTo>
                <a:cubicBezTo>
                  <a:pt x="810515" y="844967"/>
                  <a:pt x="749839" y="821422"/>
                  <a:pt x="706371" y="773427"/>
                </a:cubicBezTo>
                <a:cubicBezTo>
                  <a:pt x="704559" y="772522"/>
                  <a:pt x="702748" y="772522"/>
                  <a:pt x="702748" y="772522"/>
                </a:cubicBezTo>
                <a:cubicBezTo>
                  <a:pt x="688258" y="782483"/>
                  <a:pt x="663807" y="803311"/>
                  <a:pt x="653846" y="829572"/>
                </a:cubicBezTo>
                <a:cubicBezTo>
                  <a:pt x="642978" y="861267"/>
                  <a:pt x="613093" y="881189"/>
                  <a:pt x="581397" y="881189"/>
                </a:cubicBezTo>
                <a:cubicBezTo>
                  <a:pt x="572341" y="881189"/>
                  <a:pt x="563285" y="879378"/>
                  <a:pt x="555135" y="876661"/>
                </a:cubicBezTo>
                <a:cubicBezTo>
                  <a:pt x="541551" y="872134"/>
                  <a:pt x="528872" y="863078"/>
                  <a:pt x="518911" y="850400"/>
                </a:cubicBezTo>
                <a:cubicBezTo>
                  <a:pt x="503515" y="829572"/>
                  <a:pt x="499893" y="802405"/>
                  <a:pt x="508043" y="777955"/>
                </a:cubicBezTo>
                <a:cubicBezTo>
                  <a:pt x="526155" y="726338"/>
                  <a:pt x="574152" y="670193"/>
                  <a:pt x="614905" y="631254"/>
                </a:cubicBezTo>
                <a:lnTo>
                  <a:pt x="577775" y="604087"/>
                </a:lnTo>
                <a:cubicBezTo>
                  <a:pt x="568266" y="597295"/>
                  <a:pt x="557399" y="593673"/>
                  <a:pt x="546418" y="593446"/>
                </a:cubicBezTo>
                <a:close/>
                <a:moveTo>
                  <a:pt x="830551" y="568317"/>
                </a:moveTo>
                <a:cubicBezTo>
                  <a:pt x="785385" y="562205"/>
                  <a:pt x="738067" y="573298"/>
                  <a:pt x="699126" y="603181"/>
                </a:cubicBezTo>
                <a:cubicBezTo>
                  <a:pt x="699126" y="603181"/>
                  <a:pt x="698220" y="603181"/>
                  <a:pt x="697314" y="604087"/>
                </a:cubicBezTo>
                <a:cubicBezTo>
                  <a:pt x="696409" y="604087"/>
                  <a:pt x="696409" y="604992"/>
                  <a:pt x="695503" y="605898"/>
                </a:cubicBezTo>
                <a:cubicBezTo>
                  <a:pt x="674674" y="623104"/>
                  <a:pt x="568719" y="713660"/>
                  <a:pt x="541551" y="789727"/>
                </a:cubicBezTo>
                <a:cubicBezTo>
                  <a:pt x="537023" y="803311"/>
                  <a:pt x="538834" y="817800"/>
                  <a:pt x="547890" y="828667"/>
                </a:cubicBezTo>
                <a:cubicBezTo>
                  <a:pt x="552418" y="835005"/>
                  <a:pt x="559663" y="840439"/>
                  <a:pt x="567813" y="843156"/>
                </a:cubicBezTo>
                <a:cubicBezTo>
                  <a:pt x="588642" y="850400"/>
                  <a:pt x="613093" y="839533"/>
                  <a:pt x="620338" y="817800"/>
                </a:cubicBezTo>
                <a:cubicBezTo>
                  <a:pt x="633922" y="783388"/>
                  <a:pt x="660185" y="758938"/>
                  <a:pt x="681014" y="743544"/>
                </a:cubicBezTo>
                <a:cubicBezTo>
                  <a:pt x="697314" y="732677"/>
                  <a:pt x="719049" y="734488"/>
                  <a:pt x="732633" y="748977"/>
                </a:cubicBezTo>
                <a:cubicBezTo>
                  <a:pt x="794214" y="815989"/>
                  <a:pt x="899264" y="825950"/>
                  <a:pt x="971712" y="770710"/>
                </a:cubicBezTo>
                <a:cubicBezTo>
                  <a:pt x="979863" y="764372"/>
                  <a:pt x="990730" y="766183"/>
                  <a:pt x="996164" y="773427"/>
                </a:cubicBezTo>
                <a:cubicBezTo>
                  <a:pt x="1002503" y="781577"/>
                  <a:pt x="1000692" y="792444"/>
                  <a:pt x="993447" y="798783"/>
                </a:cubicBezTo>
                <a:cubicBezTo>
                  <a:pt x="968996" y="816894"/>
                  <a:pt x="942733" y="828667"/>
                  <a:pt x="915565" y="835911"/>
                </a:cubicBezTo>
                <a:lnTo>
                  <a:pt x="997069" y="918317"/>
                </a:lnTo>
                <a:lnTo>
                  <a:pt x="1078574" y="855833"/>
                </a:lnTo>
                <a:cubicBezTo>
                  <a:pt x="1085819" y="851306"/>
                  <a:pt x="1088536" y="844061"/>
                  <a:pt x="1090347" y="835911"/>
                </a:cubicBezTo>
                <a:cubicBezTo>
                  <a:pt x="1091252" y="827761"/>
                  <a:pt x="1088536" y="820516"/>
                  <a:pt x="1084913" y="813272"/>
                </a:cubicBezTo>
                <a:lnTo>
                  <a:pt x="959939" y="650271"/>
                </a:lnTo>
                <a:cubicBezTo>
                  <a:pt x="958128" y="648459"/>
                  <a:pt x="956317" y="646648"/>
                  <a:pt x="954506" y="645743"/>
                </a:cubicBezTo>
                <a:cubicBezTo>
                  <a:pt x="952695" y="642120"/>
                  <a:pt x="950883" y="640309"/>
                  <a:pt x="949978" y="636687"/>
                </a:cubicBezTo>
                <a:cubicBezTo>
                  <a:pt x="949072" y="636687"/>
                  <a:pt x="949072" y="636687"/>
                  <a:pt x="949072" y="636687"/>
                </a:cubicBezTo>
                <a:cubicBezTo>
                  <a:pt x="918734" y="597748"/>
                  <a:pt x="875718" y="574430"/>
                  <a:pt x="830551" y="568317"/>
                </a:cubicBezTo>
                <a:close/>
                <a:moveTo>
                  <a:pt x="1052692" y="563495"/>
                </a:moveTo>
                <a:cubicBezTo>
                  <a:pt x="1056238" y="559827"/>
                  <a:pt x="1061557" y="560744"/>
                  <a:pt x="1065103" y="564412"/>
                </a:cubicBezTo>
                <a:lnTo>
                  <a:pt x="1101448" y="610265"/>
                </a:lnTo>
                <a:cubicBezTo>
                  <a:pt x="1104108" y="613933"/>
                  <a:pt x="1104108" y="619435"/>
                  <a:pt x="1099675" y="623103"/>
                </a:cubicBezTo>
                <a:lnTo>
                  <a:pt x="1085492" y="635942"/>
                </a:lnTo>
                <a:cubicBezTo>
                  <a:pt x="1081059" y="638693"/>
                  <a:pt x="1075740" y="638693"/>
                  <a:pt x="1072194" y="635025"/>
                </a:cubicBezTo>
                <a:lnTo>
                  <a:pt x="1036735" y="589173"/>
                </a:lnTo>
                <a:cubicBezTo>
                  <a:pt x="1033189" y="585505"/>
                  <a:pt x="1033189" y="579085"/>
                  <a:pt x="1036735" y="576334"/>
                </a:cubicBezTo>
                <a:close/>
                <a:moveTo>
                  <a:pt x="447116" y="511578"/>
                </a:moveTo>
                <a:cubicBezTo>
                  <a:pt x="450725" y="507969"/>
                  <a:pt x="457041" y="507969"/>
                  <a:pt x="459748" y="511578"/>
                </a:cubicBezTo>
                <a:lnTo>
                  <a:pt x="474184" y="525112"/>
                </a:lnTo>
                <a:cubicBezTo>
                  <a:pt x="477793" y="528721"/>
                  <a:pt x="477793" y="535037"/>
                  <a:pt x="474184" y="537744"/>
                </a:cubicBezTo>
                <a:lnTo>
                  <a:pt x="432679" y="579250"/>
                </a:lnTo>
                <a:cubicBezTo>
                  <a:pt x="429070" y="582859"/>
                  <a:pt x="423656" y="582859"/>
                  <a:pt x="420047" y="579250"/>
                </a:cubicBezTo>
                <a:lnTo>
                  <a:pt x="406513" y="565716"/>
                </a:lnTo>
                <a:cubicBezTo>
                  <a:pt x="402904" y="561204"/>
                  <a:pt x="402904" y="555790"/>
                  <a:pt x="406513" y="552181"/>
                </a:cubicBezTo>
                <a:close/>
                <a:moveTo>
                  <a:pt x="1008470" y="502720"/>
                </a:moveTo>
                <a:cubicBezTo>
                  <a:pt x="1010322" y="499991"/>
                  <a:pt x="1015878" y="500901"/>
                  <a:pt x="1017730" y="503630"/>
                </a:cubicBezTo>
                <a:lnTo>
                  <a:pt x="1034399" y="523645"/>
                </a:lnTo>
                <a:cubicBezTo>
                  <a:pt x="1036251" y="525465"/>
                  <a:pt x="1035325" y="530014"/>
                  <a:pt x="1033473" y="532743"/>
                </a:cubicBezTo>
                <a:lnTo>
                  <a:pt x="1013100" y="549119"/>
                </a:lnTo>
                <a:cubicBezTo>
                  <a:pt x="1010322" y="550939"/>
                  <a:pt x="1005692" y="550029"/>
                  <a:pt x="1003839" y="548210"/>
                </a:cubicBezTo>
                <a:lnTo>
                  <a:pt x="987171" y="528194"/>
                </a:lnTo>
                <a:cubicBezTo>
                  <a:pt x="985319" y="525465"/>
                  <a:pt x="985319" y="520916"/>
                  <a:pt x="988097" y="519096"/>
                </a:cubicBezTo>
                <a:close/>
                <a:moveTo>
                  <a:pt x="453707" y="448329"/>
                </a:moveTo>
                <a:lnTo>
                  <a:pt x="182932" y="718188"/>
                </a:lnTo>
                <a:lnTo>
                  <a:pt x="235457" y="771616"/>
                </a:lnTo>
                <a:cubicBezTo>
                  <a:pt x="251758" y="787916"/>
                  <a:pt x="279831" y="787916"/>
                  <a:pt x="296132" y="771616"/>
                </a:cubicBezTo>
                <a:lnTo>
                  <a:pt x="342318" y="723621"/>
                </a:lnTo>
                <a:cubicBezTo>
                  <a:pt x="345940" y="719999"/>
                  <a:pt x="348657" y="716377"/>
                  <a:pt x="352280" y="712754"/>
                </a:cubicBezTo>
                <a:lnTo>
                  <a:pt x="479970" y="584164"/>
                </a:lnTo>
                <a:cubicBezTo>
                  <a:pt x="483592" y="581448"/>
                  <a:pt x="487214" y="578731"/>
                  <a:pt x="490837" y="575109"/>
                </a:cubicBezTo>
                <a:lnTo>
                  <a:pt x="529778" y="537075"/>
                </a:lnTo>
                <a:cubicBezTo>
                  <a:pt x="533400" y="533452"/>
                  <a:pt x="533400" y="527113"/>
                  <a:pt x="529778" y="523491"/>
                </a:cubicBezTo>
                <a:close/>
                <a:moveTo>
                  <a:pt x="1016087" y="443802"/>
                </a:moveTo>
                <a:lnTo>
                  <a:pt x="933677" y="512624"/>
                </a:lnTo>
                <a:cubicBezTo>
                  <a:pt x="930960" y="514436"/>
                  <a:pt x="930055" y="517152"/>
                  <a:pt x="930055" y="518963"/>
                </a:cubicBezTo>
                <a:cubicBezTo>
                  <a:pt x="930055" y="520774"/>
                  <a:pt x="930055" y="524397"/>
                  <a:pt x="931866" y="526208"/>
                </a:cubicBezTo>
                <a:lnTo>
                  <a:pt x="1142872" y="781577"/>
                </a:lnTo>
                <a:cubicBezTo>
                  <a:pt x="1150117" y="790633"/>
                  <a:pt x="1160984" y="795161"/>
                  <a:pt x="1171851" y="796066"/>
                </a:cubicBezTo>
                <a:cubicBezTo>
                  <a:pt x="1183624" y="797877"/>
                  <a:pt x="1194491" y="794255"/>
                  <a:pt x="1203547" y="787011"/>
                </a:cubicBezTo>
                <a:lnTo>
                  <a:pt x="1259695" y="739921"/>
                </a:lnTo>
                <a:close/>
                <a:moveTo>
                  <a:pt x="1410930" y="40826"/>
                </a:moveTo>
                <a:lnTo>
                  <a:pt x="1026954" y="384940"/>
                </a:lnTo>
                <a:cubicBezTo>
                  <a:pt x="1022426" y="389468"/>
                  <a:pt x="1021521" y="395807"/>
                  <a:pt x="1026049" y="399429"/>
                </a:cubicBezTo>
                <a:lnTo>
                  <a:pt x="1165512" y="569675"/>
                </a:lnTo>
                <a:lnTo>
                  <a:pt x="1305880" y="739016"/>
                </a:lnTo>
                <a:cubicBezTo>
                  <a:pt x="1307692" y="741732"/>
                  <a:pt x="1310408" y="742638"/>
                  <a:pt x="1313125" y="742638"/>
                </a:cubicBezTo>
                <a:cubicBezTo>
                  <a:pt x="1314936" y="742638"/>
                  <a:pt x="1316748" y="742638"/>
                  <a:pt x="1318559" y="741732"/>
                </a:cubicBezTo>
                <a:lnTo>
                  <a:pt x="1381951" y="667476"/>
                </a:lnTo>
                <a:cubicBezTo>
                  <a:pt x="1399158" y="650271"/>
                  <a:pt x="1408214" y="627631"/>
                  <a:pt x="1410930" y="604992"/>
                </a:cubicBezTo>
                <a:close/>
                <a:moveTo>
                  <a:pt x="36224" y="36298"/>
                </a:moveTo>
                <a:lnTo>
                  <a:pt x="36224" y="567864"/>
                </a:lnTo>
                <a:cubicBezTo>
                  <a:pt x="36224" y="592314"/>
                  <a:pt x="44374" y="614954"/>
                  <a:pt x="58864" y="633065"/>
                </a:cubicBezTo>
                <a:lnTo>
                  <a:pt x="124067" y="714566"/>
                </a:lnTo>
                <a:cubicBezTo>
                  <a:pt x="128595" y="717282"/>
                  <a:pt x="133123" y="717282"/>
                  <a:pt x="137651" y="713660"/>
                </a:cubicBezTo>
                <a:lnTo>
                  <a:pt x="448273" y="402146"/>
                </a:lnTo>
                <a:cubicBezTo>
                  <a:pt x="450990" y="400335"/>
                  <a:pt x="451896" y="397618"/>
                  <a:pt x="451896" y="395807"/>
                </a:cubicBezTo>
                <a:cubicBezTo>
                  <a:pt x="451896" y="393090"/>
                  <a:pt x="450990" y="390373"/>
                  <a:pt x="449179" y="388562"/>
                </a:cubicBezTo>
                <a:close/>
                <a:moveTo>
                  <a:pt x="40526" y="302"/>
                </a:moveTo>
                <a:cubicBezTo>
                  <a:pt x="47091" y="1207"/>
                  <a:pt x="53430" y="4151"/>
                  <a:pt x="58864" y="9131"/>
                </a:cubicBezTo>
                <a:lnTo>
                  <a:pt x="473630" y="363206"/>
                </a:lnTo>
                <a:cubicBezTo>
                  <a:pt x="482686" y="371356"/>
                  <a:pt x="487214" y="383129"/>
                  <a:pt x="487214" y="395807"/>
                </a:cubicBezTo>
                <a:cubicBezTo>
                  <a:pt x="487214" y="403957"/>
                  <a:pt x="484498" y="414824"/>
                  <a:pt x="478158" y="422068"/>
                </a:cubicBezTo>
                <a:lnTo>
                  <a:pt x="555135" y="498135"/>
                </a:lnTo>
                <a:cubicBezTo>
                  <a:pt x="571436" y="515341"/>
                  <a:pt x="572341" y="540697"/>
                  <a:pt x="557852" y="558808"/>
                </a:cubicBezTo>
                <a:cubicBezTo>
                  <a:pt x="572341" y="560620"/>
                  <a:pt x="586831" y="566053"/>
                  <a:pt x="599509" y="575109"/>
                </a:cubicBezTo>
                <a:lnTo>
                  <a:pt x="641167" y="605898"/>
                </a:lnTo>
                <a:cubicBezTo>
                  <a:pt x="655657" y="593220"/>
                  <a:pt x="667430" y="583259"/>
                  <a:pt x="672863" y="578731"/>
                </a:cubicBezTo>
                <a:cubicBezTo>
                  <a:pt x="674674" y="577825"/>
                  <a:pt x="674674" y="576920"/>
                  <a:pt x="675580" y="576014"/>
                </a:cubicBezTo>
                <a:cubicBezTo>
                  <a:pt x="676486" y="575109"/>
                  <a:pt x="676486" y="575109"/>
                  <a:pt x="677391" y="574203"/>
                </a:cubicBezTo>
                <a:cubicBezTo>
                  <a:pt x="747123" y="520774"/>
                  <a:pt x="840400" y="517152"/>
                  <a:pt x="911943" y="558808"/>
                </a:cubicBezTo>
                <a:lnTo>
                  <a:pt x="904698" y="548847"/>
                </a:lnTo>
                <a:cubicBezTo>
                  <a:pt x="896547" y="539791"/>
                  <a:pt x="892925" y="527113"/>
                  <a:pt x="894736" y="515341"/>
                </a:cubicBezTo>
                <a:cubicBezTo>
                  <a:pt x="895642" y="503569"/>
                  <a:pt x="901981" y="492702"/>
                  <a:pt x="911037" y="484552"/>
                </a:cubicBezTo>
                <a:lnTo>
                  <a:pt x="993447" y="415729"/>
                </a:lnTo>
                <a:cubicBezTo>
                  <a:pt x="983485" y="397618"/>
                  <a:pt x="987108" y="372262"/>
                  <a:pt x="1003408" y="357773"/>
                </a:cubicBezTo>
                <a:lnTo>
                  <a:pt x="1391007" y="10037"/>
                </a:lnTo>
                <a:cubicBezTo>
                  <a:pt x="1402780" y="2792"/>
                  <a:pt x="1417270" y="1887"/>
                  <a:pt x="1429043" y="9131"/>
                </a:cubicBezTo>
                <a:cubicBezTo>
                  <a:pt x="1441721" y="15470"/>
                  <a:pt x="1447155" y="29053"/>
                  <a:pt x="1447155" y="42637"/>
                </a:cubicBezTo>
                <a:lnTo>
                  <a:pt x="1447155" y="606803"/>
                </a:lnTo>
                <a:lnTo>
                  <a:pt x="1447155" y="608615"/>
                </a:lnTo>
                <a:cubicBezTo>
                  <a:pt x="1443532" y="639404"/>
                  <a:pt x="1429948" y="669287"/>
                  <a:pt x="1408214" y="691021"/>
                </a:cubicBezTo>
                <a:lnTo>
                  <a:pt x="1342105" y="767994"/>
                </a:lnTo>
                <a:cubicBezTo>
                  <a:pt x="1333954" y="775238"/>
                  <a:pt x="1323993" y="777955"/>
                  <a:pt x="1313125" y="777955"/>
                </a:cubicBezTo>
                <a:cubicBezTo>
                  <a:pt x="1311314" y="777955"/>
                  <a:pt x="1310408" y="777955"/>
                  <a:pt x="1308597" y="777955"/>
                </a:cubicBezTo>
                <a:cubicBezTo>
                  <a:pt x="1299541" y="777049"/>
                  <a:pt x="1290485" y="773427"/>
                  <a:pt x="1283240" y="767088"/>
                </a:cubicBezTo>
                <a:lnTo>
                  <a:pt x="1226187" y="815083"/>
                </a:lnTo>
                <a:cubicBezTo>
                  <a:pt x="1211698" y="825950"/>
                  <a:pt x="1194491" y="832289"/>
                  <a:pt x="1176379" y="832289"/>
                </a:cubicBezTo>
                <a:cubicBezTo>
                  <a:pt x="1173662" y="832289"/>
                  <a:pt x="1170946" y="832289"/>
                  <a:pt x="1168229" y="832289"/>
                </a:cubicBezTo>
                <a:cubicBezTo>
                  <a:pt x="1151928" y="830478"/>
                  <a:pt x="1135627" y="823233"/>
                  <a:pt x="1122949" y="811461"/>
                </a:cubicBezTo>
                <a:cubicBezTo>
                  <a:pt x="1125665" y="820516"/>
                  <a:pt x="1127477" y="830478"/>
                  <a:pt x="1125665" y="840439"/>
                </a:cubicBezTo>
                <a:cubicBezTo>
                  <a:pt x="1123854" y="858550"/>
                  <a:pt x="1113892" y="873039"/>
                  <a:pt x="1100308" y="883906"/>
                </a:cubicBezTo>
                <a:lnTo>
                  <a:pt x="1022426" y="943673"/>
                </a:lnTo>
                <a:lnTo>
                  <a:pt x="1032388" y="952728"/>
                </a:lnTo>
                <a:cubicBezTo>
                  <a:pt x="1056839" y="978084"/>
                  <a:pt x="1056839" y="1017929"/>
                  <a:pt x="1032388" y="1042379"/>
                </a:cubicBezTo>
                <a:lnTo>
                  <a:pt x="1027860" y="1046907"/>
                </a:lnTo>
                <a:cubicBezTo>
                  <a:pt x="1020615" y="1054152"/>
                  <a:pt x="1011559" y="1059585"/>
                  <a:pt x="1002503" y="1062302"/>
                </a:cubicBezTo>
                <a:cubicBezTo>
                  <a:pt x="1008842" y="1073168"/>
                  <a:pt x="1013370" y="1085846"/>
                  <a:pt x="1014276" y="1097619"/>
                </a:cubicBezTo>
                <a:cubicBezTo>
                  <a:pt x="1016087" y="1116636"/>
                  <a:pt x="1009748" y="1133841"/>
                  <a:pt x="997069" y="1145614"/>
                </a:cubicBezTo>
                <a:lnTo>
                  <a:pt x="993447" y="1149236"/>
                </a:lnTo>
                <a:cubicBezTo>
                  <a:pt x="983485" y="1161008"/>
                  <a:pt x="968090" y="1167347"/>
                  <a:pt x="950883" y="1167347"/>
                </a:cubicBezTo>
                <a:cubicBezTo>
                  <a:pt x="949978" y="1167347"/>
                  <a:pt x="948167" y="1166442"/>
                  <a:pt x="946355" y="1166442"/>
                </a:cubicBezTo>
                <a:cubicBezTo>
                  <a:pt x="933677" y="1165536"/>
                  <a:pt x="920999" y="1161008"/>
                  <a:pt x="911037" y="1153764"/>
                </a:cubicBezTo>
                <a:cubicBezTo>
                  <a:pt x="907414" y="1162819"/>
                  <a:pt x="901981" y="1172780"/>
                  <a:pt x="894736" y="1180025"/>
                </a:cubicBezTo>
                <a:lnTo>
                  <a:pt x="891114" y="1183647"/>
                </a:lnTo>
                <a:cubicBezTo>
                  <a:pt x="878435" y="1196325"/>
                  <a:pt x="863040" y="1201758"/>
                  <a:pt x="845833" y="1201758"/>
                </a:cubicBezTo>
                <a:cubicBezTo>
                  <a:pt x="833155" y="1201758"/>
                  <a:pt x="819571" y="1197231"/>
                  <a:pt x="807798" y="1189081"/>
                </a:cubicBezTo>
                <a:cubicBezTo>
                  <a:pt x="805081" y="1198136"/>
                  <a:pt x="799648" y="1206286"/>
                  <a:pt x="793308" y="1212625"/>
                </a:cubicBezTo>
                <a:lnTo>
                  <a:pt x="786969" y="1219870"/>
                </a:lnTo>
                <a:cubicBezTo>
                  <a:pt x="775196" y="1230736"/>
                  <a:pt x="758896" y="1237075"/>
                  <a:pt x="743500" y="1237075"/>
                </a:cubicBezTo>
                <a:cubicBezTo>
                  <a:pt x="727199" y="1237075"/>
                  <a:pt x="711804" y="1230736"/>
                  <a:pt x="699126" y="1219870"/>
                </a:cubicBezTo>
                <a:lnTo>
                  <a:pt x="683730" y="1203570"/>
                </a:lnTo>
                <a:lnTo>
                  <a:pt x="669241" y="1214436"/>
                </a:lnTo>
                <a:cubicBezTo>
                  <a:pt x="660185" y="1220775"/>
                  <a:pt x="649317" y="1225303"/>
                  <a:pt x="638450" y="1225303"/>
                </a:cubicBezTo>
                <a:cubicBezTo>
                  <a:pt x="621244" y="1225303"/>
                  <a:pt x="604943" y="1217153"/>
                  <a:pt x="593170" y="1201758"/>
                </a:cubicBezTo>
                <a:lnTo>
                  <a:pt x="588642" y="1196325"/>
                </a:lnTo>
                <a:cubicBezTo>
                  <a:pt x="583208" y="1188175"/>
                  <a:pt x="579586" y="1180025"/>
                  <a:pt x="577775" y="1170969"/>
                </a:cubicBezTo>
                <a:cubicBezTo>
                  <a:pt x="575058" y="1171875"/>
                  <a:pt x="572341" y="1171875"/>
                  <a:pt x="570530" y="1171875"/>
                </a:cubicBezTo>
                <a:cubicBezTo>
                  <a:pt x="566908" y="1171875"/>
                  <a:pt x="563285" y="1171875"/>
                  <a:pt x="559663" y="1170969"/>
                </a:cubicBezTo>
                <a:cubicBezTo>
                  <a:pt x="545173" y="1167347"/>
                  <a:pt x="533400" y="1159197"/>
                  <a:pt x="524344" y="1148330"/>
                </a:cubicBezTo>
                <a:lnTo>
                  <a:pt x="520722" y="1144708"/>
                </a:lnTo>
                <a:cubicBezTo>
                  <a:pt x="515288" y="1135652"/>
                  <a:pt x="510760" y="1125691"/>
                  <a:pt x="509855" y="1115730"/>
                </a:cubicBezTo>
                <a:cubicBezTo>
                  <a:pt x="507138" y="1115730"/>
                  <a:pt x="505327" y="1115730"/>
                  <a:pt x="504421" y="1115730"/>
                </a:cubicBezTo>
                <a:cubicBezTo>
                  <a:pt x="501704" y="1115730"/>
                  <a:pt x="498082" y="1115730"/>
                  <a:pt x="496270" y="1114824"/>
                </a:cubicBezTo>
                <a:cubicBezTo>
                  <a:pt x="480875" y="1113013"/>
                  <a:pt x="467291" y="1105769"/>
                  <a:pt x="458235" y="1093091"/>
                </a:cubicBezTo>
                <a:lnTo>
                  <a:pt x="455518" y="1090374"/>
                </a:lnTo>
                <a:cubicBezTo>
                  <a:pt x="446462" y="1077696"/>
                  <a:pt x="441934" y="1062302"/>
                  <a:pt x="443745" y="1047813"/>
                </a:cubicBezTo>
                <a:cubicBezTo>
                  <a:pt x="444651" y="1037851"/>
                  <a:pt x="448273" y="1029701"/>
                  <a:pt x="453707" y="1022457"/>
                </a:cubicBezTo>
                <a:cubicBezTo>
                  <a:pt x="446462" y="1017929"/>
                  <a:pt x="440123" y="1013401"/>
                  <a:pt x="434689" y="1006157"/>
                </a:cubicBezTo>
                <a:lnTo>
                  <a:pt x="431973" y="1002534"/>
                </a:lnTo>
                <a:cubicBezTo>
                  <a:pt x="423822" y="990762"/>
                  <a:pt x="418389" y="976273"/>
                  <a:pt x="418389" y="962690"/>
                </a:cubicBezTo>
                <a:lnTo>
                  <a:pt x="422855" y="947060"/>
                </a:lnTo>
                <a:lnTo>
                  <a:pt x="423822" y="943673"/>
                </a:lnTo>
                <a:lnTo>
                  <a:pt x="352280" y="873039"/>
                </a:lnTo>
                <a:cubicBezTo>
                  <a:pt x="332356" y="851306"/>
                  <a:pt x="321489" y="825044"/>
                  <a:pt x="319678" y="796972"/>
                </a:cubicBezTo>
                <a:cubicBezTo>
                  <a:pt x="312433" y="804216"/>
                  <a:pt x="304056" y="809876"/>
                  <a:pt x="294887" y="813725"/>
                </a:cubicBezTo>
                <a:lnTo>
                  <a:pt x="282970" y="816099"/>
                </a:lnTo>
                <a:lnTo>
                  <a:pt x="265342" y="819611"/>
                </a:lnTo>
                <a:cubicBezTo>
                  <a:pt x="244513" y="819611"/>
                  <a:pt x="224589" y="811461"/>
                  <a:pt x="209194" y="796066"/>
                </a:cubicBezTo>
                <a:lnTo>
                  <a:pt x="156669" y="743544"/>
                </a:lnTo>
                <a:cubicBezTo>
                  <a:pt x="149424" y="748977"/>
                  <a:pt x="139463" y="752599"/>
                  <a:pt x="130407" y="752599"/>
                </a:cubicBezTo>
                <a:cubicBezTo>
                  <a:pt x="118634" y="752599"/>
                  <a:pt x="106861" y="748071"/>
                  <a:pt x="98711" y="738110"/>
                </a:cubicBezTo>
                <a:lnTo>
                  <a:pt x="96899" y="737205"/>
                </a:lnTo>
                <a:lnTo>
                  <a:pt x="31696" y="655704"/>
                </a:lnTo>
                <a:cubicBezTo>
                  <a:pt x="11773" y="631254"/>
                  <a:pt x="0" y="599559"/>
                  <a:pt x="0" y="567864"/>
                </a:cubicBezTo>
                <a:lnTo>
                  <a:pt x="0" y="35392"/>
                </a:lnTo>
                <a:cubicBezTo>
                  <a:pt x="0" y="21809"/>
                  <a:pt x="8150" y="9131"/>
                  <a:pt x="20829" y="3698"/>
                </a:cubicBezTo>
                <a:cubicBezTo>
                  <a:pt x="27168" y="528"/>
                  <a:pt x="33960" y="-604"/>
                  <a:pt x="40526" y="30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0B1AFB9-2302-4120-8610-C2E2A9228BB9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7D6D045-6D73-454A-BAC5-E0B109B3447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BB6E52E-C3D6-4048-B5F3-3CE46809E0D4}"/>
              </a:ext>
            </a:extLst>
          </p:cNvPr>
          <p:cNvSpPr txBox="1"/>
          <p:nvPr/>
        </p:nvSpPr>
        <p:spPr>
          <a:xfrm>
            <a:off x="12146153" y="3241442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1B5733-7396-4523-AD40-6D5172C0C592}"/>
              </a:ext>
            </a:extLst>
          </p:cNvPr>
          <p:cNvSpPr txBox="1"/>
          <p:nvPr/>
        </p:nvSpPr>
        <p:spPr>
          <a:xfrm>
            <a:off x="12146153" y="3922784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3F13C20-0E9C-4856-9F18-A93318E7E409}"/>
              </a:ext>
            </a:extLst>
          </p:cNvPr>
          <p:cNvSpPr txBox="1"/>
          <p:nvPr/>
        </p:nvSpPr>
        <p:spPr>
          <a:xfrm>
            <a:off x="12146153" y="5928762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STRATEGY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D2DF092-EC6B-4CE5-9F5B-219F32B3C747}"/>
              </a:ext>
            </a:extLst>
          </p:cNvPr>
          <p:cNvSpPr txBox="1"/>
          <p:nvPr/>
        </p:nvSpPr>
        <p:spPr>
          <a:xfrm>
            <a:off x="12146153" y="6610104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2411DC-2391-4B5A-8F4D-B256E75A66C5}"/>
              </a:ext>
            </a:extLst>
          </p:cNvPr>
          <p:cNvSpPr txBox="1"/>
          <p:nvPr/>
        </p:nvSpPr>
        <p:spPr>
          <a:xfrm>
            <a:off x="12146153" y="8619130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6FE03D8-45E5-4BAA-BCE1-3EA7CD923638}"/>
              </a:ext>
            </a:extLst>
          </p:cNvPr>
          <p:cNvSpPr txBox="1"/>
          <p:nvPr/>
        </p:nvSpPr>
        <p:spPr>
          <a:xfrm>
            <a:off x="12146153" y="9300472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73D97F-0132-479A-9EB9-75D5F1BEE7C8}"/>
              </a:ext>
            </a:extLst>
          </p:cNvPr>
          <p:cNvSpPr txBox="1"/>
          <p:nvPr/>
        </p:nvSpPr>
        <p:spPr>
          <a:xfrm>
            <a:off x="12146153" y="11318642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6"/>
                </a:solidFill>
                <a:latin typeface="Montserrat" pitchFamily="2" charset="77"/>
                <a:cs typeface="Poppins" pitchFamily="2" charset="77"/>
              </a:rPr>
              <a:t>SYSTEM</a:t>
            </a:r>
            <a:endParaRPr lang="en-US" sz="3200" b="1" spc="-30" dirty="0">
              <a:solidFill>
                <a:schemeClr val="accent6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283C47B-E61E-4F97-AB94-EF4D0E0B3A99}"/>
              </a:ext>
            </a:extLst>
          </p:cNvPr>
          <p:cNvSpPr txBox="1"/>
          <p:nvPr/>
        </p:nvSpPr>
        <p:spPr>
          <a:xfrm>
            <a:off x="12146153" y="11999984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FC6E3B1-8CE4-4F78-84A5-1D99565A46E8}"/>
              </a:ext>
            </a:extLst>
          </p:cNvPr>
          <p:cNvSpPr txBox="1"/>
          <p:nvPr/>
        </p:nvSpPr>
        <p:spPr>
          <a:xfrm>
            <a:off x="17852432" y="4601606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5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accent5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BB98236-C25F-4E6F-9DF6-A5B465D7A927}"/>
              </a:ext>
            </a:extLst>
          </p:cNvPr>
          <p:cNvSpPr txBox="1"/>
          <p:nvPr/>
        </p:nvSpPr>
        <p:spPr>
          <a:xfrm>
            <a:off x="17852432" y="5260829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F88AE78-CDA0-41FC-95B2-789C19FA93F2}"/>
              </a:ext>
            </a:extLst>
          </p:cNvPr>
          <p:cNvSpPr txBox="1"/>
          <p:nvPr/>
        </p:nvSpPr>
        <p:spPr>
          <a:xfrm>
            <a:off x="17852432" y="7292990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4A493B3-CF6C-437F-AF76-381CE083E6FB}"/>
              </a:ext>
            </a:extLst>
          </p:cNvPr>
          <p:cNvSpPr txBox="1"/>
          <p:nvPr/>
        </p:nvSpPr>
        <p:spPr>
          <a:xfrm>
            <a:off x="17852432" y="7952213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16F860D-EADC-42E7-9194-EEABE5965FAC}"/>
              </a:ext>
            </a:extLst>
          </p:cNvPr>
          <p:cNvSpPr txBox="1"/>
          <p:nvPr/>
        </p:nvSpPr>
        <p:spPr>
          <a:xfrm>
            <a:off x="17852432" y="9981326"/>
            <a:ext cx="519513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>
                    <a:lumMod val="85000"/>
                  </a:schemeClr>
                </a:solidFill>
                <a:latin typeface="Montserrat" pitchFamily="2" charset="77"/>
                <a:cs typeface="Poppins" pitchFamily="2" charset="77"/>
              </a:rPr>
              <a:t>SHARED VALUES</a:t>
            </a:r>
            <a:endParaRPr lang="en-US" sz="3200" b="1" spc="-30" dirty="0">
              <a:solidFill>
                <a:schemeClr val="bg1">
                  <a:lumMod val="85000"/>
                </a:schemeClr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DE3F2A5-DC3B-4356-8B56-30238491D195}"/>
              </a:ext>
            </a:extLst>
          </p:cNvPr>
          <p:cNvSpPr txBox="1"/>
          <p:nvPr/>
        </p:nvSpPr>
        <p:spPr>
          <a:xfrm>
            <a:off x="17852432" y="10640549"/>
            <a:ext cx="519513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 4">
            <a:extLst>
              <a:ext uri="{FF2B5EF4-FFF2-40B4-BE49-F238E27FC236}">
                <a16:creationId xmlns:a16="http://schemas.microsoft.com/office/drawing/2014/main" id="{A4FB16F2-8142-4D22-82FC-15A1A3D7E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7060" y="3670011"/>
            <a:ext cx="3689958" cy="3534380"/>
          </a:xfrm>
          <a:custGeom>
            <a:avLst/>
            <a:gdLst>
              <a:gd name="T0" fmla="*/ 595 w 4079"/>
              <a:gd name="T1" fmla="*/ 2053 h 3905"/>
              <a:gd name="T2" fmla="*/ 595 w 4079"/>
              <a:gd name="T3" fmla="*/ 2053 h 3905"/>
              <a:gd name="T4" fmla="*/ 1313 w 4079"/>
              <a:gd name="T5" fmla="*/ 2499 h 3905"/>
              <a:gd name="T6" fmla="*/ 1313 w 4079"/>
              <a:gd name="T7" fmla="*/ 2499 h 3905"/>
              <a:gd name="T8" fmla="*/ 1091 w 4079"/>
              <a:gd name="T9" fmla="*/ 2328 h 3905"/>
              <a:gd name="T10" fmla="*/ 1091 w 4079"/>
              <a:gd name="T11" fmla="*/ 2328 h 3905"/>
              <a:gd name="T12" fmla="*/ 1873 w 4079"/>
              <a:gd name="T13" fmla="*/ 3110 h 3905"/>
              <a:gd name="T14" fmla="*/ 1873 w 4079"/>
              <a:gd name="T15" fmla="*/ 3110 h 3905"/>
              <a:gd name="T16" fmla="*/ 1702 w 4079"/>
              <a:gd name="T17" fmla="*/ 2888 h 3905"/>
              <a:gd name="T18" fmla="*/ 1702 w 4079"/>
              <a:gd name="T19" fmla="*/ 2888 h 3905"/>
              <a:gd name="T20" fmla="*/ 2012 w 4079"/>
              <a:gd name="T21" fmla="*/ 3351 h 3905"/>
              <a:gd name="T22" fmla="*/ 2012 w 4079"/>
              <a:gd name="T23" fmla="*/ 3351 h 3905"/>
              <a:gd name="T24" fmla="*/ 2665 w 4079"/>
              <a:gd name="T25" fmla="*/ 3852 h 3905"/>
              <a:gd name="T26" fmla="*/ 2665 w 4079"/>
              <a:gd name="T27" fmla="*/ 3852 h 3905"/>
              <a:gd name="T28" fmla="*/ 3103 w 4079"/>
              <a:gd name="T29" fmla="*/ 3872 h 3905"/>
              <a:gd name="T30" fmla="*/ 3103 w 4079"/>
              <a:gd name="T31" fmla="*/ 3872 h 3905"/>
              <a:gd name="T32" fmla="*/ 3509 w 4079"/>
              <a:gd name="T33" fmla="*/ 3742 h 3905"/>
              <a:gd name="T34" fmla="*/ 3509 w 4079"/>
              <a:gd name="T35" fmla="*/ 3742 h 3905"/>
              <a:gd name="T36" fmla="*/ 4013 w 4079"/>
              <a:gd name="T37" fmla="*/ 3088 h 3905"/>
              <a:gd name="T38" fmla="*/ 4013 w 4079"/>
              <a:gd name="T39" fmla="*/ 3088 h 3905"/>
              <a:gd name="T40" fmla="*/ 3903 w 4079"/>
              <a:gd name="T41" fmla="*/ 2245 h 3905"/>
              <a:gd name="T42" fmla="*/ 3903 w 4079"/>
              <a:gd name="T43" fmla="*/ 2245 h 3905"/>
              <a:gd name="T44" fmla="*/ 3380 w 4079"/>
              <a:gd name="T45" fmla="*/ 1510 h 3905"/>
              <a:gd name="T46" fmla="*/ 3380 w 4079"/>
              <a:gd name="T47" fmla="*/ 1510 h 3905"/>
              <a:gd name="T48" fmla="*/ 2953 w 4079"/>
              <a:gd name="T49" fmla="*/ 1046 h 3905"/>
              <a:gd name="T50" fmla="*/ 2953 w 4079"/>
              <a:gd name="T51" fmla="*/ 1046 h 3905"/>
              <a:gd name="T52" fmla="*/ 1700 w 4079"/>
              <a:gd name="T53" fmla="*/ 162 h 3905"/>
              <a:gd name="T54" fmla="*/ 1700 w 4079"/>
              <a:gd name="T55" fmla="*/ 162 h 3905"/>
              <a:gd name="T56" fmla="*/ 1293 w 4079"/>
              <a:gd name="T57" fmla="*/ 33 h 3905"/>
              <a:gd name="T58" fmla="*/ 1293 w 4079"/>
              <a:gd name="T59" fmla="*/ 33 h 3905"/>
              <a:gd name="T60" fmla="*/ 857 w 4079"/>
              <a:gd name="T61" fmla="*/ 52 h 3905"/>
              <a:gd name="T62" fmla="*/ 857 w 4079"/>
              <a:gd name="T63" fmla="*/ 52 h 3905"/>
              <a:gd name="T64" fmla="*/ 484 w 4079"/>
              <a:gd name="T65" fmla="*/ 248 h 3905"/>
              <a:gd name="T66" fmla="*/ 484 w 4079"/>
              <a:gd name="T67" fmla="*/ 248 h 3905"/>
              <a:gd name="T68" fmla="*/ 202 w 4079"/>
              <a:gd name="T69" fmla="*/ 556 h 3905"/>
              <a:gd name="T70" fmla="*/ 202 w 4079"/>
              <a:gd name="T71" fmla="*/ 556 h 3905"/>
              <a:gd name="T72" fmla="*/ 92 w 4079"/>
              <a:gd name="T73" fmla="*/ 1399 h 3905"/>
              <a:gd name="T74" fmla="*/ 92 w 4079"/>
              <a:gd name="T75" fmla="*/ 1399 h 3905"/>
              <a:gd name="T76" fmla="*/ 595 w 4079"/>
              <a:gd name="T77" fmla="*/ 2053 h 3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079" h="3905">
                <a:moveTo>
                  <a:pt x="595" y="2053"/>
                </a:moveTo>
                <a:lnTo>
                  <a:pt x="595" y="2053"/>
                </a:lnTo>
                <a:cubicBezTo>
                  <a:pt x="848" y="2178"/>
                  <a:pt x="1088" y="2327"/>
                  <a:pt x="1313" y="2499"/>
                </a:cubicBezTo>
                <a:lnTo>
                  <a:pt x="1313" y="2499"/>
                </a:lnTo>
                <a:cubicBezTo>
                  <a:pt x="1239" y="2442"/>
                  <a:pt x="1166" y="2386"/>
                  <a:pt x="1091" y="2328"/>
                </a:cubicBezTo>
                <a:lnTo>
                  <a:pt x="1091" y="2328"/>
                </a:lnTo>
                <a:cubicBezTo>
                  <a:pt x="1385" y="2555"/>
                  <a:pt x="1647" y="2818"/>
                  <a:pt x="1873" y="3110"/>
                </a:cubicBezTo>
                <a:lnTo>
                  <a:pt x="1873" y="3110"/>
                </a:lnTo>
                <a:cubicBezTo>
                  <a:pt x="1817" y="3036"/>
                  <a:pt x="1759" y="2962"/>
                  <a:pt x="1702" y="2888"/>
                </a:cubicBezTo>
                <a:lnTo>
                  <a:pt x="1702" y="2888"/>
                </a:lnTo>
                <a:cubicBezTo>
                  <a:pt x="1815" y="3036"/>
                  <a:pt x="1919" y="3190"/>
                  <a:pt x="2012" y="3351"/>
                </a:cubicBezTo>
                <a:lnTo>
                  <a:pt x="2012" y="3351"/>
                </a:lnTo>
                <a:cubicBezTo>
                  <a:pt x="2150" y="3587"/>
                  <a:pt x="2401" y="3780"/>
                  <a:pt x="2665" y="3852"/>
                </a:cubicBezTo>
                <a:lnTo>
                  <a:pt x="2665" y="3852"/>
                </a:lnTo>
                <a:cubicBezTo>
                  <a:pt x="2811" y="3899"/>
                  <a:pt x="2957" y="3904"/>
                  <a:pt x="3103" y="3872"/>
                </a:cubicBezTo>
                <a:lnTo>
                  <a:pt x="3103" y="3872"/>
                </a:lnTo>
                <a:cubicBezTo>
                  <a:pt x="3248" y="3866"/>
                  <a:pt x="3384" y="3822"/>
                  <a:pt x="3509" y="3742"/>
                </a:cubicBezTo>
                <a:lnTo>
                  <a:pt x="3509" y="3742"/>
                </a:lnTo>
                <a:cubicBezTo>
                  <a:pt x="3744" y="3591"/>
                  <a:pt x="3949" y="3368"/>
                  <a:pt x="4013" y="3088"/>
                </a:cubicBezTo>
                <a:lnTo>
                  <a:pt x="4013" y="3088"/>
                </a:lnTo>
                <a:cubicBezTo>
                  <a:pt x="4078" y="2802"/>
                  <a:pt x="4053" y="2505"/>
                  <a:pt x="3903" y="2245"/>
                </a:cubicBezTo>
                <a:lnTo>
                  <a:pt x="3903" y="2245"/>
                </a:lnTo>
                <a:cubicBezTo>
                  <a:pt x="3750" y="1985"/>
                  <a:pt x="3568" y="1746"/>
                  <a:pt x="3380" y="1510"/>
                </a:cubicBezTo>
                <a:lnTo>
                  <a:pt x="3380" y="1510"/>
                </a:lnTo>
                <a:cubicBezTo>
                  <a:pt x="3250" y="1345"/>
                  <a:pt x="3107" y="1189"/>
                  <a:pt x="2953" y="1046"/>
                </a:cubicBezTo>
                <a:lnTo>
                  <a:pt x="2953" y="1046"/>
                </a:lnTo>
                <a:cubicBezTo>
                  <a:pt x="2581" y="698"/>
                  <a:pt x="2157" y="388"/>
                  <a:pt x="1700" y="162"/>
                </a:cubicBezTo>
                <a:lnTo>
                  <a:pt x="1700" y="162"/>
                </a:lnTo>
                <a:cubicBezTo>
                  <a:pt x="1574" y="83"/>
                  <a:pt x="1438" y="40"/>
                  <a:pt x="1293" y="33"/>
                </a:cubicBezTo>
                <a:lnTo>
                  <a:pt x="1293" y="33"/>
                </a:lnTo>
                <a:cubicBezTo>
                  <a:pt x="1147" y="0"/>
                  <a:pt x="1002" y="7"/>
                  <a:pt x="857" y="52"/>
                </a:cubicBezTo>
                <a:lnTo>
                  <a:pt x="857" y="52"/>
                </a:lnTo>
                <a:cubicBezTo>
                  <a:pt x="713" y="87"/>
                  <a:pt x="590" y="151"/>
                  <a:pt x="484" y="248"/>
                </a:cubicBezTo>
                <a:lnTo>
                  <a:pt x="484" y="248"/>
                </a:lnTo>
                <a:cubicBezTo>
                  <a:pt x="365" y="326"/>
                  <a:pt x="271" y="428"/>
                  <a:pt x="202" y="556"/>
                </a:cubicBezTo>
                <a:lnTo>
                  <a:pt x="202" y="556"/>
                </a:lnTo>
                <a:cubicBezTo>
                  <a:pt x="68" y="809"/>
                  <a:pt x="0" y="1117"/>
                  <a:pt x="92" y="1399"/>
                </a:cubicBezTo>
                <a:lnTo>
                  <a:pt x="92" y="1399"/>
                </a:lnTo>
                <a:cubicBezTo>
                  <a:pt x="176" y="1659"/>
                  <a:pt x="340" y="1927"/>
                  <a:pt x="595" y="2053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9413856A-8A8B-40BB-90A5-BFFDCFF90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6543" y="5201841"/>
            <a:ext cx="2529116" cy="5788244"/>
          </a:xfrm>
          <a:custGeom>
            <a:avLst/>
            <a:gdLst>
              <a:gd name="T0" fmla="*/ 2760 w 2794"/>
              <a:gd name="T1" fmla="*/ 2768 h 6399"/>
              <a:gd name="T2" fmla="*/ 2760 w 2794"/>
              <a:gd name="T3" fmla="*/ 2768 h 6399"/>
              <a:gd name="T4" fmla="*/ 2549 w 2794"/>
              <a:gd name="T5" fmla="*/ 1661 h 6399"/>
              <a:gd name="T6" fmla="*/ 2549 w 2794"/>
              <a:gd name="T7" fmla="*/ 1661 h 6399"/>
              <a:gd name="T8" fmla="*/ 2281 w 2794"/>
              <a:gd name="T9" fmla="*/ 976 h 6399"/>
              <a:gd name="T10" fmla="*/ 2281 w 2794"/>
              <a:gd name="T11" fmla="*/ 976 h 6399"/>
              <a:gd name="T12" fmla="*/ 2068 w 2794"/>
              <a:gd name="T13" fmla="*/ 555 h 6399"/>
              <a:gd name="T14" fmla="*/ 2068 w 2794"/>
              <a:gd name="T15" fmla="*/ 555 h 6399"/>
              <a:gd name="T16" fmla="*/ 1413 w 2794"/>
              <a:gd name="T17" fmla="*/ 52 h 6399"/>
              <a:gd name="T18" fmla="*/ 1413 w 2794"/>
              <a:gd name="T19" fmla="*/ 52 h 6399"/>
              <a:gd name="T20" fmla="*/ 976 w 2794"/>
              <a:gd name="T21" fmla="*/ 33 h 6399"/>
              <a:gd name="T22" fmla="*/ 976 w 2794"/>
              <a:gd name="T23" fmla="*/ 33 h 6399"/>
              <a:gd name="T24" fmla="*/ 569 w 2794"/>
              <a:gd name="T25" fmla="*/ 162 h 6399"/>
              <a:gd name="T26" fmla="*/ 569 w 2794"/>
              <a:gd name="T27" fmla="*/ 162 h 6399"/>
              <a:gd name="T28" fmla="*/ 66 w 2794"/>
              <a:gd name="T29" fmla="*/ 817 h 6399"/>
              <a:gd name="T30" fmla="*/ 66 w 2794"/>
              <a:gd name="T31" fmla="*/ 817 h 6399"/>
              <a:gd name="T32" fmla="*/ 176 w 2794"/>
              <a:gd name="T33" fmla="*/ 1661 h 6399"/>
              <a:gd name="T34" fmla="*/ 176 w 2794"/>
              <a:gd name="T35" fmla="*/ 1661 h 6399"/>
              <a:gd name="T36" fmla="*/ 354 w 2794"/>
              <a:gd name="T37" fmla="*/ 2001 h 6399"/>
              <a:gd name="T38" fmla="*/ 354 w 2794"/>
              <a:gd name="T39" fmla="*/ 2001 h 6399"/>
              <a:gd name="T40" fmla="*/ 574 w 2794"/>
              <a:gd name="T41" fmla="*/ 2805 h 6399"/>
              <a:gd name="T42" fmla="*/ 574 w 2794"/>
              <a:gd name="T43" fmla="*/ 2805 h 6399"/>
              <a:gd name="T44" fmla="*/ 574 w 2794"/>
              <a:gd name="T45" fmla="*/ 3654 h 6399"/>
              <a:gd name="T46" fmla="*/ 574 w 2794"/>
              <a:gd name="T47" fmla="*/ 3654 h 6399"/>
              <a:gd name="T48" fmla="*/ 355 w 2794"/>
              <a:gd name="T49" fmla="*/ 4454 h 6399"/>
              <a:gd name="T50" fmla="*/ 355 w 2794"/>
              <a:gd name="T51" fmla="*/ 4454 h 6399"/>
              <a:gd name="T52" fmla="*/ 232 w 2794"/>
              <a:gd name="T53" fmla="*/ 4699 h 6399"/>
              <a:gd name="T54" fmla="*/ 232 w 2794"/>
              <a:gd name="T55" fmla="*/ 4699 h 6399"/>
              <a:gd name="T56" fmla="*/ 122 w 2794"/>
              <a:gd name="T57" fmla="*/ 5541 h 6399"/>
              <a:gd name="T58" fmla="*/ 122 w 2794"/>
              <a:gd name="T59" fmla="*/ 5541 h 6399"/>
              <a:gd name="T60" fmla="*/ 318 w 2794"/>
              <a:gd name="T61" fmla="*/ 5914 h 6399"/>
              <a:gd name="T62" fmla="*/ 318 w 2794"/>
              <a:gd name="T63" fmla="*/ 5914 h 6399"/>
              <a:gd name="T64" fmla="*/ 625 w 2794"/>
              <a:gd name="T65" fmla="*/ 6196 h 6399"/>
              <a:gd name="T66" fmla="*/ 625 w 2794"/>
              <a:gd name="T67" fmla="*/ 6196 h 6399"/>
              <a:gd name="T68" fmla="*/ 1469 w 2794"/>
              <a:gd name="T69" fmla="*/ 6306 h 6399"/>
              <a:gd name="T70" fmla="*/ 1469 w 2794"/>
              <a:gd name="T71" fmla="*/ 6306 h 6399"/>
              <a:gd name="T72" fmla="*/ 2123 w 2794"/>
              <a:gd name="T73" fmla="*/ 5803 h 6399"/>
              <a:gd name="T74" fmla="*/ 2123 w 2794"/>
              <a:gd name="T75" fmla="*/ 5803 h 6399"/>
              <a:gd name="T76" fmla="*/ 2555 w 2794"/>
              <a:gd name="T77" fmla="*/ 4779 h 6399"/>
              <a:gd name="T78" fmla="*/ 2555 w 2794"/>
              <a:gd name="T79" fmla="*/ 4779 h 6399"/>
              <a:gd name="T80" fmla="*/ 2763 w 2794"/>
              <a:gd name="T81" fmla="*/ 3657 h 6399"/>
              <a:gd name="T82" fmla="*/ 2763 w 2794"/>
              <a:gd name="T83" fmla="*/ 3657 h 6399"/>
              <a:gd name="T84" fmla="*/ 2760 w 2794"/>
              <a:gd name="T85" fmla="*/ 2768 h 6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94" h="6399">
                <a:moveTo>
                  <a:pt x="2760" y="2768"/>
                </a:moveTo>
                <a:lnTo>
                  <a:pt x="2760" y="2768"/>
                </a:lnTo>
                <a:cubicBezTo>
                  <a:pt x="2719" y="2394"/>
                  <a:pt x="2663" y="2021"/>
                  <a:pt x="2549" y="1661"/>
                </a:cubicBezTo>
                <a:lnTo>
                  <a:pt x="2549" y="1661"/>
                </a:lnTo>
                <a:cubicBezTo>
                  <a:pt x="2476" y="1426"/>
                  <a:pt x="2378" y="1201"/>
                  <a:pt x="2281" y="976"/>
                </a:cubicBezTo>
                <a:lnTo>
                  <a:pt x="2281" y="976"/>
                </a:lnTo>
                <a:cubicBezTo>
                  <a:pt x="2217" y="832"/>
                  <a:pt x="2146" y="692"/>
                  <a:pt x="2068" y="555"/>
                </a:cubicBezTo>
                <a:lnTo>
                  <a:pt x="2068" y="555"/>
                </a:lnTo>
                <a:cubicBezTo>
                  <a:pt x="1930" y="318"/>
                  <a:pt x="1676" y="125"/>
                  <a:pt x="1413" y="52"/>
                </a:cubicBezTo>
                <a:lnTo>
                  <a:pt x="1413" y="52"/>
                </a:lnTo>
                <a:cubicBezTo>
                  <a:pt x="1268" y="6"/>
                  <a:pt x="1122" y="0"/>
                  <a:pt x="976" y="33"/>
                </a:cubicBezTo>
                <a:lnTo>
                  <a:pt x="976" y="33"/>
                </a:lnTo>
                <a:cubicBezTo>
                  <a:pt x="830" y="40"/>
                  <a:pt x="695" y="82"/>
                  <a:pt x="569" y="162"/>
                </a:cubicBezTo>
                <a:lnTo>
                  <a:pt x="569" y="162"/>
                </a:lnTo>
                <a:cubicBezTo>
                  <a:pt x="335" y="313"/>
                  <a:pt x="130" y="538"/>
                  <a:pt x="66" y="817"/>
                </a:cubicBezTo>
                <a:lnTo>
                  <a:pt x="66" y="817"/>
                </a:lnTo>
                <a:cubicBezTo>
                  <a:pt x="0" y="1106"/>
                  <a:pt x="26" y="1399"/>
                  <a:pt x="176" y="1661"/>
                </a:cubicBezTo>
                <a:lnTo>
                  <a:pt x="176" y="1661"/>
                </a:lnTo>
                <a:cubicBezTo>
                  <a:pt x="241" y="1772"/>
                  <a:pt x="300" y="1885"/>
                  <a:pt x="354" y="2001"/>
                </a:cubicBezTo>
                <a:lnTo>
                  <a:pt x="354" y="2001"/>
                </a:lnTo>
                <a:cubicBezTo>
                  <a:pt x="453" y="2262"/>
                  <a:pt x="526" y="2530"/>
                  <a:pt x="574" y="2805"/>
                </a:cubicBezTo>
                <a:lnTo>
                  <a:pt x="574" y="2805"/>
                </a:lnTo>
                <a:cubicBezTo>
                  <a:pt x="602" y="3087"/>
                  <a:pt x="602" y="3371"/>
                  <a:pt x="574" y="3654"/>
                </a:cubicBezTo>
                <a:lnTo>
                  <a:pt x="574" y="3654"/>
                </a:lnTo>
                <a:cubicBezTo>
                  <a:pt x="526" y="3927"/>
                  <a:pt x="453" y="4194"/>
                  <a:pt x="355" y="4454"/>
                </a:cubicBezTo>
                <a:lnTo>
                  <a:pt x="355" y="4454"/>
                </a:lnTo>
                <a:cubicBezTo>
                  <a:pt x="317" y="4536"/>
                  <a:pt x="275" y="4617"/>
                  <a:pt x="232" y="4699"/>
                </a:cubicBezTo>
                <a:lnTo>
                  <a:pt x="232" y="4699"/>
                </a:lnTo>
                <a:cubicBezTo>
                  <a:pt x="94" y="4954"/>
                  <a:pt x="44" y="5258"/>
                  <a:pt x="122" y="5541"/>
                </a:cubicBezTo>
                <a:lnTo>
                  <a:pt x="122" y="5541"/>
                </a:lnTo>
                <a:cubicBezTo>
                  <a:pt x="156" y="5684"/>
                  <a:pt x="221" y="5808"/>
                  <a:pt x="318" y="5914"/>
                </a:cubicBezTo>
                <a:lnTo>
                  <a:pt x="318" y="5914"/>
                </a:lnTo>
                <a:cubicBezTo>
                  <a:pt x="395" y="6033"/>
                  <a:pt x="498" y="6128"/>
                  <a:pt x="625" y="6196"/>
                </a:cubicBezTo>
                <a:lnTo>
                  <a:pt x="625" y="6196"/>
                </a:lnTo>
                <a:cubicBezTo>
                  <a:pt x="879" y="6330"/>
                  <a:pt x="1187" y="6398"/>
                  <a:pt x="1469" y="6306"/>
                </a:cubicBezTo>
                <a:lnTo>
                  <a:pt x="1469" y="6306"/>
                </a:lnTo>
                <a:cubicBezTo>
                  <a:pt x="1735" y="6220"/>
                  <a:pt x="1987" y="6056"/>
                  <a:pt x="2123" y="5803"/>
                </a:cubicBezTo>
                <a:lnTo>
                  <a:pt x="2123" y="5803"/>
                </a:lnTo>
                <a:cubicBezTo>
                  <a:pt x="2298" y="5478"/>
                  <a:pt x="2446" y="5132"/>
                  <a:pt x="2555" y="4779"/>
                </a:cubicBezTo>
                <a:lnTo>
                  <a:pt x="2555" y="4779"/>
                </a:lnTo>
                <a:cubicBezTo>
                  <a:pt x="2668" y="4415"/>
                  <a:pt x="2725" y="4036"/>
                  <a:pt x="2763" y="3657"/>
                </a:cubicBezTo>
                <a:lnTo>
                  <a:pt x="2763" y="3657"/>
                </a:lnTo>
                <a:cubicBezTo>
                  <a:pt x="2793" y="3362"/>
                  <a:pt x="2792" y="3063"/>
                  <a:pt x="2760" y="2768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2" name="Freeform 6">
            <a:extLst>
              <a:ext uri="{FF2B5EF4-FFF2-40B4-BE49-F238E27FC236}">
                <a16:creationId xmlns:a16="http://schemas.microsoft.com/office/drawing/2014/main" id="{E4317C28-4847-44C0-9CBA-BAAF6C1E5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3533" y="8911743"/>
            <a:ext cx="5397311" cy="4037012"/>
          </a:xfrm>
          <a:custGeom>
            <a:avLst/>
            <a:gdLst>
              <a:gd name="T0" fmla="*/ 5887 w 5965"/>
              <a:gd name="T1" fmla="*/ 856 h 4464"/>
              <a:gd name="T2" fmla="*/ 5887 w 5965"/>
              <a:gd name="T3" fmla="*/ 856 h 4464"/>
              <a:gd name="T4" fmla="*/ 5690 w 5965"/>
              <a:gd name="T5" fmla="*/ 483 h 4464"/>
              <a:gd name="T6" fmla="*/ 5690 w 5965"/>
              <a:gd name="T7" fmla="*/ 483 h 4464"/>
              <a:gd name="T8" fmla="*/ 5383 w 5965"/>
              <a:gd name="T9" fmla="*/ 201 h 4464"/>
              <a:gd name="T10" fmla="*/ 5383 w 5965"/>
              <a:gd name="T11" fmla="*/ 201 h 4464"/>
              <a:gd name="T12" fmla="*/ 4540 w 5965"/>
              <a:gd name="T13" fmla="*/ 91 h 4464"/>
              <a:gd name="T14" fmla="*/ 4540 w 5965"/>
              <a:gd name="T15" fmla="*/ 91 h 4464"/>
              <a:gd name="T16" fmla="*/ 3885 w 5965"/>
              <a:gd name="T17" fmla="*/ 595 h 4464"/>
              <a:gd name="T18" fmla="*/ 3885 w 5965"/>
              <a:gd name="T19" fmla="*/ 595 h 4464"/>
              <a:gd name="T20" fmla="*/ 3596 w 5965"/>
              <a:gd name="T21" fmla="*/ 1053 h 4464"/>
              <a:gd name="T22" fmla="*/ 3596 w 5965"/>
              <a:gd name="T23" fmla="*/ 1053 h 4464"/>
              <a:gd name="T24" fmla="*/ 3027 w 5965"/>
              <a:gd name="T25" fmla="*/ 1623 h 4464"/>
              <a:gd name="T26" fmla="*/ 3027 w 5965"/>
              <a:gd name="T27" fmla="*/ 1623 h 4464"/>
              <a:gd name="T28" fmla="*/ 2325 w 5965"/>
              <a:gd name="T29" fmla="*/ 2032 h 4464"/>
              <a:gd name="T30" fmla="*/ 2325 w 5965"/>
              <a:gd name="T31" fmla="*/ 2032 h 4464"/>
              <a:gd name="T32" fmla="*/ 1524 w 5965"/>
              <a:gd name="T33" fmla="*/ 2251 h 4464"/>
              <a:gd name="T34" fmla="*/ 1524 w 5965"/>
              <a:gd name="T35" fmla="*/ 2251 h 4464"/>
              <a:gd name="T36" fmla="*/ 1101 w 5965"/>
              <a:gd name="T37" fmla="*/ 2273 h 4464"/>
              <a:gd name="T38" fmla="*/ 1101 w 5965"/>
              <a:gd name="T39" fmla="*/ 2273 h 4464"/>
              <a:gd name="T40" fmla="*/ 327 w 5965"/>
              <a:gd name="T41" fmla="*/ 2593 h 4464"/>
              <a:gd name="T42" fmla="*/ 327 w 5965"/>
              <a:gd name="T43" fmla="*/ 2593 h 4464"/>
              <a:gd name="T44" fmla="*/ 100 w 5965"/>
              <a:gd name="T45" fmla="*/ 2945 h 4464"/>
              <a:gd name="T46" fmla="*/ 100 w 5965"/>
              <a:gd name="T47" fmla="*/ 2945 h 4464"/>
              <a:gd name="T48" fmla="*/ 6 w 5965"/>
              <a:gd name="T49" fmla="*/ 3367 h 4464"/>
              <a:gd name="T50" fmla="*/ 6 w 5965"/>
              <a:gd name="T51" fmla="*/ 3367 h 4464"/>
              <a:gd name="T52" fmla="*/ 327 w 5965"/>
              <a:gd name="T53" fmla="*/ 4141 h 4464"/>
              <a:gd name="T54" fmla="*/ 327 w 5965"/>
              <a:gd name="T55" fmla="*/ 4141 h 4464"/>
              <a:gd name="T56" fmla="*/ 1101 w 5965"/>
              <a:gd name="T57" fmla="*/ 4462 h 4464"/>
              <a:gd name="T58" fmla="*/ 1101 w 5965"/>
              <a:gd name="T59" fmla="*/ 4462 h 4464"/>
              <a:gd name="T60" fmla="*/ 2306 w 5965"/>
              <a:gd name="T61" fmla="*/ 4324 h 4464"/>
              <a:gd name="T62" fmla="*/ 2306 w 5965"/>
              <a:gd name="T63" fmla="*/ 4324 h 4464"/>
              <a:gd name="T64" fmla="*/ 3414 w 5965"/>
              <a:gd name="T65" fmla="*/ 3931 h 4464"/>
              <a:gd name="T66" fmla="*/ 3414 w 5965"/>
              <a:gd name="T67" fmla="*/ 3931 h 4464"/>
              <a:gd name="T68" fmla="*/ 4179 w 5965"/>
              <a:gd name="T69" fmla="*/ 3478 h 4464"/>
              <a:gd name="T70" fmla="*/ 4179 w 5965"/>
              <a:gd name="T71" fmla="*/ 3478 h 4464"/>
              <a:gd name="T72" fmla="*/ 5038 w 5965"/>
              <a:gd name="T73" fmla="*/ 2726 h 4464"/>
              <a:gd name="T74" fmla="*/ 5038 w 5965"/>
              <a:gd name="T75" fmla="*/ 2726 h 4464"/>
              <a:gd name="T76" fmla="*/ 5776 w 5965"/>
              <a:gd name="T77" fmla="*/ 1699 h 4464"/>
              <a:gd name="T78" fmla="*/ 5776 w 5965"/>
              <a:gd name="T79" fmla="*/ 1699 h 4464"/>
              <a:gd name="T80" fmla="*/ 5887 w 5965"/>
              <a:gd name="T81" fmla="*/ 856 h 4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965" h="4464">
                <a:moveTo>
                  <a:pt x="5887" y="856"/>
                </a:moveTo>
                <a:lnTo>
                  <a:pt x="5887" y="856"/>
                </a:lnTo>
                <a:cubicBezTo>
                  <a:pt x="5853" y="713"/>
                  <a:pt x="5787" y="589"/>
                  <a:pt x="5690" y="483"/>
                </a:cubicBezTo>
                <a:lnTo>
                  <a:pt x="5690" y="483"/>
                </a:lnTo>
                <a:cubicBezTo>
                  <a:pt x="5613" y="365"/>
                  <a:pt x="5511" y="270"/>
                  <a:pt x="5383" y="201"/>
                </a:cubicBezTo>
                <a:lnTo>
                  <a:pt x="5383" y="201"/>
                </a:lnTo>
                <a:cubicBezTo>
                  <a:pt x="5130" y="67"/>
                  <a:pt x="4821" y="0"/>
                  <a:pt x="4540" y="91"/>
                </a:cubicBezTo>
                <a:lnTo>
                  <a:pt x="4540" y="91"/>
                </a:lnTo>
                <a:cubicBezTo>
                  <a:pt x="4272" y="178"/>
                  <a:pt x="4024" y="342"/>
                  <a:pt x="3885" y="595"/>
                </a:cubicBezTo>
                <a:lnTo>
                  <a:pt x="3885" y="595"/>
                </a:lnTo>
                <a:cubicBezTo>
                  <a:pt x="3799" y="754"/>
                  <a:pt x="3702" y="906"/>
                  <a:pt x="3596" y="1053"/>
                </a:cubicBezTo>
                <a:lnTo>
                  <a:pt x="3596" y="1053"/>
                </a:lnTo>
                <a:cubicBezTo>
                  <a:pt x="3424" y="1261"/>
                  <a:pt x="3234" y="1451"/>
                  <a:pt x="3027" y="1623"/>
                </a:cubicBezTo>
                <a:lnTo>
                  <a:pt x="3027" y="1623"/>
                </a:lnTo>
                <a:cubicBezTo>
                  <a:pt x="2806" y="1781"/>
                  <a:pt x="2572" y="1918"/>
                  <a:pt x="2325" y="2032"/>
                </a:cubicBezTo>
                <a:lnTo>
                  <a:pt x="2325" y="2032"/>
                </a:lnTo>
                <a:cubicBezTo>
                  <a:pt x="2066" y="2131"/>
                  <a:pt x="1798" y="2205"/>
                  <a:pt x="1524" y="2251"/>
                </a:cubicBezTo>
                <a:lnTo>
                  <a:pt x="1524" y="2251"/>
                </a:lnTo>
                <a:cubicBezTo>
                  <a:pt x="1384" y="2265"/>
                  <a:pt x="1241" y="2272"/>
                  <a:pt x="1101" y="2273"/>
                </a:cubicBezTo>
                <a:lnTo>
                  <a:pt x="1101" y="2273"/>
                </a:lnTo>
                <a:cubicBezTo>
                  <a:pt x="820" y="2273"/>
                  <a:pt x="526" y="2394"/>
                  <a:pt x="327" y="2593"/>
                </a:cubicBezTo>
                <a:lnTo>
                  <a:pt x="327" y="2593"/>
                </a:lnTo>
                <a:cubicBezTo>
                  <a:pt x="220" y="2692"/>
                  <a:pt x="144" y="2810"/>
                  <a:pt x="100" y="2945"/>
                </a:cubicBezTo>
                <a:lnTo>
                  <a:pt x="100" y="2945"/>
                </a:lnTo>
                <a:cubicBezTo>
                  <a:pt x="32" y="3076"/>
                  <a:pt x="0" y="3217"/>
                  <a:pt x="6" y="3367"/>
                </a:cubicBezTo>
                <a:lnTo>
                  <a:pt x="6" y="3367"/>
                </a:lnTo>
                <a:cubicBezTo>
                  <a:pt x="19" y="3650"/>
                  <a:pt x="111" y="3944"/>
                  <a:pt x="327" y="4141"/>
                </a:cubicBezTo>
                <a:lnTo>
                  <a:pt x="327" y="4141"/>
                </a:lnTo>
                <a:cubicBezTo>
                  <a:pt x="541" y="4337"/>
                  <a:pt x="805" y="4463"/>
                  <a:pt x="1101" y="4462"/>
                </a:cubicBezTo>
                <a:lnTo>
                  <a:pt x="1101" y="4462"/>
                </a:lnTo>
                <a:cubicBezTo>
                  <a:pt x="1503" y="4460"/>
                  <a:pt x="1912" y="4410"/>
                  <a:pt x="2306" y="4324"/>
                </a:cubicBezTo>
                <a:lnTo>
                  <a:pt x="2306" y="4324"/>
                </a:lnTo>
                <a:cubicBezTo>
                  <a:pt x="2691" y="4239"/>
                  <a:pt x="3056" y="4094"/>
                  <a:pt x="3414" y="3931"/>
                </a:cubicBezTo>
                <a:lnTo>
                  <a:pt x="3414" y="3931"/>
                </a:lnTo>
                <a:cubicBezTo>
                  <a:pt x="3684" y="3807"/>
                  <a:pt x="3940" y="3655"/>
                  <a:pt x="4179" y="3478"/>
                </a:cubicBezTo>
                <a:lnTo>
                  <a:pt x="4179" y="3478"/>
                </a:lnTo>
                <a:cubicBezTo>
                  <a:pt x="4486" y="3250"/>
                  <a:pt x="4782" y="3012"/>
                  <a:pt x="5038" y="2726"/>
                </a:cubicBezTo>
                <a:lnTo>
                  <a:pt x="5038" y="2726"/>
                </a:lnTo>
                <a:cubicBezTo>
                  <a:pt x="5317" y="2413"/>
                  <a:pt x="5574" y="2069"/>
                  <a:pt x="5776" y="1699"/>
                </a:cubicBezTo>
                <a:lnTo>
                  <a:pt x="5776" y="1699"/>
                </a:lnTo>
                <a:cubicBezTo>
                  <a:pt x="5914" y="1446"/>
                  <a:pt x="5964" y="1138"/>
                  <a:pt x="5887" y="856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3" name="Freeform 7">
            <a:extLst>
              <a:ext uri="{FF2B5EF4-FFF2-40B4-BE49-F238E27FC236}">
                <a16:creationId xmlns:a16="http://schemas.microsoft.com/office/drawing/2014/main" id="{CC4930E7-CA70-4992-ABD1-8103CA10B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632" y="9039396"/>
            <a:ext cx="5333485" cy="3913347"/>
          </a:xfrm>
          <a:custGeom>
            <a:avLst/>
            <a:gdLst>
              <a:gd name="T0" fmla="*/ 5889 w 5896"/>
              <a:gd name="T1" fmla="*/ 3229 h 4325"/>
              <a:gd name="T2" fmla="*/ 5889 w 5896"/>
              <a:gd name="T3" fmla="*/ 3229 h 4325"/>
              <a:gd name="T4" fmla="*/ 5569 w 5896"/>
              <a:gd name="T5" fmla="*/ 2455 h 4325"/>
              <a:gd name="T6" fmla="*/ 5569 w 5896"/>
              <a:gd name="T7" fmla="*/ 2455 h 4325"/>
              <a:gd name="T8" fmla="*/ 4796 w 5896"/>
              <a:gd name="T9" fmla="*/ 2135 h 4325"/>
              <a:gd name="T10" fmla="*/ 4796 w 5896"/>
              <a:gd name="T11" fmla="*/ 2135 h 4325"/>
              <a:gd name="T12" fmla="*/ 4371 w 5896"/>
              <a:gd name="T13" fmla="*/ 2113 h 4325"/>
              <a:gd name="T14" fmla="*/ 4371 w 5896"/>
              <a:gd name="T15" fmla="*/ 2113 h 4325"/>
              <a:gd name="T16" fmla="*/ 3571 w 5896"/>
              <a:gd name="T17" fmla="*/ 1895 h 4325"/>
              <a:gd name="T18" fmla="*/ 3571 w 5896"/>
              <a:gd name="T19" fmla="*/ 1895 h 4325"/>
              <a:gd name="T20" fmla="*/ 2870 w 5896"/>
              <a:gd name="T21" fmla="*/ 1485 h 4325"/>
              <a:gd name="T22" fmla="*/ 2870 w 5896"/>
              <a:gd name="T23" fmla="*/ 1485 h 4325"/>
              <a:gd name="T24" fmla="*/ 2298 w 5896"/>
              <a:gd name="T25" fmla="*/ 913 h 4325"/>
              <a:gd name="T26" fmla="*/ 2298 w 5896"/>
              <a:gd name="T27" fmla="*/ 913 h 4325"/>
              <a:gd name="T28" fmla="*/ 2066 w 5896"/>
              <a:gd name="T29" fmla="*/ 556 h 4325"/>
              <a:gd name="T30" fmla="*/ 2066 w 5896"/>
              <a:gd name="T31" fmla="*/ 556 h 4325"/>
              <a:gd name="T32" fmla="*/ 1412 w 5896"/>
              <a:gd name="T33" fmla="*/ 52 h 4325"/>
              <a:gd name="T34" fmla="*/ 1412 w 5896"/>
              <a:gd name="T35" fmla="*/ 52 h 4325"/>
              <a:gd name="T36" fmla="*/ 975 w 5896"/>
              <a:gd name="T37" fmla="*/ 33 h 4325"/>
              <a:gd name="T38" fmla="*/ 975 w 5896"/>
              <a:gd name="T39" fmla="*/ 33 h 4325"/>
              <a:gd name="T40" fmla="*/ 568 w 5896"/>
              <a:gd name="T41" fmla="*/ 163 h 4325"/>
              <a:gd name="T42" fmla="*/ 568 w 5896"/>
              <a:gd name="T43" fmla="*/ 163 h 4325"/>
              <a:gd name="T44" fmla="*/ 65 w 5896"/>
              <a:gd name="T45" fmla="*/ 817 h 4325"/>
              <a:gd name="T46" fmla="*/ 65 w 5896"/>
              <a:gd name="T47" fmla="*/ 817 h 4325"/>
              <a:gd name="T48" fmla="*/ 175 w 5896"/>
              <a:gd name="T49" fmla="*/ 1661 h 4325"/>
              <a:gd name="T50" fmla="*/ 175 w 5896"/>
              <a:gd name="T51" fmla="*/ 1661 h 4325"/>
              <a:gd name="T52" fmla="*/ 844 w 5896"/>
              <a:gd name="T53" fmla="*/ 2572 h 4325"/>
              <a:gd name="T54" fmla="*/ 844 w 5896"/>
              <a:gd name="T55" fmla="*/ 2572 h 4325"/>
              <a:gd name="T56" fmla="*/ 1687 w 5896"/>
              <a:gd name="T57" fmla="*/ 3319 h 4325"/>
              <a:gd name="T58" fmla="*/ 1687 w 5896"/>
              <a:gd name="T59" fmla="*/ 3319 h 4325"/>
              <a:gd name="T60" fmla="*/ 2435 w 5896"/>
              <a:gd name="T61" fmla="*/ 3771 h 4325"/>
              <a:gd name="T62" fmla="*/ 2435 w 5896"/>
              <a:gd name="T63" fmla="*/ 3771 h 4325"/>
              <a:gd name="T64" fmla="*/ 3503 w 5896"/>
              <a:gd name="T65" fmla="*/ 4166 h 4325"/>
              <a:gd name="T66" fmla="*/ 3503 w 5896"/>
              <a:gd name="T67" fmla="*/ 4166 h 4325"/>
              <a:gd name="T68" fmla="*/ 4796 w 5896"/>
              <a:gd name="T69" fmla="*/ 4324 h 4325"/>
              <a:gd name="T70" fmla="*/ 4796 w 5896"/>
              <a:gd name="T71" fmla="*/ 4324 h 4325"/>
              <a:gd name="T72" fmla="*/ 5569 w 5896"/>
              <a:gd name="T73" fmla="*/ 4003 h 4325"/>
              <a:gd name="T74" fmla="*/ 5569 w 5896"/>
              <a:gd name="T75" fmla="*/ 4003 h 4325"/>
              <a:gd name="T76" fmla="*/ 5795 w 5896"/>
              <a:gd name="T77" fmla="*/ 3651 h 4325"/>
              <a:gd name="T78" fmla="*/ 5795 w 5896"/>
              <a:gd name="T79" fmla="*/ 3651 h 4325"/>
              <a:gd name="T80" fmla="*/ 5889 w 5896"/>
              <a:gd name="T81" fmla="*/ 3229 h 4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896" h="4325">
                <a:moveTo>
                  <a:pt x="5889" y="3229"/>
                </a:moveTo>
                <a:lnTo>
                  <a:pt x="5889" y="3229"/>
                </a:lnTo>
                <a:cubicBezTo>
                  <a:pt x="5877" y="2946"/>
                  <a:pt x="5784" y="2653"/>
                  <a:pt x="5569" y="2455"/>
                </a:cubicBezTo>
                <a:lnTo>
                  <a:pt x="5569" y="2455"/>
                </a:lnTo>
                <a:cubicBezTo>
                  <a:pt x="5355" y="2258"/>
                  <a:pt x="5092" y="2135"/>
                  <a:pt x="4796" y="2135"/>
                </a:cubicBezTo>
                <a:lnTo>
                  <a:pt x="4796" y="2135"/>
                </a:lnTo>
                <a:cubicBezTo>
                  <a:pt x="4654" y="2134"/>
                  <a:pt x="4512" y="2127"/>
                  <a:pt x="4371" y="2113"/>
                </a:cubicBezTo>
                <a:lnTo>
                  <a:pt x="4371" y="2113"/>
                </a:lnTo>
                <a:cubicBezTo>
                  <a:pt x="4098" y="2067"/>
                  <a:pt x="3830" y="1993"/>
                  <a:pt x="3571" y="1895"/>
                </a:cubicBezTo>
                <a:lnTo>
                  <a:pt x="3571" y="1895"/>
                </a:lnTo>
                <a:cubicBezTo>
                  <a:pt x="3325" y="1780"/>
                  <a:pt x="3091" y="1643"/>
                  <a:pt x="2870" y="1485"/>
                </a:cubicBezTo>
                <a:lnTo>
                  <a:pt x="2870" y="1485"/>
                </a:lnTo>
                <a:cubicBezTo>
                  <a:pt x="2662" y="1312"/>
                  <a:pt x="2470" y="1121"/>
                  <a:pt x="2298" y="913"/>
                </a:cubicBezTo>
                <a:lnTo>
                  <a:pt x="2298" y="913"/>
                </a:lnTo>
                <a:cubicBezTo>
                  <a:pt x="2215" y="798"/>
                  <a:pt x="2137" y="679"/>
                  <a:pt x="2066" y="556"/>
                </a:cubicBezTo>
                <a:lnTo>
                  <a:pt x="2066" y="556"/>
                </a:lnTo>
                <a:cubicBezTo>
                  <a:pt x="1928" y="319"/>
                  <a:pt x="1677" y="126"/>
                  <a:pt x="1412" y="52"/>
                </a:cubicBezTo>
                <a:lnTo>
                  <a:pt x="1412" y="52"/>
                </a:lnTo>
                <a:cubicBezTo>
                  <a:pt x="1267" y="7"/>
                  <a:pt x="1121" y="0"/>
                  <a:pt x="975" y="33"/>
                </a:cubicBezTo>
                <a:lnTo>
                  <a:pt x="975" y="33"/>
                </a:lnTo>
                <a:cubicBezTo>
                  <a:pt x="830" y="40"/>
                  <a:pt x="694" y="83"/>
                  <a:pt x="568" y="163"/>
                </a:cubicBezTo>
                <a:lnTo>
                  <a:pt x="568" y="163"/>
                </a:lnTo>
                <a:cubicBezTo>
                  <a:pt x="334" y="313"/>
                  <a:pt x="129" y="538"/>
                  <a:pt x="65" y="817"/>
                </a:cubicBezTo>
                <a:lnTo>
                  <a:pt x="65" y="817"/>
                </a:lnTo>
                <a:cubicBezTo>
                  <a:pt x="0" y="1105"/>
                  <a:pt x="24" y="1400"/>
                  <a:pt x="175" y="1661"/>
                </a:cubicBezTo>
                <a:lnTo>
                  <a:pt x="175" y="1661"/>
                </a:lnTo>
                <a:cubicBezTo>
                  <a:pt x="365" y="1986"/>
                  <a:pt x="595" y="2291"/>
                  <a:pt x="844" y="2572"/>
                </a:cubicBezTo>
                <a:lnTo>
                  <a:pt x="844" y="2572"/>
                </a:lnTo>
                <a:cubicBezTo>
                  <a:pt x="1095" y="2855"/>
                  <a:pt x="1385" y="3091"/>
                  <a:pt x="1687" y="3319"/>
                </a:cubicBezTo>
                <a:lnTo>
                  <a:pt x="1687" y="3319"/>
                </a:lnTo>
                <a:cubicBezTo>
                  <a:pt x="1920" y="3495"/>
                  <a:pt x="2171" y="3646"/>
                  <a:pt x="2435" y="3771"/>
                </a:cubicBezTo>
                <a:lnTo>
                  <a:pt x="2435" y="3771"/>
                </a:lnTo>
                <a:cubicBezTo>
                  <a:pt x="2777" y="3932"/>
                  <a:pt x="3134" y="4076"/>
                  <a:pt x="3503" y="4166"/>
                </a:cubicBezTo>
                <a:lnTo>
                  <a:pt x="3503" y="4166"/>
                </a:lnTo>
                <a:cubicBezTo>
                  <a:pt x="3923" y="4268"/>
                  <a:pt x="4363" y="4322"/>
                  <a:pt x="4796" y="4324"/>
                </a:cubicBezTo>
                <a:lnTo>
                  <a:pt x="4796" y="4324"/>
                </a:lnTo>
                <a:cubicBezTo>
                  <a:pt x="5075" y="4324"/>
                  <a:pt x="5371" y="4201"/>
                  <a:pt x="5569" y="4003"/>
                </a:cubicBezTo>
                <a:lnTo>
                  <a:pt x="5569" y="4003"/>
                </a:lnTo>
                <a:cubicBezTo>
                  <a:pt x="5676" y="3904"/>
                  <a:pt x="5751" y="3787"/>
                  <a:pt x="5795" y="3651"/>
                </a:cubicBezTo>
                <a:lnTo>
                  <a:pt x="5795" y="3651"/>
                </a:lnTo>
                <a:cubicBezTo>
                  <a:pt x="5864" y="3521"/>
                  <a:pt x="5895" y="3380"/>
                  <a:pt x="5889" y="3229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4" name="Freeform 8">
            <a:extLst>
              <a:ext uri="{FF2B5EF4-FFF2-40B4-BE49-F238E27FC236}">
                <a16:creationId xmlns:a16="http://schemas.microsoft.com/office/drawing/2014/main" id="{D6A3BB8A-7335-4EAF-9D32-7E9980EAB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991" y="5165938"/>
            <a:ext cx="2537095" cy="5876008"/>
          </a:xfrm>
          <a:custGeom>
            <a:avLst/>
            <a:gdLst>
              <a:gd name="T0" fmla="*/ 2441 w 2806"/>
              <a:gd name="T1" fmla="*/ 4495 h 6497"/>
              <a:gd name="T2" fmla="*/ 2441 w 2806"/>
              <a:gd name="T3" fmla="*/ 4495 h 6497"/>
              <a:gd name="T4" fmla="*/ 2221 w 2806"/>
              <a:gd name="T5" fmla="*/ 3692 h 6497"/>
              <a:gd name="T6" fmla="*/ 2221 w 2806"/>
              <a:gd name="T7" fmla="*/ 3692 h 6497"/>
              <a:gd name="T8" fmla="*/ 2221 w 2806"/>
              <a:gd name="T9" fmla="*/ 2844 h 6497"/>
              <a:gd name="T10" fmla="*/ 2221 w 2806"/>
              <a:gd name="T11" fmla="*/ 2844 h 6497"/>
              <a:gd name="T12" fmla="*/ 2441 w 2806"/>
              <a:gd name="T13" fmla="*/ 2040 h 6497"/>
              <a:gd name="T14" fmla="*/ 2441 w 2806"/>
              <a:gd name="T15" fmla="*/ 2040 h 6497"/>
              <a:gd name="T16" fmla="*/ 2619 w 2806"/>
              <a:gd name="T17" fmla="*/ 1700 h 6497"/>
              <a:gd name="T18" fmla="*/ 2619 w 2806"/>
              <a:gd name="T19" fmla="*/ 1700 h 6497"/>
              <a:gd name="T20" fmla="*/ 2729 w 2806"/>
              <a:gd name="T21" fmla="*/ 856 h 6497"/>
              <a:gd name="T22" fmla="*/ 2729 w 2806"/>
              <a:gd name="T23" fmla="*/ 856 h 6497"/>
              <a:gd name="T24" fmla="*/ 2533 w 2806"/>
              <a:gd name="T25" fmla="*/ 483 h 6497"/>
              <a:gd name="T26" fmla="*/ 2533 w 2806"/>
              <a:gd name="T27" fmla="*/ 483 h 6497"/>
              <a:gd name="T28" fmla="*/ 2225 w 2806"/>
              <a:gd name="T29" fmla="*/ 201 h 6497"/>
              <a:gd name="T30" fmla="*/ 2225 w 2806"/>
              <a:gd name="T31" fmla="*/ 201 h 6497"/>
              <a:gd name="T32" fmla="*/ 1382 w 2806"/>
              <a:gd name="T33" fmla="*/ 91 h 6497"/>
              <a:gd name="T34" fmla="*/ 1382 w 2806"/>
              <a:gd name="T35" fmla="*/ 91 h 6497"/>
              <a:gd name="T36" fmla="*/ 727 w 2806"/>
              <a:gd name="T37" fmla="*/ 594 h 6497"/>
              <a:gd name="T38" fmla="*/ 727 w 2806"/>
              <a:gd name="T39" fmla="*/ 594 h 6497"/>
              <a:gd name="T40" fmla="*/ 267 w 2806"/>
              <a:gd name="T41" fmla="*/ 1631 h 6497"/>
              <a:gd name="T42" fmla="*/ 267 w 2806"/>
              <a:gd name="T43" fmla="*/ 1631 h 6497"/>
              <a:gd name="T44" fmla="*/ 41 w 2806"/>
              <a:gd name="T45" fmla="*/ 2758 h 6497"/>
              <a:gd name="T46" fmla="*/ 41 w 2806"/>
              <a:gd name="T47" fmla="*/ 2758 h 6497"/>
              <a:gd name="T48" fmla="*/ 29 w 2806"/>
              <a:gd name="T49" fmla="*/ 3666 h 6497"/>
              <a:gd name="T50" fmla="*/ 29 w 2806"/>
              <a:gd name="T51" fmla="*/ 3666 h 6497"/>
              <a:gd name="T52" fmla="*/ 235 w 2806"/>
              <a:gd name="T53" fmla="*/ 4802 h 6497"/>
              <a:gd name="T54" fmla="*/ 235 w 2806"/>
              <a:gd name="T55" fmla="*/ 4802 h 6497"/>
              <a:gd name="T56" fmla="*/ 505 w 2806"/>
              <a:gd name="T57" fmla="*/ 5499 h 6497"/>
              <a:gd name="T58" fmla="*/ 505 w 2806"/>
              <a:gd name="T59" fmla="*/ 5499 h 6497"/>
              <a:gd name="T60" fmla="*/ 727 w 2806"/>
              <a:gd name="T61" fmla="*/ 5942 h 6497"/>
              <a:gd name="T62" fmla="*/ 727 w 2806"/>
              <a:gd name="T63" fmla="*/ 5942 h 6497"/>
              <a:gd name="T64" fmla="*/ 1382 w 2806"/>
              <a:gd name="T65" fmla="*/ 6444 h 6497"/>
              <a:gd name="T66" fmla="*/ 1382 w 2806"/>
              <a:gd name="T67" fmla="*/ 6444 h 6497"/>
              <a:gd name="T68" fmla="*/ 1819 w 2806"/>
              <a:gd name="T69" fmla="*/ 6465 h 6497"/>
              <a:gd name="T70" fmla="*/ 1819 w 2806"/>
              <a:gd name="T71" fmla="*/ 6465 h 6497"/>
              <a:gd name="T72" fmla="*/ 2225 w 2806"/>
              <a:gd name="T73" fmla="*/ 6334 h 6497"/>
              <a:gd name="T74" fmla="*/ 2225 w 2806"/>
              <a:gd name="T75" fmla="*/ 6334 h 6497"/>
              <a:gd name="T76" fmla="*/ 2729 w 2806"/>
              <a:gd name="T77" fmla="*/ 5680 h 6497"/>
              <a:gd name="T78" fmla="*/ 2729 w 2806"/>
              <a:gd name="T79" fmla="*/ 5680 h 6497"/>
              <a:gd name="T80" fmla="*/ 2619 w 2806"/>
              <a:gd name="T81" fmla="*/ 4837 h 6497"/>
              <a:gd name="T82" fmla="*/ 2619 w 2806"/>
              <a:gd name="T83" fmla="*/ 4837 h 6497"/>
              <a:gd name="T84" fmla="*/ 2441 w 2806"/>
              <a:gd name="T85" fmla="*/ 4495 h 6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806" h="6497">
                <a:moveTo>
                  <a:pt x="2441" y="4495"/>
                </a:moveTo>
                <a:lnTo>
                  <a:pt x="2441" y="4495"/>
                </a:lnTo>
                <a:cubicBezTo>
                  <a:pt x="2341" y="4235"/>
                  <a:pt x="2268" y="3966"/>
                  <a:pt x="2221" y="3692"/>
                </a:cubicBezTo>
                <a:lnTo>
                  <a:pt x="2221" y="3692"/>
                </a:lnTo>
                <a:cubicBezTo>
                  <a:pt x="2193" y="3410"/>
                  <a:pt x="2193" y="3126"/>
                  <a:pt x="2221" y="2844"/>
                </a:cubicBezTo>
                <a:lnTo>
                  <a:pt x="2221" y="2844"/>
                </a:lnTo>
                <a:cubicBezTo>
                  <a:pt x="2268" y="2569"/>
                  <a:pt x="2341" y="2301"/>
                  <a:pt x="2441" y="2040"/>
                </a:cubicBezTo>
                <a:lnTo>
                  <a:pt x="2441" y="2040"/>
                </a:lnTo>
                <a:cubicBezTo>
                  <a:pt x="2495" y="1924"/>
                  <a:pt x="2554" y="1811"/>
                  <a:pt x="2619" y="1700"/>
                </a:cubicBezTo>
                <a:lnTo>
                  <a:pt x="2619" y="1700"/>
                </a:lnTo>
                <a:cubicBezTo>
                  <a:pt x="2760" y="1452"/>
                  <a:pt x="2805" y="1132"/>
                  <a:pt x="2729" y="856"/>
                </a:cubicBezTo>
                <a:lnTo>
                  <a:pt x="2729" y="856"/>
                </a:lnTo>
                <a:cubicBezTo>
                  <a:pt x="2694" y="713"/>
                  <a:pt x="2629" y="590"/>
                  <a:pt x="2533" y="483"/>
                </a:cubicBezTo>
                <a:lnTo>
                  <a:pt x="2533" y="483"/>
                </a:lnTo>
                <a:cubicBezTo>
                  <a:pt x="2455" y="365"/>
                  <a:pt x="2353" y="271"/>
                  <a:pt x="2225" y="201"/>
                </a:cubicBezTo>
                <a:lnTo>
                  <a:pt x="2225" y="201"/>
                </a:lnTo>
                <a:cubicBezTo>
                  <a:pt x="1971" y="67"/>
                  <a:pt x="1664" y="0"/>
                  <a:pt x="1382" y="91"/>
                </a:cubicBezTo>
                <a:lnTo>
                  <a:pt x="1382" y="91"/>
                </a:lnTo>
                <a:cubicBezTo>
                  <a:pt x="1111" y="179"/>
                  <a:pt x="872" y="343"/>
                  <a:pt x="727" y="594"/>
                </a:cubicBezTo>
                <a:lnTo>
                  <a:pt x="727" y="594"/>
                </a:lnTo>
                <a:cubicBezTo>
                  <a:pt x="539" y="921"/>
                  <a:pt x="387" y="1274"/>
                  <a:pt x="267" y="1631"/>
                </a:cubicBezTo>
                <a:lnTo>
                  <a:pt x="267" y="1631"/>
                </a:lnTo>
                <a:cubicBezTo>
                  <a:pt x="144" y="1998"/>
                  <a:pt x="86" y="2375"/>
                  <a:pt x="41" y="2758"/>
                </a:cubicBezTo>
                <a:lnTo>
                  <a:pt x="41" y="2758"/>
                </a:lnTo>
                <a:cubicBezTo>
                  <a:pt x="5" y="3059"/>
                  <a:pt x="0" y="3364"/>
                  <a:pt x="29" y="3666"/>
                </a:cubicBezTo>
                <a:lnTo>
                  <a:pt x="29" y="3666"/>
                </a:lnTo>
                <a:cubicBezTo>
                  <a:pt x="64" y="4049"/>
                  <a:pt x="122" y="4434"/>
                  <a:pt x="235" y="4802"/>
                </a:cubicBezTo>
                <a:lnTo>
                  <a:pt x="235" y="4802"/>
                </a:lnTo>
                <a:cubicBezTo>
                  <a:pt x="308" y="5041"/>
                  <a:pt x="405" y="5271"/>
                  <a:pt x="505" y="5499"/>
                </a:cubicBezTo>
                <a:lnTo>
                  <a:pt x="505" y="5499"/>
                </a:lnTo>
                <a:cubicBezTo>
                  <a:pt x="570" y="5651"/>
                  <a:pt x="646" y="5799"/>
                  <a:pt x="727" y="5942"/>
                </a:cubicBezTo>
                <a:lnTo>
                  <a:pt x="727" y="5942"/>
                </a:lnTo>
                <a:cubicBezTo>
                  <a:pt x="864" y="6179"/>
                  <a:pt x="1119" y="6372"/>
                  <a:pt x="1382" y="6444"/>
                </a:cubicBezTo>
                <a:lnTo>
                  <a:pt x="1382" y="6444"/>
                </a:lnTo>
                <a:cubicBezTo>
                  <a:pt x="1527" y="6491"/>
                  <a:pt x="1673" y="6496"/>
                  <a:pt x="1819" y="6465"/>
                </a:cubicBezTo>
                <a:lnTo>
                  <a:pt x="1819" y="6465"/>
                </a:lnTo>
                <a:cubicBezTo>
                  <a:pt x="1964" y="6458"/>
                  <a:pt x="2100" y="6414"/>
                  <a:pt x="2225" y="6334"/>
                </a:cubicBezTo>
                <a:lnTo>
                  <a:pt x="2225" y="6334"/>
                </a:lnTo>
                <a:cubicBezTo>
                  <a:pt x="2459" y="6183"/>
                  <a:pt x="2665" y="5959"/>
                  <a:pt x="2729" y="5680"/>
                </a:cubicBezTo>
                <a:lnTo>
                  <a:pt x="2729" y="5680"/>
                </a:lnTo>
                <a:cubicBezTo>
                  <a:pt x="2794" y="5392"/>
                  <a:pt x="2769" y="5098"/>
                  <a:pt x="2619" y="4837"/>
                </a:cubicBezTo>
                <a:lnTo>
                  <a:pt x="2619" y="4837"/>
                </a:lnTo>
                <a:cubicBezTo>
                  <a:pt x="2554" y="4725"/>
                  <a:pt x="2495" y="4611"/>
                  <a:pt x="2441" y="449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5" name="Freeform 9">
            <a:extLst>
              <a:ext uri="{FF2B5EF4-FFF2-40B4-BE49-F238E27FC236}">
                <a16:creationId xmlns:a16="http://schemas.microsoft.com/office/drawing/2014/main" id="{9200E4B2-F027-47F5-9D6C-42D0E160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654" y="3291041"/>
            <a:ext cx="5341463" cy="3949251"/>
          </a:xfrm>
          <a:custGeom>
            <a:avLst/>
            <a:gdLst>
              <a:gd name="T0" fmla="*/ 5899 w 5906"/>
              <a:gd name="T1" fmla="*/ 1096 h 4364"/>
              <a:gd name="T2" fmla="*/ 5899 w 5906"/>
              <a:gd name="T3" fmla="*/ 1096 h 4364"/>
              <a:gd name="T4" fmla="*/ 5579 w 5906"/>
              <a:gd name="T5" fmla="*/ 322 h 4364"/>
              <a:gd name="T6" fmla="*/ 5579 w 5906"/>
              <a:gd name="T7" fmla="*/ 322 h 4364"/>
              <a:gd name="T8" fmla="*/ 4806 w 5906"/>
              <a:gd name="T9" fmla="*/ 1 h 4364"/>
              <a:gd name="T10" fmla="*/ 4806 w 5906"/>
              <a:gd name="T11" fmla="*/ 1 h 4364"/>
              <a:gd name="T12" fmla="*/ 3624 w 5906"/>
              <a:gd name="T13" fmla="*/ 134 h 4364"/>
              <a:gd name="T14" fmla="*/ 3624 w 5906"/>
              <a:gd name="T15" fmla="*/ 134 h 4364"/>
              <a:gd name="T16" fmla="*/ 2537 w 5906"/>
              <a:gd name="T17" fmla="*/ 512 h 4364"/>
              <a:gd name="T18" fmla="*/ 2537 w 5906"/>
              <a:gd name="T19" fmla="*/ 512 h 4364"/>
              <a:gd name="T20" fmla="*/ 1779 w 5906"/>
              <a:gd name="T21" fmla="*/ 946 h 4364"/>
              <a:gd name="T22" fmla="*/ 1779 w 5906"/>
              <a:gd name="T23" fmla="*/ 946 h 4364"/>
              <a:gd name="T24" fmla="*/ 929 w 5906"/>
              <a:gd name="T25" fmla="*/ 1671 h 4364"/>
              <a:gd name="T26" fmla="*/ 929 w 5906"/>
              <a:gd name="T27" fmla="*/ 1671 h 4364"/>
              <a:gd name="T28" fmla="*/ 185 w 5906"/>
              <a:gd name="T29" fmla="*/ 2664 h 4364"/>
              <a:gd name="T30" fmla="*/ 185 w 5906"/>
              <a:gd name="T31" fmla="*/ 2664 h 4364"/>
              <a:gd name="T32" fmla="*/ 75 w 5906"/>
              <a:gd name="T33" fmla="*/ 3507 h 4364"/>
              <a:gd name="T34" fmla="*/ 75 w 5906"/>
              <a:gd name="T35" fmla="*/ 3507 h 4364"/>
              <a:gd name="T36" fmla="*/ 271 w 5906"/>
              <a:gd name="T37" fmla="*/ 3880 h 4364"/>
              <a:gd name="T38" fmla="*/ 271 w 5906"/>
              <a:gd name="T39" fmla="*/ 3880 h 4364"/>
              <a:gd name="T40" fmla="*/ 578 w 5906"/>
              <a:gd name="T41" fmla="*/ 4161 h 4364"/>
              <a:gd name="T42" fmla="*/ 578 w 5906"/>
              <a:gd name="T43" fmla="*/ 4161 h 4364"/>
              <a:gd name="T44" fmla="*/ 1422 w 5906"/>
              <a:gd name="T45" fmla="*/ 4271 h 4364"/>
              <a:gd name="T46" fmla="*/ 1422 w 5906"/>
              <a:gd name="T47" fmla="*/ 4271 h 4364"/>
              <a:gd name="T48" fmla="*/ 2076 w 5906"/>
              <a:gd name="T49" fmla="*/ 3770 h 4364"/>
              <a:gd name="T50" fmla="*/ 2076 w 5906"/>
              <a:gd name="T51" fmla="*/ 3770 h 4364"/>
              <a:gd name="T52" fmla="*/ 2308 w 5906"/>
              <a:gd name="T53" fmla="*/ 3412 h 4364"/>
              <a:gd name="T54" fmla="*/ 2308 w 5906"/>
              <a:gd name="T55" fmla="*/ 3412 h 4364"/>
              <a:gd name="T56" fmla="*/ 2880 w 5906"/>
              <a:gd name="T57" fmla="*/ 2841 h 4364"/>
              <a:gd name="T58" fmla="*/ 2880 w 5906"/>
              <a:gd name="T59" fmla="*/ 2841 h 4364"/>
              <a:gd name="T60" fmla="*/ 3581 w 5906"/>
              <a:gd name="T61" fmla="*/ 2431 h 4364"/>
              <a:gd name="T62" fmla="*/ 3581 w 5906"/>
              <a:gd name="T63" fmla="*/ 2431 h 4364"/>
              <a:gd name="T64" fmla="*/ 4381 w 5906"/>
              <a:gd name="T65" fmla="*/ 2212 h 4364"/>
              <a:gd name="T66" fmla="*/ 4381 w 5906"/>
              <a:gd name="T67" fmla="*/ 2212 h 4364"/>
              <a:gd name="T68" fmla="*/ 4806 w 5906"/>
              <a:gd name="T69" fmla="*/ 2191 h 4364"/>
              <a:gd name="T70" fmla="*/ 4806 w 5906"/>
              <a:gd name="T71" fmla="*/ 2191 h 4364"/>
              <a:gd name="T72" fmla="*/ 5579 w 5906"/>
              <a:gd name="T73" fmla="*/ 1870 h 4364"/>
              <a:gd name="T74" fmla="*/ 5579 w 5906"/>
              <a:gd name="T75" fmla="*/ 1870 h 4364"/>
              <a:gd name="T76" fmla="*/ 5805 w 5906"/>
              <a:gd name="T77" fmla="*/ 1518 h 4364"/>
              <a:gd name="T78" fmla="*/ 5805 w 5906"/>
              <a:gd name="T79" fmla="*/ 1518 h 4364"/>
              <a:gd name="T80" fmla="*/ 5899 w 5906"/>
              <a:gd name="T81" fmla="*/ 1096 h 4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906" h="4364">
                <a:moveTo>
                  <a:pt x="5899" y="1096"/>
                </a:moveTo>
                <a:lnTo>
                  <a:pt x="5899" y="1096"/>
                </a:lnTo>
                <a:cubicBezTo>
                  <a:pt x="5887" y="813"/>
                  <a:pt x="5794" y="519"/>
                  <a:pt x="5579" y="322"/>
                </a:cubicBezTo>
                <a:lnTo>
                  <a:pt x="5579" y="322"/>
                </a:lnTo>
                <a:cubicBezTo>
                  <a:pt x="5365" y="126"/>
                  <a:pt x="5101" y="0"/>
                  <a:pt x="4806" y="1"/>
                </a:cubicBezTo>
                <a:lnTo>
                  <a:pt x="4806" y="1"/>
                </a:lnTo>
                <a:cubicBezTo>
                  <a:pt x="4411" y="2"/>
                  <a:pt x="4011" y="52"/>
                  <a:pt x="3624" y="134"/>
                </a:cubicBezTo>
                <a:lnTo>
                  <a:pt x="3624" y="134"/>
                </a:lnTo>
                <a:cubicBezTo>
                  <a:pt x="3246" y="214"/>
                  <a:pt x="2891" y="356"/>
                  <a:pt x="2537" y="512"/>
                </a:cubicBezTo>
                <a:lnTo>
                  <a:pt x="2537" y="512"/>
                </a:lnTo>
                <a:cubicBezTo>
                  <a:pt x="2270" y="630"/>
                  <a:pt x="2016" y="776"/>
                  <a:pt x="1779" y="946"/>
                </a:cubicBezTo>
                <a:lnTo>
                  <a:pt x="1779" y="946"/>
                </a:lnTo>
                <a:cubicBezTo>
                  <a:pt x="1477" y="1164"/>
                  <a:pt x="1183" y="1398"/>
                  <a:pt x="929" y="1671"/>
                </a:cubicBezTo>
                <a:lnTo>
                  <a:pt x="929" y="1671"/>
                </a:lnTo>
                <a:cubicBezTo>
                  <a:pt x="648" y="1973"/>
                  <a:pt x="393" y="2308"/>
                  <a:pt x="185" y="2664"/>
                </a:cubicBezTo>
                <a:lnTo>
                  <a:pt x="185" y="2664"/>
                </a:lnTo>
                <a:cubicBezTo>
                  <a:pt x="43" y="2911"/>
                  <a:pt x="0" y="3233"/>
                  <a:pt x="75" y="3507"/>
                </a:cubicBezTo>
                <a:lnTo>
                  <a:pt x="75" y="3507"/>
                </a:lnTo>
                <a:cubicBezTo>
                  <a:pt x="109" y="3651"/>
                  <a:pt x="174" y="3774"/>
                  <a:pt x="271" y="3880"/>
                </a:cubicBezTo>
                <a:lnTo>
                  <a:pt x="271" y="3880"/>
                </a:lnTo>
                <a:cubicBezTo>
                  <a:pt x="349" y="3998"/>
                  <a:pt x="451" y="4093"/>
                  <a:pt x="578" y="4161"/>
                </a:cubicBezTo>
                <a:lnTo>
                  <a:pt x="578" y="4161"/>
                </a:lnTo>
                <a:cubicBezTo>
                  <a:pt x="833" y="4296"/>
                  <a:pt x="1140" y="4363"/>
                  <a:pt x="1422" y="4271"/>
                </a:cubicBezTo>
                <a:lnTo>
                  <a:pt x="1422" y="4271"/>
                </a:lnTo>
                <a:cubicBezTo>
                  <a:pt x="1694" y="4184"/>
                  <a:pt x="1930" y="4019"/>
                  <a:pt x="2076" y="3770"/>
                </a:cubicBezTo>
                <a:lnTo>
                  <a:pt x="2076" y="3770"/>
                </a:lnTo>
                <a:cubicBezTo>
                  <a:pt x="2147" y="3647"/>
                  <a:pt x="2225" y="3528"/>
                  <a:pt x="2308" y="3412"/>
                </a:cubicBezTo>
                <a:lnTo>
                  <a:pt x="2308" y="3412"/>
                </a:lnTo>
                <a:cubicBezTo>
                  <a:pt x="2480" y="3204"/>
                  <a:pt x="2672" y="3013"/>
                  <a:pt x="2880" y="2841"/>
                </a:cubicBezTo>
                <a:lnTo>
                  <a:pt x="2880" y="2841"/>
                </a:lnTo>
                <a:cubicBezTo>
                  <a:pt x="3101" y="2682"/>
                  <a:pt x="3335" y="2545"/>
                  <a:pt x="3581" y="2431"/>
                </a:cubicBezTo>
                <a:lnTo>
                  <a:pt x="3581" y="2431"/>
                </a:lnTo>
                <a:cubicBezTo>
                  <a:pt x="3840" y="2332"/>
                  <a:pt x="4108" y="2259"/>
                  <a:pt x="4381" y="2212"/>
                </a:cubicBezTo>
                <a:lnTo>
                  <a:pt x="4381" y="2212"/>
                </a:lnTo>
                <a:cubicBezTo>
                  <a:pt x="4522" y="2198"/>
                  <a:pt x="4664" y="2191"/>
                  <a:pt x="4806" y="2191"/>
                </a:cubicBezTo>
                <a:lnTo>
                  <a:pt x="4806" y="2191"/>
                </a:lnTo>
                <a:cubicBezTo>
                  <a:pt x="5086" y="2190"/>
                  <a:pt x="5380" y="2069"/>
                  <a:pt x="5579" y="1870"/>
                </a:cubicBezTo>
                <a:lnTo>
                  <a:pt x="5579" y="1870"/>
                </a:lnTo>
                <a:cubicBezTo>
                  <a:pt x="5686" y="1771"/>
                  <a:pt x="5761" y="1653"/>
                  <a:pt x="5805" y="1518"/>
                </a:cubicBezTo>
                <a:lnTo>
                  <a:pt x="5805" y="1518"/>
                </a:lnTo>
                <a:cubicBezTo>
                  <a:pt x="5874" y="1387"/>
                  <a:pt x="5905" y="1247"/>
                  <a:pt x="5899" y="109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6" name="Freeform 10">
            <a:extLst>
              <a:ext uri="{FF2B5EF4-FFF2-40B4-BE49-F238E27FC236}">
                <a16:creationId xmlns:a16="http://schemas.microsoft.com/office/drawing/2014/main" id="{5D1A79B0-C9FC-4A35-B7D0-C4796D999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3533" y="3291041"/>
            <a:ext cx="3721871" cy="2385507"/>
          </a:xfrm>
          <a:custGeom>
            <a:avLst/>
            <a:gdLst>
              <a:gd name="T0" fmla="*/ 1101 w 4113"/>
              <a:gd name="T1" fmla="*/ 2191 h 2635"/>
              <a:gd name="T2" fmla="*/ 1101 w 4113"/>
              <a:gd name="T3" fmla="*/ 2191 h 2635"/>
              <a:gd name="T4" fmla="*/ 1682 w 4113"/>
              <a:gd name="T5" fmla="*/ 2230 h 2635"/>
              <a:gd name="T6" fmla="*/ 1682 w 4113"/>
              <a:gd name="T7" fmla="*/ 2230 h 2635"/>
              <a:gd name="T8" fmla="*/ 1390 w 4113"/>
              <a:gd name="T9" fmla="*/ 2191 h 2635"/>
              <a:gd name="T10" fmla="*/ 1390 w 4113"/>
              <a:gd name="T11" fmla="*/ 2191 h 2635"/>
              <a:gd name="T12" fmla="*/ 2454 w 4113"/>
              <a:gd name="T13" fmla="*/ 2483 h 2635"/>
              <a:gd name="T14" fmla="*/ 2193 w 4113"/>
              <a:gd name="T15" fmla="*/ 2372 h 2635"/>
              <a:gd name="T16" fmla="*/ 2193 w 4113"/>
              <a:gd name="T17" fmla="*/ 2372 h 2635"/>
              <a:gd name="T18" fmla="*/ 2413 w 4113"/>
              <a:gd name="T19" fmla="*/ 2472 h 2635"/>
              <a:gd name="T20" fmla="*/ 2413 w 4113"/>
              <a:gd name="T21" fmla="*/ 2472 h 2635"/>
              <a:gd name="T22" fmla="*/ 2820 w 4113"/>
              <a:gd name="T23" fmla="*/ 2602 h 2635"/>
              <a:gd name="T24" fmla="*/ 2820 w 4113"/>
              <a:gd name="T25" fmla="*/ 2602 h 2635"/>
              <a:gd name="T26" fmla="*/ 3256 w 4113"/>
              <a:gd name="T27" fmla="*/ 2582 h 2635"/>
              <a:gd name="T28" fmla="*/ 3256 w 4113"/>
              <a:gd name="T29" fmla="*/ 2582 h 2635"/>
              <a:gd name="T30" fmla="*/ 3629 w 4113"/>
              <a:gd name="T31" fmla="*/ 2387 h 2635"/>
              <a:gd name="T32" fmla="*/ 3629 w 4113"/>
              <a:gd name="T33" fmla="*/ 2387 h 2635"/>
              <a:gd name="T34" fmla="*/ 3911 w 4113"/>
              <a:gd name="T35" fmla="*/ 2079 h 2635"/>
              <a:gd name="T36" fmla="*/ 3911 w 4113"/>
              <a:gd name="T37" fmla="*/ 2079 h 2635"/>
              <a:gd name="T38" fmla="*/ 4021 w 4113"/>
              <a:gd name="T39" fmla="*/ 1236 h 2635"/>
              <a:gd name="T40" fmla="*/ 4021 w 4113"/>
              <a:gd name="T41" fmla="*/ 1236 h 2635"/>
              <a:gd name="T42" fmla="*/ 3518 w 4113"/>
              <a:gd name="T43" fmla="*/ 581 h 2635"/>
              <a:gd name="T44" fmla="*/ 3518 w 4113"/>
              <a:gd name="T45" fmla="*/ 581 h 2635"/>
              <a:gd name="T46" fmla="*/ 2364 w 4113"/>
              <a:gd name="T47" fmla="*/ 152 h 2635"/>
              <a:gd name="T48" fmla="*/ 2364 w 4113"/>
              <a:gd name="T49" fmla="*/ 152 h 2635"/>
              <a:gd name="T50" fmla="*/ 1620 w 4113"/>
              <a:gd name="T51" fmla="*/ 32 h 2635"/>
              <a:gd name="T52" fmla="*/ 1620 w 4113"/>
              <a:gd name="T53" fmla="*/ 32 h 2635"/>
              <a:gd name="T54" fmla="*/ 1101 w 4113"/>
              <a:gd name="T55" fmla="*/ 1 h 2635"/>
              <a:gd name="T56" fmla="*/ 1101 w 4113"/>
              <a:gd name="T57" fmla="*/ 1 h 2635"/>
              <a:gd name="T58" fmla="*/ 327 w 4113"/>
              <a:gd name="T59" fmla="*/ 322 h 2635"/>
              <a:gd name="T60" fmla="*/ 327 w 4113"/>
              <a:gd name="T61" fmla="*/ 322 h 2635"/>
              <a:gd name="T62" fmla="*/ 100 w 4113"/>
              <a:gd name="T63" fmla="*/ 674 h 2635"/>
              <a:gd name="T64" fmla="*/ 100 w 4113"/>
              <a:gd name="T65" fmla="*/ 674 h 2635"/>
              <a:gd name="T66" fmla="*/ 6 w 4113"/>
              <a:gd name="T67" fmla="*/ 1096 h 2635"/>
              <a:gd name="T68" fmla="*/ 6 w 4113"/>
              <a:gd name="T69" fmla="*/ 1096 h 2635"/>
              <a:gd name="T70" fmla="*/ 327 w 4113"/>
              <a:gd name="T71" fmla="*/ 1870 h 2635"/>
              <a:gd name="T72" fmla="*/ 327 w 4113"/>
              <a:gd name="T73" fmla="*/ 1870 h 2635"/>
              <a:gd name="T74" fmla="*/ 1101 w 4113"/>
              <a:gd name="T75" fmla="*/ 2191 h 2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13" h="2635">
                <a:moveTo>
                  <a:pt x="1101" y="2191"/>
                </a:moveTo>
                <a:lnTo>
                  <a:pt x="1101" y="2191"/>
                </a:lnTo>
                <a:cubicBezTo>
                  <a:pt x="1295" y="2191"/>
                  <a:pt x="1489" y="2204"/>
                  <a:pt x="1682" y="2230"/>
                </a:cubicBezTo>
                <a:lnTo>
                  <a:pt x="1682" y="2230"/>
                </a:lnTo>
                <a:cubicBezTo>
                  <a:pt x="1585" y="2218"/>
                  <a:pt x="1487" y="2204"/>
                  <a:pt x="1390" y="2191"/>
                </a:cubicBezTo>
                <a:lnTo>
                  <a:pt x="1390" y="2191"/>
                </a:lnTo>
                <a:cubicBezTo>
                  <a:pt x="1757" y="2242"/>
                  <a:pt x="2114" y="2339"/>
                  <a:pt x="2454" y="2483"/>
                </a:cubicBezTo>
                <a:lnTo>
                  <a:pt x="2193" y="2372"/>
                </a:lnTo>
                <a:lnTo>
                  <a:pt x="2193" y="2372"/>
                </a:lnTo>
                <a:cubicBezTo>
                  <a:pt x="2267" y="2404"/>
                  <a:pt x="2341" y="2437"/>
                  <a:pt x="2413" y="2472"/>
                </a:cubicBezTo>
                <a:lnTo>
                  <a:pt x="2413" y="2472"/>
                </a:lnTo>
                <a:cubicBezTo>
                  <a:pt x="2538" y="2552"/>
                  <a:pt x="2674" y="2596"/>
                  <a:pt x="2820" y="2602"/>
                </a:cubicBezTo>
                <a:lnTo>
                  <a:pt x="2820" y="2602"/>
                </a:lnTo>
                <a:cubicBezTo>
                  <a:pt x="2965" y="2634"/>
                  <a:pt x="3111" y="2628"/>
                  <a:pt x="3256" y="2582"/>
                </a:cubicBezTo>
                <a:lnTo>
                  <a:pt x="3256" y="2582"/>
                </a:lnTo>
                <a:cubicBezTo>
                  <a:pt x="3399" y="2548"/>
                  <a:pt x="3523" y="2483"/>
                  <a:pt x="3629" y="2387"/>
                </a:cubicBezTo>
                <a:lnTo>
                  <a:pt x="3629" y="2387"/>
                </a:lnTo>
                <a:cubicBezTo>
                  <a:pt x="3747" y="2309"/>
                  <a:pt x="3842" y="2207"/>
                  <a:pt x="3911" y="2079"/>
                </a:cubicBezTo>
                <a:lnTo>
                  <a:pt x="3911" y="2079"/>
                </a:lnTo>
                <a:cubicBezTo>
                  <a:pt x="4045" y="1825"/>
                  <a:pt x="4112" y="1518"/>
                  <a:pt x="4021" y="1236"/>
                </a:cubicBezTo>
                <a:lnTo>
                  <a:pt x="4021" y="1236"/>
                </a:lnTo>
                <a:cubicBezTo>
                  <a:pt x="3937" y="977"/>
                  <a:pt x="3772" y="705"/>
                  <a:pt x="3518" y="581"/>
                </a:cubicBezTo>
                <a:lnTo>
                  <a:pt x="3518" y="581"/>
                </a:lnTo>
                <a:cubicBezTo>
                  <a:pt x="3150" y="402"/>
                  <a:pt x="2763" y="246"/>
                  <a:pt x="2364" y="152"/>
                </a:cubicBezTo>
                <a:lnTo>
                  <a:pt x="2364" y="152"/>
                </a:lnTo>
                <a:cubicBezTo>
                  <a:pt x="2119" y="95"/>
                  <a:pt x="1869" y="64"/>
                  <a:pt x="1620" y="32"/>
                </a:cubicBezTo>
                <a:lnTo>
                  <a:pt x="1620" y="32"/>
                </a:lnTo>
                <a:cubicBezTo>
                  <a:pt x="1447" y="11"/>
                  <a:pt x="1273" y="2"/>
                  <a:pt x="1101" y="1"/>
                </a:cubicBezTo>
                <a:lnTo>
                  <a:pt x="1101" y="1"/>
                </a:lnTo>
                <a:cubicBezTo>
                  <a:pt x="820" y="0"/>
                  <a:pt x="525" y="124"/>
                  <a:pt x="327" y="322"/>
                </a:cubicBezTo>
                <a:lnTo>
                  <a:pt x="327" y="322"/>
                </a:lnTo>
                <a:cubicBezTo>
                  <a:pt x="220" y="422"/>
                  <a:pt x="144" y="539"/>
                  <a:pt x="100" y="674"/>
                </a:cubicBezTo>
                <a:lnTo>
                  <a:pt x="100" y="674"/>
                </a:lnTo>
                <a:cubicBezTo>
                  <a:pt x="32" y="805"/>
                  <a:pt x="0" y="945"/>
                  <a:pt x="6" y="1096"/>
                </a:cubicBezTo>
                <a:lnTo>
                  <a:pt x="6" y="1096"/>
                </a:lnTo>
                <a:cubicBezTo>
                  <a:pt x="19" y="1379"/>
                  <a:pt x="111" y="1673"/>
                  <a:pt x="327" y="1870"/>
                </a:cubicBezTo>
                <a:lnTo>
                  <a:pt x="327" y="1870"/>
                </a:lnTo>
                <a:cubicBezTo>
                  <a:pt x="542" y="2067"/>
                  <a:pt x="804" y="2190"/>
                  <a:pt x="1101" y="2191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8DF35D5-0F82-4E2E-9F16-66AE7CA34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565" y="8296537"/>
            <a:ext cx="969643" cy="913484"/>
          </a:xfrm>
          <a:custGeom>
            <a:avLst/>
            <a:gdLst>
              <a:gd name="connsiteX0" fmla="*/ 165822 w 969643"/>
              <a:gd name="connsiteY0" fmla="*/ 180388 h 913484"/>
              <a:gd name="connsiteX1" fmla="*/ 221126 w 969643"/>
              <a:gd name="connsiteY1" fmla="*/ 180388 h 913484"/>
              <a:gd name="connsiteX2" fmla="*/ 225659 w 969643"/>
              <a:gd name="connsiteY2" fmla="*/ 188540 h 913484"/>
              <a:gd name="connsiteX3" fmla="*/ 223846 w 969643"/>
              <a:gd name="connsiteY3" fmla="*/ 198503 h 913484"/>
              <a:gd name="connsiteX4" fmla="*/ 254671 w 969643"/>
              <a:gd name="connsiteY4" fmla="*/ 222053 h 913484"/>
              <a:gd name="connsiteX5" fmla="*/ 270990 w 969643"/>
              <a:gd name="connsiteY5" fmla="*/ 206655 h 913484"/>
              <a:gd name="connsiteX6" fmla="*/ 270083 w 969643"/>
              <a:gd name="connsiteY6" fmla="*/ 188540 h 913484"/>
              <a:gd name="connsiteX7" fmla="*/ 275523 w 969643"/>
              <a:gd name="connsiteY7" fmla="*/ 180388 h 913484"/>
              <a:gd name="connsiteX8" fmla="*/ 330826 w 969643"/>
              <a:gd name="connsiteY8" fmla="*/ 180388 h 913484"/>
              <a:gd name="connsiteX9" fmla="*/ 351679 w 969643"/>
              <a:gd name="connsiteY9" fmla="*/ 201220 h 913484"/>
              <a:gd name="connsiteX10" fmla="*/ 351679 w 969643"/>
              <a:gd name="connsiteY10" fmla="*/ 258283 h 913484"/>
              <a:gd name="connsiteX11" fmla="*/ 377064 w 969643"/>
              <a:gd name="connsiteY11" fmla="*/ 251037 h 913484"/>
              <a:gd name="connsiteX12" fmla="*/ 393383 w 969643"/>
              <a:gd name="connsiteY12" fmla="*/ 267340 h 913484"/>
              <a:gd name="connsiteX13" fmla="*/ 369811 w 969643"/>
              <a:gd name="connsiteY13" fmla="*/ 298136 h 913484"/>
              <a:gd name="connsiteX14" fmla="*/ 351679 w 969643"/>
              <a:gd name="connsiteY14" fmla="*/ 289078 h 913484"/>
              <a:gd name="connsiteX15" fmla="*/ 351679 w 969643"/>
              <a:gd name="connsiteY15" fmla="*/ 346141 h 913484"/>
              <a:gd name="connsiteX16" fmla="*/ 330826 w 969643"/>
              <a:gd name="connsiteY16" fmla="*/ 366973 h 913484"/>
              <a:gd name="connsiteX17" fmla="*/ 275523 w 969643"/>
              <a:gd name="connsiteY17" fmla="*/ 366973 h 913484"/>
              <a:gd name="connsiteX18" fmla="*/ 270083 w 969643"/>
              <a:gd name="connsiteY18" fmla="*/ 359727 h 913484"/>
              <a:gd name="connsiteX19" fmla="*/ 271896 w 969643"/>
              <a:gd name="connsiteY19" fmla="*/ 348858 h 913484"/>
              <a:gd name="connsiteX20" fmla="*/ 241978 w 969643"/>
              <a:gd name="connsiteY20" fmla="*/ 326214 h 913484"/>
              <a:gd name="connsiteX21" fmla="*/ 225659 w 969643"/>
              <a:gd name="connsiteY21" fmla="*/ 342518 h 913484"/>
              <a:gd name="connsiteX22" fmla="*/ 225659 w 969643"/>
              <a:gd name="connsiteY22" fmla="*/ 358821 h 913484"/>
              <a:gd name="connsiteX23" fmla="*/ 221126 w 969643"/>
              <a:gd name="connsiteY23" fmla="*/ 366973 h 913484"/>
              <a:gd name="connsiteX24" fmla="*/ 165822 w 969643"/>
              <a:gd name="connsiteY24" fmla="*/ 366973 h 913484"/>
              <a:gd name="connsiteX25" fmla="*/ 144970 w 969643"/>
              <a:gd name="connsiteY25" fmla="*/ 346141 h 913484"/>
              <a:gd name="connsiteX26" fmla="*/ 144970 w 969643"/>
              <a:gd name="connsiteY26" fmla="*/ 288173 h 913484"/>
              <a:gd name="connsiteX27" fmla="*/ 126837 w 969643"/>
              <a:gd name="connsiteY27" fmla="*/ 298136 h 913484"/>
              <a:gd name="connsiteX28" fmla="*/ 103265 w 969643"/>
              <a:gd name="connsiteY28" fmla="*/ 267340 h 913484"/>
              <a:gd name="connsiteX29" fmla="*/ 119584 w 969643"/>
              <a:gd name="connsiteY29" fmla="*/ 251037 h 913484"/>
              <a:gd name="connsiteX30" fmla="*/ 144970 w 969643"/>
              <a:gd name="connsiteY30" fmla="*/ 259189 h 913484"/>
              <a:gd name="connsiteX31" fmla="*/ 144970 w 969643"/>
              <a:gd name="connsiteY31" fmla="*/ 201220 h 913484"/>
              <a:gd name="connsiteX32" fmla="*/ 165822 w 969643"/>
              <a:gd name="connsiteY32" fmla="*/ 180388 h 913484"/>
              <a:gd name="connsiteX33" fmla="*/ 250640 w 969643"/>
              <a:gd name="connsiteY33" fmla="*/ 82601 h 913484"/>
              <a:gd name="connsiteX34" fmla="*/ 223542 w 969643"/>
              <a:gd name="connsiteY34" fmla="*/ 84414 h 913484"/>
              <a:gd name="connsiteX35" fmla="*/ 27531 w 969643"/>
              <a:gd name="connsiteY35" fmla="*/ 281941 h 913484"/>
              <a:gd name="connsiteX36" fmla="*/ 69082 w 969643"/>
              <a:gd name="connsiteY36" fmla="*/ 437788 h 913484"/>
              <a:gd name="connsiteX37" fmla="*/ 85341 w 969643"/>
              <a:gd name="connsiteY37" fmla="*/ 640752 h 913484"/>
              <a:gd name="connsiteX38" fmla="*/ 85341 w 969643"/>
              <a:gd name="connsiteY38" fmla="*/ 860025 h 913484"/>
              <a:gd name="connsiteX39" fmla="*/ 112439 w 969643"/>
              <a:gd name="connsiteY39" fmla="*/ 886301 h 913484"/>
              <a:gd name="connsiteX40" fmla="*/ 299416 w 969643"/>
              <a:gd name="connsiteY40" fmla="*/ 886301 h 913484"/>
              <a:gd name="connsiteX41" fmla="*/ 322902 w 969643"/>
              <a:gd name="connsiteY41" fmla="*/ 870898 h 913484"/>
              <a:gd name="connsiteX42" fmla="*/ 323805 w 969643"/>
              <a:gd name="connsiteY42" fmla="*/ 868180 h 913484"/>
              <a:gd name="connsiteX43" fmla="*/ 324708 w 969643"/>
              <a:gd name="connsiteY43" fmla="*/ 864555 h 913484"/>
              <a:gd name="connsiteX44" fmla="*/ 324708 w 969643"/>
              <a:gd name="connsiteY44" fmla="*/ 860931 h 913484"/>
              <a:gd name="connsiteX45" fmla="*/ 324708 w 969643"/>
              <a:gd name="connsiteY45" fmla="*/ 860025 h 913484"/>
              <a:gd name="connsiteX46" fmla="*/ 324708 w 969643"/>
              <a:gd name="connsiteY46" fmla="*/ 754012 h 913484"/>
              <a:gd name="connsiteX47" fmla="*/ 325611 w 969643"/>
              <a:gd name="connsiteY47" fmla="*/ 747670 h 913484"/>
              <a:gd name="connsiteX48" fmla="*/ 327418 w 969643"/>
              <a:gd name="connsiteY48" fmla="*/ 743139 h 913484"/>
              <a:gd name="connsiteX49" fmla="*/ 328321 w 969643"/>
              <a:gd name="connsiteY49" fmla="*/ 741327 h 913484"/>
              <a:gd name="connsiteX50" fmla="*/ 329224 w 969643"/>
              <a:gd name="connsiteY50" fmla="*/ 737703 h 913484"/>
              <a:gd name="connsiteX51" fmla="*/ 330128 w 969643"/>
              <a:gd name="connsiteY51" fmla="*/ 735891 h 913484"/>
              <a:gd name="connsiteX52" fmla="*/ 333741 w 969643"/>
              <a:gd name="connsiteY52" fmla="*/ 733172 h 913484"/>
              <a:gd name="connsiteX53" fmla="*/ 334644 w 969643"/>
              <a:gd name="connsiteY53" fmla="*/ 732266 h 913484"/>
              <a:gd name="connsiteX54" fmla="*/ 338257 w 969643"/>
              <a:gd name="connsiteY54" fmla="*/ 729548 h 913484"/>
              <a:gd name="connsiteX55" fmla="*/ 340064 w 969643"/>
              <a:gd name="connsiteY55" fmla="*/ 727736 h 913484"/>
              <a:gd name="connsiteX56" fmla="*/ 353613 w 969643"/>
              <a:gd name="connsiteY56" fmla="*/ 723206 h 913484"/>
              <a:gd name="connsiteX57" fmla="*/ 357226 w 969643"/>
              <a:gd name="connsiteY57" fmla="*/ 723206 h 913484"/>
              <a:gd name="connsiteX58" fmla="*/ 366259 w 969643"/>
              <a:gd name="connsiteY58" fmla="*/ 723206 h 913484"/>
              <a:gd name="connsiteX59" fmla="*/ 440327 w 969643"/>
              <a:gd name="connsiteY59" fmla="*/ 723206 h 913484"/>
              <a:gd name="connsiteX60" fmla="*/ 473748 w 969643"/>
              <a:gd name="connsiteY60" fmla="*/ 690586 h 913484"/>
              <a:gd name="connsiteX61" fmla="*/ 473748 w 969643"/>
              <a:gd name="connsiteY61" fmla="*/ 619006 h 913484"/>
              <a:gd name="connsiteX62" fmla="*/ 459295 w 969643"/>
              <a:gd name="connsiteY62" fmla="*/ 619912 h 913484"/>
              <a:gd name="connsiteX63" fmla="*/ 408712 w 969643"/>
              <a:gd name="connsiteY63" fmla="*/ 612663 h 913484"/>
              <a:gd name="connsiteX64" fmla="*/ 399680 w 969643"/>
              <a:gd name="connsiteY64" fmla="*/ 596353 h 913484"/>
              <a:gd name="connsiteX65" fmla="*/ 415938 w 969643"/>
              <a:gd name="connsiteY65" fmla="*/ 587292 h 913484"/>
              <a:gd name="connsiteX66" fmla="*/ 473748 w 969643"/>
              <a:gd name="connsiteY66" fmla="*/ 591823 h 913484"/>
              <a:gd name="connsiteX67" fmla="*/ 473748 w 969643"/>
              <a:gd name="connsiteY67" fmla="*/ 534739 h 913484"/>
              <a:gd name="connsiteX68" fmla="*/ 473748 w 969643"/>
              <a:gd name="connsiteY68" fmla="*/ 528397 h 913484"/>
              <a:gd name="connsiteX69" fmla="*/ 504459 w 969643"/>
              <a:gd name="connsiteY69" fmla="*/ 503932 h 913484"/>
              <a:gd name="connsiteX70" fmla="*/ 529750 w 969643"/>
              <a:gd name="connsiteY70" fmla="*/ 503932 h 913484"/>
              <a:gd name="connsiteX71" fmla="*/ 540590 w 969643"/>
              <a:gd name="connsiteY71" fmla="*/ 496684 h 913484"/>
              <a:gd name="connsiteX72" fmla="*/ 542396 w 969643"/>
              <a:gd name="connsiteY72" fmla="*/ 490341 h 913484"/>
              <a:gd name="connsiteX73" fmla="*/ 542396 w 969643"/>
              <a:gd name="connsiteY73" fmla="*/ 485811 h 913484"/>
              <a:gd name="connsiteX74" fmla="*/ 540590 w 969643"/>
              <a:gd name="connsiteY74" fmla="*/ 483998 h 913484"/>
              <a:gd name="connsiteX75" fmla="*/ 484587 w 969643"/>
              <a:gd name="connsiteY75" fmla="*/ 388859 h 913484"/>
              <a:gd name="connsiteX76" fmla="*/ 473748 w 969643"/>
              <a:gd name="connsiteY76" fmla="*/ 347179 h 913484"/>
              <a:gd name="connsiteX77" fmla="*/ 473748 w 969643"/>
              <a:gd name="connsiteY77" fmla="*/ 307311 h 913484"/>
              <a:gd name="connsiteX78" fmla="*/ 472844 w 969643"/>
              <a:gd name="connsiteY78" fmla="*/ 291002 h 913484"/>
              <a:gd name="connsiteX79" fmla="*/ 472844 w 969643"/>
              <a:gd name="connsiteY79" fmla="*/ 285565 h 913484"/>
              <a:gd name="connsiteX80" fmla="*/ 471038 w 969643"/>
              <a:gd name="connsiteY80" fmla="*/ 273786 h 913484"/>
              <a:gd name="connsiteX81" fmla="*/ 469231 w 969643"/>
              <a:gd name="connsiteY81" fmla="*/ 263819 h 913484"/>
              <a:gd name="connsiteX82" fmla="*/ 468328 w 969643"/>
              <a:gd name="connsiteY82" fmla="*/ 257477 h 913484"/>
              <a:gd name="connsiteX83" fmla="*/ 465618 w 969643"/>
              <a:gd name="connsiteY83" fmla="*/ 248416 h 913484"/>
              <a:gd name="connsiteX84" fmla="*/ 465618 w 969643"/>
              <a:gd name="connsiteY84" fmla="*/ 247510 h 913484"/>
              <a:gd name="connsiteX85" fmla="*/ 398776 w 969643"/>
              <a:gd name="connsiteY85" fmla="*/ 139685 h 913484"/>
              <a:gd name="connsiteX86" fmla="*/ 366259 w 969643"/>
              <a:gd name="connsiteY86" fmla="*/ 114315 h 913484"/>
              <a:gd name="connsiteX87" fmla="*/ 357226 w 969643"/>
              <a:gd name="connsiteY87" fmla="*/ 109784 h 913484"/>
              <a:gd name="connsiteX88" fmla="*/ 350000 w 969643"/>
              <a:gd name="connsiteY88" fmla="*/ 106160 h 913484"/>
              <a:gd name="connsiteX89" fmla="*/ 334644 w 969643"/>
              <a:gd name="connsiteY89" fmla="*/ 98911 h 913484"/>
              <a:gd name="connsiteX90" fmla="*/ 317482 w 969643"/>
              <a:gd name="connsiteY90" fmla="*/ 93475 h 913484"/>
              <a:gd name="connsiteX91" fmla="*/ 315675 w 969643"/>
              <a:gd name="connsiteY91" fmla="*/ 92569 h 913484"/>
              <a:gd name="connsiteX92" fmla="*/ 310256 w 969643"/>
              <a:gd name="connsiteY92" fmla="*/ 89850 h 913484"/>
              <a:gd name="connsiteX93" fmla="*/ 250640 w 969643"/>
              <a:gd name="connsiteY93" fmla="*/ 82601 h 913484"/>
              <a:gd name="connsiteX94" fmla="*/ 468780 w 969643"/>
              <a:gd name="connsiteY94" fmla="*/ 54966 h 913484"/>
              <a:gd name="connsiteX95" fmla="*/ 424971 w 969643"/>
              <a:gd name="connsiteY95" fmla="*/ 55419 h 913484"/>
              <a:gd name="connsiteX96" fmla="*/ 352709 w 969643"/>
              <a:gd name="connsiteY96" fmla="*/ 77165 h 913484"/>
              <a:gd name="connsiteX97" fmla="*/ 368065 w 969643"/>
              <a:gd name="connsiteY97" fmla="*/ 85320 h 913484"/>
              <a:gd name="connsiteX98" fmla="*/ 382517 w 969643"/>
              <a:gd name="connsiteY98" fmla="*/ 93475 h 913484"/>
              <a:gd name="connsiteX99" fmla="*/ 387034 w 969643"/>
              <a:gd name="connsiteY99" fmla="*/ 96193 h 913484"/>
              <a:gd name="connsiteX100" fmla="*/ 396066 w 969643"/>
              <a:gd name="connsiteY100" fmla="*/ 102536 h 913484"/>
              <a:gd name="connsiteX101" fmla="*/ 491813 w 969643"/>
              <a:gd name="connsiteY101" fmla="*/ 240261 h 913484"/>
              <a:gd name="connsiteX102" fmla="*/ 491813 w 969643"/>
              <a:gd name="connsiteY102" fmla="*/ 242073 h 913484"/>
              <a:gd name="connsiteX103" fmla="*/ 496330 w 969643"/>
              <a:gd name="connsiteY103" fmla="*/ 262913 h 913484"/>
              <a:gd name="connsiteX104" fmla="*/ 497233 w 969643"/>
              <a:gd name="connsiteY104" fmla="*/ 267444 h 913484"/>
              <a:gd name="connsiteX105" fmla="*/ 498136 w 969643"/>
              <a:gd name="connsiteY105" fmla="*/ 274692 h 913484"/>
              <a:gd name="connsiteX106" fmla="*/ 499039 w 969643"/>
              <a:gd name="connsiteY106" fmla="*/ 283753 h 913484"/>
              <a:gd name="connsiteX107" fmla="*/ 499039 w 969643"/>
              <a:gd name="connsiteY107" fmla="*/ 290096 h 913484"/>
              <a:gd name="connsiteX108" fmla="*/ 499943 w 969643"/>
              <a:gd name="connsiteY108" fmla="*/ 307311 h 913484"/>
              <a:gd name="connsiteX109" fmla="*/ 499943 w 969643"/>
              <a:gd name="connsiteY109" fmla="*/ 347179 h 913484"/>
              <a:gd name="connsiteX110" fmla="*/ 507169 w 969643"/>
              <a:gd name="connsiteY110" fmla="*/ 375268 h 913484"/>
              <a:gd name="connsiteX111" fmla="*/ 564075 w 969643"/>
              <a:gd name="connsiteY111" fmla="*/ 470407 h 913484"/>
              <a:gd name="connsiteX112" fmla="*/ 569494 w 969643"/>
              <a:gd name="connsiteY112" fmla="*/ 490341 h 913484"/>
              <a:gd name="connsiteX113" fmla="*/ 564075 w 969643"/>
              <a:gd name="connsiteY113" fmla="*/ 510275 h 913484"/>
              <a:gd name="connsiteX114" fmla="*/ 539686 w 969643"/>
              <a:gd name="connsiteY114" fmla="*/ 529303 h 913484"/>
              <a:gd name="connsiteX115" fmla="*/ 529750 w 969643"/>
              <a:gd name="connsiteY115" fmla="*/ 530209 h 913484"/>
              <a:gd name="connsiteX116" fmla="*/ 504459 w 969643"/>
              <a:gd name="connsiteY116" fmla="*/ 530209 h 913484"/>
              <a:gd name="connsiteX117" fmla="*/ 499943 w 969643"/>
              <a:gd name="connsiteY117" fmla="*/ 534739 h 913484"/>
              <a:gd name="connsiteX118" fmla="*/ 499943 w 969643"/>
              <a:gd name="connsiteY118" fmla="*/ 690586 h 913484"/>
              <a:gd name="connsiteX119" fmla="*/ 440327 w 969643"/>
              <a:gd name="connsiteY119" fmla="*/ 749482 h 913484"/>
              <a:gd name="connsiteX120" fmla="*/ 366259 w 969643"/>
              <a:gd name="connsiteY120" fmla="*/ 749482 h 913484"/>
              <a:gd name="connsiteX121" fmla="*/ 356323 w 969643"/>
              <a:gd name="connsiteY121" fmla="*/ 749482 h 913484"/>
              <a:gd name="connsiteX122" fmla="*/ 354516 w 969643"/>
              <a:gd name="connsiteY122" fmla="*/ 749482 h 913484"/>
              <a:gd name="connsiteX123" fmla="*/ 353613 w 969643"/>
              <a:gd name="connsiteY123" fmla="*/ 751294 h 913484"/>
              <a:gd name="connsiteX124" fmla="*/ 352709 w 969643"/>
              <a:gd name="connsiteY124" fmla="*/ 754012 h 913484"/>
              <a:gd name="connsiteX125" fmla="*/ 352709 w 969643"/>
              <a:gd name="connsiteY125" fmla="*/ 859119 h 913484"/>
              <a:gd name="connsiteX126" fmla="*/ 499039 w 969643"/>
              <a:gd name="connsiteY126" fmla="*/ 859119 h 913484"/>
              <a:gd name="connsiteX127" fmla="*/ 523427 w 969643"/>
              <a:gd name="connsiteY127" fmla="*/ 842809 h 913484"/>
              <a:gd name="connsiteX128" fmla="*/ 524331 w 969643"/>
              <a:gd name="connsiteY128" fmla="*/ 840091 h 913484"/>
              <a:gd name="connsiteX129" fmla="*/ 525234 w 969643"/>
              <a:gd name="connsiteY129" fmla="*/ 836466 h 913484"/>
              <a:gd name="connsiteX130" fmla="*/ 526137 w 969643"/>
              <a:gd name="connsiteY130" fmla="*/ 832842 h 913484"/>
              <a:gd name="connsiteX131" fmla="*/ 526137 w 969643"/>
              <a:gd name="connsiteY131" fmla="*/ 725924 h 913484"/>
              <a:gd name="connsiteX132" fmla="*/ 535170 w 969643"/>
              <a:gd name="connsiteY132" fmla="*/ 703272 h 913484"/>
              <a:gd name="connsiteX133" fmla="*/ 558655 w 969643"/>
              <a:gd name="connsiteY133" fmla="*/ 695117 h 913484"/>
              <a:gd name="connsiteX134" fmla="*/ 566784 w 969643"/>
              <a:gd name="connsiteY134" fmla="*/ 696023 h 913484"/>
              <a:gd name="connsiteX135" fmla="*/ 640853 w 969643"/>
              <a:gd name="connsiteY135" fmla="*/ 696023 h 913484"/>
              <a:gd name="connsiteX136" fmla="*/ 673370 w 969643"/>
              <a:gd name="connsiteY136" fmla="*/ 662498 h 913484"/>
              <a:gd name="connsiteX137" fmla="*/ 673370 w 969643"/>
              <a:gd name="connsiteY137" fmla="*/ 590917 h 913484"/>
              <a:gd name="connsiteX138" fmla="*/ 659821 w 969643"/>
              <a:gd name="connsiteY138" fmla="*/ 590917 h 913484"/>
              <a:gd name="connsiteX139" fmla="*/ 609238 w 969643"/>
              <a:gd name="connsiteY139" fmla="*/ 585480 h 913484"/>
              <a:gd name="connsiteX140" fmla="*/ 600205 w 969643"/>
              <a:gd name="connsiteY140" fmla="*/ 568265 h 913484"/>
              <a:gd name="connsiteX141" fmla="*/ 617368 w 969643"/>
              <a:gd name="connsiteY141" fmla="*/ 559204 h 913484"/>
              <a:gd name="connsiteX142" fmla="*/ 673370 w 969643"/>
              <a:gd name="connsiteY142" fmla="*/ 564640 h 913484"/>
              <a:gd name="connsiteX143" fmla="*/ 673370 w 969643"/>
              <a:gd name="connsiteY143" fmla="*/ 506651 h 913484"/>
              <a:gd name="connsiteX144" fmla="*/ 704082 w 969643"/>
              <a:gd name="connsiteY144" fmla="*/ 476750 h 913484"/>
              <a:gd name="connsiteX145" fmla="*/ 729373 w 969643"/>
              <a:gd name="connsiteY145" fmla="*/ 476750 h 913484"/>
              <a:gd name="connsiteX146" fmla="*/ 741116 w 969643"/>
              <a:gd name="connsiteY146" fmla="*/ 469501 h 913484"/>
              <a:gd name="connsiteX147" fmla="*/ 741116 w 969643"/>
              <a:gd name="connsiteY147" fmla="*/ 456816 h 913484"/>
              <a:gd name="connsiteX148" fmla="*/ 685113 w 969643"/>
              <a:gd name="connsiteY148" fmla="*/ 360771 h 913484"/>
              <a:gd name="connsiteX149" fmla="*/ 673370 w 969643"/>
              <a:gd name="connsiteY149" fmla="*/ 319090 h 913484"/>
              <a:gd name="connsiteX150" fmla="*/ 673370 w 969643"/>
              <a:gd name="connsiteY150" fmla="*/ 278317 h 913484"/>
              <a:gd name="connsiteX151" fmla="*/ 673370 w 969643"/>
              <a:gd name="connsiteY151" fmla="*/ 262913 h 913484"/>
              <a:gd name="connsiteX152" fmla="*/ 672467 w 969643"/>
              <a:gd name="connsiteY152" fmla="*/ 257477 h 913484"/>
              <a:gd name="connsiteX153" fmla="*/ 670661 w 969643"/>
              <a:gd name="connsiteY153" fmla="*/ 245697 h 913484"/>
              <a:gd name="connsiteX154" fmla="*/ 669757 w 969643"/>
              <a:gd name="connsiteY154" fmla="*/ 236637 h 913484"/>
              <a:gd name="connsiteX155" fmla="*/ 667951 w 969643"/>
              <a:gd name="connsiteY155" fmla="*/ 229388 h 913484"/>
              <a:gd name="connsiteX156" fmla="*/ 666144 w 969643"/>
              <a:gd name="connsiteY156" fmla="*/ 220327 h 913484"/>
              <a:gd name="connsiteX157" fmla="*/ 666144 w 969643"/>
              <a:gd name="connsiteY157" fmla="*/ 219421 h 913484"/>
              <a:gd name="connsiteX158" fmla="*/ 598399 w 969643"/>
              <a:gd name="connsiteY158" fmla="*/ 111596 h 913484"/>
              <a:gd name="connsiteX159" fmla="*/ 590269 w 969643"/>
              <a:gd name="connsiteY159" fmla="*/ 104348 h 913484"/>
              <a:gd name="connsiteX160" fmla="*/ 589366 w 969643"/>
              <a:gd name="connsiteY160" fmla="*/ 104348 h 913484"/>
              <a:gd name="connsiteX161" fmla="*/ 576720 w 969643"/>
              <a:gd name="connsiteY161" fmla="*/ 93475 h 913484"/>
              <a:gd name="connsiteX162" fmla="*/ 568591 w 969643"/>
              <a:gd name="connsiteY162" fmla="*/ 88038 h 913484"/>
              <a:gd name="connsiteX163" fmla="*/ 564978 w 969643"/>
              <a:gd name="connsiteY163" fmla="*/ 86226 h 913484"/>
              <a:gd name="connsiteX164" fmla="*/ 518008 w 969643"/>
              <a:gd name="connsiteY164" fmla="*/ 65386 h 913484"/>
              <a:gd name="connsiteX165" fmla="*/ 509879 w 969643"/>
              <a:gd name="connsiteY165" fmla="*/ 62667 h 913484"/>
              <a:gd name="connsiteX166" fmla="*/ 468780 w 969643"/>
              <a:gd name="connsiteY166" fmla="*/ 54966 h 913484"/>
              <a:gd name="connsiteX167" fmla="*/ 672679 w 969643"/>
              <a:gd name="connsiteY167" fmla="*/ 27840 h 913484"/>
              <a:gd name="connsiteX168" fmla="*/ 624594 w 969643"/>
              <a:gd name="connsiteY168" fmla="*/ 28236 h 913484"/>
              <a:gd name="connsiteX169" fmla="*/ 552332 w 969643"/>
              <a:gd name="connsiteY169" fmla="*/ 49076 h 913484"/>
              <a:gd name="connsiteX170" fmla="*/ 569494 w 969643"/>
              <a:gd name="connsiteY170" fmla="*/ 57231 h 913484"/>
              <a:gd name="connsiteX171" fmla="*/ 583043 w 969643"/>
              <a:gd name="connsiteY171" fmla="*/ 65386 h 913484"/>
              <a:gd name="connsiteX172" fmla="*/ 584850 w 969643"/>
              <a:gd name="connsiteY172" fmla="*/ 67198 h 913484"/>
              <a:gd name="connsiteX173" fmla="*/ 596592 w 969643"/>
              <a:gd name="connsiteY173" fmla="*/ 74447 h 913484"/>
              <a:gd name="connsiteX174" fmla="*/ 691436 w 969643"/>
              <a:gd name="connsiteY174" fmla="*/ 213078 h 913484"/>
              <a:gd name="connsiteX175" fmla="*/ 695952 w 969643"/>
              <a:gd name="connsiteY175" fmla="*/ 234824 h 913484"/>
              <a:gd name="connsiteX176" fmla="*/ 696855 w 969643"/>
              <a:gd name="connsiteY176" fmla="*/ 238449 h 913484"/>
              <a:gd name="connsiteX177" fmla="*/ 698662 w 969643"/>
              <a:gd name="connsiteY177" fmla="*/ 246604 h 913484"/>
              <a:gd name="connsiteX178" fmla="*/ 699565 w 969643"/>
              <a:gd name="connsiteY178" fmla="*/ 256570 h 913484"/>
              <a:gd name="connsiteX179" fmla="*/ 700469 w 969643"/>
              <a:gd name="connsiteY179" fmla="*/ 262913 h 913484"/>
              <a:gd name="connsiteX180" fmla="*/ 700469 w 969643"/>
              <a:gd name="connsiteY180" fmla="*/ 278317 h 913484"/>
              <a:gd name="connsiteX181" fmla="*/ 700469 w 969643"/>
              <a:gd name="connsiteY181" fmla="*/ 319090 h 913484"/>
              <a:gd name="connsiteX182" fmla="*/ 700469 w 969643"/>
              <a:gd name="connsiteY182" fmla="*/ 326339 h 913484"/>
              <a:gd name="connsiteX183" fmla="*/ 708598 w 969643"/>
              <a:gd name="connsiteY183" fmla="*/ 347179 h 913484"/>
              <a:gd name="connsiteX184" fmla="*/ 763697 w 969643"/>
              <a:gd name="connsiteY184" fmla="*/ 442318 h 913484"/>
              <a:gd name="connsiteX185" fmla="*/ 768214 w 969643"/>
              <a:gd name="connsiteY185" fmla="*/ 473125 h 913484"/>
              <a:gd name="connsiteX186" fmla="*/ 763697 w 969643"/>
              <a:gd name="connsiteY186" fmla="*/ 482186 h 913484"/>
              <a:gd name="connsiteX187" fmla="*/ 729373 w 969643"/>
              <a:gd name="connsiteY187" fmla="*/ 503026 h 913484"/>
              <a:gd name="connsiteX188" fmla="*/ 704082 w 969643"/>
              <a:gd name="connsiteY188" fmla="*/ 503026 h 913484"/>
              <a:gd name="connsiteX189" fmla="*/ 700469 w 969643"/>
              <a:gd name="connsiteY189" fmla="*/ 506651 h 913484"/>
              <a:gd name="connsiteX190" fmla="*/ 700469 w 969643"/>
              <a:gd name="connsiteY190" fmla="*/ 662498 h 913484"/>
              <a:gd name="connsiteX191" fmla="*/ 640853 w 969643"/>
              <a:gd name="connsiteY191" fmla="*/ 722299 h 913484"/>
              <a:gd name="connsiteX192" fmla="*/ 566784 w 969643"/>
              <a:gd name="connsiteY192" fmla="*/ 722299 h 913484"/>
              <a:gd name="connsiteX193" fmla="*/ 556848 w 969643"/>
              <a:gd name="connsiteY193" fmla="*/ 722299 h 913484"/>
              <a:gd name="connsiteX194" fmla="*/ 553235 w 969643"/>
              <a:gd name="connsiteY194" fmla="*/ 723206 h 913484"/>
              <a:gd name="connsiteX195" fmla="*/ 552332 w 969643"/>
              <a:gd name="connsiteY195" fmla="*/ 725924 h 913484"/>
              <a:gd name="connsiteX196" fmla="*/ 552332 w 969643"/>
              <a:gd name="connsiteY196" fmla="*/ 831030 h 913484"/>
              <a:gd name="connsiteX197" fmla="*/ 700469 w 969643"/>
              <a:gd name="connsiteY197" fmla="*/ 831030 h 913484"/>
              <a:gd name="connsiteX198" fmla="*/ 725760 w 969643"/>
              <a:gd name="connsiteY198" fmla="*/ 804753 h 913484"/>
              <a:gd name="connsiteX199" fmla="*/ 725760 w 969643"/>
              <a:gd name="connsiteY199" fmla="*/ 698741 h 913484"/>
              <a:gd name="connsiteX200" fmla="*/ 735696 w 969643"/>
              <a:gd name="connsiteY200" fmla="*/ 676089 h 913484"/>
              <a:gd name="connsiteX201" fmla="*/ 758278 w 969643"/>
              <a:gd name="connsiteY201" fmla="*/ 667934 h 913484"/>
              <a:gd name="connsiteX202" fmla="*/ 767311 w 969643"/>
              <a:gd name="connsiteY202" fmla="*/ 667934 h 913484"/>
              <a:gd name="connsiteX203" fmla="*/ 840475 w 969643"/>
              <a:gd name="connsiteY203" fmla="*/ 667934 h 913484"/>
              <a:gd name="connsiteX204" fmla="*/ 873897 w 969643"/>
              <a:gd name="connsiteY204" fmla="*/ 635315 h 913484"/>
              <a:gd name="connsiteX205" fmla="*/ 873897 w 969643"/>
              <a:gd name="connsiteY205" fmla="*/ 563734 h 913484"/>
              <a:gd name="connsiteX206" fmla="*/ 860347 w 969643"/>
              <a:gd name="connsiteY206" fmla="*/ 563734 h 913484"/>
              <a:gd name="connsiteX207" fmla="*/ 809764 w 969643"/>
              <a:gd name="connsiteY207" fmla="*/ 557392 h 913484"/>
              <a:gd name="connsiteX208" fmla="*/ 800732 w 969643"/>
              <a:gd name="connsiteY208" fmla="*/ 540176 h 913484"/>
              <a:gd name="connsiteX209" fmla="*/ 816990 w 969643"/>
              <a:gd name="connsiteY209" fmla="*/ 531115 h 913484"/>
              <a:gd name="connsiteX210" fmla="*/ 873897 w 969643"/>
              <a:gd name="connsiteY210" fmla="*/ 536552 h 913484"/>
              <a:gd name="connsiteX211" fmla="*/ 873897 w 969643"/>
              <a:gd name="connsiteY211" fmla="*/ 479468 h 913484"/>
              <a:gd name="connsiteX212" fmla="*/ 904608 w 969643"/>
              <a:gd name="connsiteY212" fmla="*/ 447755 h 913484"/>
              <a:gd name="connsiteX213" fmla="*/ 929899 w 969643"/>
              <a:gd name="connsiteY213" fmla="*/ 447755 h 913484"/>
              <a:gd name="connsiteX214" fmla="*/ 941642 w 969643"/>
              <a:gd name="connsiteY214" fmla="*/ 441412 h 913484"/>
              <a:gd name="connsiteX215" fmla="*/ 941642 w 969643"/>
              <a:gd name="connsiteY215" fmla="*/ 427821 h 913484"/>
              <a:gd name="connsiteX216" fmla="*/ 885639 w 969643"/>
              <a:gd name="connsiteY216" fmla="*/ 333588 h 913484"/>
              <a:gd name="connsiteX217" fmla="*/ 873897 w 969643"/>
              <a:gd name="connsiteY217" fmla="*/ 291002 h 913484"/>
              <a:gd name="connsiteX218" fmla="*/ 873897 w 969643"/>
              <a:gd name="connsiteY218" fmla="*/ 251134 h 913484"/>
              <a:gd name="connsiteX219" fmla="*/ 799828 w 969643"/>
              <a:gd name="connsiteY219" fmla="*/ 84414 h 913484"/>
              <a:gd name="connsiteX220" fmla="*/ 672679 w 969643"/>
              <a:gd name="connsiteY220" fmla="*/ 27840 h 913484"/>
              <a:gd name="connsiteX221" fmla="*/ 675741 w 969643"/>
              <a:gd name="connsiteY221" fmla="*/ 1011 h 913484"/>
              <a:gd name="connsiteX222" fmla="*/ 816990 w 969643"/>
              <a:gd name="connsiteY222" fmla="*/ 63574 h 913484"/>
              <a:gd name="connsiteX223" fmla="*/ 900995 w 969643"/>
              <a:gd name="connsiteY223" fmla="*/ 251134 h 913484"/>
              <a:gd name="connsiteX224" fmla="*/ 900995 w 969643"/>
              <a:gd name="connsiteY224" fmla="*/ 291002 h 913484"/>
              <a:gd name="connsiteX225" fmla="*/ 908221 w 969643"/>
              <a:gd name="connsiteY225" fmla="*/ 319997 h 913484"/>
              <a:gd name="connsiteX226" fmla="*/ 964224 w 969643"/>
              <a:gd name="connsiteY226" fmla="*/ 414230 h 913484"/>
              <a:gd name="connsiteX227" fmla="*/ 964224 w 969643"/>
              <a:gd name="connsiteY227" fmla="*/ 455004 h 913484"/>
              <a:gd name="connsiteX228" fmla="*/ 929899 w 969643"/>
              <a:gd name="connsiteY228" fmla="*/ 474938 h 913484"/>
              <a:gd name="connsiteX229" fmla="*/ 904608 w 969643"/>
              <a:gd name="connsiteY229" fmla="*/ 474938 h 913484"/>
              <a:gd name="connsiteX230" fmla="*/ 900995 w 969643"/>
              <a:gd name="connsiteY230" fmla="*/ 479468 h 913484"/>
              <a:gd name="connsiteX231" fmla="*/ 900995 w 969643"/>
              <a:gd name="connsiteY231" fmla="*/ 635315 h 913484"/>
              <a:gd name="connsiteX232" fmla="*/ 840475 w 969643"/>
              <a:gd name="connsiteY232" fmla="*/ 694211 h 913484"/>
              <a:gd name="connsiteX233" fmla="*/ 767311 w 969643"/>
              <a:gd name="connsiteY233" fmla="*/ 694211 h 913484"/>
              <a:gd name="connsiteX234" fmla="*/ 757375 w 969643"/>
              <a:gd name="connsiteY234" fmla="*/ 694211 h 913484"/>
              <a:gd name="connsiteX235" fmla="*/ 753761 w 969643"/>
              <a:gd name="connsiteY235" fmla="*/ 695117 h 913484"/>
              <a:gd name="connsiteX236" fmla="*/ 752858 w 969643"/>
              <a:gd name="connsiteY236" fmla="*/ 698741 h 913484"/>
              <a:gd name="connsiteX237" fmla="*/ 752858 w 969643"/>
              <a:gd name="connsiteY237" fmla="*/ 804753 h 913484"/>
              <a:gd name="connsiteX238" fmla="*/ 700469 w 969643"/>
              <a:gd name="connsiteY238" fmla="*/ 857306 h 913484"/>
              <a:gd name="connsiteX239" fmla="*/ 546009 w 969643"/>
              <a:gd name="connsiteY239" fmla="*/ 857306 h 913484"/>
              <a:gd name="connsiteX240" fmla="*/ 499039 w 969643"/>
              <a:gd name="connsiteY240" fmla="*/ 885395 h 913484"/>
              <a:gd name="connsiteX241" fmla="*/ 345483 w 969643"/>
              <a:gd name="connsiteY241" fmla="*/ 885395 h 913484"/>
              <a:gd name="connsiteX242" fmla="*/ 299416 w 969643"/>
              <a:gd name="connsiteY242" fmla="*/ 913484 h 913484"/>
              <a:gd name="connsiteX243" fmla="*/ 112439 w 969643"/>
              <a:gd name="connsiteY243" fmla="*/ 913484 h 913484"/>
              <a:gd name="connsiteX244" fmla="*/ 58243 w 969643"/>
              <a:gd name="connsiteY244" fmla="*/ 860025 h 913484"/>
              <a:gd name="connsiteX245" fmla="*/ 58243 w 969643"/>
              <a:gd name="connsiteY245" fmla="*/ 640752 h 913484"/>
              <a:gd name="connsiteX246" fmla="*/ 46500 w 969643"/>
              <a:gd name="connsiteY246" fmla="*/ 452285 h 913484"/>
              <a:gd name="connsiteX247" fmla="*/ 1337 w 969643"/>
              <a:gd name="connsiteY247" fmla="*/ 279223 h 913484"/>
              <a:gd name="connsiteX248" fmla="*/ 221735 w 969643"/>
              <a:gd name="connsiteY248" fmla="*/ 57231 h 913484"/>
              <a:gd name="connsiteX249" fmla="*/ 319288 w 969643"/>
              <a:gd name="connsiteY249" fmla="*/ 65386 h 913484"/>
              <a:gd name="connsiteX250" fmla="*/ 421358 w 969643"/>
              <a:gd name="connsiteY250" fmla="*/ 29142 h 913484"/>
              <a:gd name="connsiteX251" fmla="*/ 519814 w 969643"/>
              <a:gd name="connsiteY251" fmla="*/ 37297 h 913484"/>
              <a:gd name="connsiteX252" fmla="*/ 621884 w 969643"/>
              <a:gd name="connsiteY252" fmla="*/ 1960 h 913484"/>
              <a:gd name="connsiteX253" fmla="*/ 675741 w 969643"/>
              <a:gd name="connsiteY253" fmla="*/ 1011 h 91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</a:cxnLst>
            <a:rect l="l" t="t" r="r" b="b"/>
            <a:pathLst>
              <a:path w="969643" h="913484">
                <a:moveTo>
                  <a:pt x="165822" y="180388"/>
                </a:moveTo>
                <a:lnTo>
                  <a:pt x="221126" y="180388"/>
                </a:lnTo>
                <a:cubicBezTo>
                  <a:pt x="224752" y="180388"/>
                  <a:pt x="227472" y="184917"/>
                  <a:pt x="225659" y="188540"/>
                </a:cubicBezTo>
                <a:cubicBezTo>
                  <a:pt x="224752" y="192163"/>
                  <a:pt x="223846" y="194880"/>
                  <a:pt x="223846" y="198503"/>
                </a:cubicBezTo>
                <a:cubicBezTo>
                  <a:pt x="223846" y="213901"/>
                  <a:pt x="238351" y="226581"/>
                  <a:pt x="254671" y="222053"/>
                </a:cubicBezTo>
                <a:cubicBezTo>
                  <a:pt x="261924" y="220241"/>
                  <a:pt x="269176" y="213901"/>
                  <a:pt x="270990" y="206655"/>
                </a:cubicBezTo>
                <a:cubicBezTo>
                  <a:pt x="272803" y="200315"/>
                  <a:pt x="271896" y="193974"/>
                  <a:pt x="270083" y="188540"/>
                </a:cubicBezTo>
                <a:cubicBezTo>
                  <a:pt x="268270" y="184917"/>
                  <a:pt x="270083" y="180388"/>
                  <a:pt x="275523" y="180388"/>
                </a:cubicBezTo>
                <a:lnTo>
                  <a:pt x="330826" y="180388"/>
                </a:lnTo>
                <a:cubicBezTo>
                  <a:pt x="342613" y="180388"/>
                  <a:pt x="351679" y="189446"/>
                  <a:pt x="351679" y="201220"/>
                </a:cubicBezTo>
                <a:lnTo>
                  <a:pt x="351679" y="258283"/>
                </a:lnTo>
                <a:cubicBezTo>
                  <a:pt x="357118" y="251037"/>
                  <a:pt x="367091" y="247414"/>
                  <a:pt x="377064" y="251037"/>
                </a:cubicBezTo>
                <a:cubicBezTo>
                  <a:pt x="385224" y="252848"/>
                  <a:pt x="391570" y="260094"/>
                  <a:pt x="393383" y="267340"/>
                </a:cubicBezTo>
                <a:cubicBezTo>
                  <a:pt x="397010" y="283644"/>
                  <a:pt x="385224" y="298136"/>
                  <a:pt x="369811" y="298136"/>
                </a:cubicBezTo>
                <a:cubicBezTo>
                  <a:pt x="361652" y="298136"/>
                  <a:pt x="356212" y="294513"/>
                  <a:pt x="351679" y="289078"/>
                </a:cubicBezTo>
                <a:lnTo>
                  <a:pt x="351679" y="346141"/>
                </a:lnTo>
                <a:cubicBezTo>
                  <a:pt x="351679" y="357916"/>
                  <a:pt x="342613" y="366973"/>
                  <a:pt x="330826" y="366973"/>
                </a:cubicBezTo>
                <a:lnTo>
                  <a:pt x="275523" y="366973"/>
                </a:lnTo>
                <a:cubicBezTo>
                  <a:pt x="270990" y="366973"/>
                  <a:pt x="268270" y="363350"/>
                  <a:pt x="270083" y="359727"/>
                </a:cubicBezTo>
                <a:cubicBezTo>
                  <a:pt x="270990" y="357010"/>
                  <a:pt x="271896" y="352481"/>
                  <a:pt x="271896" y="348858"/>
                </a:cubicBezTo>
                <a:cubicBezTo>
                  <a:pt x="271896" y="333460"/>
                  <a:pt x="257390" y="321686"/>
                  <a:pt x="241978" y="326214"/>
                </a:cubicBezTo>
                <a:cubicBezTo>
                  <a:pt x="233818" y="327120"/>
                  <a:pt x="227472" y="333460"/>
                  <a:pt x="225659" y="342518"/>
                </a:cubicBezTo>
                <a:cubicBezTo>
                  <a:pt x="222939" y="347952"/>
                  <a:pt x="223846" y="354293"/>
                  <a:pt x="225659" y="358821"/>
                </a:cubicBezTo>
                <a:cubicBezTo>
                  <a:pt x="227472" y="362444"/>
                  <a:pt x="225659" y="366973"/>
                  <a:pt x="221126" y="366973"/>
                </a:cubicBezTo>
                <a:lnTo>
                  <a:pt x="165822" y="366973"/>
                </a:lnTo>
                <a:cubicBezTo>
                  <a:pt x="154036" y="366973"/>
                  <a:pt x="144970" y="357916"/>
                  <a:pt x="144970" y="346141"/>
                </a:cubicBezTo>
                <a:lnTo>
                  <a:pt x="144970" y="288173"/>
                </a:lnTo>
                <a:cubicBezTo>
                  <a:pt x="140437" y="294513"/>
                  <a:pt x="134090" y="298136"/>
                  <a:pt x="126837" y="298136"/>
                </a:cubicBezTo>
                <a:cubicBezTo>
                  <a:pt x="111425" y="298136"/>
                  <a:pt x="98732" y="283644"/>
                  <a:pt x="103265" y="267340"/>
                </a:cubicBezTo>
                <a:cubicBezTo>
                  <a:pt x="105985" y="260094"/>
                  <a:pt x="111425" y="252848"/>
                  <a:pt x="119584" y="251037"/>
                </a:cubicBezTo>
                <a:cubicBezTo>
                  <a:pt x="130464" y="247414"/>
                  <a:pt x="139530" y="251943"/>
                  <a:pt x="144970" y="259189"/>
                </a:cubicBezTo>
                <a:lnTo>
                  <a:pt x="144970" y="201220"/>
                </a:lnTo>
                <a:cubicBezTo>
                  <a:pt x="144970" y="189446"/>
                  <a:pt x="154036" y="180388"/>
                  <a:pt x="165822" y="180388"/>
                </a:cubicBezTo>
                <a:close/>
                <a:moveTo>
                  <a:pt x="250640" y="82601"/>
                </a:moveTo>
                <a:cubicBezTo>
                  <a:pt x="241607" y="82601"/>
                  <a:pt x="232574" y="82601"/>
                  <a:pt x="223542" y="84414"/>
                </a:cubicBezTo>
                <a:cubicBezTo>
                  <a:pt x="121472" y="95287"/>
                  <a:pt x="39274" y="178647"/>
                  <a:pt x="27531" y="281941"/>
                </a:cubicBezTo>
                <a:cubicBezTo>
                  <a:pt x="21209" y="337212"/>
                  <a:pt x="36564" y="393390"/>
                  <a:pt x="69082" y="437788"/>
                </a:cubicBezTo>
                <a:cubicBezTo>
                  <a:pt x="82631" y="456816"/>
                  <a:pt x="85341" y="638939"/>
                  <a:pt x="85341" y="640752"/>
                </a:cubicBezTo>
                <a:lnTo>
                  <a:pt x="85341" y="860025"/>
                </a:lnTo>
                <a:cubicBezTo>
                  <a:pt x="85341" y="875428"/>
                  <a:pt x="97083" y="886301"/>
                  <a:pt x="112439" y="886301"/>
                </a:cubicBezTo>
                <a:lnTo>
                  <a:pt x="299416" y="886301"/>
                </a:lnTo>
                <a:cubicBezTo>
                  <a:pt x="310256" y="886301"/>
                  <a:pt x="319288" y="879959"/>
                  <a:pt x="322902" y="870898"/>
                </a:cubicBezTo>
                <a:lnTo>
                  <a:pt x="323805" y="868180"/>
                </a:lnTo>
                <a:cubicBezTo>
                  <a:pt x="323805" y="866367"/>
                  <a:pt x="324708" y="865461"/>
                  <a:pt x="324708" y="864555"/>
                </a:cubicBezTo>
                <a:cubicBezTo>
                  <a:pt x="324708" y="862743"/>
                  <a:pt x="324708" y="861837"/>
                  <a:pt x="324708" y="860931"/>
                </a:cubicBezTo>
                <a:lnTo>
                  <a:pt x="324708" y="860025"/>
                </a:lnTo>
                <a:lnTo>
                  <a:pt x="324708" y="754012"/>
                </a:lnTo>
                <a:cubicBezTo>
                  <a:pt x="324708" y="751294"/>
                  <a:pt x="325611" y="749482"/>
                  <a:pt x="325611" y="747670"/>
                </a:cubicBezTo>
                <a:cubicBezTo>
                  <a:pt x="326515" y="745858"/>
                  <a:pt x="326515" y="744952"/>
                  <a:pt x="327418" y="743139"/>
                </a:cubicBezTo>
                <a:cubicBezTo>
                  <a:pt x="327418" y="742233"/>
                  <a:pt x="327418" y="742233"/>
                  <a:pt x="328321" y="741327"/>
                </a:cubicBezTo>
                <a:cubicBezTo>
                  <a:pt x="328321" y="740421"/>
                  <a:pt x="329224" y="739515"/>
                  <a:pt x="329224" y="737703"/>
                </a:cubicBezTo>
                <a:cubicBezTo>
                  <a:pt x="330128" y="737703"/>
                  <a:pt x="330128" y="737703"/>
                  <a:pt x="330128" y="735891"/>
                </a:cubicBezTo>
                <a:cubicBezTo>
                  <a:pt x="331031" y="735891"/>
                  <a:pt x="332838" y="734079"/>
                  <a:pt x="333741" y="733172"/>
                </a:cubicBezTo>
                <a:cubicBezTo>
                  <a:pt x="334644" y="732266"/>
                  <a:pt x="334644" y="732266"/>
                  <a:pt x="334644" y="732266"/>
                </a:cubicBezTo>
                <a:cubicBezTo>
                  <a:pt x="335547" y="731360"/>
                  <a:pt x="336451" y="730454"/>
                  <a:pt x="338257" y="729548"/>
                </a:cubicBezTo>
                <a:cubicBezTo>
                  <a:pt x="338257" y="728642"/>
                  <a:pt x="338257" y="727736"/>
                  <a:pt x="340064" y="727736"/>
                </a:cubicBezTo>
                <a:cubicBezTo>
                  <a:pt x="343677" y="725018"/>
                  <a:pt x="349096" y="724112"/>
                  <a:pt x="353613" y="723206"/>
                </a:cubicBezTo>
                <a:cubicBezTo>
                  <a:pt x="355419" y="723206"/>
                  <a:pt x="357226" y="723206"/>
                  <a:pt x="357226" y="723206"/>
                </a:cubicBezTo>
                <a:cubicBezTo>
                  <a:pt x="360839" y="723206"/>
                  <a:pt x="363549" y="723206"/>
                  <a:pt x="366259" y="723206"/>
                </a:cubicBezTo>
                <a:lnTo>
                  <a:pt x="440327" y="723206"/>
                </a:lnTo>
                <a:cubicBezTo>
                  <a:pt x="458392" y="723206"/>
                  <a:pt x="473748" y="708708"/>
                  <a:pt x="473748" y="690586"/>
                </a:cubicBezTo>
                <a:lnTo>
                  <a:pt x="473748" y="619006"/>
                </a:lnTo>
                <a:cubicBezTo>
                  <a:pt x="468328" y="619912"/>
                  <a:pt x="464715" y="619912"/>
                  <a:pt x="459295" y="619912"/>
                </a:cubicBezTo>
                <a:cubicBezTo>
                  <a:pt x="441230" y="619912"/>
                  <a:pt x="424971" y="617193"/>
                  <a:pt x="408712" y="612663"/>
                </a:cubicBezTo>
                <a:cubicBezTo>
                  <a:pt x="401486" y="610851"/>
                  <a:pt x="397873" y="603602"/>
                  <a:pt x="399680" y="596353"/>
                </a:cubicBezTo>
                <a:cubicBezTo>
                  <a:pt x="401486" y="589105"/>
                  <a:pt x="409616" y="585480"/>
                  <a:pt x="415938" y="587292"/>
                </a:cubicBezTo>
                <a:cubicBezTo>
                  <a:pt x="433101" y="591823"/>
                  <a:pt x="452069" y="593635"/>
                  <a:pt x="473748" y="591823"/>
                </a:cubicBezTo>
                <a:lnTo>
                  <a:pt x="473748" y="534739"/>
                </a:lnTo>
                <a:cubicBezTo>
                  <a:pt x="473748" y="532927"/>
                  <a:pt x="473748" y="530209"/>
                  <a:pt x="473748" y="528397"/>
                </a:cubicBezTo>
                <a:cubicBezTo>
                  <a:pt x="477361" y="513899"/>
                  <a:pt x="489103" y="503932"/>
                  <a:pt x="504459" y="503932"/>
                </a:cubicBezTo>
                <a:lnTo>
                  <a:pt x="529750" y="503932"/>
                </a:lnTo>
                <a:cubicBezTo>
                  <a:pt x="536073" y="503932"/>
                  <a:pt x="539686" y="499402"/>
                  <a:pt x="540590" y="496684"/>
                </a:cubicBezTo>
                <a:cubicBezTo>
                  <a:pt x="540590" y="495778"/>
                  <a:pt x="542396" y="493965"/>
                  <a:pt x="542396" y="490341"/>
                </a:cubicBezTo>
                <a:cubicBezTo>
                  <a:pt x="542396" y="489435"/>
                  <a:pt x="542396" y="487623"/>
                  <a:pt x="542396" y="485811"/>
                </a:cubicBezTo>
                <a:cubicBezTo>
                  <a:pt x="540590" y="484905"/>
                  <a:pt x="540590" y="484905"/>
                  <a:pt x="540590" y="483998"/>
                </a:cubicBezTo>
                <a:lnTo>
                  <a:pt x="484587" y="388859"/>
                </a:lnTo>
                <a:cubicBezTo>
                  <a:pt x="477361" y="376174"/>
                  <a:pt x="473748" y="361677"/>
                  <a:pt x="473748" y="347179"/>
                </a:cubicBezTo>
                <a:lnTo>
                  <a:pt x="473748" y="307311"/>
                </a:lnTo>
                <a:cubicBezTo>
                  <a:pt x="473748" y="301875"/>
                  <a:pt x="473748" y="296438"/>
                  <a:pt x="472844" y="291002"/>
                </a:cubicBezTo>
                <a:cubicBezTo>
                  <a:pt x="472844" y="289190"/>
                  <a:pt x="472844" y="287377"/>
                  <a:pt x="472844" y="285565"/>
                </a:cubicBezTo>
                <a:cubicBezTo>
                  <a:pt x="471941" y="281941"/>
                  <a:pt x="471038" y="277410"/>
                  <a:pt x="471038" y="273786"/>
                </a:cubicBezTo>
                <a:cubicBezTo>
                  <a:pt x="470135" y="270162"/>
                  <a:pt x="469231" y="267444"/>
                  <a:pt x="469231" y="263819"/>
                </a:cubicBezTo>
                <a:cubicBezTo>
                  <a:pt x="468328" y="262007"/>
                  <a:pt x="468328" y="260195"/>
                  <a:pt x="468328" y="257477"/>
                </a:cubicBezTo>
                <a:cubicBezTo>
                  <a:pt x="467425" y="253852"/>
                  <a:pt x="466522" y="251134"/>
                  <a:pt x="465618" y="248416"/>
                </a:cubicBezTo>
                <a:cubicBezTo>
                  <a:pt x="465618" y="248416"/>
                  <a:pt x="465618" y="248416"/>
                  <a:pt x="465618" y="247510"/>
                </a:cubicBezTo>
                <a:cubicBezTo>
                  <a:pt x="454779" y="205830"/>
                  <a:pt x="431294" y="168680"/>
                  <a:pt x="398776" y="139685"/>
                </a:cubicBezTo>
                <a:cubicBezTo>
                  <a:pt x="387937" y="129718"/>
                  <a:pt x="377098" y="121563"/>
                  <a:pt x="366259" y="114315"/>
                </a:cubicBezTo>
                <a:cubicBezTo>
                  <a:pt x="362645" y="112503"/>
                  <a:pt x="359936" y="111596"/>
                  <a:pt x="357226" y="109784"/>
                </a:cubicBezTo>
                <a:cubicBezTo>
                  <a:pt x="354516" y="107972"/>
                  <a:pt x="352709" y="107972"/>
                  <a:pt x="350000" y="106160"/>
                </a:cubicBezTo>
                <a:cubicBezTo>
                  <a:pt x="344580" y="104348"/>
                  <a:pt x="340064" y="101630"/>
                  <a:pt x="334644" y="98911"/>
                </a:cubicBezTo>
                <a:cubicBezTo>
                  <a:pt x="329224" y="97099"/>
                  <a:pt x="323805" y="94381"/>
                  <a:pt x="317482" y="93475"/>
                </a:cubicBezTo>
                <a:cubicBezTo>
                  <a:pt x="316579" y="92569"/>
                  <a:pt x="316579" y="92569"/>
                  <a:pt x="315675" y="92569"/>
                </a:cubicBezTo>
                <a:lnTo>
                  <a:pt x="310256" y="89850"/>
                </a:lnTo>
                <a:cubicBezTo>
                  <a:pt x="290384" y="84414"/>
                  <a:pt x="270512" y="82601"/>
                  <a:pt x="250640" y="82601"/>
                </a:cubicBezTo>
                <a:close/>
                <a:moveTo>
                  <a:pt x="468780" y="54966"/>
                </a:moveTo>
                <a:cubicBezTo>
                  <a:pt x="454553" y="53833"/>
                  <a:pt x="439875" y="54060"/>
                  <a:pt x="424971" y="55419"/>
                </a:cubicBezTo>
                <a:cubicBezTo>
                  <a:pt x="399680" y="59043"/>
                  <a:pt x="375291" y="65386"/>
                  <a:pt x="352709" y="77165"/>
                </a:cubicBezTo>
                <a:cubicBezTo>
                  <a:pt x="357226" y="79883"/>
                  <a:pt x="362645" y="82601"/>
                  <a:pt x="368065" y="85320"/>
                </a:cubicBezTo>
                <a:cubicBezTo>
                  <a:pt x="373485" y="88038"/>
                  <a:pt x="377098" y="90756"/>
                  <a:pt x="382517" y="93475"/>
                </a:cubicBezTo>
                <a:cubicBezTo>
                  <a:pt x="383421" y="94381"/>
                  <a:pt x="385227" y="95287"/>
                  <a:pt x="387034" y="96193"/>
                </a:cubicBezTo>
                <a:cubicBezTo>
                  <a:pt x="389744" y="98911"/>
                  <a:pt x="392453" y="100723"/>
                  <a:pt x="396066" y="102536"/>
                </a:cubicBezTo>
                <a:cubicBezTo>
                  <a:pt x="443037" y="136061"/>
                  <a:pt x="476458" y="184990"/>
                  <a:pt x="491813" y="240261"/>
                </a:cubicBezTo>
                <a:cubicBezTo>
                  <a:pt x="491813" y="241167"/>
                  <a:pt x="491813" y="241167"/>
                  <a:pt x="491813" y="242073"/>
                </a:cubicBezTo>
                <a:cubicBezTo>
                  <a:pt x="492716" y="248416"/>
                  <a:pt x="494523" y="255664"/>
                  <a:pt x="496330" y="262913"/>
                </a:cubicBezTo>
                <a:cubicBezTo>
                  <a:pt x="496330" y="263819"/>
                  <a:pt x="497233" y="265631"/>
                  <a:pt x="497233" y="267444"/>
                </a:cubicBezTo>
                <a:cubicBezTo>
                  <a:pt x="497233" y="269256"/>
                  <a:pt x="498136" y="271974"/>
                  <a:pt x="498136" y="274692"/>
                </a:cubicBezTo>
                <a:cubicBezTo>
                  <a:pt x="498136" y="277410"/>
                  <a:pt x="498136" y="281035"/>
                  <a:pt x="499039" y="283753"/>
                </a:cubicBezTo>
                <a:cubicBezTo>
                  <a:pt x="499039" y="286471"/>
                  <a:pt x="499039" y="288284"/>
                  <a:pt x="499039" y="290096"/>
                </a:cubicBezTo>
                <a:cubicBezTo>
                  <a:pt x="499943" y="295532"/>
                  <a:pt x="499943" y="300969"/>
                  <a:pt x="499943" y="307311"/>
                </a:cubicBezTo>
                <a:lnTo>
                  <a:pt x="499943" y="347179"/>
                </a:lnTo>
                <a:cubicBezTo>
                  <a:pt x="499943" y="357146"/>
                  <a:pt x="503556" y="366207"/>
                  <a:pt x="507169" y="375268"/>
                </a:cubicBezTo>
                <a:lnTo>
                  <a:pt x="564075" y="470407"/>
                </a:lnTo>
                <a:cubicBezTo>
                  <a:pt x="566784" y="476750"/>
                  <a:pt x="569494" y="483998"/>
                  <a:pt x="569494" y="490341"/>
                </a:cubicBezTo>
                <a:cubicBezTo>
                  <a:pt x="569494" y="497590"/>
                  <a:pt x="567688" y="504838"/>
                  <a:pt x="564075" y="510275"/>
                </a:cubicBezTo>
                <a:cubicBezTo>
                  <a:pt x="558655" y="519336"/>
                  <a:pt x="550526" y="526585"/>
                  <a:pt x="539686" y="529303"/>
                </a:cubicBezTo>
                <a:cubicBezTo>
                  <a:pt x="536977" y="530209"/>
                  <a:pt x="532460" y="530209"/>
                  <a:pt x="529750" y="530209"/>
                </a:cubicBezTo>
                <a:lnTo>
                  <a:pt x="504459" y="530209"/>
                </a:lnTo>
                <a:cubicBezTo>
                  <a:pt x="501749" y="530209"/>
                  <a:pt x="499943" y="532927"/>
                  <a:pt x="499943" y="534739"/>
                </a:cubicBezTo>
                <a:lnTo>
                  <a:pt x="499943" y="690586"/>
                </a:lnTo>
                <a:cubicBezTo>
                  <a:pt x="499943" y="723206"/>
                  <a:pt x="473748" y="749482"/>
                  <a:pt x="440327" y="749482"/>
                </a:cubicBezTo>
                <a:lnTo>
                  <a:pt x="366259" y="749482"/>
                </a:lnTo>
                <a:cubicBezTo>
                  <a:pt x="362645" y="749482"/>
                  <a:pt x="359936" y="749482"/>
                  <a:pt x="356323" y="749482"/>
                </a:cubicBezTo>
                <a:cubicBezTo>
                  <a:pt x="355419" y="749482"/>
                  <a:pt x="354516" y="749482"/>
                  <a:pt x="354516" y="749482"/>
                </a:cubicBezTo>
                <a:cubicBezTo>
                  <a:pt x="353613" y="751294"/>
                  <a:pt x="353613" y="751294"/>
                  <a:pt x="353613" y="751294"/>
                </a:cubicBezTo>
                <a:cubicBezTo>
                  <a:pt x="352709" y="751294"/>
                  <a:pt x="352709" y="752200"/>
                  <a:pt x="352709" y="754012"/>
                </a:cubicBezTo>
                <a:lnTo>
                  <a:pt x="352709" y="859119"/>
                </a:lnTo>
                <a:lnTo>
                  <a:pt x="499039" y="859119"/>
                </a:lnTo>
                <a:cubicBezTo>
                  <a:pt x="509879" y="859119"/>
                  <a:pt x="518911" y="851870"/>
                  <a:pt x="523427" y="842809"/>
                </a:cubicBezTo>
                <a:lnTo>
                  <a:pt x="524331" y="840091"/>
                </a:lnTo>
                <a:cubicBezTo>
                  <a:pt x="525234" y="839185"/>
                  <a:pt x="525234" y="838279"/>
                  <a:pt x="525234" y="836466"/>
                </a:cubicBezTo>
                <a:cubicBezTo>
                  <a:pt x="526137" y="834654"/>
                  <a:pt x="526137" y="833748"/>
                  <a:pt x="526137" y="832842"/>
                </a:cubicBezTo>
                <a:lnTo>
                  <a:pt x="526137" y="725924"/>
                </a:lnTo>
                <a:cubicBezTo>
                  <a:pt x="526137" y="716863"/>
                  <a:pt x="528847" y="709614"/>
                  <a:pt x="535170" y="703272"/>
                </a:cubicBezTo>
                <a:cubicBezTo>
                  <a:pt x="540590" y="698741"/>
                  <a:pt x="549622" y="695117"/>
                  <a:pt x="558655" y="695117"/>
                </a:cubicBezTo>
                <a:cubicBezTo>
                  <a:pt x="560461" y="696023"/>
                  <a:pt x="564075" y="696023"/>
                  <a:pt x="566784" y="696023"/>
                </a:cubicBezTo>
                <a:lnTo>
                  <a:pt x="640853" y="696023"/>
                </a:lnTo>
                <a:cubicBezTo>
                  <a:pt x="658918" y="696023"/>
                  <a:pt x="673370" y="680619"/>
                  <a:pt x="673370" y="662498"/>
                </a:cubicBezTo>
                <a:lnTo>
                  <a:pt x="673370" y="590917"/>
                </a:lnTo>
                <a:cubicBezTo>
                  <a:pt x="668854" y="590917"/>
                  <a:pt x="664338" y="590917"/>
                  <a:pt x="659821" y="590917"/>
                </a:cubicBezTo>
                <a:cubicBezTo>
                  <a:pt x="641756" y="590917"/>
                  <a:pt x="624594" y="590011"/>
                  <a:pt x="609238" y="585480"/>
                </a:cubicBezTo>
                <a:cubicBezTo>
                  <a:pt x="602012" y="582762"/>
                  <a:pt x="598399" y="575513"/>
                  <a:pt x="600205" y="568265"/>
                </a:cubicBezTo>
                <a:cubicBezTo>
                  <a:pt x="602012" y="561922"/>
                  <a:pt x="609238" y="557392"/>
                  <a:pt x="617368" y="559204"/>
                </a:cubicBezTo>
                <a:cubicBezTo>
                  <a:pt x="633626" y="563734"/>
                  <a:pt x="651692" y="565546"/>
                  <a:pt x="673370" y="564640"/>
                </a:cubicBezTo>
                <a:lnTo>
                  <a:pt x="673370" y="506651"/>
                </a:lnTo>
                <a:cubicBezTo>
                  <a:pt x="673370" y="490341"/>
                  <a:pt x="687823" y="476750"/>
                  <a:pt x="704082" y="476750"/>
                </a:cubicBezTo>
                <a:lnTo>
                  <a:pt x="729373" y="476750"/>
                </a:lnTo>
                <a:cubicBezTo>
                  <a:pt x="736599" y="476750"/>
                  <a:pt x="739309" y="471313"/>
                  <a:pt x="741116" y="469501"/>
                </a:cubicBezTo>
                <a:cubicBezTo>
                  <a:pt x="742019" y="466783"/>
                  <a:pt x="744729" y="461346"/>
                  <a:pt x="741116" y="456816"/>
                </a:cubicBezTo>
                <a:lnTo>
                  <a:pt x="685113" y="360771"/>
                </a:lnTo>
                <a:cubicBezTo>
                  <a:pt x="677887" y="348085"/>
                  <a:pt x="673370" y="334494"/>
                  <a:pt x="673370" y="319090"/>
                </a:cubicBezTo>
                <a:lnTo>
                  <a:pt x="673370" y="278317"/>
                </a:lnTo>
                <a:cubicBezTo>
                  <a:pt x="673370" y="273786"/>
                  <a:pt x="673370" y="268350"/>
                  <a:pt x="673370" y="262913"/>
                </a:cubicBezTo>
                <a:cubicBezTo>
                  <a:pt x="672467" y="261101"/>
                  <a:pt x="672467" y="259289"/>
                  <a:pt x="672467" y="257477"/>
                </a:cubicBezTo>
                <a:cubicBezTo>
                  <a:pt x="672467" y="253852"/>
                  <a:pt x="671564" y="249322"/>
                  <a:pt x="670661" y="245697"/>
                </a:cubicBezTo>
                <a:cubicBezTo>
                  <a:pt x="670661" y="242979"/>
                  <a:pt x="670661" y="239355"/>
                  <a:pt x="669757" y="236637"/>
                </a:cubicBezTo>
                <a:cubicBezTo>
                  <a:pt x="669757" y="234824"/>
                  <a:pt x="668854" y="232106"/>
                  <a:pt x="667951" y="229388"/>
                </a:cubicBezTo>
                <a:cubicBezTo>
                  <a:pt x="667047" y="226670"/>
                  <a:pt x="667047" y="223951"/>
                  <a:pt x="666144" y="220327"/>
                </a:cubicBezTo>
                <a:cubicBezTo>
                  <a:pt x="666144" y="219421"/>
                  <a:pt x="666144" y="219421"/>
                  <a:pt x="666144" y="219421"/>
                </a:cubicBezTo>
                <a:cubicBezTo>
                  <a:pt x="654402" y="178647"/>
                  <a:pt x="631820" y="140591"/>
                  <a:pt x="598399" y="111596"/>
                </a:cubicBezTo>
                <a:cubicBezTo>
                  <a:pt x="596592" y="108878"/>
                  <a:pt x="592979" y="106160"/>
                  <a:pt x="590269" y="104348"/>
                </a:cubicBezTo>
                <a:cubicBezTo>
                  <a:pt x="589366" y="104348"/>
                  <a:pt x="589366" y="104348"/>
                  <a:pt x="589366" y="104348"/>
                </a:cubicBezTo>
                <a:cubicBezTo>
                  <a:pt x="584850" y="99817"/>
                  <a:pt x="581237" y="97099"/>
                  <a:pt x="576720" y="93475"/>
                </a:cubicBezTo>
                <a:cubicBezTo>
                  <a:pt x="574011" y="92569"/>
                  <a:pt x="571301" y="89850"/>
                  <a:pt x="568591" y="88038"/>
                </a:cubicBezTo>
                <a:cubicBezTo>
                  <a:pt x="566784" y="88038"/>
                  <a:pt x="565881" y="87132"/>
                  <a:pt x="564978" y="86226"/>
                </a:cubicBezTo>
                <a:cubicBezTo>
                  <a:pt x="550526" y="77165"/>
                  <a:pt x="534267" y="70822"/>
                  <a:pt x="518008" y="65386"/>
                </a:cubicBezTo>
                <a:lnTo>
                  <a:pt x="509879" y="62667"/>
                </a:lnTo>
                <a:cubicBezTo>
                  <a:pt x="496781" y="58590"/>
                  <a:pt x="483006" y="56098"/>
                  <a:pt x="468780" y="54966"/>
                </a:cubicBezTo>
                <a:close/>
                <a:moveTo>
                  <a:pt x="672679" y="27840"/>
                </a:moveTo>
                <a:cubicBezTo>
                  <a:pt x="656942" y="26311"/>
                  <a:pt x="640853" y="26424"/>
                  <a:pt x="624594" y="28236"/>
                </a:cubicBezTo>
                <a:cubicBezTo>
                  <a:pt x="599302" y="30048"/>
                  <a:pt x="575817" y="38203"/>
                  <a:pt x="552332" y="49076"/>
                </a:cubicBezTo>
                <a:cubicBezTo>
                  <a:pt x="557752" y="51794"/>
                  <a:pt x="564075" y="54513"/>
                  <a:pt x="569494" y="57231"/>
                </a:cubicBezTo>
                <a:cubicBezTo>
                  <a:pt x="574011" y="59949"/>
                  <a:pt x="578527" y="62667"/>
                  <a:pt x="583043" y="65386"/>
                </a:cubicBezTo>
                <a:cubicBezTo>
                  <a:pt x="583947" y="66292"/>
                  <a:pt x="584850" y="66292"/>
                  <a:pt x="584850" y="67198"/>
                </a:cubicBezTo>
                <a:cubicBezTo>
                  <a:pt x="589366" y="69010"/>
                  <a:pt x="592979" y="71728"/>
                  <a:pt x="596592" y="74447"/>
                </a:cubicBezTo>
                <a:cubicBezTo>
                  <a:pt x="642659" y="107972"/>
                  <a:pt x="676080" y="156901"/>
                  <a:pt x="691436" y="213078"/>
                </a:cubicBezTo>
                <a:cubicBezTo>
                  <a:pt x="694146" y="220327"/>
                  <a:pt x="695049" y="227576"/>
                  <a:pt x="695952" y="234824"/>
                </a:cubicBezTo>
                <a:cubicBezTo>
                  <a:pt x="696855" y="236637"/>
                  <a:pt x="696855" y="238449"/>
                  <a:pt x="696855" y="238449"/>
                </a:cubicBezTo>
                <a:cubicBezTo>
                  <a:pt x="697759" y="242073"/>
                  <a:pt x="697759" y="243885"/>
                  <a:pt x="698662" y="246604"/>
                </a:cubicBezTo>
                <a:cubicBezTo>
                  <a:pt x="698662" y="249322"/>
                  <a:pt x="699565" y="253852"/>
                  <a:pt x="699565" y="256570"/>
                </a:cubicBezTo>
                <a:cubicBezTo>
                  <a:pt x="699565" y="258383"/>
                  <a:pt x="700469" y="260195"/>
                  <a:pt x="700469" y="262913"/>
                </a:cubicBezTo>
                <a:cubicBezTo>
                  <a:pt x="700469" y="268350"/>
                  <a:pt x="700469" y="273786"/>
                  <a:pt x="700469" y="278317"/>
                </a:cubicBezTo>
                <a:lnTo>
                  <a:pt x="700469" y="319090"/>
                </a:lnTo>
                <a:cubicBezTo>
                  <a:pt x="700469" y="321809"/>
                  <a:pt x="700469" y="324527"/>
                  <a:pt x="700469" y="326339"/>
                </a:cubicBezTo>
                <a:cubicBezTo>
                  <a:pt x="701372" y="334494"/>
                  <a:pt x="704082" y="340837"/>
                  <a:pt x="708598" y="347179"/>
                </a:cubicBezTo>
                <a:lnTo>
                  <a:pt x="763697" y="442318"/>
                </a:lnTo>
                <a:cubicBezTo>
                  <a:pt x="769117" y="451379"/>
                  <a:pt x="770924" y="462252"/>
                  <a:pt x="768214" y="473125"/>
                </a:cubicBezTo>
                <a:cubicBezTo>
                  <a:pt x="767311" y="476750"/>
                  <a:pt x="766407" y="479468"/>
                  <a:pt x="763697" y="482186"/>
                </a:cubicBezTo>
                <a:cubicBezTo>
                  <a:pt x="757375" y="495778"/>
                  <a:pt x="744729" y="503026"/>
                  <a:pt x="729373" y="503026"/>
                </a:cubicBezTo>
                <a:lnTo>
                  <a:pt x="704082" y="503026"/>
                </a:lnTo>
                <a:cubicBezTo>
                  <a:pt x="702275" y="503026"/>
                  <a:pt x="700469" y="504838"/>
                  <a:pt x="700469" y="506651"/>
                </a:cubicBezTo>
                <a:lnTo>
                  <a:pt x="700469" y="662498"/>
                </a:lnTo>
                <a:cubicBezTo>
                  <a:pt x="700469" y="696023"/>
                  <a:pt x="673370" y="722299"/>
                  <a:pt x="640853" y="722299"/>
                </a:cubicBezTo>
                <a:lnTo>
                  <a:pt x="566784" y="722299"/>
                </a:lnTo>
                <a:cubicBezTo>
                  <a:pt x="563171" y="722299"/>
                  <a:pt x="559558" y="722299"/>
                  <a:pt x="556848" y="722299"/>
                </a:cubicBezTo>
                <a:cubicBezTo>
                  <a:pt x="555042" y="721393"/>
                  <a:pt x="554139" y="722299"/>
                  <a:pt x="553235" y="723206"/>
                </a:cubicBezTo>
                <a:cubicBezTo>
                  <a:pt x="552332" y="724112"/>
                  <a:pt x="552332" y="725018"/>
                  <a:pt x="552332" y="725924"/>
                </a:cubicBezTo>
                <a:lnTo>
                  <a:pt x="552332" y="831030"/>
                </a:lnTo>
                <a:lnTo>
                  <a:pt x="700469" y="831030"/>
                </a:lnTo>
                <a:cubicBezTo>
                  <a:pt x="714921" y="831030"/>
                  <a:pt x="725760" y="819251"/>
                  <a:pt x="725760" y="804753"/>
                </a:cubicBezTo>
                <a:lnTo>
                  <a:pt x="725760" y="698741"/>
                </a:lnTo>
                <a:cubicBezTo>
                  <a:pt x="725760" y="689680"/>
                  <a:pt x="729373" y="681526"/>
                  <a:pt x="735696" y="676089"/>
                </a:cubicBezTo>
                <a:cubicBezTo>
                  <a:pt x="742019" y="669746"/>
                  <a:pt x="750148" y="667028"/>
                  <a:pt x="758278" y="667934"/>
                </a:cubicBezTo>
                <a:cubicBezTo>
                  <a:pt x="761891" y="667934"/>
                  <a:pt x="764601" y="667934"/>
                  <a:pt x="767311" y="667934"/>
                </a:cubicBezTo>
                <a:lnTo>
                  <a:pt x="840475" y="667934"/>
                </a:lnTo>
                <a:cubicBezTo>
                  <a:pt x="858541" y="667934"/>
                  <a:pt x="873897" y="653437"/>
                  <a:pt x="873897" y="635315"/>
                </a:cubicBezTo>
                <a:lnTo>
                  <a:pt x="873897" y="563734"/>
                </a:lnTo>
                <a:cubicBezTo>
                  <a:pt x="869380" y="563734"/>
                  <a:pt x="864864" y="563734"/>
                  <a:pt x="860347" y="563734"/>
                </a:cubicBezTo>
                <a:cubicBezTo>
                  <a:pt x="842282" y="563734"/>
                  <a:pt x="825120" y="561922"/>
                  <a:pt x="809764" y="557392"/>
                </a:cubicBezTo>
                <a:cubicBezTo>
                  <a:pt x="802538" y="555579"/>
                  <a:pt x="798925" y="548331"/>
                  <a:pt x="800732" y="540176"/>
                </a:cubicBezTo>
                <a:cubicBezTo>
                  <a:pt x="802538" y="532927"/>
                  <a:pt x="810667" y="529303"/>
                  <a:pt x="816990" y="531115"/>
                </a:cubicBezTo>
                <a:cubicBezTo>
                  <a:pt x="834153" y="536552"/>
                  <a:pt x="853121" y="538364"/>
                  <a:pt x="873897" y="536552"/>
                </a:cubicBezTo>
                <a:lnTo>
                  <a:pt x="873897" y="479468"/>
                </a:lnTo>
                <a:cubicBezTo>
                  <a:pt x="873897" y="461346"/>
                  <a:pt x="888349" y="447755"/>
                  <a:pt x="904608" y="447755"/>
                </a:cubicBezTo>
                <a:lnTo>
                  <a:pt x="929899" y="447755"/>
                </a:lnTo>
                <a:cubicBezTo>
                  <a:pt x="936222" y="447755"/>
                  <a:pt x="940739" y="443224"/>
                  <a:pt x="941642" y="441412"/>
                </a:cubicBezTo>
                <a:cubicBezTo>
                  <a:pt x="942545" y="439600"/>
                  <a:pt x="945255" y="434164"/>
                  <a:pt x="941642" y="427821"/>
                </a:cubicBezTo>
                <a:lnTo>
                  <a:pt x="885639" y="333588"/>
                </a:lnTo>
                <a:cubicBezTo>
                  <a:pt x="878413" y="320903"/>
                  <a:pt x="873897" y="306405"/>
                  <a:pt x="873897" y="291002"/>
                </a:cubicBezTo>
                <a:lnTo>
                  <a:pt x="873897" y="251134"/>
                </a:lnTo>
                <a:cubicBezTo>
                  <a:pt x="873897" y="186802"/>
                  <a:pt x="846798" y="126094"/>
                  <a:pt x="799828" y="84414"/>
                </a:cubicBezTo>
                <a:cubicBezTo>
                  <a:pt x="763923" y="51794"/>
                  <a:pt x="719889" y="32427"/>
                  <a:pt x="672679" y="27840"/>
                </a:cubicBezTo>
                <a:close/>
                <a:moveTo>
                  <a:pt x="675741" y="1011"/>
                </a:moveTo>
                <a:cubicBezTo>
                  <a:pt x="728413" y="5810"/>
                  <a:pt x="777020" y="27557"/>
                  <a:pt x="816990" y="63574"/>
                </a:cubicBezTo>
                <a:cubicBezTo>
                  <a:pt x="870283" y="111596"/>
                  <a:pt x="900995" y="179553"/>
                  <a:pt x="900995" y="251134"/>
                </a:cubicBezTo>
                <a:lnTo>
                  <a:pt x="900995" y="291002"/>
                </a:lnTo>
                <a:cubicBezTo>
                  <a:pt x="900995" y="301875"/>
                  <a:pt x="903704" y="310936"/>
                  <a:pt x="908221" y="319997"/>
                </a:cubicBezTo>
                <a:lnTo>
                  <a:pt x="964224" y="414230"/>
                </a:lnTo>
                <a:cubicBezTo>
                  <a:pt x="971450" y="426915"/>
                  <a:pt x="971450" y="441412"/>
                  <a:pt x="964224" y="455004"/>
                </a:cubicBezTo>
                <a:cubicBezTo>
                  <a:pt x="956997" y="466783"/>
                  <a:pt x="944352" y="474938"/>
                  <a:pt x="929899" y="474938"/>
                </a:cubicBezTo>
                <a:lnTo>
                  <a:pt x="904608" y="474938"/>
                </a:lnTo>
                <a:cubicBezTo>
                  <a:pt x="902801" y="474938"/>
                  <a:pt x="900995" y="476750"/>
                  <a:pt x="900995" y="479468"/>
                </a:cubicBezTo>
                <a:lnTo>
                  <a:pt x="900995" y="635315"/>
                </a:lnTo>
                <a:cubicBezTo>
                  <a:pt x="900995" y="667934"/>
                  <a:pt x="873897" y="694211"/>
                  <a:pt x="840475" y="694211"/>
                </a:cubicBezTo>
                <a:lnTo>
                  <a:pt x="767311" y="694211"/>
                </a:lnTo>
                <a:cubicBezTo>
                  <a:pt x="763697" y="694211"/>
                  <a:pt x="760084" y="694211"/>
                  <a:pt x="757375" y="694211"/>
                </a:cubicBezTo>
                <a:cubicBezTo>
                  <a:pt x="755568" y="694211"/>
                  <a:pt x="754665" y="695117"/>
                  <a:pt x="753761" y="695117"/>
                </a:cubicBezTo>
                <a:cubicBezTo>
                  <a:pt x="753761" y="696023"/>
                  <a:pt x="752858" y="696929"/>
                  <a:pt x="752858" y="698741"/>
                </a:cubicBezTo>
                <a:lnTo>
                  <a:pt x="752858" y="804753"/>
                </a:lnTo>
                <a:cubicBezTo>
                  <a:pt x="752858" y="833748"/>
                  <a:pt x="728470" y="857306"/>
                  <a:pt x="700469" y="857306"/>
                </a:cubicBezTo>
                <a:lnTo>
                  <a:pt x="546009" y="857306"/>
                </a:lnTo>
                <a:cubicBezTo>
                  <a:pt x="536977" y="874522"/>
                  <a:pt x="519814" y="885395"/>
                  <a:pt x="499039" y="885395"/>
                </a:cubicBezTo>
                <a:lnTo>
                  <a:pt x="345483" y="885395"/>
                </a:lnTo>
                <a:cubicBezTo>
                  <a:pt x="336451" y="902611"/>
                  <a:pt x="319288" y="913484"/>
                  <a:pt x="299416" y="913484"/>
                </a:cubicBezTo>
                <a:lnTo>
                  <a:pt x="112439" y="913484"/>
                </a:lnTo>
                <a:cubicBezTo>
                  <a:pt x="83534" y="913484"/>
                  <a:pt x="58243" y="889926"/>
                  <a:pt x="58243" y="860025"/>
                </a:cubicBezTo>
                <a:lnTo>
                  <a:pt x="58243" y="640752"/>
                </a:lnTo>
                <a:cubicBezTo>
                  <a:pt x="58243" y="617193"/>
                  <a:pt x="53726" y="471313"/>
                  <a:pt x="46500" y="452285"/>
                </a:cubicBezTo>
                <a:cubicBezTo>
                  <a:pt x="11273" y="402451"/>
                  <a:pt x="-4986" y="340837"/>
                  <a:pt x="1337" y="279223"/>
                </a:cubicBezTo>
                <a:cubicBezTo>
                  <a:pt x="13079" y="163243"/>
                  <a:pt x="106117" y="70822"/>
                  <a:pt x="221735" y="57231"/>
                </a:cubicBezTo>
                <a:cubicBezTo>
                  <a:pt x="255156" y="53607"/>
                  <a:pt x="287674" y="56325"/>
                  <a:pt x="319288" y="65386"/>
                </a:cubicBezTo>
                <a:cubicBezTo>
                  <a:pt x="350903" y="46358"/>
                  <a:pt x="386130" y="33673"/>
                  <a:pt x="421358" y="29142"/>
                </a:cubicBezTo>
                <a:cubicBezTo>
                  <a:pt x="454779" y="25518"/>
                  <a:pt x="488200" y="28236"/>
                  <a:pt x="519814" y="37297"/>
                </a:cubicBezTo>
                <a:cubicBezTo>
                  <a:pt x="551429" y="17363"/>
                  <a:pt x="585753" y="5584"/>
                  <a:pt x="621884" y="1960"/>
                </a:cubicBezTo>
                <a:cubicBezTo>
                  <a:pt x="640175" y="-305"/>
                  <a:pt x="658184" y="-589"/>
                  <a:pt x="675741" y="10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8" name="Freeform 13">
            <a:extLst>
              <a:ext uri="{FF2B5EF4-FFF2-40B4-BE49-F238E27FC236}">
                <a16:creationId xmlns:a16="http://schemas.microsoft.com/office/drawing/2014/main" id="{1677E4B5-2BC0-4A1B-99AF-B9F9B2D44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3739" y="11277303"/>
            <a:ext cx="969360" cy="969363"/>
          </a:xfrm>
          <a:custGeom>
            <a:avLst/>
            <a:gdLst>
              <a:gd name="T0" fmla="*/ 741 w 1073"/>
              <a:gd name="T1" fmla="*/ 720 h 1073"/>
              <a:gd name="T2" fmla="*/ 797 w 1073"/>
              <a:gd name="T3" fmla="*/ 667 h 1073"/>
              <a:gd name="T4" fmla="*/ 781 w 1073"/>
              <a:gd name="T5" fmla="*/ 577 h 1073"/>
              <a:gd name="T6" fmla="*/ 661 w 1073"/>
              <a:gd name="T7" fmla="*/ 588 h 1073"/>
              <a:gd name="T8" fmla="*/ 651 w 1073"/>
              <a:gd name="T9" fmla="*/ 441 h 1073"/>
              <a:gd name="T10" fmla="*/ 656 w 1073"/>
              <a:gd name="T11" fmla="*/ 429 h 1073"/>
              <a:gd name="T12" fmla="*/ 604 w 1073"/>
              <a:gd name="T13" fmla="*/ 386 h 1073"/>
              <a:gd name="T14" fmla="*/ 598 w 1073"/>
              <a:gd name="T15" fmla="*/ 312 h 1073"/>
              <a:gd name="T16" fmla="*/ 654 w 1073"/>
              <a:gd name="T17" fmla="*/ 301 h 1073"/>
              <a:gd name="T18" fmla="*/ 705 w 1073"/>
              <a:gd name="T19" fmla="*/ 363 h 1073"/>
              <a:gd name="T20" fmla="*/ 728 w 1073"/>
              <a:gd name="T21" fmla="*/ 365 h 1073"/>
              <a:gd name="T22" fmla="*/ 1022 w 1073"/>
              <a:gd name="T23" fmla="*/ 487 h 1073"/>
              <a:gd name="T24" fmla="*/ 1022 w 1073"/>
              <a:gd name="T25" fmla="*/ 585 h 1073"/>
              <a:gd name="T26" fmla="*/ 535 w 1073"/>
              <a:gd name="T27" fmla="*/ 1042 h 1073"/>
              <a:gd name="T28" fmla="*/ 278 w 1073"/>
              <a:gd name="T29" fmla="*/ 814 h 1073"/>
              <a:gd name="T30" fmla="*/ 374 w 1073"/>
              <a:gd name="T31" fmla="*/ 772 h 1073"/>
              <a:gd name="T32" fmla="*/ 494 w 1073"/>
              <a:gd name="T33" fmla="*/ 781 h 1073"/>
              <a:gd name="T34" fmla="*/ 510 w 1073"/>
              <a:gd name="T35" fmla="*/ 692 h 1073"/>
              <a:gd name="T36" fmla="*/ 535 w 1073"/>
              <a:gd name="T37" fmla="*/ 557 h 1073"/>
              <a:gd name="T38" fmla="*/ 642 w 1073"/>
              <a:gd name="T39" fmla="*/ 656 h 1073"/>
              <a:gd name="T40" fmla="*/ 685 w 1073"/>
              <a:gd name="T41" fmla="*/ 605 h 1073"/>
              <a:gd name="T42" fmla="*/ 704 w 1073"/>
              <a:gd name="T43" fmla="*/ 589 h 1073"/>
              <a:gd name="T44" fmla="*/ 770 w 1073"/>
              <a:gd name="T45" fmla="*/ 655 h 1073"/>
              <a:gd name="T46" fmla="*/ 709 w 1073"/>
              <a:gd name="T47" fmla="*/ 706 h 1073"/>
              <a:gd name="T48" fmla="*/ 703 w 1073"/>
              <a:gd name="T49" fmla="*/ 717 h 1073"/>
              <a:gd name="T50" fmla="*/ 584 w 1073"/>
              <a:gd name="T51" fmla="*/ 1022 h 1073"/>
              <a:gd name="T52" fmla="*/ 49 w 1073"/>
              <a:gd name="T53" fmla="*/ 487 h 1073"/>
              <a:gd name="T54" fmla="*/ 299 w 1073"/>
              <a:gd name="T55" fmla="*/ 374 h 1073"/>
              <a:gd name="T56" fmla="*/ 274 w 1073"/>
              <a:gd name="T57" fmla="*/ 405 h 1073"/>
              <a:gd name="T58" fmla="*/ 379 w 1073"/>
              <a:gd name="T59" fmla="*/ 510 h 1073"/>
              <a:gd name="T60" fmla="*/ 432 w 1073"/>
              <a:gd name="T61" fmla="*/ 454 h 1073"/>
              <a:gd name="T62" fmla="*/ 420 w 1073"/>
              <a:gd name="T63" fmla="*/ 631 h 1073"/>
              <a:gd name="T64" fmla="*/ 421 w 1073"/>
              <a:gd name="T65" fmla="*/ 653 h 1073"/>
              <a:gd name="T66" fmla="*/ 483 w 1073"/>
              <a:gd name="T67" fmla="*/ 705 h 1073"/>
              <a:gd name="T68" fmla="*/ 473 w 1073"/>
              <a:gd name="T69" fmla="*/ 761 h 1073"/>
              <a:gd name="T70" fmla="*/ 398 w 1073"/>
              <a:gd name="T71" fmla="*/ 754 h 1073"/>
              <a:gd name="T72" fmla="*/ 355 w 1073"/>
              <a:gd name="T73" fmla="*/ 703 h 1073"/>
              <a:gd name="T74" fmla="*/ 257 w 1073"/>
              <a:gd name="T75" fmla="*/ 793 h 1073"/>
              <a:gd name="T76" fmla="*/ 29 w 1073"/>
              <a:gd name="T77" fmla="*/ 536 h 1073"/>
              <a:gd name="T78" fmla="*/ 535 w 1073"/>
              <a:gd name="T79" fmla="*/ 29 h 1073"/>
              <a:gd name="T80" fmla="*/ 793 w 1073"/>
              <a:gd name="T81" fmla="*/ 258 h 1073"/>
              <a:gd name="T82" fmla="*/ 697 w 1073"/>
              <a:gd name="T83" fmla="*/ 300 h 1073"/>
              <a:gd name="T84" fmla="*/ 577 w 1073"/>
              <a:gd name="T85" fmla="*/ 291 h 1073"/>
              <a:gd name="T86" fmla="*/ 561 w 1073"/>
              <a:gd name="T87" fmla="*/ 380 h 1073"/>
              <a:gd name="T88" fmla="*/ 535 w 1073"/>
              <a:gd name="T89" fmla="*/ 515 h 1073"/>
              <a:gd name="T90" fmla="*/ 429 w 1073"/>
              <a:gd name="T91" fmla="*/ 416 h 1073"/>
              <a:gd name="T92" fmla="*/ 385 w 1073"/>
              <a:gd name="T93" fmla="*/ 467 h 1073"/>
              <a:gd name="T94" fmla="*/ 367 w 1073"/>
              <a:gd name="T95" fmla="*/ 483 h 1073"/>
              <a:gd name="T96" fmla="*/ 300 w 1073"/>
              <a:gd name="T97" fmla="*/ 417 h 1073"/>
              <a:gd name="T98" fmla="*/ 363 w 1073"/>
              <a:gd name="T99" fmla="*/ 366 h 1073"/>
              <a:gd name="T100" fmla="*/ 369 w 1073"/>
              <a:gd name="T101" fmla="*/ 355 h 1073"/>
              <a:gd name="T102" fmla="*/ 487 w 1073"/>
              <a:gd name="T103" fmla="*/ 49 h 1073"/>
              <a:gd name="T104" fmla="*/ 605 w 1073"/>
              <a:gd name="T105" fmla="*/ 29 h 1073"/>
              <a:gd name="T106" fmla="*/ 466 w 1073"/>
              <a:gd name="T107" fmla="*/ 29 h 1073"/>
              <a:gd name="T108" fmla="*/ 0 w 1073"/>
              <a:gd name="T109" fmla="*/ 536 h 1073"/>
              <a:gd name="T110" fmla="*/ 466 w 1073"/>
              <a:gd name="T111" fmla="*/ 1043 h 1073"/>
              <a:gd name="T112" fmla="*/ 535 w 1073"/>
              <a:gd name="T113" fmla="*/ 1072 h 1073"/>
              <a:gd name="T114" fmla="*/ 1042 w 1073"/>
              <a:gd name="T115" fmla="*/ 605 h 1073"/>
              <a:gd name="T116" fmla="*/ 1042 w 1073"/>
              <a:gd name="T117" fmla="*/ 466 h 1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73" h="1073">
                <a:moveTo>
                  <a:pt x="1022" y="585"/>
                </a:moveTo>
                <a:lnTo>
                  <a:pt x="813" y="793"/>
                </a:lnTo>
                <a:lnTo>
                  <a:pt x="741" y="720"/>
                </a:lnTo>
                <a:lnTo>
                  <a:pt x="772" y="698"/>
                </a:lnTo>
                <a:lnTo>
                  <a:pt x="772" y="698"/>
                </a:lnTo>
                <a:cubicBezTo>
                  <a:pt x="783" y="689"/>
                  <a:pt x="792" y="678"/>
                  <a:pt x="797" y="667"/>
                </a:cubicBezTo>
                <a:lnTo>
                  <a:pt x="797" y="667"/>
                </a:lnTo>
                <a:cubicBezTo>
                  <a:pt x="811" y="637"/>
                  <a:pt x="805" y="601"/>
                  <a:pt x="781" y="577"/>
                </a:cubicBezTo>
                <a:lnTo>
                  <a:pt x="781" y="577"/>
                </a:lnTo>
                <a:cubicBezTo>
                  <a:pt x="758" y="554"/>
                  <a:pt x="722" y="548"/>
                  <a:pt x="692" y="561"/>
                </a:cubicBezTo>
                <a:lnTo>
                  <a:pt x="692" y="561"/>
                </a:lnTo>
                <a:cubicBezTo>
                  <a:pt x="680" y="567"/>
                  <a:pt x="670" y="576"/>
                  <a:pt x="661" y="588"/>
                </a:cubicBezTo>
                <a:lnTo>
                  <a:pt x="639" y="619"/>
                </a:lnTo>
                <a:lnTo>
                  <a:pt x="556" y="536"/>
                </a:lnTo>
                <a:lnTo>
                  <a:pt x="651" y="441"/>
                </a:lnTo>
                <a:lnTo>
                  <a:pt x="651" y="441"/>
                </a:lnTo>
                <a:cubicBezTo>
                  <a:pt x="655" y="438"/>
                  <a:pt x="657" y="433"/>
                  <a:pt x="656" y="429"/>
                </a:cubicBezTo>
                <a:lnTo>
                  <a:pt x="656" y="429"/>
                </a:lnTo>
                <a:cubicBezTo>
                  <a:pt x="656" y="425"/>
                  <a:pt x="653" y="421"/>
                  <a:pt x="650" y="418"/>
                </a:cubicBezTo>
                <a:lnTo>
                  <a:pt x="604" y="386"/>
                </a:lnTo>
                <a:lnTo>
                  <a:pt x="604" y="386"/>
                </a:lnTo>
                <a:cubicBezTo>
                  <a:pt x="596" y="380"/>
                  <a:pt x="592" y="374"/>
                  <a:pt x="588" y="367"/>
                </a:cubicBezTo>
                <a:lnTo>
                  <a:pt x="588" y="367"/>
                </a:lnTo>
                <a:cubicBezTo>
                  <a:pt x="580" y="349"/>
                  <a:pt x="583" y="326"/>
                  <a:pt x="598" y="312"/>
                </a:cubicBezTo>
                <a:lnTo>
                  <a:pt x="598" y="312"/>
                </a:lnTo>
                <a:cubicBezTo>
                  <a:pt x="613" y="296"/>
                  <a:pt x="635" y="292"/>
                  <a:pt x="654" y="301"/>
                </a:cubicBezTo>
                <a:lnTo>
                  <a:pt x="654" y="301"/>
                </a:lnTo>
                <a:cubicBezTo>
                  <a:pt x="661" y="304"/>
                  <a:pt x="667" y="310"/>
                  <a:pt x="673" y="317"/>
                </a:cubicBezTo>
                <a:lnTo>
                  <a:pt x="705" y="363"/>
                </a:lnTo>
                <a:lnTo>
                  <a:pt x="705" y="363"/>
                </a:lnTo>
                <a:cubicBezTo>
                  <a:pt x="708" y="366"/>
                  <a:pt x="712" y="369"/>
                  <a:pt x="716" y="369"/>
                </a:cubicBezTo>
                <a:lnTo>
                  <a:pt x="716" y="369"/>
                </a:lnTo>
                <a:cubicBezTo>
                  <a:pt x="721" y="369"/>
                  <a:pt x="725" y="368"/>
                  <a:pt x="728" y="365"/>
                </a:cubicBezTo>
                <a:lnTo>
                  <a:pt x="813" y="279"/>
                </a:lnTo>
                <a:lnTo>
                  <a:pt x="1022" y="487"/>
                </a:lnTo>
                <a:lnTo>
                  <a:pt x="1022" y="487"/>
                </a:lnTo>
                <a:cubicBezTo>
                  <a:pt x="1035" y="500"/>
                  <a:pt x="1042" y="518"/>
                  <a:pt x="1042" y="536"/>
                </a:cubicBezTo>
                <a:lnTo>
                  <a:pt x="1042" y="536"/>
                </a:lnTo>
                <a:cubicBezTo>
                  <a:pt x="1042" y="555"/>
                  <a:pt x="1035" y="572"/>
                  <a:pt x="1022" y="585"/>
                </a:cubicBezTo>
                <a:close/>
                <a:moveTo>
                  <a:pt x="584" y="1022"/>
                </a:moveTo>
                <a:lnTo>
                  <a:pt x="584" y="1022"/>
                </a:lnTo>
                <a:cubicBezTo>
                  <a:pt x="571" y="1035"/>
                  <a:pt x="554" y="1042"/>
                  <a:pt x="535" y="1042"/>
                </a:cubicBezTo>
                <a:lnTo>
                  <a:pt x="535" y="1042"/>
                </a:lnTo>
                <a:cubicBezTo>
                  <a:pt x="517" y="1042"/>
                  <a:pt x="500" y="1035"/>
                  <a:pt x="487" y="1022"/>
                </a:cubicBezTo>
                <a:lnTo>
                  <a:pt x="278" y="814"/>
                </a:lnTo>
                <a:lnTo>
                  <a:pt x="351" y="741"/>
                </a:lnTo>
                <a:lnTo>
                  <a:pt x="374" y="772"/>
                </a:lnTo>
                <a:lnTo>
                  <a:pt x="374" y="772"/>
                </a:lnTo>
                <a:cubicBezTo>
                  <a:pt x="383" y="784"/>
                  <a:pt x="393" y="792"/>
                  <a:pt x="405" y="798"/>
                </a:cubicBezTo>
                <a:lnTo>
                  <a:pt x="405" y="798"/>
                </a:lnTo>
                <a:cubicBezTo>
                  <a:pt x="434" y="812"/>
                  <a:pt x="470" y="805"/>
                  <a:pt x="494" y="781"/>
                </a:cubicBezTo>
                <a:lnTo>
                  <a:pt x="494" y="781"/>
                </a:lnTo>
                <a:cubicBezTo>
                  <a:pt x="517" y="759"/>
                  <a:pt x="523" y="722"/>
                  <a:pt x="510" y="692"/>
                </a:cubicBezTo>
                <a:lnTo>
                  <a:pt x="510" y="692"/>
                </a:lnTo>
                <a:cubicBezTo>
                  <a:pt x="505" y="681"/>
                  <a:pt x="495" y="670"/>
                  <a:pt x="484" y="662"/>
                </a:cubicBezTo>
                <a:lnTo>
                  <a:pt x="452" y="640"/>
                </a:lnTo>
                <a:lnTo>
                  <a:pt x="535" y="557"/>
                </a:lnTo>
                <a:lnTo>
                  <a:pt x="630" y="652"/>
                </a:lnTo>
                <a:lnTo>
                  <a:pt x="630" y="652"/>
                </a:lnTo>
                <a:cubicBezTo>
                  <a:pt x="634" y="655"/>
                  <a:pt x="638" y="657"/>
                  <a:pt x="642" y="656"/>
                </a:cubicBezTo>
                <a:lnTo>
                  <a:pt x="642" y="656"/>
                </a:lnTo>
                <a:cubicBezTo>
                  <a:pt x="646" y="656"/>
                  <a:pt x="651" y="653"/>
                  <a:pt x="653" y="650"/>
                </a:cubicBezTo>
                <a:lnTo>
                  <a:pt x="685" y="605"/>
                </a:lnTo>
                <a:lnTo>
                  <a:pt x="685" y="605"/>
                </a:lnTo>
                <a:cubicBezTo>
                  <a:pt x="691" y="597"/>
                  <a:pt x="698" y="592"/>
                  <a:pt x="704" y="589"/>
                </a:cubicBezTo>
                <a:lnTo>
                  <a:pt x="704" y="589"/>
                </a:lnTo>
                <a:cubicBezTo>
                  <a:pt x="723" y="580"/>
                  <a:pt x="746" y="584"/>
                  <a:pt x="760" y="598"/>
                </a:cubicBezTo>
                <a:lnTo>
                  <a:pt x="760" y="598"/>
                </a:lnTo>
                <a:cubicBezTo>
                  <a:pt x="775" y="614"/>
                  <a:pt x="779" y="635"/>
                  <a:pt x="770" y="655"/>
                </a:cubicBezTo>
                <a:lnTo>
                  <a:pt x="770" y="655"/>
                </a:lnTo>
                <a:cubicBezTo>
                  <a:pt x="768" y="662"/>
                  <a:pt x="762" y="668"/>
                  <a:pt x="754" y="674"/>
                </a:cubicBezTo>
                <a:lnTo>
                  <a:pt x="709" y="706"/>
                </a:lnTo>
                <a:lnTo>
                  <a:pt x="709" y="706"/>
                </a:lnTo>
                <a:cubicBezTo>
                  <a:pt x="705" y="709"/>
                  <a:pt x="704" y="712"/>
                  <a:pt x="703" y="717"/>
                </a:cubicBezTo>
                <a:lnTo>
                  <a:pt x="703" y="717"/>
                </a:lnTo>
                <a:cubicBezTo>
                  <a:pt x="703" y="721"/>
                  <a:pt x="704" y="726"/>
                  <a:pt x="707" y="728"/>
                </a:cubicBezTo>
                <a:lnTo>
                  <a:pt x="793" y="814"/>
                </a:lnTo>
                <a:lnTo>
                  <a:pt x="584" y="1022"/>
                </a:lnTo>
                <a:close/>
                <a:moveTo>
                  <a:pt x="29" y="536"/>
                </a:moveTo>
                <a:lnTo>
                  <a:pt x="29" y="536"/>
                </a:lnTo>
                <a:cubicBezTo>
                  <a:pt x="29" y="518"/>
                  <a:pt x="37" y="500"/>
                  <a:pt x="49" y="487"/>
                </a:cubicBezTo>
                <a:lnTo>
                  <a:pt x="257" y="279"/>
                </a:lnTo>
                <a:lnTo>
                  <a:pt x="331" y="352"/>
                </a:lnTo>
                <a:lnTo>
                  <a:pt x="299" y="374"/>
                </a:lnTo>
                <a:lnTo>
                  <a:pt x="299" y="374"/>
                </a:lnTo>
                <a:cubicBezTo>
                  <a:pt x="288" y="383"/>
                  <a:pt x="279" y="393"/>
                  <a:pt x="274" y="405"/>
                </a:cubicBezTo>
                <a:lnTo>
                  <a:pt x="274" y="405"/>
                </a:lnTo>
                <a:cubicBezTo>
                  <a:pt x="260" y="435"/>
                  <a:pt x="267" y="471"/>
                  <a:pt x="290" y="494"/>
                </a:cubicBezTo>
                <a:lnTo>
                  <a:pt x="290" y="494"/>
                </a:lnTo>
                <a:cubicBezTo>
                  <a:pt x="313" y="518"/>
                  <a:pt x="349" y="524"/>
                  <a:pt x="379" y="510"/>
                </a:cubicBezTo>
                <a:lnTo>
                  <a:pt x="379" y="510"/>
                </a:lnTo>
                <a:cubicBezTo>
                  <a:pt x="391" y="505"/>
                  <a:pt x="401" y="497"/>
                  <a:pt x="410" y="484"/>
                </a:cubicBezTo>
                <a:lnTo>
                  <a:pt x="432" y="454"/>
                </a:lnTo>
                <a:lnTo>
                  <a:pt x="515" y="536"/>
                </a:lnTo>
                <a:lnTo>
                  <a:pt x="420" y="631"/>
                </a:lnTo>
                <a:lnTo>
                  <a:pt x="420" y="631"/>
                </a:lnTo>
                <a:cubicBezTo>
                  <a:pt x="416" y="634"/>
                  <a:pt x="415" y="638"/>
                  <a:pt x="415" y="642"/>
                </a:cubicBezTo>
                <a:lnTo>
                  <a:pt x="415" y="642"/>
                </a:lnTo>
                <a:cubicBezTo>
                  <a:pt x="415" y="647"/>
                  <a:pt x="418" y="651"/>
                  <a:pt x="421" y="653"/>
                </a:cubicBezTo>
                <a:lnTo>
                  <a:pt x="467" y="686"/>
                </a:lnTo>
                <a:lnTo>
                  <a:pt x="467" y="686"/>
                </a:lnTo>
                <a:cubicBezTo>
                  <a:pt x="475" y="691"/>
                  <a:pt x="480" y="698"/>
                  <a:pt x="483" y="705"/>
                </a:cubicBezTo>
                <a:lnTo>
                  <a:pt x="483" y="705"/>
                </a:lnTo>
                <a:cubicBezTo>
                  <a:pt x="491" y="723"/>
                  <a:pt x="487" y="746"/>
                  <a:pt x="473" y="761"/>
                </a:cubicBezTo>
                <a:lnTo>
                  <a:pt x="473" y="761"/>
                </a:lnTo>
                <a:cubicBezTo>
                  <a:pt x="458" y="775"/>
                  <a:pt x="436" y="779"/>
                  <a:pt x="416" y="771"/>
                </a:cubicBezTo>
                <a:lnTo>
                  <a:pt x="416" y="771"/>
                </a:lnTo>
                <a:cubicBezTo>
                  <a:pt x="410" y="768"/>
                  <a:pt x="404" y="762"/>
                  <a:pt x="398" y="754"/>
                </a:cubicBezTo>
                <a:lnTo>
                  <a:pt x="366" y="710"/>
                </a:lnTo>
                <a:lnTo>
                  <a:pt x="366" y="710"/>
                </a:lnTo>
                <a:cubicBezTo>
                  <a:pt x="363" y="705"/>
                  <a:pt x="359" y="704"/>
                  <a:pt x="355" y="703"/>
                </a:cubicBezTo>
                <a:lnTo>
                  <a:pt x="355" y="703"/>
                </a:lnTo>
                <a:cubicBezTo>
                  <a:pt x="351" y="703"/>
                  <a:pt x="346" y="705"/>
                  <a:pt x="343" y="707"/>
                </a:cubicBezTo>
                <a:lnTo>
                  <a:pt x="257" y="793"/>
                </a:lnTo>
                <a:lnTo>
                  <a:pt x="49" y="585"/>
                </a:lnTo>
                <a:lnTo>
                  <a:pt x="49" y="585"/>
                </a:lnTo>
                <a:cubicBezTo>
                  <a:pt x="37" y="572"/>
                  <a:pt x="29" y="555"/>
                  <a:pt x="29" y="536"/>
                </a:cubicBezTo>
                <a:close/>
                <a:moveTo>
                  <a:pt x="487" y="49"/>
                </a:moveTo>
                <a:lnTo>
                  <a:pt x="487" y="49"/>
                </a:lnTo>
                <a:cubicBezTo>
                  <a:pt x="500" y="37"/>
                  <a:pt x="517" y="29"/>
                  <a:pt x="535" y="29"/>
                </a:cubicBezTo>
                <a:lnTo>
                  <a:pt x="535" y="29"/>
                </a:lnTo>
                <a:cubicBezTo>
                  <a:pt x="554" y="29"/>
                  <a:pt x="571" y="37"/>
                  <a:pt x="584" y="49"/>
                </a:cubicBezTo>
                <a:lnTo>
                  <a:pt x="793" y="258"/>
                </a:lnTo>
                <a:lnTo>
                  <a:pt x="719" y="331"/>
                </a:lnTo>
                <a:lnTo>
                  <a:pt x="697" y="300"/>
                </a:lnTo>
                <a:lnTo>
                  <a:pt x="697" y="300"/>
                </a:lnTo>
                <a:cubicBezTo>
                  <a:pt x="688" y="288"/>
                  <a:pt x="678" y="279"/>
                  <a:pt x="667" y="274"/>
                </a:cubicBezTo>
                <a:lnTo>
                  <a:pt x="667" y="274"/>
                </a:lnTo>
                <a:cubicBezTo>
                  <a:pt x="636" y="260"/>
                  <a:pt x="601" y="267"/>
                  <a:pt x="577" y="291"/>
                </a:cubicBezTo>
                <a:lnTo>
                  <a:pt x="577" y="291"/>
                </a:lnTo>
                <a:cubicBezTo>
                  <a:pt x="554" y="314"/>
                  <a:pt x="548" y="349"/>
                  <a:pt x="561" y="380"/>
                </a:cubicBezTo>
                <a:lnTo>
                  <a:pt x="561" y="380"/>
                </a:lnTo>
                <a:cubicBezTo>
                  <a:pt x="566" y="392"/>
                  <a:pt x="575" y="402"/>
                  <a:pt x="587" y="410"/>
                </a:cubicBezTo>
                <a:lnTo>
                  <a:pt x="618" y="433"/>
                </a:lnTo>
                <a:lnTo>
                  <a:pt x="535" y="515"/>
                </a:lnTo>
                <a:lnTo>
                  <a:pt x="441" y="420"/>
                </a:lnTo>
                <a:lnTo>
                  <a:pt x="441" y="420"/>
                </a:lnTo>
                <a:cubicBezTo>
                  <a:pt x="437" y="417"/>
                  <a:pt x="433" y="416"/>
                  <a:pt x="429" y="416"/>
                </a:cubicBezTo>
                <a:lnTo>
                  <a:pt x="429" y="416"/>
                </a:lnTo>
                <a:cubicBezTo>
                  <a:pt x="425" y="416"/>
                  <a:pt x="421" y="418"/>
                  <a:pt x="418" y="422"/>
                </a:cubicBezTo>
                <a:lnTo>
                  <a:pt x="385" y="467"/>
                </a:lnTo>
                <a:lnTo>
                  <a:pt x="385" y="467"/>
                </a:lnTo>
                <a:cubicBezTo>
                  <a:pt x="380" y="475"/>
                  <a:pt x="374" y="481"/>
                  <a:pt x="367" y="483"/>
                </a:cubicBezTo>
                <a:lnTo>
                  <a:pt x="367" y="483"/>
                </a:lnTo>
                <a:cubicBezTo>
                  <a:pt x="348" y="493"/>
                  <a:pt x="326" y="488"/>
                  <a:pt x="310" y="473"/>
                </a:cubicBezTo>
                <a:lnTo>
                  <a:pt x="310" y="473"/>
                </a:lnTo>
                <a:cubicBezTo>
                  <a:pt x="296" y="459"/>
                  <a:pt x="292" y="436"/>
                  <a:pt x="300" y="417"/>
                </a:cubicBezTo>
                <a:lnTo>
                  <a:pt x="300" y="417"/>
                </a:lnTo>
                <a:cubicBezTo>
                  <a:pt x="304" y="411"/>
                  <a:pt x="310" y="404"/>
                  <a:pt x="317" y="398"/>
                </a:cubicBezTo>
                <a:lnTo>
                  <a:pt x="363" y="366"/>
                </a:lnTo>
                <a:lnTo>
                  <a:pt x="363" y="366"/>
                </a:lnTo>
                <a:cubicBezTo>
                  <a:pt x="366" y="364"/>
                  <a:pt x="368" y="359"/>
                  <a:pt x="369" y="355"/>
                </a:cubicBezTo>
                <a:lnTo>
                  <a:pt x="369" y="355"/>
                </a:lnTo>
                <a:cubicBezTo>
                  <a:pt x="369" y="351"/>
                  <a:pt x="367" y="347"/>
                  <a:pt x="364" y="343"/>
                </a:cubicBezTo>
                <a:lnTo>
                  <a:pt x="278" y="258"/>
                </a:lnTo>
                <a:lnTo>
                  <a:pt x="487" y="49"/>
                </a:lnTo>
                <a:close/>
                <a:moveTo>
                  <a:pt x="1042" y="466"/>
                </a:moveTo>
                <a:lnTo>
                  <a:pt x="605" y="29"/>
                </a:lnTo>
                <a:lnTo>
                  <a:pt x="605" y="29"/>
                </a:lnTo>
                <a:cubicBezTo>
                  <a:pt x="587" y="11"/>
                  <a:pt x="562" y="0"/>
                  <a:pt x="535" y="0"/>
                </a:cubicBezTo>
                <a:lnTo>
                  <a:pt x="535" y="0"/>
                </a:lnTo>
                <a:cubicBezTo>
                  <a:pt x="509" y="0"/>
                  <a:pt x="485" y="11"/>
                  <a:pt x="466" y="29"/>
                </a:cubicBezTo>
                <a:lnTo>
                  <a:pt x="28" y="466"/>
                </a:lnTo>
                <a:lnTo>
                  <a:pt x="28" y="466"/>
                </a:lnTo>
                <a:cubicBezTo>
                  <a:pt x="10" y="485"/>
                  <a:pt x="0" y="509"/>
                  <a:pt x="0" y="536"/>
                </a:cubicBezTo>
                <a:lnTo>
                  <a:pt x="0" y="536"/>
                </a:lnTo>
                <a:cubicBezTo>
                  <a:pt x="0" y="562"/>
                  <a:pt x="10" y="587"/>
                  <a:pt x="28" y="605"/>
                </a:cubicBezTo>
                <a:lnTo>
                  <a:pt x="466" y="1043"/>
                </a:lnTo>
                <a:lnTo>
                  <a:pt x="466" y="1043"/>
                </a:lnTo>
                <a:cubicBezTo>
                  <a:pt x="485" y="1062"/>
                  <a:pt x="509" y="1072"/>
                  <a:pt x="535" y="1072"/>
                </a:cubicBezTo>
                <a:lnTo>
                  <a:pt x="535" y="1072"/>
                </a:lnTo>
                <a:cubicBezTo>
                  <a:pt x="562" y="1072"/>
                  <a:pt x="587" y="1062"/>
                  <a:pt x="605" y="1043"/>
                </a:cubicBezTo>
                <a:lnTo>
                  <a:pt x="1042" y="605"/>
                </a:lnTo>
                <a:lnTo>
                  <a:pt x="1042" y="605"/>
                </a:lnTo>
                <a:cubicBezTo>
                  <a:pt x="1062" y="587"/>
                  <a:pt x="1072" y="562"/>
                  <a:pt x="1072" y="536"/>
                </a:cubicBezTo>
                <a:lnTo>
                  <a:pt x="1072" y="536"/>
                </a:lnTo>
                <a:cubicBezTo>
                  <a:pt x="1072" y="509"/>
                  <a:pt x="1062" y="485"/>
                  <a:pt x="1042" y="4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28EBDA4D-BD2E-4BF3-9045-7849ED659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5154" y="6961052"/>
            <a:ext cx="870958" cy="940531"/>
          </a:xfrm>
          <a:custGeom>
            <a:avLst/>
            <a:gdLst>
              <a:gd name="connsiteX0" fmla="*/ 27210 w 870958"/>
              <a:gd name="connsiteY0" fmla="*/ 825471 h 940531"/>
              <a:gd name="connsiteX1" fmla="*/ 27210 w 870958"/>
              <a:gd name="connsiteY1" fmla="*/ 827283 h 940531"/>
              <a:gd name="connsiteX2" fmla="*/ 182018 w 870958"/>
              <a:gd name="connsiteY2" fmla="*/ 912446 h 940531"/>
              <a:gd name="connsiteX3" fmla="*/ 588501 w 870958"/>
              <a:gd name="connsiteY3" fmla="*/ 912446 h 940531"/>
              <a:gd name="connsiteX4" fmla="*/ 743309 w 870958"/>
              <a:gd name="connsiteY4" fmla="*/ 827283 h 940531"/>
              <a:gd name="connsiteX5" fmla="*/ 743309 w 870958"/>
              <a:gd name="connsiteY5" fmla="*/ 825471 h 940531"/>
              <a:gd name="connsiteX6" fmla="*/ 538709 w 870958"/>
              <a:gd name="connsiteY6" fmla="*/ 825471 h 940531"/>
              <a:gd name="connsiteX7" fmla="*/ 230904 w 870958"/>
              <a:gd name="connsiteY7" fmla="*/ 825471 h 940531"/>
              <a:gd name="connsiteX8" fmla="*/ 746930 w 870958"/>
              <a:gd name="connsiteY8" fmla="*/ 511096 h 940531"/>
              <a:gd name="connsiteX9" fmla="*/ 738783 w 870958"/>
              <a:gd name="connsiteY9" fmla="*/ 563643 h 940531"/>
              <a:gd name="connsiteX10" fmla="*/ 682653 w 870958"/>
              <a:gd name="connsiteY10" fmla="*/ 707694 h 940531"/>
              <a:gd name="connsiteX11" fmla="*/ 843798 w 870958"/>
              <a:gd name="connsiteY11" fmla="*/ 572702 h 940531"/>
              <a:gd name="connsiteX12" fmla="*/ 782237 w 870958"/>
              <a:gd name="connsiteY12" fmla="*/ 511096 h 940531"/>
              <a:gd name="connsiteX13" fmla="*/ 66138 w 870958"/>
              <a:gd name="connsiteY13" fmla="*/ 454019 h 940531"/>
              <a:gd name="connsiteX14" fmla="*/ 50748 w 870958"/>
              <a:gd name="connsiteY14" fmla="*/ 460361 h 940531"/>
              <a:gd name="connsiteX15" fmla="*/ 46221 w 870958"/>
              <a:gd name="connsiteY15" fmla="*/ 475762 h 940531"/>
              <a:gd name="connsiteX16" fmla="*/ 58896 w 870958"/>
              <a:gd name="connsiteY16" fmla="*/ 559113 h 940531"/>
              <a:gd name="connsiteX17" fmla="*/ 237242 w 870958"/>
              <a:gd name="connsiteY17" fmla="*/ 798292 h 940531"/>
              <a:gd name="connsiteX18" fmla="*/ 533278 w 870958"/>
              <a:gd name="connsiteY18" fmla="*/ 798292 h 940531"/>
              <a:gd name="connsiteX19" fmla="*/ 712529 w 870958"/>
              <a:gd name="connsiteY19" fmla="*/ 559113 h 940531"/>
              <a:gd name="connsiteX20" fmla="*/ 724298 w 870958"/>
              <a:gd name="connsiteY20" fmla="*/ 475762 h 940531"/>
              <a:gd name="connsiteX21" fmla="*/ 719771 w 870958"/>
              <a:gd name="connsiteY21" fmla="*/ 460361 h 940531"/>
              <a:gd name="connsiteX22" fmla="*/ 705286 w 870958"/>
              <a:gd name="connsiteY22" fmla="*/ 454019 h 940531"/>
              <a:gd name="connsiteX23" fmla="*/ 66138 w 870958"/>
              <a:gd name="connsiteY23" fmla="*/ 426839 h 940531"/>
              <a:gd name="connsiteX24" fmla="*/ 705286 w 870958"/>
              <a:gd name="connsiteY24" fmla="*/ 426839 h 940531"/>
              <a:gd name="connsiteX25" fmla="*/ 739688 w 870958"/>
              <a:gd name="connsiteY25" fmla="*/ 443147 h 940531"/>
              <a:gd name="connsiteX26" fmla="*/ 750552 w 870958"/>
              <a:gd name="connsiteY26" fmla="*/ 479386 h 940531"/>
              <a:gd name="connsiteX27" fmla="*/ 750552 w 870958"/>
              <a:gd name="connsiteY27" fmla="*/ 483916 h 940531"/>
              <a:gd name="connsiteX28" fmla="*/ 782237 w 870958"/>
              <a:gd name="connsiteY28" fmla="*/ 483916 h 940531"/>
              <a:gd name="connsiteX29" fmla="*/ 870958 w 870958"/>
              <a:gd name="connsiteY29" fmla="*/ 572702 h 940531"/>
              <a:gd name="connsiteX30" fmla="*/ 658210 w 870958"/>
              <a:gd name="connsiteY30" fmla="*/ 739403 h 940531"/>
              <a:gd name="connsiteX31" fmla="*/ 588501 w 870958"/>
              <a:gd name="connsiteY31" fmla="*/ 798292 h 940531"/>
              <a:gd name="connsiteX32" fmla="*/ 746930 w 870958"/>
              <a:gd name="connsiteY32" fmla="*/ 798292 h 940531"/>
              <a:gd name="connsiteX33" fmla="*/ 766847 w 870958"/>
              <a:gd name="connsiteY33" fmla="*/ 811882 h 940531"/>
              <a:gd name="connsiteX34" fmla="*/ 765037 w 870958"/>
              <a:gd name="connsiteY34" fmla="*/ 843591 h 940531"/>
              <a:gd name="connsiteX35" fmla="*/ 588501 w 870958"/>
              <a:gd name="connsiteY35" fmla="*/ 940531 h 940531"/>
              <a:gd name="connsiteX36" fmla="*/ 182018 w 870958"/>
              <a:gd name="connsiteY36" fmla="*/ 940531 h 940531"/>
              <a:gd name="connsiteX37" fmla="*/ 6388 w 870958"/>
              <a:gd name="connsiteY37" fmla="*/ 843591 h 940531"/>
              <a:gd name="connsiteX38" fmla="*/ 2767 w 870958"/>
              <a:gd name="connsiteY38" fmla="*/ 811882 h 940531"/>
              <a:gd name="connsiteX39" fmla="*/ 23589 w 870958"/>
              <a:gd name="connsiteY39" fmla="*/ 798292 h 940531"/>
              <a:gd name="connsiteX40" fmla="*/ 182018 w 870958"/>
              <a:gd name="connsiteY40" fmla="*/ 798292 h 940531"/>
              <a:gd name="connsiteX41" fmla="*/ 32642 w 870958"/>
              <a:gd name="connsiteY41" fmla="*/ 563643 h 940531"/>
              <a:gd name="connsiteX42" fmla="*/ 19967 w 870958"/>
              <a:gd name="connsiteY42" fmla="*/ 479386 h 940531"/>
              <a:gd name="connsiteX43" fmla="*/ 30831 w 870958"/>
              <a:gd name="connsiteY43" fmla="*/ 443147 h 940531"/>
              <a:gd name="connsiteX44" fmla="*/ 66138 w 870958"/>
              <a:gd name="connsiteY44" fmla="*/ 426839 h 940531"/>
              <a:gd name="connsiteX45" fmla="*/ 456538 w 870958"/>
              <a:gd name="connsiteY45" fmla="*/ 41710 h 940531"/>
              <a:gd name="connsiteX46" fmla="*/ 472038 w 870958"/>
              <a:gd name="connsiteY46" fmla="*/ 52626 h 940531"/>
              <a:gd name="connsiteX47" fmla="*/ 485715 w 870958"/>
              <a:gd name="connsiteY47" fmla="*/ 92649 h 940531"/>
              <a:gd name="connsiteX48" fmla="*/ 503951 w 870958"/>
              <a:gd name="connsiteY48" fmla="*/ 183610 h 940531"/>
              <a:gd name="connsiteX49" fmla="*/ 485715 w 870958"/>
              <a:gd name="connsiteY49" fmla="*/ 275482 h 940531"/>
              <a:gd name="connsiteX50" fmla="*/ 469303 w 870958"/>
              <a:gd name="connsiteY50" fmla="*/ 356437 h 940531"/>
              <a:gd name="connsiteX51" fmla="*/ 455626 w 870958"/>
              <a:gd name="connsiteY51" fmla="*/ 370082 h 940531"/>
              <a:gd name="connsiteX52" fmla="*/ 441037 w 870958"/>
              <a:gd name="connsiteY52" fmla="*/ 356437 h 940531"/>
              <a:gd name="connsiteX53" fmla="*/ 460185 w 870958"/>
              <a:gd name="connsiteY53" fmla="*/ 265476 h 940531"/>
              <a:gd name="connsiteX54" fmla="*/ 477509 w 870958"/>
              <a:gd name="connsiteY54" fmla="*/ 183610 h 940531"/>
              <a:gd name="connsiteX55" fmla="*/ 460185 w 870958"/>
              <a:gd name="connsiteY55" fmla="*/ 102655 h 940531"/>
              <a:gd name="connsiteX56" fmla="*/ 445596 w 870958"/>
              <a:gd name="connsiteY56" fmla="*/ 58084 h 940531"/>
              <a:gd name="connsiteX57" fmla="*/ 456538 w 870958"/>
              <a:gd name="connsiteY57" fmla="*/ 41710 h 940531"/>
              <a:gd name="connsiteX58" fmla="*/ 283377 w 870958"/>
              <a:gd name="connsiteY58" fmla="*/ 41710 h 940531"/>
              <a:gd name="connsiteX59" fmla="*/ 300027 w 870958"/>
              <a:gd name="connsiteY59" fmla="*/ 52626 h 940531"/>
              <a:gd name="connsiteX60" fmla="*/ 312978 w 870958"/>
              <a:gd name="connsiteY60" fmla="*/ 92649 h 940531"/>
              <a:gd name="connsiteX61" fmla="*/ 332403 w 870958"/>
              <a:gd name="connsiteY61" fmla="*/ 183610 h 940531"/>
              <a:gd name="connsiteX62" fmla="*/ 312978 w 870958"/>
              <a:gd name="connsiteY62" fmla="*/ 275482 h 940531"/>
              <a:gd name="connsiteX63" fmla="*/ 296327 w 870958"/>
              <a:gd name="connsiteY63" fmla="*/ 356437 h 940531"/>
              <a:gd name="connsiteX64" fmla="*/ 282452 w 870958"/>
              <a:gd name="connsiteY64" fmla="*/ 370082 h 940531"/>
              <a:gd name="connsiteX65" fmla="*/ 269502 w 870958"/>
              <a:gd name="connsiteY65" fmla="*/ 356437 h 940531"/>
              <a:gd name="connsiteX66" fmla="*/ 288927 w 870958"/>
              <a:gd name="connsiteY66" fmla="*/ 265476 h 940531"/>
              <a:gd name="connsiteX67" fmla="*/ 305578 w 870958"/>
              <a:gd name="connsiteY67" fmla="*/ 183610 h 940531"/>
              <a:gd name="connsiteX68" fmla="*/ 288927 w 870958"/>
              <a:gd name="connsiteY68" fmla="*/ 102655 h 940531"/>
              <a:gd name="connsiteX69" fmla="*/ 273202 w 870958"/>
              <a:gd name="connsiteY69" fmla="*/ 58084 h 940531"/>
              <a:gd name="connsiteX70" fmla="*/ 283377 w 870958"/>
              <a:gd name="connsiteY70" fmla="*/ 41710 h 940531"/>
              <a:gd name="connsiteX71" fmla="*/ 366952 w 870958"/>
              <a:gd name="connsiteY71" fmla="*/ 0 h 940531"/>
              <a:gd name="connsiteX72" fmla="*/ 379717 w 870958"/>
              <a:gd name="connsiteY72" fmla="*/ 13573 h 940531"/>
              <a:gd name="connsiteX73" fmla="*/ 397041 w 870958"/>
              <a:gd name="connsiteY73" fmla="*/ 94105 h 940531"/>
              <a:gd name="connsiteX74" fmla="*/ 416189 w 870958"/>
              <a:gd name="connsiteY74" fmla="*/ 184591 h 940531"/>
              <a:gd name="connsiteX75" fmla="*/ 397041 w 870958"/>
              <a:gd name="connsiteY75" fmla="*/ 275981 h 940531"/>
              <a:gd name="connsiteX76" fmla="*/ 379717 w 870958"/>
              <a:gd name="connsiteY76" fmla="*/ 356514 h 940531"/>
              <a:gd name="connsiteX77" fmla="*/ 366952 w 870958"/>
              <a:gd name="connsiteY77" fmla="*/ 370086 h 940531"/>
              <a:gd name="connsiteX78" fmla="*/ 353275 w 870958"/>
              <a:gd name="connsiteY78" fmla="*/ 356514 h 940531"/>
              <a:gd name="connsiteX79" fmla="*/ 372423 w 870958"/>
              <a:gd name="connsiteY79" fmla="*/ 266028 h 940531"/>
              <a:gd name="connsiteX80" fmla="*/ 388835 w 870958"/>
              <a:gd name="connsiteY80" fmla="*/ 184591 h 940531"/>
              <a:gd name="connsiteX81" fmla="*/ 372423 w 870958"/>
              <a:gd name="connsiteY81" fmla="*/ 104059 h 940531"/>
              <a:gd name="connsiteX82" fmla="*/ 353275 w 870958"/>
              <a:gd name="connsiteY82" fmla="*/ 13573 h 940531"/>
              <a:gd name="connsiteX83" fmla="*/ 366952 w 870958"/>
              <a:gd name="connsiteY83" fmla="*/ 0 h 94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70958" h="940531">
                <a:moveTo>
                  <a:pt x="27210" y="825471"/>
                </a:moveTo>
                <a:cubicBezTo>
                  <a:pt x="27210" y="825471"/>
                  <a:pt x="27210" y="826377"/>
                  <a:pt x="27210" y="827283"/>
                </a:cubicBezTo>
                <a:cubicBezTo>
                  <a:pt x="68854" y="882548"/>
                  <a:pt x="124078" y="912446"/>
                  <a:pt x="182018" y="912446"/>
                </a:cubicBezTo>
                <a:lnTo>
                  <a:pt x="588501" y="912446"/>
                </a:lnTo>
                <a:cubicBezTo>
                  <a:pt x="646441" y="912446"/>
                  <a:pt x="701665" y="882548"/>
                  <a:pt x="743309" y="827283"/>
                </a:cubicBezTo>
                <a:cubicBezTo>
                  <a:pt x="743309" y="826377"/>
                  <a:pt x="743309" y="825471"/>
                  <a:pt x="743309" y="825471"/>
                </a:cubicBezTo>
                <a:lnTo>
                  <a:pt x="538709" y="825471"/>
                </a:lnTo>
                <a:lnTo>
                  <a:pt x="230904" y="825471"/>
                </a:lnTo>
                <a:close/>
                <a:moveTo>
                  <a:pt x="746930" y="511096"/>
                </a:moveTo>
                <a:lnTo>
                  <a:pt x="738783" y="563643"/>
                </a:lnTo>
                <a:cubicBezTo>
                  <a:pt x="731540" y="616190"/>
                  <a:pt x="711623" y="665113"/>
                  <a:pt x="682653" y="707694"/>
                </a:cubicBezTo>
                <a:cubicBezTo>
                  <a:pt x="736972" y="695916"/>
                  <a:pt x="843798" y="661489"/>
                  <a:pt x="843798" y="572702"/>
                </a:cubicBezTo>
                <a:cubicBezTo>
                  <a:pt x="843798" y="538275"/>
                  <a:pt x="815734" y="511096"/>
                  <a:pt x="782237" y="511096"/>
                </a:cubicBezTo>
                <a:close/>
                <a:moveTo>
                  <a:pt x="66138" y="454019"/>
                </a:moveTo>
                <a:cubicBezTo>
                  <a:pt x="59801" y="454019"/>
                  <a:pt x="55274" y="455831"/>
                  <a:pt x="50748" y="460361"/>
                </a:cubicBezTo>
                <a:cubicBezTo>
                  <a:pt x="47127" y="463985"/>
                  <a:pt x="46221" y="469420"/>
                  <a:pt x="46221" y="475762"/>
                </a:cubicBezTo>
                <a:lnTo>
                  <a:pt x="58896" y="559113"/>
                </a:lnTo>
                <a:cubicBezTo>
                  <a:pt x="73381" y="665113"/>
                  <a:pt x="140373" y="753899"/>
                  <a:pt x="237242" y="798292"/>
                </a:cubicBezTo>
                <a:lnTo>
                  <a:pt x="533278" y="798292"/>
                </a:lnTo>
                <a:cubicBezTo>
                  <a:pt x="630146" y="753899"/>
                  <a:pt x="697138" y="665113"/>
                  <a:pt x="712529" y="559113"/>
                </a:cubicBezTo>
                <a:lnTo>
                  <a:pt x="724298" y="475762"/>
                </a:lnTo>
                <a:cubicBezTo>
                  <a:pt x="725203" y="469420"/>
                  <a:pt x="723392" y="463985"/>
                  <a:pt x="719771" y="460361"/>
                </a:cubicBezTo>
                <a:cubicBezTo>
                  <a:pt x="716150" y="455831"/>
                  <a:pt x="710718" y="454019"/>
                  <a:pt x="705286" y="454019"/>
                </a:cubicBezTo>
                <a:close/>
                <a:moveTo>
                  <a:pt x="66138" y="426839"/>
                </a:moveTo>
                <a:lnTo>
                  <a:pt x="705286" y="426839"/>
                </a:lnTo>
                <a:cubicBezTo>
                  <a:pt x="717960" y="426839"/>
                  <a:pt x="731540" y="432275"/>
                  <a:pt x="739688" y="443147"/>
                </a:cubicBezTo>
                <a:cubicBezTo>
                  <a:pt x="748741" y="453113"/>
                  <a:pt x="752362" y="465796"/>
                  <a:pt x="750552" y="479386"/>
                </a:cubicBezTo>
                <a:lnTo>
                  <a:pt x="750552" y="483916"/>
                </a:lnTo>
                <a:lnTo>
                  <a:pt x="782237" y="483916"/>
                </a:lnTo>
                <a:cubicBezTo>
                  <a:pt x="831124" y="483916"/>
                  <a:pt x="870958" y="523779"/>
                  <a:pt x="870958" y="572702"/>
                </a:cubicBezTo>
                <a:cubicBezTo>
                  <a:pt x="870958" y="705882"/>
                  <a:pt x="692612" y="734873"/>
                  <a:pt x="658210" y="739403"/>
                </a:cubicBezTo>
                <a:cubicBezTo>
                  <a:pt x="637388" y="762053"/>
                  <a:pt x="614755" y="781984"/>
                  <a:pt x="588501" y="798292"/>
                </a:cubicBezTo>
                <a:lnTo>
                  <a:pt x="746930" y="798292"/>
                </a:lnTo>
                <a:cubicBezTo>
                  <a:pt x="755078" y="798292"/>
                  <a:pt x="763226" y="803728"/>
                  <a:pt x="766847" y="811882"/>
                </a:cubicBezTo>
                <a:cubicBezTo>
                  <a:pt x="772279" y="821848"/>
                  <a:pt x="771374" y="834531"/>
                  <a:pt x="765037" y="843591"/>
                </a:cubicBezTo>
                <a:cubicBezTo>
                  <a:pt x="717960" y="904292"/>
                  <a:pt x="654589" y="940531"/>
                  <a:pt x="588501" y="940531"/>
                </a:cubicBezTo>
                <a:lnTo>
                  <a:pt x="182018" y="940531"/>
                </a:lnTo>
                <a:cubicBezTo>
                  <a:pt x="115930" y="940531"/>
                  <a:pt x="51653" y="904292"/>
                  <a:pt x="6388" y="843591"/>
                </a:cubicBezTo>
                <a:cubicBezTo>
                  <a:pt x="-855" y="834531"/>
                  <a:pt x="-1760" y="821848"/>
                  <a:pt x="2767" y="811882"/>
                </a:cubicBezTo>
                <a:cubicBezTo>
                  <a:pt x="8198" y="803728"/>
                  <a:pt x="15441" y="798292"/>
                  <a:pt x="23589" y="798292"/>
                </a:cubicBezTo>
                <a:lnTo>
                  <a:pt x="182018" y="798292"/>
                </a:lnTo>
                <a:cubicBezTo>
                  <a:pt x="100540" y="745745"/>
                  <a:pt x="46221" y="661489"/>
                  <a:pt x="32642" y="563643"/>
                </a:cubicBezTo>
                <a:lnTo>
                  <a:pt x="19967" y="479386"/>
                </a:lnTo>
                <a:cubicBezTo>
                  <a:pt x="18157" y="465796"/>
                  <a:pt x="21778" y="453113"/>
                  <a:pt x="30831" y="443147"/>
                </a:cubicBezTo>
                <a:cubicBezTo>
                  <a:pt x="39884" y="432275"/>
                  <a:pt x="51653" y="426839"/>
                  <a:pt x="66138" y="426839"/>
                </a:cubicBezTo>
                <a:close/>
                <a:moveTo>
                  <a:pt x="456538" y="41710"/>
                </a:moveTo>
                <a:cubicBezTo>
                  <a:pt x="463832" y="39891"/>
                  <a:pt x="470215" y="44439"/>
                  <a:pt x="472038" y="52626"/>
                </a:cubicBezTo>
                <a:cubicBezTo>
                  <a:pt x="475685" y="68089"/>
                  <a:pt x="480244" y="79914"/>
                  <a:pt x="485715" y="92649"/>
                </a:cubicBezTo>
                <a:cubicBezTo>
                  <a:pt x="494833" y="115389"/>
                  <a:pt x="503951" y="138130"/>
                  <a:pt x="503951" y="183610"/>
                </a:cubicBezTo>
                <a:cubicBezTo>
                  <a:pt x="503951" y="230001"/>
                  <a:pt x="494833" y="252741"/>
                  <a:pt x="485715" y="275482"/>
                </a:cubicBezTo>
                <a:cubicBezTo>
                  <a:pt x="476597" y="296403"/>
                  <a:pt x="469303" y="316414"/>
                  <a:pt x="469303" y="356437"/>
                </a:cubicBezTo>
                <a:cubicBezTo>
                  <a:pt x="469303" y="363714"/>
                  <a:pt x="462920" y="370082"/>
                  <a:pt x="455626" y="370082"/>
                </a:cubicBezTo>
                <a:cubicBezTo>
                  <a:pt x="447420" y="370082"/>
                  <a:pt x="441037" y="363714"/>
                  <a:pt x="441037" y="356437"/>
                </a:cubicBezTo>
                <a:cubicBezTo>
                  <a:pt x="441037" y="310957"/>
                  <a:pt x="451067" y="287307"/>
                  <a:pt x="460185" y="265476"/>
                </a:cubicBezTo>
                <a:cubicBezTo>
                  <a:pt x="470215" y="243645"/>
                  <a:pt x="477509" y="224543"/>
                  <a:pt x="477509" y="183610"/>
                </a:cubicBezTo>
                <a:cubicBezTo>
                  <a:pt x="477509" y="143587"/>
                  <a:pt x="470215" y="124485"/>
                  <a:pt x="460185" y="102655"/>
                </a:cubicBezTo>
                <a:cubicBezTo>
                  <a:pt x="455626" y="89920"/>
                  <a:pt x="450155" y="76276"/>
                  <a:pt x="445596" y="58084"/>
                </a:cubicBezTo>
                <a:cubicBezTo>
                  <a:pt x="444684" y="49897"/>
                  <a:pt x="449243" y="43530"/>
                  <a:pt x="456538" y="41710"/>
                </a:cubicBezTo>
                <a:close/>
                <a:moveTo>
                  <a:pt x="283377" y="41710"/>
                </a:moveTo>
                <a:cubicBezTo>
                  <a:pt x="290777" y="39891"/>
                  <a:pt x="298177" y="44439"/>
                  <a:pt x="300027" y="52626"/>
                </a:cubicBezTo>
                <a:cubicBezTo>
                  <a:pt x="303728" y="68089"/>
                  <a:pt x="308353" y="79914"/>
                  <a:pt x="312978" y="92649"/>
                </a:cubicBezTo>
                <a:cubicBezTo>
                  <a:pt x="323153" y="115389"/>
                  <a:pt x="332403" y="138130"/>
                  <a:pt x="332403" y="183610"/>
                </a:cubicBezTo>
                <a:cubicBezTo>
                  <a:pt x="332403" y="230001"/>
                  <a:pt x="323153" y="252741"/>
                  <a:pt x="312978" y="275482"/>
                </a:cubicBezTo>
                <a:cubicBezTo>
                  <a:pt x="304653" y="296403"/>
                  <a:pt x="296327" y="316414"/>
                  <a:pt x="296327" y="356437"/>
                </a:cubicBezTo>
                <a:cubicBezTo>
                  <a:pt x="296327" y="363714"/>
                  <a:pt x="289852" y="370082"/>
                  <a:pt x="282452" y="370082"/>
                </a:cubicBezTo>
                <a:cubicBezTo>
                  <a:pt x="275052" y="370082"/>
                  <a:pt x="269502" y="363714"/>
                  <a:pt x="269502" y="356437"/>
                </a:cubicBezTo>
                <a:cubicBezTo>
                  <a:pt x="269502" y="310957"/>
                  <a:pt x="278752" y="287307"/>
                  <a:pt x="288927" y="265476"/>
                </a:cubicBezTo>
                <a:cubicBezTo>
                  <a:pt x="297252" y="243645"/>
                  <a:pt x="305578" y="224543"/>
                  <a:pt x="305578" y="183610"/>
                </a:cubicBezTo>
                <a:cubicBezTo>
                  <a:pt x="305578" y="143587"/>
                  <a:pt x="297252" y="124485"/>
                  <a:pt x="288927" y="102655"/>
                </a:cubicBezTo>
                <a:cubicBezTo>
                  <a:pt x="282452" y="89920"/>
                  <a:pt x="276902" y="76276"/>
                  <a:pt x="273202" y="58084"/>
                </a:cubicBezTo>
                <a:cubicBezTo>
                  <a:pt x="271352" y="49897"/>
                  <a:pt x="275977" y="43530"/>
                  <a:pt x="283377" y="41710"/>
                </a:cubicBezTo>
                <a:close/>
                <a:moveTo>
                  <a:pt x="366952" y="0"/>
                </a:moveTo>
                <a:cubicBezTo>
                  <a:pt x="374246" y="0"/>
                  <a:pt x="379717" y="6334"/>
                  <a:pt x="379717" y="13573"/>
                </a:cubicBezTo>
                <a:cubicBezTo>
                  <a:pt x="379717" y="54292"/>
                  <a:pt x="387923" y="73294"/>
                  <a:pt x="397041" y="94105"/>
                </a:cubicBezTo>
                <a:cubicBezTo>
                  <a:pt x="407071" y="116727"/>
                  <a:pt x="416189" y="139348"/>
                  <a:pt x="416189" y="184591"/>
                </a:cubicBezTo>
                <a:cubicBezTo>
                  <a:pt x="416189" y="230739"/>
                  <a:pt x="407071" y="253360"/>
                  <a:pt x="397041" y="275981"/>
                </a:cubicBezTo>
                <a:cubicBezTo>
                  <a:pt x="387923" y="296793"/>
                  <a:pt x="379717" y="316700"/>
                  <a:pt x="379717" y="356514"/>
                </a:cubicBezTo>
                <a:cubicBezTo>
                  <a:pt x="379717" y="363752"/>
                  <a:pt x="374246" y="370086"/>
                  <a:pt x="366952" y="370086"/>
                </a:cubicBezTo>
                <a:cubicBezTo>
                  <a:pt x="359658" y="370086"/>
                  <a:pt x="353275" y="363752"/>
                  <a:pt x="353275" y="356514"/>
                </a:cubicBezTo>
                <a:cubicBezTo>
                  <a:pt x="353275" y="311271"/>
                  <a:pt x="363305" y="287744"/>
                  <a:pt x="372423" y="266028"/>
                </a:cubicBezTo>
                <a:cubicBezTo>
                  <a:pt x="380629" y="244311"/>
                  <a:pt x="388835" y="225309"/>
                  <a:pt x="388835" y="184591"/>
                </a:cubicBezTo>
                <a:cubicBezTo>
                  <a:pt x="388835" y="144777"/>
                  <a:pt x="380629" y="125775"/>
                  <a:pt x="372423" y="104059"/>
                </a:cubicBezTo>
                <a:cubicBezTo>
                  <a:pt x="363305" y="82342"/>
                  <a:pt x="353275" y="59721"/>
                  <a:pt x="353275" y="13573"/>
                </a:cubicBezTo>
                <a:cubicBezTo>
                  <a:pt x="353275" y="6334"/>
                  <a:pt x="359658" y="0"/>
                  <a:pt x="3669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86490DEB-7B19-4810-8BEC-8D8C9C235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4866" y="4846806"/>
            <a:ext cx="1028295" cy="780971"/>
          </a:xfrm>
          <a:custGeom>
            <a:avLst/>
            <a:gdLst>
              <a:gd name="connsiteX0" fmla="*/ 817571 w 1028295"/>
              <a:gd name="connsiteY0" fmla="*/ 451683 h 780971"/>
              <a:gd name="connsiteX1" fmla="*/ 798579 w 1028295"/>
              <a:gd name="connsiteY1" fmla="*/ 458901 h 780971"/>
              <a:gd name="connsiteX2" fmla="*/ 798579 w 1028295"/>
              <a:gd name="connsiteY2" fmla="*/ 724135 h 780971"/>
              <a:gd name="connsiteX3" fmla="*/ 972222 w 1028295"/>
              <a:gd name="connsiteY3" fmla="*/ 724135 h 780971"/>
              <a:gd name="connsiteX4" fmla="*/ 972222 w 1028295"/>
              <a:gd name="connsiteY4" fmla="*/ 458901 h 780971"/>
              <a:gd name="connsiteX5" fmla="*/ 952326 w 1028295"/>
              <a:gd name="connsiteY5" fmla="*/ 451683 h 780971"/>
              <a:gd name="connsiteX6" fmla="*/ 303876 w 1028295"/>
              <a:gd name="connsiteY6" fmla="*/ 423716 h 780971"/>
              <a:gd name="connsiteX7" fmla="*/ 284884 w 1028295"/>
              <a:gd name="connsiteY7" fmla="*/ 446270 h 780971"/>
              <a:gd name="connsiteX8" fmla="*/ 284884 w 1028295"/>
              <a:gd name="connsiteY8" fmla="*/ 724135 h 780971"/>
              <a:gd name="connsiteX9" fmla="*/ 457623 w 1028295"/>
              <a:gd name="connsiteY9" fmla="*/ 724135 h 780971"/>
              <a:gd name="connsiteX10" fmla="*/ 457623 w 1028295"/>
              <a:gd name="connsiteY10" fmla="*/ 446270 h 780971"/>
              <a:gd name="connsiteX11" fmla="*/ 438630 w 1028295"/>
              <a:gd name="connsiteY11" fmla="*/ 423716 h 780971"/>
              <a:gd name="connsiteX12" fmla="*/ 888404 w 1028295"/>
              <a:gd name="connsiteY12" fmla="*/ 304767 h 780971"/>
              <a:gd name="connsiteX13" fmla="*/ 859440 w 1028295"/>
              <a:gd name="connsiteY13" fmla="*/ 333792 h 780971"/>
              <a:gd name="connsiteX14" fmla="*/ 888404 w 1028295"/>
              <a:gd name="connsiteY14" fmla="*/ 362818 h 780971"/>
              <a:gd name="connsiteX15" fmla="*/ 917367 w 1028295"/>
              <a:gd name="connsiteY15" fmla="*/ 333792 h 780971"/>
              <a:gd name="connsiteX16" fmla="*/ 888404 w 1028295"/>
              <a:gd name="connsiteY16" fmla="*/ 304767 h 780971"/>
              <a:gd name="connsiteX17" fmla="*/ 561628 w 1028295"/>
              <a:gd name="connsiteY17" fmla="*/ 281175 h 780971"/>
              <a:gd name="connsiteX18" fmla="*/ 541731 w 1028295"/>
              <a:gd name="connsiteY18" fmla="*/ 298316 h 780971"/>
              <a:gd name="connsiteX19" fmla="*/ 541731 w 1028295"/>
              <a:gd name="connsiteY19" fmla="*/ 724135 h 780971"/>
              <a:gd name="connsiteX20" fmla="*/ 714470 w 1028295"/>
              <a:gd name="connsiteY20" fmla="*/ 724135 h 780971"/>
              <a:gd name="connsiteX21" fmla="*/ 714470 w 1028295"/>
              <a:gd name="connsiteY21" fmla="*/ 298316 h 780971"/>
              <a:gd name="connsiteX22" fmla="*/ 695478 w 1028295"/>
              <a:gd name="connsiteY22" fmla="*/ 281175 h 780971"/>
              <a:gd name="connsiteX23" fmla="*/ 373402 w 1028295"/>
              <a:gd name="connsiteY23" fmla="*/ 255787 h 780971"/>
              <a:gd name="connsiteX24" fmla="*/ 344439 w 1028295"/>
              <a:gd name="connsiteY24" fmla="*/ 284812 h 780971"/>
              <a:gd name="connsiteX25" fmla="*/ 373402 w 1028295"/>
              <a:gd name="connsiteY25" fmla="*/ 312930 h 780971"/>
              <a:gd name="connsiteX26" fmla="*/ 402365 w 1028295"/>
              <a:gd name="connsiteY26" fmla="*/ 284812 h 780971"/>
              <a:gd name="connsiteX27" fmla="*/ 373402 w 1028295"/>
              <a:gd name="connsiteY27" fmla="*/ 255787 h 780971"/>
              <a:gd name="connsiteX28" fmla="*/ 73256 w 1028295"/>
              <a:gd name="connsiteY28" fmla="*/ 222535 h 780971"/>
              <a:gd name="connsiteX29" fmla="*/ 56072 w 1028295"/>
              <a:gd name="connsiteY29" fmla="*/ 241480 h 780971"/>
              <a:gd name="connsiteX30" fmla="*/ 56072 w 1028295"/>
              <a:gd name="connsiteY30" fmla="*/ 724135 h 780971"/>
              <a:gd name="connsiteX31" fmla="*/ 217054 w 1028295"/>
              <a:gd name="connsiteY31" fmla="*/ 724135 h 780971"/>
              <a:gd name="connsiteX32" fmla="*/ 217054 w 1028295"/>
              <a:gd name="connsiteY32" fmla="*/ 241480 h 780971"/>
              <a:gd name="connsiteX33" fmla="*/ 199871 w 1028295"/>
              <a:gd name="connsiteY33" fmla="*/ 222535 h 780971"/>
              <a:gd name="connsiteX34" fmla="*/ 73256 w 1028295"/>
              <a:gd name="connsiteY34" fmla="*/ 195470 h 780971"/>
              <a:gd name="connsiteX35" fmla="*/ 199871 w 1028295"/>
              <a:gd name="connsiteY35" fmla="*/ 195470 h 780971"/>
              <a:gd name="connsiteX36" fmla="*/ 243282 w 1028295"/>
              <a:gd name="connsiteY36" fmla="*/ 241480 h 780971"/>
              <a:gd name="connsiteX37" fmla="*/ 243282 w 1028295"/>
              <a:gd name="connsiteY37" fmla="*/ 724135 h 780971"/>
              <a:gd name="connsiteX38" fmla="*/ 257752 w 1028295"/>
              <a:gd name="connsiteY38" fmla="*/ 724135 h 780971"/>
              <a:gd name="connsiteX39" fmla="*/ 257752 w 1028295"/>
              <a:gd name="connsiteY39" fmla="*/ 446270 h 780971"/>
              <a:gd name="connsiteX40" fmla="*/ 303876 w 1028295"/>
              <a:gd name="connsiteY40" fmla="*/ 396652 h 780971"/>
              <a:gd name="connsiteX41" fmla="*/ 438630 w 1028295"/>
              <a:gd name="connsiteY41" fmla="*/ 396652 h 780971"/>
              <a:gd name="connsiteX42" fmla="*/ 484755 w 1028295"/>
              <a:gd name="connsiteY42" fmla="*/ 446270 h 780971"/>
              <a:gd name="connsiteX43" fmla="*/ 484755 w 1028295"/>
              <a:gd name="connsiteY43" fmla="*/ 724135 h 780971"/>
              <a:gd name="connsiteX44" fmla="*/ 514600 w 1028295"/>
              <a:gd name="connsiteY44" fmla="*/ 724135 h 780971"/>
              <a:gd name="connsiteX45" fmla="*/ 514600 w 1028295"/>
              <a:gd name="connsiteY45" fmla="*/ 298316 h 780971"/>
              <a:gd name="connsiteX46" fmla="*/ 561628 w 1028295"/>
              <a:gd name="connsiteY46" fmla="*/ 254111 h 780971"/>
              <a:gd name="connsiteX47" fmla="*/ 695478 w 1028295"/>
              <a:gd name="connsiteY47" fmla="*/ 254111 h 780971"/>
              <a:gd name="connsiteX48" fmla="*/ 741602 w 1028295"/>
              <a:gd name="connsiteY48" fmla="*/ 298316 h 780971"/>
              <a:gd name="connsiteX49" fmla="*/ 741602 w 1028295"/>
              <a:gd name="connsiteY49" fmla="*/ 724135 h 780971"/>
              <a:gd name="connsiteX50" fmla="*/ 772351 w 1028295"/>
              <a:gd name="connsiteY50" fmla="*/ 724135 h 780971"/>
              <a:gd name="connsiteX51" fmla="*/ 772351 w 1028295"/>
              <a:gd name="connsiteY51" fmla="*/ 458901 h 780971"/>
              <a:gd name="connsiteX52" fmla="*/ 817571 w 1028295"/>
              <a:gd name="connsiteY52" fmla="*/ 425521 h 780971"/>
              <a:gd name="connsiteX53" fmla="*/ 952326 w 1028295"/>
              <a:gd name="connsiteY53" fmla="*/ 425521 h 780971"/>
              <a:gd name="connsiteX54" fmla="*/ 999354 w 1028295"/>
              <a:gd name="connsiteY54" fmla="*/ 458901 h 780971"/>
              <a:gd name="connsiteX55" fmla="*/ 999354 w 1028295"/>
              <a:gd name="connsiteY55" fmla="*/ 724135 h 780971"/>
              <a:gd name="connsiteX56" fmla="*/ 1002067 w 1028295"/>
              <a:gd name="connsiteY56" fmla="*/ 724135 h 780971"/>
              <a:gd name="connsiteX57" fmla="*/ 1028295 w 1028295"/>
              <a:gd name="connsiteY57" fmla="*/ 750298 h 780971"/>
              <a:gd name="connsiteX58" fmla="*/ 1028295 w 1028295"/>
              <a:gd name="connsiteY58" fmla="*/ 753906 h 780971"/>
              <a:gd name="connsiteX59" fmla="*/ 1002067 w 1028295"/>
              <a:gd name="connsiteY59" fmla="*/ 780971 h 780971"/>
              <a:gd name="connsiteX60" fmla="*/ 26227 w 1028295"/>
              <a:gd name="connsiteY60" fmla="*/ 780971 h 780971"/>
              <a:gd name="connsiteX61" fmla="*/ 0 w 1028295"/>
              <a:gd name="connsiteY61" fmla="*/ 753906 h 780971"/>
              <a:gd name="connsiteX62" fmla="*/ 0 w 1028295"/>
              <a:gd name="connsiteY62" fmla="*/ 750298 h 780971"/>
              <a:gd name="connsiteX63" fmla="*/ 26227 w 1028295"/>
              <a:gd name="connsiteY63" fmla="*/ 724135 h 780971"/>
              <a:gd name="connsiteX64" fmla="*/ 29845 w 1028295"/>
              <a:gd name="connsiteY64" fmla="*/ 724135 h 780971"/>
              <a:gd name="connsiteX65" fmla="*/ 29845 w 1028295"/>
              <a:gd name="connsiteY65" fmla="*/ 241480 h 780971"/>
              <a:gd name="connsiteX66" fmla="*/ 73256 w 1028295"/>
              <a:gd name="connsiteY66" fmla="*/ 195470 h 780971"/>
              <a:gd name="connsiteX67" fmla="*/ 631355 w 1028295"/>
              <a:gd name="connsiteY67" fmla="*/ 55329 h 780971"/>
              <a:gd name="connsiteX68" fmla="*/ 603297 w 1028295"/>
              <a:gd name="connsiteY68" fmla="*/ 84355 h 780971"/>
              <a:gd name="connsiteX69" fmla="*/ 631355 w 1028295"/>
              <a:gd name="connsiteY69" fmla="*/ 113380 h 780971"/>
              <a:gd name="connsiteX70" fmla="*/ 659413 w 1028295"/>
              <a:gd name="connsiteY70" fmla="*/ 84355 h 780971"/>
              <a:gd name="connsiteX71" fmla="*/ 631355 w 1028295"/>
              <a:gd name="connsiteY71" fmla="*/ 55329 h 780971"/>
              <a:gd name="connsiteX72" fmla="*/ 139886 w 1028295"/>
              <a:gd name="connsiteY72" fmla="*/ 27211 h 780971"/>
              <a:gd name="connsiteX73" fmla="*/ 110018 w 1028295"/>
              <a:gd name="connsiteY73" fmla="*/ 56236 h 780971"/>
              <a:gd name="connsiteX74" fmla="*/ 139886 w 1028295"/>
              <a:gd name="connsiteY74" fmla="*/ 84355 h 780971"/>
              <a:gd name="connsiteX75" fmla="*/ 167944 w 1028295"/>
              <a:gd name="connsiteY75" fmla="*/ 56236 h 780971"/>
              <a:gd name="connsiteX76" fmla="*/ 139886 w 1028295"/>
              <a:gd name="connsiteY76" fmla="*/ 27211 h 780971"/>
              <a:gd name="connsiteX77" fmla="*/ 139886 w 1028295"/>
              <a:gd name="connsiteY77" fmla="*/ 0 h 780971"/>
              <a:gd name="connsiteX78" fmla="*/ 195097 w 1028295"/>
              <a:gd name="connsiteY78" fmla="*/ 56236 h 780971"/>
              <a:gd name="connsiteX79" fmla="*/ 186951 w 1028295"/>
              <a:gd name="connsiteY79" fmla="*/ 83448 h 780971"/>
              <a:gd name="connsiteX80" fmla="*/ 344439 w 1028295"/>
              <a:gd name="connsiteY80" fmla="*/ 236739 h 780971"/>
              <a:gd name="connsiteX81" fmla="*/ 373402 w 1028295"/>
              <a:gd name="connsiteY81" fmla="*/ 228575 h 780971"/>
              <a:gd name="connsiteX82" fmla="*/ 408701 w 1028295"/>
              <a:gd name="connsiteY82" fmla="*/ 241274 h 780971"/>
              <a:gd name="connsiteX83" fmla="*/ 580670 w 1028295"/>
              <a:gd name="connsiteY83" fmla="*/ 107031 h 780971"/>
              <a:gd name="connsiteX84" fmla="*/ 575239 w 1028295"/>
              <a:gd name="connsiteY84" fmla="*/ 84355 h 780971"/>
              <a:gd name="connsiteX85" fmla="*/ 631355 w 1028295"/>
              <a:gd name="connsiteY85" fmla="*/ 29025 h 780971"/>
              <a:gd name="connsiteX86" fmla="*/ 686566 w 1028295"/>
              <a:gd name="connsiteY86" fmla="*/ 84355 h 780971"/>
              <a:gd name="connsiteX87" fmla="*/ 681136 w 1028295"/>
              <a:gd name="connsiteY87" fmla="*/ 107938 h 780971"/>
              <a:gd name="connsiteX88" fmla="*/ 854915 w 1028295"/>
              <a:gd name="connsiteY88" fmla="*/ 289347 h 780971"/>
              <a:gd name="connsiteX89" fmla="*/ 888404 w 1028295"/>
              <a:gd name="connsiteY89" fmla="*/ 278463 h 780971"/>
              <a:gd name="connsiteX90" fmla="*/ 944520 w 1028295"/>
              <a:gd name="connsiteY90" fmla="*/ 333792 h 780971"/>
              <a:gd name="connsiteX91" fmla="*/ 888404 w 1028295"/>
              <a:gd name="connsiteY91" fmla="*/ 390029 h 780971"/>
              <a:gd name="connsiteX92" fmla="*/ 833193 w 1028295"/>
              <a:gd name="connsiteY92" fmla="*/ 333792 h 780971"/>
              <a:gd name="connsiteX93" fmla="*/ 838623 w 1028295"/>
              <a:gd name="connsiteY93" fmla="*/ 310209 h 780971"/>
              <a:gd name="connsiteX94" fmla="*/ 664844 w 1028295"/>
              <a:gd name="connsiteY94" fmla="*/ 128800 h 780971"/>
              <a:gd name="connsiteX95" fmla="*/ 631355 w 1028295"/>
              <a:gd name="connsiteY95" fmla="*/ 140592 h 780971"/>
              <a:gd name="connsiteX96" fmla="*/ 596962 w 1028295"/>
              <a:gd name="connsiteY96" fmla="*/ 127893 h 780971"/>
              <a:gd name="connsiteX97" fmla="*/ 424088 w 1028295"/>
              <a:gd name="connsiteY97" fmla="*/ 262136 h 780971"/>
              <a:gd name="connsiteX98" fmla="*/ 428613 w 1028295"/>
              <a:gd name="connsiteY98" fmla="*/ 284812 h 780971"/>
              <a:gd name="connsiteX99" fmla="*/ 373402 w 1028295"/>
              <a:gd name="connsiteY99" fmla="*/ 340142 h 780971"/>
              <a:gd name="connsiteX100" fmla="*/ 317286 w 1028295"/>
              <a:gd name="connsiteY100" fmla="*/ 284812 h 780971"/>
              <a:gd name="connsiteX101" fmla="*/ 325432 w 1028295"/>
              <a:gd name="connsiteY101" fmla="*/ 255787 h 780971"/>
              <a:gd name="connsiteX102" fmla="*/ 167944 w 1028295"/>
              <a:gd name="connsiteY102" fmla="*/ 102496 h 780971"/>
              <a:gd name="connsiteX103" fmla="*/ 139886 w 1028295"/>
              <a:gd name="connsiteY103" fmla="*/ 111566 h 780971"/>
              <a:gd name="connsiteX104" fmla="*/ 83770 w 1028295"/>
              <a:gd name="connsiteY104" fmla="*/ 56236 h 780971"/>
              <a:gd name="connsiteX105" fmla="*/ 139886 w 1028295"/>
              <a:gd name="connsiteY105" fmla="*/ 0 h 78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028295" h="780971">
                <a:moveTo>
                  <a:pt x="817571" y="451683"/>
                </a:moveTo>
                <a:cubicBezTo>
                  <a:pt x="806718" y="451683"/>
                  <a:pt x="799483" y="457096"/>
                  <a:pt x="798579" y="458901"/>
                </a:cubicBezTo>
                <a:lnTo>
                  <a:pt x="798579" y="724135"/>
                </a:lnTo>
                <a:lnTo>
                  <a:pt x="972222" y="724135"/>
                </a:lnTo>
                <a:lnTo>
                  <a:pt x="972222" y="458901"/>
                </a:lnTo>
                <a:cubicBezTo>
                  <a:pt x="972222" y="457096"/>
                  <a:pt x="964987" y="451683"/>
                  <a:pt x="952326" y="451683"/>
                </a:cubicBezTo>
                <a:close/>
                <a:moveTo>
                  <a:pt x="303876" y="423716"/>
                </a:moveTo>
                <a:cubicBezTo>
                  <a:pt x="293023" y="423716"/>
                  <a:pt x="284884" y="433640"/>
                  <a:pt x="284884" y="446270"/>
                </a:cubicBezTo>
                <a:lnTo>
                  <a:pt x="284884" y="724135"/>
                </a:lnTo>
                <a:lnTo>
                  <a:pt x="457623" y="724135"/>
                </a:lnTo>
                <a:lnTo>
                  <a:pt x="457623" y="446270"/>
                </a:lnTo>
                <a:cubicBezTo>
                  <a:pt x="457623" y="433640"/>
                  <a:pt x="449483" y="423716"/>
                  <a:pt x="438630" y="423716"/>
                </a:cubicBezTo>
                <a:close/>
                <a:moveTo>
                  <a:pt x="888404" y="304767"/>
                </a:moveTo>
                <a:cubicBezTo>
                  <a:pt x="873017" y="304767"/>
                  <a:pt x="859440" y="318373"/>
                  <a:pt x="859440" y="333792"/>
                </a:cubicBezTo>
                <a:cubicBezTo>
                  <a:pt x="859440" y="350119"/>
                  <a:pt x="873017" y="362818"/>
                  <a:pt x="888404" y="362818"/>
                </a:cubicBezTo>
                <a:cubicBezTo>
                  <a:pt x="904696" y="362818"/>
                  <a:pt x="917367" y="350119"/>
                  <a:pt x="917367" y="333792"/>
                </a:cubicBezTo>
                <a:cubicBezTo>
                  <a:pt x="917367" y="318373"/>
                  <a:pt x="904696" y="304767"/>
                  <a:pt x="888404" y="304767"/>
                </a:cubicBezTo>
                <a:close/>
                <a:moveTo>
                  <a:pt x="561628" y="281175"/>
                </a:moveTo>
                <a:cubicBezTo>
                  <a:pt x="550775" y="281175"/>
                  <a:pt x="541731" y="289295"/>
                  <a:pt x="541731" y="298316"/>
                </a:cubicBezTo>
                <a:lnTo>
                  <a:pt x="541731" y="724135"/>
                </a:lnTo>
                <a:lnTo>
                  <a:pt x="714470" y="724135"/>
                </a:lnTo>
                <a:lnTo>
                  <a:pt x="714470" y="298316"/>
                </a:lnTo>
                <a:cubicBezTo>
                  <a:pt x="714470" y="289295"/>
                  <a:pt x="706331" y="281175"/>
                  <a:pt x="695478" y="281175"/>
                </a:cubicBezTo>
                <a:close/>
                <a:moveTo>
                  <a:pt x="373402" y="255787"/>
                </a:moveTo>
                <a:cubicBezTo>
                  <a:pt x="357110" y="255787"/>
                  <a:pt x="344439" y="268485"/>
                  <a:pt x="344439" y="284812"/>
                </a:cubicBezTo>
                <a:cubicBezTo>
                  <a:pt x="344439" y="300232"/>
                  <a:pt x="357110" y="312930"/>
                  <a:pt x="373402" y="312930"/>
                </a:cubicBezTo>
                <a:cubicBezTo>
                  <a:pt x="389694" y="312930"/>
                  <a:pt x="402365" y="300232"/>
                  <a:pt x="402365" y="284812"/>
                </a:cubicBezTo>
                <a:cubicBezTo>
                  <a:pt x="402365" y="268485"/>
                  <a:pt x="389694" y="255787"/>
                  <a:pt x="373402" y="255787"/>
                </a:cubicBezTo>
                <a:close/>
                <a:moveTo>
                  <a:pt x="73256" y="222535"/>
                </a:moveTo>
                <a:cubicBezTo>
                  <a:pt x="64212" y="222535"/>
                  <a:pt x="56072" y="230654"/>
                  <a:pt x="56072" y="241480"/>
                </a:cubicBezTo>
                <a:lnTo>
                  <a:pt x="56072" y="724135"/>
                </a:lnTo>
                <a:lnTo>
                  <a:pt x="217054" y="724135"/>
                </a:lnTo>
                <a:lnTo>
                  <a:pt x="217054" y="241480"/>
                </a:lnTo>
                <a:cubicBezTo>
                  <a:pt x="217054" y="230654"/>
                  <a:pt x="208915" y="222535"/>
                  <a:pt x="199871" y="222535"/>
                </a:cubicBezTo>
                <a:close/>
                <a:moveTo>
                  <a:pt x="73256" y="195470"/>
                </a:moveTo>
                <a:lnTo>
                  <a:pt x="199871" y="195470"/>
                </a:lnTo>
                <a:cubicBezTo>
                  <a:pt x="223385" y="195470"/>
                  <a:pt x="243282" y="216220"/>
                  <a:pt x="243282" y="241480"/>
                </a:cubicBezTo>
                <a:lnTo>
                  <a:pt x="243282" y="724135"/>
                </a:lnTo>
                <a:lnTo>
                  <a:pt x="257752" y="724135"/>
                </a:lnTo>
                <a:lnTo>
                  <a:pt x="257752" y="446270"/>
                </a:lnTo>
                <a:cubicBezTo>
                  <a:pt x="257752" y="419206"/>
                  <a:pt x="278553" y="396652"/>
                  <a:pt x="303876" y="396652"/>
                </a:cubicBezTo>
                <a:lnTo>
                  <a:pt x="438630" y="396652"/>
                </a:lnTo>
                <a:cubicBezTo>
                  <a:pt x="464858" y="396652"/>
                  <a:pt x="484755" y="419206"/>
                  <a:pt x="484755" y="446270"/>
                </a:cubicBezTo>
                <a:lnTo>
                  <a:pt x="484755" y="724135"/>
                </a:lnTo>
                <a:lnTo>
                  <a:pt x="514600" y="724135"/>
                </a:lnTo>
                <a:lnTo>
                  <a:pt x="514600" y="298316"/>
                </a:lnTo>
                <a:cubicBezTo>
                  <a:pt x="514600" y="273958"/>
                  <a:pt x="536305" y="254111"/>
                  <a:pt x="561628" y="254111"/>
                </a:cubicBezTo>
                <a:lnTo>
                  <a:pt x="695478" y="254111"/>
                </a:lnTo>
                <a:cubicBezTo>
                  <a:pt x="720801" y="254111"/>
                  <a:pt x="741602" y="273958"/>
                  <a:pt x="741602" y="298316"/>
                </a:cubicBezTo>
                <a:lnTo>
                  <a:pt x="741602" y="724135"/>
                </a:lnTo>
                <a:lnTo>
                  <a:pt x="772351" y="724135"/>
                </a:lnTo>
                <a:lnTo>
                  <a:pt x="772351" y="458901"/>
                </a:lnTo>
                <a:cubicBezTo>
                  <a:pt x="772351" y="440857"/>
                  <a:pt x="792248" y="425521"/>
                  <a:pt x="817571" y="425521"/>
                </a:cubicBezTo>
                <a:lnTo>
                  <a:pt x="952326" y="425521"/>
                </a:lnTo>
                <a:cubicBezTo>
                  <a:pt x="978553" y="425521"/>
                  <a:pt x="999354" y="440857"/>
                  <a:pt x="999354" y="458901"/>
                </a:cubicBezTo>
                <a:lnTo>
                  <a:pt x="999354" y="724135"/>
                </a:lnTo>
                <a:lnTo>
                  <a:pt x="1002067" y="724135"/>
                </a:lnTo>
                <a:cubicBezTo>
                  <a:pt x="1016538" y="724135"/>
                  <a:pt x="1028295" y="734961"/>
                  <a:pt x="1028295" y="750298"/>
                </a:cubicBezTo>
                <a:lnTo>
                  <a:pt x="1028295" y="753906"/>
                </a:lnTo>
                <a:cubicBezTo>
                  <a:pt x="1028295" y="768341"/>
                  <a:pt x="1016538" y="780971"/>
                  <a:pt x="1002067" y="780971"/>
                </a:cubicBezTo>
                <a:lnTo>
                  <a:pt x="26227" y="780971"/>
                </a:lnTo>
                <a:cubicBezTo>
                  <a:pt x="11757" y="780971"/>
                  <a:pt x="0" y="768341"/>
                  <a:pt x="0" y="753906"/>
                </a:cubicBezTo>
                <a:lnTo>
                  <a:pt x="0" y="750298"/>
                </a:lnTo>
                <a:cubicBezTo>
                  <a:pt x="0" y="734961"/>
                  <a:pt x="11757" y="724135"/>
                  <a:pt x="26227" y="724135"/>
                </a:cubicBezTo>
                <a:lnTo>
                  <a:pt x="29845" y="724135"/>
                </a:lnTo>
                <a:lnTo>
                  <a:pt x="29845" y="241480"/>
                </a:lnTo>
                <a:cubicBezTo>
                  <a:pt x="29845" y="216220"/>
                  <a:pt x="48837" y="195470"/>
                  <a:pt x="73256" y="195470"/>
                </a:cubicBezTo>
                <a:close/>
                <a:moveTo>
                  <a:pt x="631355" y="55329"/>
                </a:moveTo>
                <a:cubicBezTo>
                  <a:pt x="615969" y="55329"/>
                  <a:pt x="603297" y="68028"/>
                  <a:pt x="603297" y="84355"/>
                </a:cubicBezTo>
                <a:cubicBezTo>
                  <a:pt x="603297" y="100682"/>
                  <a:pt x="615969" y="113380"/>
                  <a:pt x="631355" y="113380"/>
                </a:cubicBezTo>
                <a:cubicBezTo>
                  <a:pt x="646742" y="113380"/>
                  <a:pt x="659413" y="100682"/>
                  <a:pt x="659413" y="84355"/>
                </a:cubicBezTo>
                <a:cubicBezTo>
                  <a:pt x="659413" y="68028"/>
                  <a:pt x="646742" y="55329"/>
                  <a:pt x="631355" y="55329"/>
                </a:cubicBezTo>
                <a:close/>
                <a:moveTo>
                  <a:pt x="139886" y="27211"/>
                </a:moveTo>
                <a:cubicBezTo>
                  <a:pt x="123594" y="27211"/>
                  <a:pt x="110018" y="39910"/>
                  <a:pt x="110018" y="56236"/>
                </a:cubicBezTo>
                <a:cubicBezTo>
                  <a:pt x="110018" y="71656"/>
                  <a:pt x="123594" y="84355"/>
                  <a:pt x="139886" y="84355"/>
                </a:cubicBezTo>
                <a:cubicBezTo>
                  <a:pt x="154368" y="84355"/>
                  <a:pt x="167944" y="71656"/>
                  <a:pt x="167944" y="56236"/>
                </a:cubicBezTo>
                <a:cubicBezTo>
                  <a:pt x="167944" y="39910"/>
                  <a:pt x="154368" y="27211"/>
                  <a:pt x="139886" y="27211"/>
                </a:cubicBezTo>
                <a:close/>
                <a:moveTo>
                  <a:pt x="139886" y="0"/>
                </a:moveTo>
                <a:cubicBezTo>
                  <a:pt x="169754" y="0"/>
                  <a:pt x="195097" y="24490"/>
                  <a:pt x="195097" y="56236"/>
                </a:cubicBezTo>
                <a:cubicBezTo>
                  <a:pt x="195097" y="66214"/>
                  <a:pt x="192382" y="76191"/>
                  <a:pt x="186951" y="83448"/>
                </a:cubicBezTo>
                <a:lnTo>
                  <a:pt x="344439" y="236739"/>
                </a:lnTo>
                <a:cubicBezTo>
                  <a:pt x="352585" y="232204"/>
                  <a:pt x="362541" y="228575"/>
                  <a:pt x="373402" y="228575"/>
                </a:cubicBezTo>
                <a:cubicBezTo>
                  <a:pt x="386073" y="228575"/>
                  <a:pt x="398745" y="233111"/>
                  <a:pt x="408701" y="241274"/>
                </a:cubicBezTo>
                <a:lnTo>
                  <a:pt x="580670" y="107031"/>
                </a:lnTo>
                <a:cubicBezTo>
                  <a:pt x="577954" y="100682"/>
                  <a:pt x="575239" y="92518"/>
                  <a:pt x="575239" y="84355"/>
                </a:cubicBezTo>
                <a:cubicBezTo>
                  <a:pt x="575239" y="53515"/>
                  <a:pt x="600582" y="29025"/>
                  <a:pt x="631355" y="29025"/>
                </a:cubicBezTo>
                <a:cubicBezTo>
                  <a:pt x="662129" y="29025"/>
                  <a:pt x="686566" y="53515"/>
                  <a:pt x="686566" y="84355"/>
                </a:cubicBezTo>
                <a:cubicBezTo>
                  <a:pt x="686566" y="92518"/>
                  <a:pt x="684756" y="100682"/>
                  <a:pt x="681136" y="107938"/>
                </a:cubicBezTo>
                <a:lnTo>
                  <a:pt x="854915" y="289347"/>
                </a:lnTo>
                <a:cubicBezTo>
                  <a:pt x="863966" y="282998"/>
                  <a:pt x="875732" y="278463"/>
                  <a:pt x="888404" y="278463"/>
                </a:cubicBezTo>
                <a:cubicBezTo>
                  <a:pt x="919177" y="278463"/>
                  <a:pt x="944520" y="303860"/>
                  <a:pt x="944520" y="333792"/>
                </a:cubicBezTo>
                <a:cubicBezTo>
                  <a:pt x="944520" y="364632"/>
                  <a:pt x="919177" y="390029"/>
                  <a:pt x="888404" y="390029"/>
                </a:cubicBezTo>
                <a:cubicBezTo>
                  <a:pt x="858535" y="390029"/>
                  <a:pt x="833193" y="364632"/>
                  <a:pt x="833193" y="333792"/>
                </a:cubicBezTo>
                <a:cubicBezTo>
                  <a:pt x="833193" y="325629"/>
                  <a:pt x="834098" y="318373"/>
                  <a:pt x="838623" y="310209"/>
                </a:cubicBezTo>
                <a:lnTo>
                  <a:pt x="664844" y="128800"/>
                </a:lnTo>
                <a:cubicBezTo>
                  <a:pt x="655793" y="136056"/>
                  <a:pt x="644027" y="140592"/>
                  <a:pt x="631355" y="140592"/>
                </a:cubicBezTo>
                <a:cubicBezTo>
                  <a:pt x="617779" y="140592"/>
                  <a:pt x="606918" y="135149"/>
                  <a:pt x="596962" y="127893"/>
                </a:cubicBezTo>
                <a:lnTo>
                  <a:pt x="424088" y="262136"/>
                </a:lnTo>
                <a:cubicBezTo>
                  <a:pt x="427708" y="269392"/>
                  <a:pt x="428613" y="276649"/>
                  <a:pt x="428613" y="284812"/>
                </a:cubicBezTo>
                <a:cubicBezTo>
                  <a:pt x="428613" y="314745"/>
                  <a:pt x="404175" y="340142"/>
                  <a:pt x="373402" y="340142"/>
                </a:cubicBezTo>
                <a:cubicBezTo>
                  <a:pt x="342629" y="340142"/>
                  <a:pt x="317286" y="314745"/>
                  <a:pt x="317286" y="284812"/>
                </a:cubicBezTo>
                <a:cubicBezTo>
                  <a:pt x="317286" y="273928"/>
                  <a:pt x="320906" y="264857"/>
                  <a:pt x="325432" y="255787"/>
                </a:cubicBezTo>
                <a:lnTo>
                  <a:pt x="167944" y="102496"/>
                </a:lnTo>
                <a:cubicBezTo>
                  <a:pt x="159798" y="107938"/>
                  <a:pt x="149842" y="111566"/>
                  <a:pt x="139886" y="111566"/>
                </a:cubicBezTo>
                <a:cubicBezTo>
                  <a:pt x="108208" y="111566"/>
                  <a:pt x="83770" y="86169"/>
                  <a:pt x="83770" y="56236"/>
                </a:cubicBezTo>
                <a:cubicBezTo>
                  <a:pt x="83770" y="24490"/>
                  <a:pt x="108208" y="0"/>
                  <a:pt x="1398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68" name="Freeform 2">
            <a:extLst>
              <a:ext uri="{FF2B5EF4-FFF2-40B4-BE49-F238E27FC236}">
                <a16:creationId xmlns:a16="http://schemas.microsoft.com/office/drawing/2014/main" id="{90B0798E-0488-402D-94C4-2C241551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2597" y="6745638"/>
            <a:ext cx="2772455" cy="2772455"/>
          </a:xfrm>
          <a:custGeom>
            <a:avLst/>
            <a:gdLst>
              <a:gd name="T0" fmla="*/ 3065 w 3066"/>
              <a:gd name="T1" fmla="*/ 1531 h 3064"/>
              <a:gd name="T2" fmla="*/ 3065 w 3066"/>
              <a:gd name="T3" fmla="*/ 1531 h 3064"/>
              <a:gd name="T4" fmla="*/ 1533 w 3066"/>
              <a:gd name="T5" fmla="*/ 3063 h 3064"/>
              <a:gd name="T6" fmla="*/ 1533 w 3066"/>
              <a:gd name="T7" fmla="*/ 3063 h 3064"/>
              <a:gd name="T8" fmla="*/ 0 w 3066"/>
              <a:gd name="T9" fmla="*/ 1531 h 3064"/>
              <a:gd name="T10" fmla="*/ 0 w 3066"/>
              <a:gd name="T11" fmla="*/ 1531 h 3064"/>
              <a:gd name="T12" fmla="*/ 1533 w 3066"/>
              <a:gd name="T13" fmla="*/ 0 h 3064"/>
              <a:gd name="T14" fmla="*/ 1533 w 3066"/>
              <a:gd name="T15" fmla="*/ 0 h 3064"/>
              <a:gd name="T16" fmla="*/ 3065 w 3066"/>
              <a:gd name="T17" fmla="*/ 1531 h 30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66" h="3064">
                <a:moveTo>
                  <a:pt x="3065" y="1531"/>
                </a:moveTo>
                <a:lnTo>
                  <a:pt x="3065" y="1531"/>
                </a:lnTo>
                <a:cubicBezTo>
                  <a:pt x="3065" y="2378"/>
                  <a:pt x="2378" y="3063"/>
                  <a:pt x="1533" y="3063"/>
                </a:cubicBezTo>
                <a:lnTo>
                  <a:pt x="1533" y="3063"/>
                </a:lnTo>
                <a:cubicBezTo>
                  <a:pt x="687" y="3063"/>
                  <a:pt x="0" y="2378"/>
                  <a:pt x="0" y="1531"/>
                </a:cubicBezTo>
                <a:lnTo>
                  <a:pt x="0" y="1531"/>
                </a:lnTo>
                <a:cubicBezTo>
                  <a:pt x="0" y="684"/>
                  <a:pt x="687" y="0"/>
                  <a:pt x="1533" y="0"/>
                </a:cubicBezTo>
                <a:lnTo>
                  <a:pt x="1533" y="0"/>
                </a:lnTo>
                <a:cubicBezTo>
                  <a:pt x="2378" y="0"/>
                  <a:pt x="3065" y="684"/>
                  <a:pt x="3065" y="1531"/>
                </a:cubicBezTo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69" name="Freeform 3">
            <a:extLst>
              <a:ext uri="{FF2B5EF4-FFF2-40B4-BE49-F238E27FC236}">
                <a16:creationId xmlns:a16="http://schemas.microsoft.com/office/drawing/2014/main" id="{C382D012-A1BB-4C7C-9C5D-446C2126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7674" y="6350714"/>
            <a:ext cx="3558315" cy="3558315"/>
          </a:xfrm>
          <a:custGeom>
            <a:avLst/>
            <a:gdLst>
              <a:gd name="T0" fmla="*/ 3933 w 3934"/>
              <a:gd name="T1" fmla="*/ 1966 h 3934"/>
              <a:gd name="T2" fmla="*/ 3933 w 3934"/>
              <a:gd name="T3" fmla="*/ 1966 h 3934"/>
              <a:gd name="T4" fmla="*/ 1967 w 3934"/>
              <a:gd name="T5" fmla="*/ 3933 h 3934"/>
              <a:gd name="T6" fmla="*/ 1967 w 3934"/>
              <a:gd name="T7" fmla="*/ 3933 h 3934"/>
              <a:gd name="T8" fmla="*/ 0 w 3934"/>
              <a:gd name="T9" fmla="*/ 1966 h 3934"/>
              <a:gd name="T10" fmla="*/ 0 w 3934"/>
              <a:gd name="T11" fmla="*/ 1966 h 3934"/>
              <a:gd name="T12" fmla="*/ 1967 w 3934"/>
              <a:gd name="T13" fmla="*/ 0 h 3934"/>
              <a:gd name="T14" fmla="*/ 1967 w 3934"/>
              <a:gd name="T15" fmla="*/ 0 h 3934"/>
              <a:gd name="T16" fmla="*/ 3933 w 3934"/>
              <a:gd name="T17" fmla="*/ 1966 h 3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34" h="3934">
                <a:moveTo>
                  <a:pt x="3933" y="1966"/>
                </a:moveTo>
                <a:lnTo>
                  <a:pt x="3933" y="1966"/>
                </a:lnTo>
                <a:cubicBezTo>
                  <a:pt x="3933" y="3052"/>
                  <a:pt x="3052" y="3933"/>
                  <a:pt x="1967" y="3933"/>
                </a:cubicBezTo>
                <a:lnTo>
                  <a:pt x="1967" y="3933"/>
                </a:lnTo>
                <a:cubicBezTo>
                  <a:pt x="880" y="3933"/>
                  <a:pt x="0" y="3052"/>
                  <a:pt x="0" y="1966"/>
                </a:cubicBezTo>
                <a:lnTo>
                  <a:pt x="0" y="1966"/>
                </a:lnTo>
                <a:cubicBezTo>
                  <a:pt x="0" y="880"/>
                  <a:pt x="880" y="0"/>
                  <a:pt x="1967" y="0"/>
                </a:cubicBezTo>
                <a:lnTo>
                  <a:pt x="1967" y="0"/>
                </a:lnTo>
                <a:cubicBezTo>
                  <a:pt x="3052" y="0"/>
                  <a:pt x="3933" y="880"/>
                  <a:pt x="3933" y="1966"/>
                </a:cubicBezTo>
              </a:path>
            </a:pathLst>
          </a:custGeom>
          <a:noFill/>
          <a:ln w="25400" cap="flat">
            <a:solidFill>
              <a:schemeClr val="bg1">
                <a:lumMod val="85000"/>
                <a:alpha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4A2DCD87-94BD-4857-981C-4066E71E1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7089" y="7422729"/>
            <a:ext cx="1665651" cy="1424283"/>
          </a:xfrm>
          <a:custGeom>
            <a:avLst/>
            <a:gdLst>
              <a:gd name="connsiteX0" fmla="*/ 718764 w 1665651"/>
              <a:gd name="connsiteY0" fmla="*/ 1315751 h 1424283"/>
              <a:gd name="connsiteX1" fmla="*/ 712428 w 1665651"/>
              <a:gd name="connsiteY1" fmla="*/ 1321177 h 1424283"/>
              <a:gd name="connsiteX2" fmla="*/ 710617 w 1665651"/>
              <a:gd name="connsiteY2" fmla="*/ 1351024 h 1424283"/>
              <a:gd name="connsiteX3" fmla="*/ 716049 w 1665651"/>
              <a:gd name="connsiteY3" fmla="*/ 1358259 h 1424283"/>
              <a:gd name="connsiteX4" fmla="*/ 745017 w 1665651"/>
              <a:gd name="connsiteY4" fmla="*/ 1364590 h 1424283"/>
              <a:gd name="connsiteX5" fmla="*/ 757690 w 1665651"/>
              <a:gd name="connsiteY5" fmla="*/ 1355546 h 1424283"/>
              <a:gd name="connsiteX6" fmla="*/ 723291 w 1665651"/>
              <a:gd name="connsiteY6" fmla="*/ 1320273 h 1424283"/>
              <a:gd name="connsiteX7" fmla="*/ 649966 w 1665651"/>
              <a:gd name="connsiteY7" fmla="*/ 1247917 h 1424283"/>
              <a:gd name="connsiteX8" fmla="*/ 632766 w 1665651"/>
              <a:gd name="connsiteY8" fmla="*/ 1260580 h 1424283"/>
              <a:gd name="connsiteX9" fmla="*/ 627335 w 1665651"/>
              <a:gd name="connsiteY9" fmla="*/ 1273242 h 1424283"/>
              <a:gd name="connsiteX10" fmla="*/ 632766 w 1665651"/>
              <a:gd name="connsiteY10" fmla="*/ 1291331 h 1424283"/>
              <a:gd name="connsiteX11" fmla="*/ 636387 w 1665651"/>
              <a:gd name="connsiteY11" fmla="*/ 1295853 h 1424283"/>
              <a:gd name="connsiteX12" fmla="*/ 652682 w 1665651"/>
              <a:gd name="connsiteY12" fmla="*/ 1306706 h 1424283"/>
              <a:gd name="connsiteX13" fmla="*/ 666260 w 1665651"/>
              <a:gd name="connsiteY13" fmla="*/ 1304897 h 1424283"/>
              <a:gd name="connsiteX14" fmla="*/ 687081 w 1665651"/>
              <a:gd name="connsiteY14" fmla="*/ 1288617 h 1424283"/>
              <a:gd name="connsiteX15" fmla="*/ 689797 w 1665651"/>
              <a:gd name="connsiteY15" fmla="*/ 1286809 h 1424283"/>
              <a:gd name="connsiteX16" fmla="*/ 581167 w 1665651"/>
              <a:gd name="connsiteY16" fmla="*/ 1179180 h 1424283"/>
              <a:gd name="connsiteX17" fmla="*/ 560347 w 1665651"/>
              <a:gd name="connsiteY17" fmla="*/ 1194555 h 1424283"/>
              <a:gd name="connsiteX18" fmla="*/ 552199 w 1665651"/>
              <a:gd name="connsiteY18" fmla="*/ 1209931 h 1424283"/>
              <a:gd name="connsiteX19" fmla="*/ 557631 w 1665651"/>
              <a:gd name="connsiteY19" fmla="*/ 1228924 h 1424283"/>
              <a:gd name="connsiteX20" fmla="*/ 560347 w 1665651"/>
              <a:gd name="connsiteY20" fmla="*/ 1233446 h 1424283"/>
              <a:gd name="connsiteX21" fmla="*/ 576641 w 1665651"/>
              <a:gd name="connsiteY21" fmla="*/ 1242491 h 1424283"/>
              <a:gd name="connsiteX22" fmla="*/ 593841 w 1665651"/>
              <a:gd name="connsiteY22" fmla="*/ 1238873 h 1424283"/>
              <a:gd name="connsiteX23" fmla="*/ 620998 w 1665651"/>
              <a:gd name="connsiteY23" fmla="*/ 1218975 h 1424283"/>
              <a:gd name="connsiteX24" fmla="*/ 529568 w 1665651"/>
              <a:gd name="connsiteY24" fmla="*/ 1125818 h 1424283"/>
              <a:gd name="connsiteX25" fmla="*/ 530473 w 1665651"/>
              <a:gd name="connsiteY25" fmla="*/ 1128531 h 1424283"/>
              <a:gd name="connsiteX26" fmla="*/ 533189 w 1665651"/>
              <a:gd name="connsiteY26" fmla="*/ 1132149 h 1424283"/>
              <a:gd name="connsiteX27" fmla="*/ 544052 w 1665651"/>
              <a:gd name="connsiteY27" fmla="*/ 1142098 h 1424283"/>
              <a:gd name="connsiteX28" fmla="*/ 629258 w 1665651"/>
              <a:gd name="connsiteY28" fmla="*/ 682868 h 1424283"/>
              <a:gd name="connsiteX29" fmla="*/ 592935 w 1665651"/>
              <a:gd name="connsiteY29" fmla="*/ 693495 h 1424283"/>
              <a:gd name="connsiteX30" fmla="*/ 425465 w 1665651"/>
              <a:gd name="connsiteY30" fmla="*/ 860817 h 1424283"/>
              <a:gd name="connsiteX31" fmla="*/ 435423 w 1665651"/>
              <a:gd name="connsiteY31" fmla="*/ 974776 h 1424283"/>
              <a:gd name="connsiteX32" fmla="*/ 673502 w 1665651"/>
              <a:gd name="connsiteY32" fmla="*/ 1212644 h 1424283"/>
              <a:gd name="connsiteX33" fmla="*/ 752258 w 1665651"/>
              <a:gd name="connsiteY33" fmla="*/ 1291331 h 1424283"/>
              <a:gd name="connsiteX34" fmla="*/ 835541 w 1665651"/>
              <a:gd name="connsiteY34" fmla="*/ 1373635 h 1424283"/>
              <a:gd name="connsiteX35" fmla="*/ 877182 w 1665651"/>
              <a:gd name="connsiteY35" fmla="*/ 1373635 h 1424283"/>
              <a:gd name="connsiteX36" fmla="*/ 883519 w 1665651"/>
              <a:gd name="connsiteY36" fmla="*/ 1366399 h 1424283"/>
              <a:gd name="connsiteX37" fmla="*/ 892571 w 1665651"/>
              <a:gd name="connsiteY37" fmla="*/ 1345597 h 1424283"/>
              <a:gd name="connsiteX38" fmla="*/ 883519 w 1665651"/>
              <a:gd name="connsiteY38" fmla="*/ 1324795 h 1424283"/>
              <a:gd name="connsiteX39" fmla="*/ 723291 w 1665651"/>
              <a:gd name="connsiteY39" fmla="*/ 1162900 h 1424283"/>
              <a:gd name="connsiteX40" fmla="*/ 723291 w 1665651"/>
              <a:gd name="connsiteY40" fmla="*/ 1133958 h 1424283"/>
              <a:gd name="connsiteX41" fmla="*/ 752258 w 1665651"/>
              <a:gd name="connsiteY41" fmla="*/ 1133958 h 1424283"/>
              <a:gd name="connsiteX42" fmla="*/ 950507 w 1665651"/>
              <a:gd name="connsiteY42" fmla="*/ 1332935 h 1424283"/>
              <a:gd name="connsiteX43" fmla="*/ 996675 w 1665651"/>
              <a:gd name="connsiteY43" fmla="*/ 1332935 h 1424283"/>
              <a:gd name="connsiteX44" fmla="*/ 1000296 w 1665651"/>
              <a:gd name="connsiteY44" fmla="*/ 1328413 h 1424283"/>
              <a:gd name="connsiteX45" fmla="*/ 1010253 w 1665651"/>
              <a:gd name="connsiteY45" fmla="*/ 1305802 h 1424283"/>
              <a:gd name="connsiteX46" fmla="*/ 1000296 w 1665651"/>
              <a:gd name="connsiteY46" fmla="*/ 1283191 h 1424283"/>
              <a:gd name="connsiteX47" fmla="*/ 802047 w 1665651"/>
              <a:gd name="connsiteY47" fmla="*/ 1084214 h 1424283"/>
              <a:gd name="connsiteX48" fmla="*/ 802047 w 1665651"/>
              <a:gd name="connsiteY48" fmla="*/ 1054367 h 1424283"/>
              <a:gd name="connsiteX49" fmla="*/ 831015 w 1665651"/>
              <a:gd name="connsiteY49" fmla="*/ 1054367 h 1424283"/>
              <a:gd name="connsiteX50" fmla="*/ 1030169 w 1665651"/>
              <a:gd name="connsiteY50" fmla="*/ 1254249 h 1424283"/>
              <a:gd name="connsiteX51" fmla="*/ 1062757 w 1665651"/>
              <a:gd name="connsiteY51" fmla="*/ 1286809 h 1424283"/>
              <a:gd name="connsiteX52" fmla="*/ 1114356 w 1665651"/>
              <a:gd name="connsiteY52" fmla="*/ 1294044 h 1424283"/>
              <a:gd name="connsiteX53" fmla="*/ 1119788 w 1665651"/>
              <a:gd name="connsiteY53" fmla="*/ 1289522 h 1424283"/>
              <a:gd name="connsiteX54" fmla="*/ 1113451 w 1665651"/>
              <a:gd name="connsiteY54" fmla="*/ 1237064 h 1424283"/>
              <a:gd name="connsiteX55" fmla="*/ 879898 w 1665651"/>
              <a:gd name="connsiteY55" fmla="*/ 1005527 h 1424283"/>
              <a:gd name="connsiteX56" fmla="*/ 879898 w 1665651"/>
              <a:gd name="connsiteY56" fmla="*/ 976585 h 1424283"/>
              <a:gd name="connsiteX57" fmla="*/ 909771 w 1665651"/>
              <a:gd name="connsiteY57" fmla="*/ 976585 h 1424283"/>
              <a:gd name="connsiteX58" fmla="*/ 1108925 w 1665651"/>
              <a:gd name="connsiteY58" fmla="*/ 1175562 h 1424283"/>
              <a:gd name="connsiteX59" fmla="*/ 1154187 w 1665651"/>
              <a:gd name="connsiteY59" fmla="*/ 1175562 h 1424283"/>
              <a:gd name="connsiteX60" fmla="*/ 1158713 w 1665651"/>
              <a:gd name="connsiteY60" fmla="*/ 1171040 h 1424283"/>
              <a:gd name="connsiteX61" fmla="*/ 1167766 w 1665651"/>
              <a:gd name="connsiteY61" fmla="*/ 1148429 h 1424283"/>
              <a:gd name="connsiteX62" fmla="*/ 1158713 w 1665651"/>
              <a:gd name="connsiteY62" fmla="*/ 1125818 h 1424283"/>
              <a:gd name="connsiteX63" fmla="*/ 1037411 w 1665651"/>
              <a:gd name="connsiteY63" fmla="*/ 1005527 h 1424283"/>
              <a:gd name="connsiteX64" fmla="*/ 1016590 w 1665651"/>
              <a:gd name="connsiteY64" fmla="*/ 982916 h 1424283"/>
              <a:gd name="connsiteX65" fmla="*/ 1003011 w 1665651"/>
              <a:gd name="connsiteY65" fmla="*/ 969349 h 1424283"/>
              <a:gd name="connsiteX66" fmla="*/ 812910 w 1665651"/>
              <a:gd name="connsiteY66" fmla="*/ 889759 h 1424283"/>
              <a:gd name="connsiteX67" fmla="*/ 808384 w 1665651"/>
              <a:gd name="connsiteY67" fmla="*/ 889759 h 1424283"/>
              <a:gd name="connsiteX68" fmla="*/ 754069 w 1665651"/>
              <a:gd name="connsiteY68" fmla="*/ 954879 h 1424283"/>
              <a:gd name="connsiteX69" fmla="*/ 669881 w 1665651"/>
              <a:gd name="connsiteY69" fmla="*/ 1013667 h 1424283"/>
              <a:gd name="connsiteX70" fmla="*/ 640008 w 1665651"/>
              <a:gd name="connsiteY70" fmla="*/ 1009145 h 1424283"/>
              <a:gd name="connsiteX71" fmla="*/ 599272 w 1665651"/>
              <a:gd name="connsiteY71" fmla="*/ 979298 h 1424283"/>
              <a:gd name="connsiteX72" fmla="*/ 584788 w 1665651"/>
              <a:gd name="connsiteY72" fmla="*/ 895186 h 1424283"/>
              <a:gd name="connsiteX73" fmla="*/ 707901 w 1665651"/>
              <a:gd name="connsiteY73" fmla="*/ 726055 h 1424283"/>
              <a:gd name="connsiteX74" fmla="*/ 666260 w 1665651"/>
              <a:gd name="connsiteY74" fmla="*/ 695304 h 1424283"/>
              <a:gd name="connsiteX75" fmla="*/ 629258 w 1665651"/>
              <a:gd name="connsiteY75" fmla="*/ 682868 h 1424283"/>
              <a:gd name="connsiteX76" fmla="*/ 916976 w 1665651"/>
              <a:gd name="connsiteY76" fmla="*/ 652096 h 1424283"/>
              <a:gd name="connsiteX77" fmla="*/ 805668 w 1665651"/>
              <a:gd name="connsiteY77" fmla="*/ 693495 h 1424283"/>
              <a:gd name="connsiteX78" fmla="*/ 802952 w 1665651"/>
              <a:gd name="connsiteY78" fmla="*/ 695304 h 1424283"/>
              <a:gd name="connsiteX79" fmla="*/ 802047 w 1665651"/>
              <a:gd name="connsiteY79" fmla="*/ 697113 h 1424283"/>
              <a:gd name="connsiteX80" fmla="*/ 623714 w 1665651"/>
              <a:gd name="connsiteY80" fmla="*/ 909657 h 1424283"/>
              <a:gd name="connsiteX81" fmla="*/ 631861 w 1665651"/>
              <a:gd name="connsiteY81" fmla="*/ 953974 h 1424283"/>
              <a:gd name="connsiteX82" fmla="*/ 653587 w 1665651"/>
              <a:gd name="connsiteY82" fmla="*/ 970254 h 1424283"/>
              <a:gd name="connsiteX83" fmla="*/ 715143 w 1665651"/>
              <a:gd name="connsiteY83" fmla="*/ 940408 h 1424283"/>
              <a:gd name="connsiteX84" fmla="*/ 784847 w 1665651"/>
              <a:gd name="connsiteY84" fmla="*/ 856295 h 1424283"/>
              <a:gd name="connsiteX85" fmla="*/ 843688 w 1665651"/>
              <a:gd name="connsiteY85" fmla="*/ 861721 h 1424283"/>
              <a:gd name="connsiteX86" fmla="*/ 1117977 w 1665651"/>
              <a:gd name="connsiteY86" fmla="*/ 887046 h 1424283"/>
              <a:gd name="connsiteX87" fmla="*/ 1146945 w 1665651"/>
              <a:gd name="connsiteY87" fmla="*/ 889759 h 1424283"/>
              <a:gd name="connsiteX88" fmla="*/ 1143324 w 1665651"/>
              <a:gd name="connsiteY88" fmla="*/ 919605 h 1424283"/>
              <a:gd name="connsiteX89" fmla="*/ 1052800 w 1665651"/>
              <a:gd name="connsiteY89" fmla="*/ 962114 h 1424283"/>
              <a:gd name="connsiteX90" fmla="*/ 1147851 w 1665651"/>
              <a:gd name="connsiteY90" fmla="*/ 1056176 h 1424283"/>
              <a:gd name="connsiteX91" fmla="*/ 1241091 w 1665651"/>
              <a:gd name="connsiteY91" fmla="*/ 985629 h 1424283"/>
              <a:gd name="connsiteX92" fmla="*/ 1254669 w 1665651"/>
              <a:gd name="connsiteY92" fmla="*/ 962114 h 1424283"/>
              <a:gd name="connsiteX93" fmla="*/ 1248333 w 1665651"/>
              <a:gd name="connsiteY93" fmla="*/ 935885 h 1424283"/>
              <a:gd name="connsiteX94" fmla="*/ 1104399 w 1665651"/>
              <a:gd name="connsiteY94" fmla="*/ 747762 h 1424283"/>
              <a:gd name="connsiteX95" fmla="*/ 1098967 w 1665651"/>
              <a:gd name="connsiteY95" fmla="*/ 742335 h 1424283"/>
              <a:gd name="connsiteX96" fmla="*/ 1092631 w 1665651"/>
              <a:gd name="connsiteY96" fmla="*/ 733291 h 1424283"/>
              <a:gd name="connsiteX97" fmla="*/ 1090820 w 1665651"/>
              <a:gd name="connsiteY97" fmla="*/ 731482 h 1424283"/>
              <a:gd name="connsiteX98" fmla="*/ 916976 w 1665651"/>
              <a:gd name="connsiteY98" fmla="*/ 652096 h 1424283"/>
              <a:gd name="connsiteX99" fmla="*/ 1207945 w 1665651"/>
              <a:gd name="connsiteY99" fmla="*/ 646986 h 1424283"/>
              <a:gd name="connsiteX100" fmla="*/ 1222204 w 1665651"/>
              <a:gd name="connsiteY100" fmla="*/ 647904 h 1424283"/>
              <a:gd name="connsiteX101" fmla="*/ 1264091 w 1665651"/>
              <a:gd name="connsiteY101" fmla="*/ 700201 h 1424283"/>
              <a:gd name="connsiteX102" fmla="*/ 1263200 w 1665651"/>
              <a:gd name="connsiteY102" fmla="*/ 715798 h 1424283"/>
              <a:gd name="connsiteX103" fmla="*/ 1245376 w 1665651"/>
              <a:gd name="connsiteY103" fmla="*/ 730478 h 1424283"/>
              <a:gd name="connsiteX104" fmla="*/ 1231117 w 1665651"/>
              <a:gd name="connsiteY104" fmla="*/ 729560 h 1424283"/>
              <a:gd name="connsiteX105" fmla="*/ 1189230 w 1665651"/>
              <a:gd name="connsiteY105" fmla="*/ 677263 h 1424283"/>
              <a:gd name="connsiteX106" fmla="*/ 1190121 w 1665651"/>
              <a:gd name="connsiteY106" fmla="*/ 662584 h 1424283"/>
              <a:gd name="connsiteX107" fmla="*/ 515217 w 1665651"/>
              <a:gd name="connsiteY107" fmla="*/ 584061 h 1424283"/>
              <a:gd name="connsiteX108" fmla="*/ 529693 w 1665651"/>
              <a:gd name="connsiteY108" fmla="*/ 584061 h 1424283"/>
              <a:gd name="connsiteX109" fmla="*/ 545978 w 1665651"/>
              <a:gd name="connsiteY109" fmla="*/ 600516 h 1424283"/>
              <a:gd name="connsiteX110" fmla="*/ 545978 w 1665651"/>
              <a:gd name="connsiteY110" fmla="*/ 615143 h 1424283"/>
              <a:gd name="connsiteX111" fmla="*/ 498026 w 1665651"/>
              <a:gd name="connsiteY111" fmla="*/ 662680 h 1424283"/>
              <a:gd name="connsiteX112" fmla="*/ 483550 w 1665651"/>
              <a:gd name="connsiteY112" fmla="*/ 662680 h 1424283"/>
              <a:gd name="connsiteX113" fmla="*/ 468170 w 1665651"/>
              <a:gd name="connsiteY113" fmla="*/ 647139 h 1424283"/>
              <a:gd name="connsiteX114" fmla="*/ 468170 w 1665651"/>
              <a:gd name="connsiteY114" fmla="*/ 631598 h 1424283"/>
              <a:gd name="connsiteX115" fmla="*/ 1155105 w 1665651"/>
              <a:gd name="connsiteY115" fmla="*/ 578262 h 1424283"/>
              <a:gd name="connsiteX116" fmla="*/ 1166325 w 1665651"/>
              <a:gd name="connsiteY116" fmla="*/ 579182 h 1424283"/>
              <a:gd name="connsiteX117" fmla="*/ 1185959 w 1665651"/>
              <a:gd name="connsiteY117" fmla="*/ 602197 h 1424283"/>
              <a:gd name="connsiteX118" fmla="*/ 1185024 w 1665651"/>
              <a:gd name="connsiteY118" fmla="*/ 613244 h 1424283"/>
              <a:gd name="connsiteX119" fmla="*/ 1160715 w 1665651"/>
              <a:gd name="connsiteY119" fmla="*/ 631655 h 1424283"/>
              <a:gd name="connsiteX120" fmla="*/ 1151365 w 1665651"/>
              <a:gd name="connsiteY120" fmla="*/ 630735 h 1424283"/>
              <a:gd name="connsiteX121" fmla="*/ 1131731 w 1665651"/>
              <a:gd name="connsiteY121" fmla="*/ 607720 h 1424283"/>
              <a:gd name="connsiteX122" fmla="*/ 1132666 w 1665651"/>
              <a:gd name="connsiteY122" fmla="*/ 596673 h 1424283"/>
              <a:gd name="connsiteX123" fmla="*/ 523232 w 1665651"/>
              <a:gd name="connsiteY123" fmla="*/ 515320 h 1424283"/>
              <a:gd name="connsiteX124" fmla="*/ 210922 w 1665651"/>
              <a:gd name="connsiteY124" fmla="*/ 827352 h 1424283"/>
              <a:gd name="connsiteX125" fmla="*/ 270668 w 1665651"/>
              <a:gd name="connsiteY125" fmla="*/ 887046 h 1424283"/>
              <a:gd name="connsiteX126" fmla="*/ 341277 w 1665651"/>
              <a:gd name="connsiteY126" fmla="*/ 887046 h 1424283"/>
              <a:gd name="connsiteX127" fmla="*/ 394687 w 1665651"/>
              <a:gd name="connsiteY127" fmla="*/ 833684 h 1424283"/>
              <a:gd name="connsiteX128" fmla="*/ 406455 w 1665651"/>
              <a:gd name="connsiteY128" fmla="*/ 819212 h 1424283"/>
              <a:gd name="connsiteX129" fmla="*/ 553105 w 1665651"/>
              <a:gd name="connsiteY129" fmla="*/ 673597 h 1424283"/>
              <a:gd name="connsiteX130" fmla="*/ 565778 w 1665651"/>
              <a:gd name="connsiteY130" fmla="*/ 661840 h 1424283"/>
              <a:gd name="connsiteX131" fmla="*/ 610135 w 1665651"/>
              <a:gd name="connsiteY131" fmla="*/ 618426 h 1424283"/>
              <a:gd name="connsiteX132" fmla="*/ 610135 w 1665651"/>
              <a:gd name="connsiteY132" fmla="*/ 602146 h 1424283"/>
              <a:gd name="connsiteX133" fmla="*/ 1169576 w 1665651"/>
              <a:gd name="connsiteY133" fmla="*/ 510797 h 1424283"/>
              <a:gd name="connsiteX134" fmla="*/ 1074526 w 1665651"/>
              <a:gd name="connsiteY134" fmla="*/ 589484 h 1424283"/>
              <a:gd name="connsiteX135" fmla="*/ 1070905 w 1665651"/>
              <a:gd name="connsiteY135" fmla="*/ 596719 h 1424283"/>
              <a:gd name="connsiteX136" fmla="*/ 1072715 w 1665651"/>
              <a:gd name="connsiteY136" fmla="*/ 605764 h 1424283"/>
              <a:gd name="connsiteX137" fmla="*/ 1315321 w 1665651"/>
              <a:gd name="connsiteY137" fmla="*/ 898803 h 1424283"/>
              <a:gd name="connsiteX138" fmla="*/ 1348815 w 1665651"/>
              <a:gd name="connsiteY138" fmla="*/ 916892 h 1424283"/>
              <a:gd name="connsiteX139" fmla="*/ 1385025 w 1665651"/>
              <a:gd name="connsiteY139" fmla="*/ 906039 h 1424283"/>
              <a:gd name="connsiteX140" fmla="*/ 1451107 w 1665651"/>
              <a:gd name="connsiteY140" fmla="*/ 851772 h 1424283"/>
              <a:gd name="connsiteX141" fmla="*/ 1624009 w 1665651"/>
              <a:gd name="connsiteY141" fmla="*/ 46819 h 1424283"/>
              <a:gd name="connsiteX142" fmla="*/ 1182250 w 1665651"/>
              <a:gd name="connsiteY142" fmla="*/ 442964 h 1424283"/>
              <a:gd name="connsiteX143" fmla="*/ 1180439 w 1665651"/>
              <a:gd name="connsiteY143" fmla="*/ 460149 h 1424283"/>
              <a:gd name="connsiteX144" fmla="*/ 1342478 w 1665651"/>
              <a:gd name="connsiteY144" fmla="*/ 654604 h 1424283"/>
              <a:gd name="connsiteX145" fmla="*/ 1503612 w 1665651"/>
              <a:gd name="connsiteY145" fmla="*/ 850868 h 1424283"/>
              <a:gd name="connsiteX146" fmla="*/ 1509948 w 1665651"/>
              <a:gd name="connsiteY146" fmla="*/ 854486 h 1424283"/>
              <a:gd name="connsiteX147" fmla="*/ 1518096 w 1665651"/>
              <a:gd name="connsiteY147" fmla="*/ 853581 h 1424283"/>
              <a:gd name="connsiteX148" fmla="*/ 1590515 w 1665651"/>
              <a:gd name="connsiteY148" fmla="*/ 768564 h 1424283"/>
              <a:gd name="connsiteX149" fmla="*/ 1624915 w 1665651"/>
              <a:gd name="connsiteY149" fmla="*/ 697113 h 1424283"/>
              <a:gd name="connsiteX150" fmla="*/ 41641 w 1665651"/>
              <a:gd name="connsiteY150" fmla="*/ 41392 h 1424283"/>
              <a:gd name="connsiteX151" fmla="*/ 41641 w 1665651"/>
              <a:gd name="connsiteY151" fmla="*/ 654604 h 1424283"/>
              <a:gd name="connsiteX152" fmla="*/ 68799 w 1665651"/>
              <a:gd name="connsiteY152" fmla="*/ 728768 h 1424283"/>
              <a:gd name="connsiteX153" fmla="*/ 143029 w 1665651"/>
              <a:gd name="connsiteY153" fmla="*/ 821926 h 1424283"/>
              <a:gd name="connsiteX154" fmla="*/ 158418 w 1665651"/>
              <a:gd name="connsiteY154" fmla="*/ 821021 h 1424283"/>
              <a:gd name="connsiteX155" fmla="*/ 516895 w 1665651"/>
              <a:gd name="connsiteY155" fmla="*/ 462862 h 1424283"/>
              <a:gd name="connsiteX156" fmla="*/ 520516 w 1665651"/>
              <a:gd name="connsiteY156" fmla="*/ 454722 h 1424283"/>
              <a:gd name="connsiteX157" fmla="*/ 516895 w 1665651"/>
              <a:gd name="connsiteY157" fmla="*/ 446582 h 1424283"/>
              <a:gd name="connsiteX158" fmla="*/ 46847 w 1665651"/>
              <a:gd name="connsiteY158" fmla="*/ 466 h 1424283"/>
              <a:gd name="connsiteX159" fmla="*/ 67893 w 1665651"/>
              <a:gd name="connsiteY159" fmla="*/ 9737 h 1424283"/>
              <a:gd name="connsiteX160" fmla="*/ 545863 w 1665651"/>
              <a:gd name="connsiteY160" fmla="*/ 418544 h 1424283"/>
              <a:gd name="connsiteX161" fmla="*/ 561252 w 1665651"/>
              <a:gd name="connsiteY161" fmla="*/ 454722 h 1424283"/>
              <a:gd name="connsiteX162" fmla="*/ 551294 w 1665651"/>
              <a:gd name="connsiteY162" fmla="*/ 485473 h 1424283"/>
              <a:gd name="connsiteX163" fmla="*/ 639103 w 1665651"/>
              <a:gd name="connsiteY163" fmla="*/ 573204 h 1424283"/>
              <a:gd name="connsiteX164" fmla="*/ 643629 w 1665651"/>
              <a:gd name="connsiteY164" fmla="*/ 642846 h 1424283"/>
              <a:gd name="connsiteX165" fmla="*/ 690702 w 1665651"/>
              <a:gd name="connsiteY165" fmla="*/ 662744 h 1424283"/>
              <a:gd name="connsiteX166" fmla="*/ 738680 w 1665651"/>
              <a:gd name="connsiteY166" fmla="*/ 698017 h 1424283"/>
              <a:gd name="connsiteX167" fmla="*/ 774890 w 1665651"/>
              <a:gd name="connsiteY167" fmla="*/ 664553 h 1424283"/>
              <a:gd name="connsiteX168" fmla="*/ 778511 w 1665651"/>
              <a:gd name="connsiteY168" fmla="*/ 662744 h 1424283"/>
              <a:gd name="connsiteX169" fmla="*/ 780321 w 1665651"/>
              <a:gd name="connsiteY169" fmla="*/ 660935 h 1424283"/>
              <a:gd name="connsiteX170" fmla="*/ 1050084 w 1665651"/>
              <a:gd name="connsiteY170" fmla="*/ 642846 h 1424283"/>
              <a:gd name="connsiteX171" fmla="*/ 1041032 w 1665651"/>
              <a:gd name="connsiteY171" fmla="*/ 631088 h 1424283"/>
              <a:gd name="connsiteX172" fmla="*/ 1029263 w 1665651"/>
              <a:gd name="connsiteY172" fmla="*/ 593102 h 1424283"/>
              <a:gd name="connsiteX173" fmla="*/ 1047368 w 1665651"/>
              <a:gd name="connsiteY173" fmla="*/ 557828 h 1424283"/>
              <a:gd name="connsiteX174" fmla="*/ 1143324 w 1665651"/>
              <a:gd name="connsiteY174" fmla="*/ 479142 h 1424283"/>
              <a:gd name="connsiteX175" fmla="*/ 1155092 w 1665651"/>
              <a:gd name="connsiteY175" fmla="*/ 413118 h 1424283"/>
              <a:gd name="connsiteX176" fmla="*/ 1601378 w 1665651"/>
              <a:gd name="connsiteY176" fmla="*/ 12450 h 1424283"/>
              <a:gd name="connsiteX177" fmla="*/ 1645735 w 1665651"/>
              <a:gd name="connsiteY177" fmla="*/ 10641 h 1424283"/>
              <a:gd name="connsiteX178" fmla="*/ 1664745 w 1665651"/>
              <a:gd name="connsiteY178" fmla="*/ 48628 h 1424283"/>
              <a:gd name="connsiteX179" fmla="*/ 1665651 w 1665651"/>
              <a:gd name="connsiteY179" fmla="*/ 698017 h 1424283"/>
              <a:gd name="connsiteX180" fmla="*/ 1664745 w 1665651"/>
              <a:gd name="connsiteY180" fmla="*/ 698922 h 1424283"/>
              <a:gd name="connsiteX181" fmla="*/ 1620388 w 1665651"/>
              <a:gd name="connsiteY181" fmla="*/ 795697 h 1424283"/>
              <a:gd name="connsiteX182" fmla="*/ 1545253 w 1665651"/>
              <a:gd name="connsiteY182" fmla="*/ 884332 h 1424283"/>
              <a:gd name="connsiteX183" fmla="*/ 1511759 w 1665651"/>
              <a:gd name="connsiteY183" fmla="*/ 895186 h 1424283"/>
              <a:gd name="connsiteX184" fmla="*/ 1506327 w 1665651"/>
              <a:gd name="connsiteY184" fmla="*/ 895186 h 1424283"/>
              <a:gd name="connsiteX185" fmla="*/ 1477360 w 1665651"/>
              <a:gd name="connsiteY185" fmla="*/ 882523 h 1424283"/>
              <a:gd name="connsiteX186" fmla="*/ 1411277 w 1665651"/>
              <a:gd name="connsiteY186" fmla="*/ 937694 h 1424283"/>
              <a:gd name="connsiteX187" fmla="*/ 1354246 w 1665651"/>
              <a:gd name="connsiteY187" fmla="*/ 958496 h 1424283"/>
              <a:gd name="connsiteX188" fmla="*/ 1345194 w 1665651"/>
              <a:gd name="connsiteY188" fmla="*/ 957592 h 1424283"/>
              <a:gd name="connsiteX189" fmla="*/ 1292690 w 1665651"/>
              <a:gd name="connsiteY189" fmla="*/ 934077 h 1424283"/>
              <a:gd name="connsiteX190" fmla="*/ 1295405 w 1665651"/>
              <a:gd name="connsiteY190" fmla="*/ 967541 h 1424283"/>
              <a:gd name="connsiteX191" fmla="*/ 1266437 w 1665651"/>
              <a:gd name="connsiteY191" fmla="*/ 1017285 h 1424283"/>
              <a:gd name="connsiteX192" fmla="*/ 1176818 w 1665651"/>
              <a:gd name="connsiteY192" fmla="*/ 1086023 h 1424283"/>
              <a:gd name="connsiteX193" fmla="*/ 1187681 w 1665651"/>
              <a:gd name="connsiteY193" fmla="*/ 1096876 h 1424283"/>
              <a:gd name="connsiteX194" fmla="*/ 1187681 w 1665651"/>
              <a:gd name="connsiteY194" fmla="*/ 1199982 h 1424283"/>
              <a:gd name="connsiteX195" fmla="*/ 1183155 w 1665651"/>
              <a:gd name="connsiteY195" fmla="*/ 1203600 h 1424283"/>
              <a:gd name="connsiteX196" fmla="*/ 1153282 w 1665651"/>
              <a:gd name="connsiteY196" fmla="*/ 1222593 h 1424283"/>
              <a:gd name="connsiteX197" fmla="*/ 1167766 w 1665651"/>
              <a:gd name="connsiteY197" fmla="*/ 1263293 h 1424283"/>
              <a:gd name="connsiteX198" fmla="*/ 1147851 w 1665651"/>
              <a:gd name="connsiteY198" fmla="*/ 1318464 h 1424283"/>
              <a:gd name="connsiteX199" fmla="*/ 1143324 w 1665651"/>
              <a:gd name="connsiteY199" fmla="*/ 1322986 h 1424283"/>
              <a:gd name="connsiteX200" fmla="*/ 1095346 w 1665651"/>
              <a:gd name="connsiteY200" fmla="*/ 1342884 h 1424283"/>
              <a:gd name="connsiteX201" fmla="*/ 1089009 w 1665651"/>
              <a:gd name="connsiteY201" fmla="*/ 1341979 h 1424283"/>
              <a:gd name="connsiteX202" fmla="*/ 1047368 w 1665651"/>
              <a:gd name="connsiteY202" fmla="*/ 1327508 h 1424283"/>
              <a:gd name="connsiteX203" fmla="*/ 1030169 w 1665651"/>
              <a:gd name="connsiteY203" fmla="*/ 1358259 h 1424283"/>
              <a:gd name="connsiteX204" fmla="*/ 1025642 w 1665651"/>
              <a:gd name="connsiteY204" fmla="*/ 1362781 h 1424283"/>
              <a:gd name="connsiteX205" fmla="*/ 974043 w 1665651"/>
              <a:gd name="connsiteY205" fmla="*/ 1383584 h 1424283"/>
              <a:gd name="connsiteX206" fmla="*/ 929686 w 1665651"/>
              <a:gd name="connsiteY206" fmla="*/ 1369113 h 1424283"/>
              <a:gd name="connsiteX207" fmla="*/ 912487 w 1665651"/>
              <a:gd name="connsiteY207" fmla="*/ 1396246 h 1424283"/>
              <a:gd name="connsiteX208" fmla="*/ 906150 w 1665651"/>
              <a:gd name="connsiteY208" fmla="*/ 1402577 h 1424283"/>
              <a:gd name="connsiteX209" fmla="*/ 855456 w 1665651"/>
              <a:gd name="connsiteY209" fmla="*/ 1424283 h 1424283"/>
              <a:gd name="connsiteX210" fmla="*/ 806573 w 1665651"/>
              <a:gd name="connsiteY210" fmla="*/ 1402577 h 1424283"/>
              <a:gd name="connsiteX211" fmla="*/ 787563 w 1665651"/>
              <a:gd name="connsiteY211" fmla="*/ 1384488 h 1424283"/>
              <a:gd name="connsiteX212" fmla="*/ 770363 w 1665651"/>
              <a:gd name="connsiteY212" fmla="*/ 1397150 h 1424283"/>
              <a:gd name="connsiteX213" fmla="*/ 735059 w 1665651"/>
              <a:gd name="connsiteY213" fmla="*/ 1409813 h 1424283"/>
              <a:gd name="connsiteX214" fmla="*/ 683460 w 1665651"/>
              <a:gd name="connsiteY214" fmla="*/ 1382679 h 1424283"/>
              <a:gd name="connsiteX215" fmla="*/ 678028 w 1665651"/>
              <a:gd name="connsiteY215" fmla="*/ 1376348 h 1424283"/>
              <a:gd name="connsiteX216" fmla="*/ 666260 w 1665651"/>
              <a:gd name="connsiteY216" fmla="*/ 1348311 h 1424283"/>
              <a:gd name="connsiteX217" fmla="*/ 657208 w 1665651"/>
              <a:gd name="connsiteY217" fmla="*/ 1348311 h 1424283"/>
              <a:gd name="connsiteX218" fmla="*/ 644534 w 1665651"/>
              <a:gd name="connsiteY218" fmla="*/ 1347406 h 1424283"/>
              <a:gd name="connsiteX219" fmla="*/ 603798 w 1665651"/>
              <a:gd name="connsiteY219" fmla="*/ 1320273 h 1424283"/>
              <a:gd name="connsiteX220" fmla="*/ 600177 w 1665651"/>
              <a:gd name="connsiteY220" fmla="*/ 1316655 h 1424283"/>
              <a:gd name="connsiteX221" fmla="*/ 586599 w 1665651"/>
              <a:gd name="connsiteY221" fmla="*/ 1284095 h 1424283"/>
              <a:gd name="connsiteX222" fmla="*/ 580262 w 1665651"/>
              <a:gd name="connsiteY222" fmla="*/ 1284095 h 1424283"/>
              <a:gd name="connsiteX223" fmla="*/ 571209 w 1665651"/>
              <a:gd name="connsiteY223" fmla="*/ 1283191 h 1424283"/>
              <a:gd name="connsiteX224" fmla="*/ 527758 w 1665651"/>
              <a:gd name="connsiteY224" fmla="*/ 1257866 h 1424283"/>
              <a:gd name="connsiteX225" fmla="*/ 525042 w 1665651"/>
              <a:gd name="connsiteY225" fmla="*/ 1253344 h 1424283"/>
              <a:gd name="connsiteX226" fmla="*/ 510558 w 1665651"/>
              <a:gd name="connsiteY226" fmla="*/ 1205409 h 1424283"/>
              <a:gd name="connsiteX227" fmla="*/ 522326 w 1665651"/>
              <a:gd name="connsiteY227" fmla="*/ 1176467 h 1424283"/>
              <a:gd name="connsiteX228" fmla="*/ 500600 w 1665651"/>
              <a:gd name="connsiteY228" fmla="*/ 1157473 h 1424283"/>
              <a:gd name="connsiteX229" fmla="*/ 496979 w 1665651"/>
              <a:gd name="connsiteY229" fmla="*/ 1153856 h 1424283"/>
              <a:gd name="connsiteX230" fmla="*/ 482495 w 1665651"/>
              <a:gd name="connsiteY230" fmla="*/ 1108633 h 1424283"/>
              <a:gd name="connsiteX231" fmla="*/ 487927 w 1665651"/>
              <a:gd name="connsiteY231" fmla="*/ 1086023 h 1424283"/>
              <a:gd name="connsiteX232" fmla="*/ 406455 w 1665651"/>
              <a:gd name="connsiteY232" fmla="*/ 1003718 h 1424283"/>
              <a:gd name="connsiteX233" fmla="*/ 368435 w 1665651"/>
              <a:gd name="connsiteY233" fmla="*/ 917797 h 1424283"/>
              <a:gd name="connsiteX234" fmla="*/ 305067 w 1665651"/>
              <a:gd name="connsiteY234" fmla="*/ 943121 h 1424283"/>
              <a:gd name="connsiteX235" fmla="*/ 240795 w 1665651"/>
              <a:gd name="connsiteY235" fmla="*/ 915988 h 1424283"/>
              <a:gd name="connsiteX236" fmla="*/ 181049 w 1665651"/>
              <a:gd name="connsiteY236" fmla="*/ 856295 h 1424283"/>
              <a:gd name="connsiteX237" fmla="*/ 150271 w 1665651"/>
              <a:gd name="connsiteY237" fmla="*/ 865339 h 1424283"/>
              <a:gd name="connsiteX238" fmla="*/ 113156 w 1665651"/>
              <a:gd name="connsiteY238" fmla="*/ 849963 h 1424283"/>
              <a:gd name="connsiteX239" fmla="*/ 111345 w 1665651"/>
              <a:gd name="connsiteY239" fmla="*/ 848155 h 1424283"/>
              <a:gd name="connsiteX240" fmla="*/ 36210 w 1665651"/>
              <a:gd name="connsiteY240" fmla="*/ 754997 h 1424283"/>
              <a:gd name="connsiteX241" fmla="*/ 0 w 1665651"/>
              <a:gd name="connsiteY241" fmla="*/ 654604 h 1424283"/>
              <a:gd name="connsiteX242" fmla="*/ 0 w 1665651"/>
              <a:gd name="connsiteY242" fmla="*/ 41392 h 1424283"/>
              <a:gd name="connsiteX243" fmla="*/ 24442 w 1665651"/>
              <a:gd name="connsiteY243" fmla="*/ 3406 h 1424283"/>
              <a:gd name="connsiteX244" fmla="*/ 46847 w 1665651"/>
              <a:gd name="connsiteY244" fmla="*/ 466 h 142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665651" h="1424283">
                <a:moveTo>
                  <a:pt x="718764" y="1315751"/>
                </a:moveTo>
                <a:lnTo>
                  <a:pt x="712428" y="1321177"/>
                </a:lnTo>
                <a:cubicBezTo>
                  <a:pt x="704281" y="1327508"/>
                  <a:pt x="703375" y="1341075"/>
                  <a:pt x="710617" y="1351024"/>
                </a:cubicBezTo>
                <a:lnTo>
                  <a:pt x="716049" y="1358259"/>
                </a:lnTo>
                <a:cubicBezTo>
                  <a:pt x="724196" y="1369113"/>
                  <a:pt x="736869" y="1371826"/>
                  <a:pt x="745017" y="1364590"/>
                </a:cubicBezTo>
                <a:lnTo>
                  <a:pt x="757690" y="1355546"/>
                </a:lnTo>
                <a:lnTo>
                  <a:pt x="723291" y="1320273"/>
                </a:lnTo>
                <a:close/>
                <a:moveTo>
                  <a:pt x="649966" y="1247917"/>
                </a:moveTo>
                <a:lnTo>
                  <a:pt x="632766" y="1260580"/>
                </a:lnTo>
                <a:cubicBezTo>
                  <a:pt x="628240" y="1264197"/>
                  <a:pt x="627335" y="1270529"/>
                  <a:pt x="627335" y="1273242"/>
                </a:cubicBezTo>
                <a:cubicBezTo>
                  <a:pt x="627335" y="1279573"/>
                  <a:pt x="629145" y="1285904"/>
                  <a:pt x="632766" y="1291331"/>
                </a:cubicBezTo>
                <a:lnTo>
                  <a:pt x="636387" y="1295853"/>
                </a:lnTo>
                <a:cubicBezTo>
                  <a:pt x="640913" y="1301279"/>
                  <a:pt x="646345" y="1305802"/>
                  <a:pt x="652682" y="1306706"/>
                </a:cubicBezTo>
                <a:cubicBezTo>
                  <a:pt x="656303" y="1307611"/>
                  <a:pt x="662639" y="1307611"/>
                  <a:pt x="666260" y="1304897"/>
                </a:cubicBezTo>
                <a:lnTo>
                  <a:pt x="687081" y="1288617"/>
                </a:lnTo>
                <a:lnTo>
                  <a:pt x="689797" y="1286809"/>
                </a:lnTo>
                <a:close/>
                <a:moveTo>
                  <a:pt x="581167" y="1179180"/>
                </a:moveTo>
                <a:lnTo>
                  <a:pt x="560347" y="1194555"/>
                </a:lnTo>
                <a:cubicBezTo>
                  <a:pt x="555820" y="1199078"/>
                  <a:pt x="553105" y="1203600"/>
                  <a:pt x="552199" y="1209931"/>
                </a:cubicBezTo>
                <a:cubicBezTo>
                  <a:pt x="551294" y="1217167"/>
                  <a:pt x="553105" y="1223498"/>
                  <a:pt x="557631" y="1228924"/>
                </a:cubicBezTo>
                <a:lnTo>
                  <a:pt x="560347" y="1233446"/>
                </a:lnTo>
                <a:cubicBezTo>
                  <a:pt x="564873" y="1238873"/>
                  <a:pt x="571209" y="1242491"/>
                  <a:pt x="576641" y="1242491"/>
                </a:cubicBezTo>
                <a:cubicBezTo>
                  <a:pt x="583883" y="1243395"/>
                  <a:pt x="589314" y="1242491"/>
                  <a:pt x="593841" y="1238873"/>
                </a:cubicBezTo>
                <a:lnTo>
                  <a:pt x="620998" y="1218975"/>
                </a:lnTo>
                <a:close/>
                <a:moveTo>
                  <a:pt x="529568" y="1125818"/>
                </a:moveTo>
                <a:cubicBezTo>
                  <a:pt x="529568" y="1127627"/>
                  <a:pt x="530473" y="1127627"/>
                  <a:pt x="530473" y="1128531"/>
                </a:cubicBezTo>
                <a:lnTo>
                  <a:pt x="533189" y="1132149"/>
                </a:lnTo>
                <a:cubicBezTo>
                  <a:pt x="535905" y="1136671"/>
                  <a:pt x="540431" y="1139385"/>
                  <a:pt x="544052" y="1142098"/>
                </a:cubicBezTo>
                <a:close/>
                <a:moveTo>
                  <a:pt x="629258" y="682868"/>
                </a:moveTo>
                <a:cubicBezTo>
                  <a:pt x="616472" y="682642"/>
                  <a:pt x="603798" y="686260"/>
                  <a:pt x="592935" y="693495"/>
                </a:cubicBezTo>
                <a:lnTo>
                  <a:pt x="425465" y="860817"/>
                </a:lnTo>
                <a:cubicBezTo>
                  <a:pt x="401929" y="895186"/>
                  <a:pt x="404644" y="943121"/>
                  <a:pt x="435423" y="974776"/>
                </a:cubicBezTo>
                <a:lnTo>
                  <a:pt x="673502" y="1212644"/>
                </a:lnTo>
                <a:lnTo>
                  <a:pt x="752258" y="1291331"/>
                </a:lnTo>
                <a:lnTo>
                  <a:pt x="835541" y="1373635"/>
                </a:lnTo>
                <a:cubicBezTo>
                  <a:pt x="845499" y="1386297"/>
                  <a:pt x="864509" y="1386297"/>
                  <a:pt x="877182" y="1373635"/>
                </a:cubicBezTo>
                <a:lnTo>
                  <a:pt x="883519" y="1366399"/>
                </a:lnTo>
                <a:cubicBezTo>
                  <a:pt x="889856" y="1360973"/>
                  <a:pt x="892571" y="1352833"/>
                  <a:pt x="892571" y="1345597"/>
                </a:cubicBezTo>
                <a:cubicBezTo>
                  <a:pt x="892571" y="1337457"/>
                  <a:pt x="889856" y="1330222"/>
                  <a:pt x="883519" y="1324795"/>
                </a:cubicBezTo>
                <a:lnTo>
                  <a:pt x="723291" y="1162900"/>
                </a:lnTo>
                <a:cubicBezTo>
                  <a:pt x="715143" y="1154760"/>
                  <a:pt x="715143" y="1142098"/>
                  <a:pt x="723291" y="1133958"/>
                </a:cubicBezTo>
                <a:cubicBezTo>
                  <a:pt x="731438" y="1125818"/>
                  <a:pt x="744111" y="1125818"/>
                  <a:pt x="752258" y="1133958"/>
                </a:cubicBezTo>
                <a:lnTo>
                  <a:pt x="950507" y="1332935"/>
                </a:lnTo>
                <a:cubicBezTo>
                  <a:pt x="963181" y="1344693"/>
                  <a:pt x="984001" y="1344693"/>
                  <a:pt x="996675" y="1332935"/>
                </a:cubicBezTo>
                <a:lnTo>
                  <a:pt x="1000296" y="1328413"/>
                </a:lnTo>
                <a:cubicBezTo>
                  <a:pt x="1006632" y="1322986"/>
                  <a:pt x="1010253" y="1314846"/>
                  <a:pt x="1010253" y="1305802"/>
                </a:cubicBezTo>
                <a:cubicBezTo>
                  <a:pt x="1010253" y="1297662"/>
                  <a:pt x="1006632" y="1289522"/>
                  <a:pt x="1000296" y="1283191"/>
                </a:cubicBezTo>
                <a:lnTo>
                  <a:pt x="802047" y="1084214"/>
                </a:lnTo>
                <a:cubicBezTo>
                  <a:pt x="793900" y="1076074"/>
                  <a:pt x="793900" y="1063411"/>
                  <a:pt x="802047" y="1054367"/>
                </a:cubicBezTo>
                <a:cubicBezTo>
                  <a:pt x="810194" y="1047131"/>
                  <a:pt x="823773" y="1047131"/>
                  <a:pt x="831015" y="1054367"/>
                </a:cubicBezTo>
                <a:lnTo>
                  <a:pt x="1030169" y="1254249"/>
                </a:lnTo>
                <a:lnTo>
                  <a:pt x="1062757" y="1286809"/>
                </a:lnTo>
                <a:cubicBezTo>
                  <a:pt x="1079052" y="1303088"/>
                  <a:pt x="1102588" y="1305802"/>
                  <a:pt x="1114356" y="1294044"/>
                </a:cubicBezTo>
                <a:lnTo>
                  <a:pt x="1119788" y="1289522"/>
                </a:lnTo>
                <a:cubicBezTo>
                  <a:pt x="1131556" y="1277764"/>
                  <a:pt x="1128840" y="1253344"/>
                  <a:pt x="1113451" y="1237064"/>
                </a:cubicBezTo>
                <a:lnTo>
                  <a:pt x="879898" y="1005527"/>
                </a:lnTo>
                <a:cubicBezTo>
                  <a:pt x="872656" y="997387"/>
                  <a:pt x="872656" y="983821"/>
                  <a:pt x="879898" y="976585"/>
                </a:cubicBezTo>
                <a:cubicBezTo>
                  <a:pt x="888045" y="967541"/>
                  <a:pt x="901624" y="967541"/>
                  <a:pt x="909771" y="976585"/>
                </a:cubicBezTo>
                <a:lnTo>
                  <a:pt x="1108925" y="1175562"/>
                </a:lnTo>
                <a:cubicBezTo>
                  <a:pt x="1120693" y="1187320"/>
                  <a:pt x="1142419" y="1187320"/>
                  <a:pt x="1154187" y="1175562"/>
                </a:cubicBezTo>
                <a:lnTo>
                  <a:pt x="1158713" y="1171040"/>
                </a:lnTo>
                <a:cubicBezTo>
                  <a:pt x="1164145" y="1164709"/>
                  <a:pt x="1167766" y="1156569"/>
                  <a:pt x="1167766" y="1148429"/>
                </a:cubicBezTo>
                <a:cubicBezTo>
                  <a:pt x="1167766" y="1140289"/>
                  <a:pt x="1164145" y="1131245"/>
                  <a:pt x="1158713" y="1125818"/>
                </a:cubicBezTo>
                <a:lnTo>
                  <a:pt x="1037411" y="1005527"/>
                </a:lnTo>
                <a:lnTo>
                  <a:pt x="1016590" y="982916"/>
                </a:lnTo>
                <a:lnTo>
                  <a:pt x="1003011" y="969349"/>
                </a:lnTo>
                <a:cubicBezTo>
                  <a:pt x="932402" y="972967"/>
                  <a:pt x="862698" y="944930"/>
                  <a:pt x="812910" y="889759"/>
                </a:cubicBezTo>
                <a:cubicBezTo>
                  <a:pt x="812005" y="888854"/>
                  <a:pt x="810194" y="887950"/>
                  <a:pt x="808384" y="889759"/>
                </a:cubicBezTo>
                <a:cubicBezTo>
                  <a:pt x="792995" y="900612"/>
                  <a:pt x="764932" y="923223"/>
                  <a:pt x="754069" y="954879"/>
                </a:cubicBezTo>
                <a:cubicBezTo>
                  <a:pt x="740490" y="991056"/>
                  <a:pt x="706091" y="1013667"/>
                  <a:pt x="669881" y="1013667"/>
                </a:cubicBezTo>
                <a:cubicBezTo>
                  <a:pt x="659923" y="1013667"/>
                  <a:pt x="649966" y="1011858"/>
                  <a:pt x="640008" y="1009145"/>
                </a:cubicBezTo>
                <a:cubicBezTo>
                  <a:pt x="623714" y="1002814"/>
                  <a:pt x="609230" y="992865"/>
                  <a:pt x="599272" y="979298"/>
                </a:cubicBezTo>
                <a:cubicBezTo>
                  <a:pt x="580262" y="954879"/>
                  <a:pt x="574831" y="923223"/>
                  <a:pt x="584788" y="895186"/>
                </a:cubicBezTo>
                <a:cubicBezTo>
                  <a:pt x="606514" y="835492"/>
                  <a:pt x="660829" y="772182"/>
                  <a:pt x="707901" y="726055"/>
                </a:cubicBezTo>
                <a:lnTo>
                  <a:pt x="666260" y="695304"/>
                </a:lnTo>
                <a:cubicBezTo>
                  <a:pt x="654945" y="687164"/>
                  <a:pt x="642045" y="683094"/>
                  <a:pt x="629258" y="682868"/>
                </a:cubicBezTo>
                <a:close/>
                <a:moveTo>
                  <a:pt x="916976" y="652096"/>
                </a:moveTo>
                <a:cubicBezTo>
                  <a:pt x="877805" y="654449"/>
                  <a:pt x="838936" y="668058"/>
                  <a:pt x="805668" y="693495"/>
                </a:cubicBezTo>
                <a:cubicBezTo>
                  <a:pt x="804763" y="694400"/>
                  <a:pt x="803857" y="694400"/>
                  <a:pt x="802952" y="695304"/>
                </a:cubicBezTo>
                <a:cubicBezTo>
                  <a:pt x="802047" y="696208"/>
                  <a:pt x="802047" y="696208"/>
                  <a:pt x="802047" y="697113"/>
                </a:cubicBezTo>
                <a:cubicBezTo>
                  <a:pt x="777605" y="717011"/>
                  <a:pt x="655397" y="820117"/>
                  <a:pt x="623714" y="909657"/>
                </a:cubicBezTo>
                <a:cubicBezTo>
                  <a:pt x="618282" y="924128"/>
                  <a:pt x="621903" y="941312"/>
                  <a:pt x="631861" y="953974"/>
                </a:cubicBezTo>
                <a:cubicBezTo>
                  <a:pt x="637292" y="962114"/>
                  <a:pt x="644534" y="967541"/>
                  <a:pt x="653587" y="970254"/>
                </a:cubicBezTo>
                <a:cubicBezTo>
                  <a:pt x="678934" y="978394"/>
                  <a:pt x="706091" y="965732"/>
                  <a:pt x="715143" y="940408"/>
                </a:cubicBezTo>
                <a:cubicBezTo>
                  <a:pt x="729627" y="900612"/>
                  <a:pt x="761311" y="872575"/>
                  <a:pt x="784847" y="856295"/>
                </a:cubicBezTo>
                <a:cubicBezTo>
                  <a:pt x="802952" y="842728"/>
                  <a:pt x="828299" y="845441"/>
                  <a:pt x="843688" y="861721"/>
                </a:cubicBezTo>
                <a:cubicBezTo>
                  <a:pt x="913392" y="939503"/>
                  <a:pt x="1034695" y="949452"/>
                  <a:pt x="1117977" y="887046"/>
                </a:cubicBezTo>
                <a:cubicBezTo>
                  <a:pt x="1127030" y="879810"/>
                  <a:pt x="1139703" y="881619"/>
                  <a:pt x="1146945" y="889759"/>
                </a:cubicBezTo>
                <a:cubicBezTo>
                  <a:pt x="1153282" y="899708"/>
                  <a:pt x="1152377" y="912370"/>
                  <a:pt x="1143324" y="919605"/>
                </a:cubicBezTo>
                <a:cubicBezTo>
                  <a:pt x="1115262" y="939503"/>
                  <a:pt x="1084483" y="953974"/>
                  <a:pt x="1052800" y="962114"/>
                </a:cubicBezTo>
                <a:lnTo>
                  <a:pt x="1147851" y="1056176"/>
                </a:lnTo>
                <a:lnTo>
                  <a:pt x="1241091" y="985629"/>
                </a:lnTo>
                <a:cubicBezTo>
                  <a:pt x="1249238" y="979298"/>
                  <a:pt x="1253764" y="971158"/>
                  <a:pt x="1254669" y="962114"/>
                </a:cubicBezTo>
                <a:cubicBezTo>
                  <a:pt x="1255575" y="953070"/>
                  <a:pt x="1253764" y="943121"/>
                  <a:pt x="1248333" y="935885"/>
                </a:cubicBezTo>
                <a:lnTo>
                  <a:pt x="1104399" y="747762"/>
                </a:lnTo>
                <a:cubicBezTo>
                  <a:pt x="1102588" y="745953"/>
                  <a:pt x="1100778" y="744144"/>
                  <a:pt x="1098967" y="742335"/>
                </a:cubicBezTo>
                <a:cubicBezTo>
                  <a:pt x="1096251" y="739622"/>
                  <a:pt x="1095346" y="736908"/>
                  <a:pt x="1092631" y="733291"/>
                </a:cubicBezTo>
                <a:cubicBezTo>
                  <a:pt x="1092631" y="732386"/>
                  <a:pt x="1091725" y="732386"/>
                  <a:pt x="1090820" y="731482"/>
                </a:cubicBezTo>
                <a:cubicBezTo>
                  <a:pt x="1048387" y="675520"/>
                  <a:pt x="982262" y="648174"/>
                  <a:pt x="916976" y="652096"/>
                </a:cubicBezTo>
                <a:close/>
                <a:moveTo>
                  <a:pt x="1207945" y="646986"/>
                </a:moveTo>
                <a:cubicBezTo>
                  <a:pt x="1212401" y="643316"/>
                  <a:pt x="1218640" y="644234"/>
                  <a:pt x="1222204" y="647904"/>
                </a:cubicBezTo>
                <a:lnTo>
                  <a:pt x="1264091" y="700201"/>
                </a:lnTo>
                <a:cubicBezTo>
                  <a:pt x="1267656" y="705706"/>
                  <a:pt x="1267656" y="712128"/>
                  <a:pt x="1263200" y="715798"/>
                </a:cubicBezTo>
                <a:lnTo>
                  <a:pt x="1245376" y="730478"/>
                </a:lnTo>
                <a:cubicBezTo>
                  <a:pt x="1241811" y="734148"/>
                  <a:pt x="1234681" y="734148"/>
                  <a:pt x="1231117" y="729560"/>
                </a:cubicBezTo>
                <a:lnTo>
                  <a:pt x="1189230" y="677263"/>
                </a:lnTo>
                <a:cubicBezTo>
                  <a:pt x="1184774" y="671758"/>
                  <a:pt x="1185665" y="666253"/>
                  <a:pt x="1190121" y="662584"/>
                </a:cubicBezTo>
                <a:close/>
                <a:moveTo>
                  <a:pt x="515217" y="584061"/>
                </a:moveTo>
                <a:cubicBezTo>
                  <a:pt x="518836" y="579490"/>
                  <a:pt x="526074" y="579490"/>
                  <a:pt x="529693" y="584061"/>
                </a:cubicBezTo>
                <a:lnTo>
                  <a:pt x="545978" y="600516"/>
                </a:lnTo>
                <a:cubicBezTo>
                  <a:pt x="549597" y="604173"/>
                  <a:pt x="549597" y="611486"/>
                  <a:pt x="545978" y="615143"/>
                </a:cubicBezTo>
                <a:lnTo>
                  <a:pt x="498026" y="662680"/>
                </a:lnTo>
                <a:cubicBezTo>
                  <a:pt x="494407" y="666337"/>
                  <a:pt x="487169" y="666337"/>
                  <a:pt x="483550" y="662680"/>
                </a:cubicBezTo>
                <a:lnTo>
                  <a:pt x="468170" y="647139"/>
                </a:lnTo>
                <a:cubicBezTo>
                  <a:pt x="462741" y="642568"/>
                  <a:pt x="462741" y="636169"/>
                  <a:pt x="468170" y="631598"/>
                </a:cubicBezTo>
                <a:close/>
                <a:moveTo>
                  <a:pt x="1155105" y="578262"/>
                </a:moveTo>
                <a:cubicBezTo>
                  <a:pt x="1158845" y="575500"/>
                  <a:pt x="1163520" y="575500"/>
                  <a:pt x="1166325" y="579182"/>
                </a:cubicBezTo>
                <a:lnTo>
                  <a:pt x="1185959" y="602197"/>
                </a:lnTo>
                <a:cubicBezTo>
                  <a:pt x="1187829" y="605879"/>
                  <a:pt x="1187829" y="609561"/>
                  <a:pt x="1185024" y="613244"/>
                </a:cubicBezTo>
                <a:lnTo>
                  <a:pt x="1160715" y="631655"/>
                </a:lnTo>
                <a:cubicBezTo>
                  <a:pt x="1157910" y="634417"/>
                  <a:pt x="1153235" y="634417"/>
                  <a:pt x="1151365" y="630735"/>
                </a:cubicBezTo>
                <a:lnTo>
                  <a:pt x="1131731" y="607720"/>
                </a:lnTo>
                <a:cubicBezTo>
                  <a:pt x="1128926" y="604958"/>
                  <a:pt x="1128926" y="600356"/>
                  <a:pt x="1132666" y="596673"/>
                </a:cubicBezTo>
                <a:close/>
                <a:moveTo>
                  <a:pt x="523232" y="515320"/>
                </a:moveTo>
                <a:lnTo>
                  <a:pt x="210922" y="827352"/>
                </a:lnTo>
                <a:lnTo>
                  <a:pt x="270668" y="887046"/>
                </a:lnTo>
                <a:cubicBezTo>
                  <a:pt x="290584" y="906039"/>
                  <a:pt x="321362" y="906039"/>
                  <a:pt x="341277" y="887046"/>
                </a:cubicBezTo>
                <a:lnTo>
                  <a:pt x="394687" y="833684"/>
                </a:lnTo>
                <a:cubicBezTo>
                  <a:pt x="398308" y="828257"/>
                  <a:pt x="401929" y="823735"/>
                  <a:pt x="406455" y="819212"/>
                </a:cubicBezTo>
                <a:lnTo>
                  <a:pt x="553105" y="673597"/>
                </a:lnTo>
                <a:cubicBezTo>
                  <a:pt x="557631" y="668171"/>
                  <a:pt x="561252" y="665457"/>
                  <a:pt x="565778" y="661840"/>
                </a:cubicBezTo>
                <a:lnTo>
                  <a:pt x="610135" y="618426"/>
                </a:lnTo>
                <a:cubicBezTo>
                  <a:pt x="614661" y="613904"/>
                  <a:pt x="614661" y="606668"/>
                  <a:pt x="610135" y="602146"/>
                </a:cubicBezTo>
                <a:close/>
                <a:moveTo>
                  <a:pt x="1169576" y="510797"/>
                </a:moveTo>
                <a:lnTo>
                  <a:pt x="1074526" y="589484"/>
                </a:lnTo>
                <a:cubicBezTo>
                  <a:pt x="1071810" y="592197"/>
                  <a:pt x="1070905" y="594006"/>
                  <a:pt x="1070905" y="596719"/>
                </a:cubicBezTo>
                <a:cubicBezTo>
                  <a:pt x="1069999" y="600337"/>
                  <a:pt x="1070905" y="603051"/>
                  <a:pt x="1072715" y="605764"/>
                </a:cubicBezTo>
                <a:lnTo>
                  <a:pt x="1315321" y="898803"/>
                </a:lnTo>
                <a:cubicBezTo>
                  <a:pt x="1323468" y="909657"/>
                  <a:pt x="1336141" y="915083"/>
                  <a:pt x="1348815" y="916892"/>
                </a:cubicBezTo>
                <a:cubicBezTo>
                  <a:pt x="1361488" y="917797"/>
                  <a:pt x="1375067" y="914179"/>
                  <a:pt x="1385025" y="906039"/>
                </a:cubicBezTo>
                <a:lnTo>
                  <a:pt x="1451107" y="851772"/>
                </a:lnTo>
                <a:close/>
                <a:moveTo>
                  <a:pt x="1624009" y="46819"/>
                </a:moveTo>
                <a:lnTo>
                  <a:pt x="1182250" y="442964"/>
                </a:lnTo>
                <a:cubicBezTo>
                  <a:pt x="1176818" y="447487"/>
                  <a:pt x="1176818" y="455627"/>
                  <a:pt x="1180439" y="460149"/>
                </a:cubicBezTo>
                <a:lnTo>
                  <a:pt x="1342478" y="654604"/>
                </a:lnTo>
                <a:lnTo>
                  <a:pt x="1503612" y="850868"/>
                </a:lnTo>
                <a:cubicBezTo>
                  <a:pt x="1505422" y="853581"/>
                  <a:pt x="1508138" y="854486"/>
                  <a:pt x="1509948" y="854486"/>
                </a:cubicBezTo>
                <a:cubicBezTo>
                  <a:pt x="1513569" y="855390"/>
                  <a:pt x="1515380" y="854486"/>
                  <a:pt x="1518096" y="853581"/>
                </a:cubicBezTo>
                <a:lnTo>
                  <a:pt x="1590515" y="768564"/>
                </a:lnTo>
                <a:cubicBezTo>
                  <a:pt x="1610431" y="747762"/>
                  <a:pt x="1621293" y="722437"/>
                  <a:pt x="1624915" y="697113"/>
                </a:cubicBezTo>
                <a:close/>
                <a:moveTo>
                  <a:pt x="41641" y="41392"/>
                </a:moveTo>
                <a:lnTo>
                  <a:pt x="41641" y="654604"/>
                </a:lnTo>
                <a:cubicBezTo>
                  <a:pt x="41641" y="680833"/>
                  <a:pt x="51599" y="707062"/>
                  <a:pt x="68799" y="728768"/>
                </a:cubicBezTo>
                <a:lnTo>
                  <a:pt x="143029" y="821926"/>
                </a:lnTo>
                <a:cubicBezTo>
                  <a:pt x="147555" y="825544"/>
                  <a:pt x="154797" y="825544"/>
                  <a:pt x="158418" y="821021"/>
                </a:cubicBezTo>
                <a:lnTo>
                  <a:pt x="516895" y="462862"/>
                </a:lnTo>
                <a:cubicBezTo>
                  <a:pt x="518705" y="460149"/>
                  <a:pt x="520516" y="457435"/>
                  <a:pt x="520516" y="454722"/>
                </a:cubicBezTo>
                <a:cubicBezTo>
                  <a:pt x="520516" y="452009"/>
                  <a:pt x="519611" y="449295"/>
                  <a:pt x="516895" y="446582"/>
                </a:cubicBezTo>
                <a:close/>
                <a:moveTo>
                  <a:pt x="46847" y="466"/>
                </a:moveTo>
                <a:cubicBezTo>
                  <a:pt x="54315" y="1597"/>
                  <a:pt x="61557" y="4763"/>
                  <a:pt x="67893" y="9737"/>
                </a:cubicBezTo>
                <a:lnTo>
                  <a:pt x="545863" y="418544"/>
                </a:lnTo>
                <a:cubicBezTo>
                  <a:pt x="555820" y="427589"/>
                  <a:pt x="561252" y="441156"/>
                  <a:pt x="561252" y="454722"/>
                </a:cubicBezTo>
                <a:cubicBezTo>
                  <a:pt x="561252" y="465575"/>
                  <a:pt x="557631" y="476429"/>
                  <a:pt x="551294" y="485473"/>
                </a:cubicBezTo>
                <a:lnTo>
                  <a:pt x="639103" y="573204"/>
                </a:lnTo>
                <a:cubicBezTo>
                  <a:pt x="658113" y="592197"/>
                  <a:pt x="659018" y="622044"/>
                  <a:pt x="643629" y="642846"/>
                </a:cubicBezTo>
                <a:cubicBezTo>
                  <a:pt x="659923" y="645560"/>
                  <a:pt x="676218" y="651891"/>
                  <a:pt x="690702" y="662744"/>
                </a:cubicBezTo>
                <a:lnTo>
                  <a:pt x="738680" y="698017"/>
                </a:lnTo>
                <a:cubicBezTo>
                  <a:pt x="754974" y="681737"/>
                  <a:pt x="768553" y="670884"/>
                  <a:pt x="774890" y="664553"/>
                </a:cubicBezTo>
                <a:cubicBezTo>
                  <a:pt x="776700" y="664553"/>
                  <a:pt x="777605" y="664553"/>
                  <a:pt x="778511" y="662744"/>
                </a:cubicBezTo>
                <a:cubicBezTo>
                  <a:pt x="778511" y="662744"/>
                  <a:pt x="779416" y="661840"/>
                  <a:pt x="780321" y="660935"/>
                </a:cubicBezTo>
                <a:cubicBezTo>
                  <a:pt x="859983" y="599433"/>
                  <a:pt x="966801" y="595815"/>
                  <a:pt x="1050084" y="642846"/>
                </a:cubicBezTo>
                <a:lnTo>
                  <a:pt x="1041032" y="631088"/>
                </a:lnTo>
                <a:cubicBezTo>
                  <a:pt x="1031979" y="621139"/>
                  <a:pt x="1028358" y="606668"/>
                  <a:pt x="1029263" y="593102"/>
                </a:cubicBezTo>
                <a:cubicBezTo>
                  <a:pt x="1031074" y="579535"/>
                  <a:pt x="1037411" y="566873"/>
                  <a:pt x="1047368" y="557828"/>
                </a:cubicBezTo>
                <a:lnTo>
                  <a:pt x="1143324" y="479142"/>
                </a:lnTo>
                <a:cubicBezTo>
                  <a:pt x="1130651" y="457435"/>
                  <a:pt x="1135177" y="428493"/>
                  <a:pt x="1155092" y="413118"/>
                </a:cubicBezTo>
                <a:lnTo>
                  <a:pt x="1601378" y="12450"/>
                </a:lnTo>
                <a:cubicBezTo>
                  <a:pt x="1614957" y="2501"/>
                  <a:pt x="1631251" y="2501"/>
                  <a:pt x="1645735" y="10641"/>
                </a:cubicBezTo>
                <a:cubicBezTo>
                  <a:pt x="1659314" y="18781"/>
                  <a:pt x="1666556" y="32348"/>
                  <a:pt x="1664745" y="48628"/>
                </a:cubicBezTo>
                <a:lnTo>
                  <a:pt x="1665651" y="698017"/>
                </a:lnTo>
                <a:lnTo>
                  <a:pt x="1664745" y="698922"/>
                </a:lnTo>
                <a:cubicBezTo>
                  <a:pt x="1662029" y="736004"/>
                  <a:pt x="1645735" y="770373"/>
                  <a:pt x="1620388" y="795697"/>
                </a:cubicBezTo>
                <a:lnTo>
                  <a:pt x="1545253" y="884332"/>
                </a:lnTo>
                <a:cubicBezTo>
                  <a:pt x="1535295" y="891568"/>
                  <a:pt x="1524432" y="895186"/>
                  <a:pt x="1511759" y="895186"/>
                </a:cubicBezTo>
                <a:cubicBezTo>
                  <a:pt x="1509948" y="895186"/>
                  <a:pt x="1509043" y="895186"/>
                  <a:pt x="1506327" y="895186"/>
                </a:cubicBezTo>
                <a:cubicBezTo>
                  <a:pt x="1495465" y="895186"/>
                  <a:pt x="1485507" y="889759"/>
                  <a:pt x="1477360" y="882523"/>
                </a:cubicBezTo>
                <a:lnTo>
                  <a:pt x="1411277" y="937694"/>
                </a:lnTo>
                <a:cubicBezTo>
                  <a:pt x="1394982" y="951261"/>
                  <a:pt x="1375067" y="958496"/>
                  <a:pt x="1354246" y="958496"/>
                </a:cubicBezTo>
                <a:cubicBezTo>
                  <a:pt x="1350625" y="958496"/>
                  <a:pt x="1347910" y="958496"/>
                  <a:pt x="1345194" y="957592"/>
                </a:cubicBezTo>
                <a:cubicBezTo>
                  <a:pt x="1325279" y="955783"/>
                  <a:pt x="1307173" y="947643"/>
                  <a:pt x="1292690" y="934077"/>
                </a:cubicBezTo>
                <a:cubicBezTo>
                  <a:pt x="1296311" y="944930"/>
                  <a:pt x="1297216" y="955783"/>
                  <a:pt x="1295405" y="967541"/>
                </a:cubicBezTo>
                <a:cubicBezTo>
                  <a:pt x="1292690" y="987438"/>
                  <a:pt x="1282732" y="1005527"/>
                  <a:pt x="1266437" y="1017285"/>
                </a:cubicBezTo>
                <a:lnTo>
                  <a:pt x="1176818" y="1086023"/>
                </a:lnTo>
                <a:lnTo>
                  <a:pt x="1187681" y="1096876"/>
                </a:lnTo>
                <a:cubicBezTo>
                  <a:pt x="1215744" y="1124913"/>
                  <a:pt x="1215744" y="1171040"/>
                  <a:pt x="1187681" y="1199982"/>
                </a:cubicBezTo>
                <a:lnTo>
                  <a:pt x="1183155" y="1203600"/>
                </a:lnTo>
                <a:cubicBezTo>
                  <a:pt x="1175008" y="1213549"/>
                  <a:pt x="1164145" y="1218975"/>
                  <a:pt x="1153282" y="1222593"/>
                </a:cubicBezTo>
                <a:cubicBezTo>
                  <a:pt x="1161429" y="1234351"/>
                  <a:pt x="1166861" y="1248822"/>
                  <a:pt x="1167766" y="1263293"/>
                </a:cubicBezTo>
                <a:cubicBezTo>
                  <a:pt x="1169576" y="1285000"/>
                  <a:pt x="1162334" y="1304897"/>
                  <a:pt x="1147851" y="1318464"/>
                </a:cubicBezTo>
                <a:lnTo>
                  <a:pt x="1143324" y="1322986"/>
                </a:lnTo>
                <a:cubicBezTo>
                  <a:pt x="1130651" y="1335648"/>
                  <a:pt x="1114356" y="1342884"/>
                  <a:pt x="1095346" y="1342884"/>
                </a:cubicBezTo>
                <a:cubicBezTo>
                  <a:pt x="1092631" y="1342884"/>
                  <a:pt x="1090820" y="1342884"/>
                  <a:pt x="1089009" y="1341979"/>
                </a:cubicBezTo>
                <a:cubicBezTo>
                  <a:pt x="1074526" y="1341075"/>
                  <a:pt x="1060042" y="1335648"/>
                  <a:pt x="1047368" y="1327508"/>
                </a:cubicBezTo>
                <a:cubicBezTo>
                  <a:pt x="1044653" y="1339266"/>
                  <a:pt x="1038316" y="1350119"/>
                  <a:pt x="1030169" y="1358259"/>
                </a:cubicBezTo>
                <a:lnTo>
                  <a:pt x="1025642" y="1362781"/>
                </a:lnTo>
                <a:cubicBezTo>
                  <a:pt x="1011159" y="1376348"/>
                  <a:pt x="993054" y="1383584"/>
                  <a:pt x="974043" y="1383584"/>
                </a:cubicBezTo>
                <a:cubicBezTo>
                  <a:pt x="958654" y="1383584"/>
                  <a:pt x="942360" y="1378157"/>
                  <a:pt x="929686" y="1369113"/>
                </a:cubicBezTo>
                <a:cubicBezTo>
                  <a:pt x="926065" y="1378157"/>
                  <a:pt x="920634" y="1387201"/>
                  <a:pt x="912487" y="1396246"/>
                </a:cubicBezTo>
                <a:lnTo>
                  <a:pt x="906150" y="1402577"/>
                </a:lnTo>
                <a:cubicBezTo>
                  <a:pt x="892571" y="1417048"/>
                  <a:pt x="873561" y="1424283"/>
                  <a:pt x="855456" y="1424283"/>
                </a:cubicBezTo>
                <a:cubicBezTo>
                  <a:pt x="838257" y="1424283"/>
                  <a:pt x="820152" y="1417048"/>
                  <a:pt x="806573" y="1402577"/>
                </a:cubicBezTo>
                <a:lnTo>
                  <a:pt x="787563" y="1384488"/>
                </a:lnTo>
                <a:lnTo>
                  <a:pt x="770363" y="1397150"/>
                </a:lnTo>
                <a:cubicBezTo>
                  <a:pt x="760406" y="1406195"/>
                  <a:pt x="747732" y="1409813"/>
                  <a:pt x="735059" y="1409813"/>
                </a:cubicBezTo>
                <a:cubicBezTo>
                  <a:pt x="716049" y="1409813"/>
                  <a:pt x="696133" y="1400768"/>
                  <a:pt x="683460" y="1382679"/>
                </a:cubicBezTo>
                <a:lnTo>
                  <a:pt x="678028" y="1376348"/>
                </a:lnTo>
                <a:cubicBezTo>
                  <a:pt x="671692" y="1367304"/>
                  <a:pt x="667165" y="1358259"/>
                  <a:pt x="666260" y="1348311"/>
                </a:cubicBezTo>
                <a:cubicBezTo>
                  <a:pt x="662639" y="1348311"/>
                  <a:pt x="659923" y="1348311"/>
                  <a:pt x="657208" y="1348311"/>
                </a:cubicBezTo>
                <a:cubicBezTo>
                  <a:pt x="652682" y="1348311"/>
                  <a:pt x="649061" y="1348311"/>
                  <a:pt x="644534" y="1347406"/>
                </a:cubicBezTo>
                <a:cubicBezTo>
                  <a:pt x="628240" y="1343788"/>
                  <a:pt x="613756" y="1333839"/>
                  <a:pt x="603798" y="1320273"/>
                </a:cubicBezTo>
                <a:lnTo>
                  <a:pt x="600177" y="1316655"/>
                </a:lnTo>
                <a:cubicBezTo>
                  <a:pt x="592935" y="1306706"/>
                  <a:pt x="588409" y="1294948"/>
                  <a:pt x="586599" y="1284095"/>
                </a:cubicBezTo>
                <a:cubicBezTo>
                  <a:pt x="584788" y="1284095"/>
                  <a:pt x="582978" y="1284095"/>
                  <a:pt x="580262" y="1284095"/>
                </a:cubicBezTo>
                <a:cubicBezTo>
                  <a:pt x="577546" y="1284095"/>
                  <a:pt x="574831" y="1284095"/>
                  <a:pt x="571209" y="1283191"/>
                </a:cubicBezTo>
                <a:cubicBezTo>
                  <a:pt x="554010" y="1281382"/>
                  <a:pt x="538621" y="1272337"/>
                  <a:pt x="527758" y="1257866"/>
                </a:cubicBezTo>
                <a:lnTo>
                  <a:pt x="525042" y="1253344"/>
                </a:lnTo>
                <a:cubicBezTo>
                  <a:pt x="514179" y="1239777"/>
                  <a:pt x="509653" y="1222593"/>
                  <a:pt x="510558" y="1205409"/>
                </a:cubicBezTo>
                <a:cubicBezTo>
                  <a:pt x="512369" y="1194555"/>
                  <a:pt x="515990" y="1184607"/>
                  <a:pt x="522326" y="1176467"/>
                </a:cubicBezTo>
                <a:cubicBezTo>
                  <a:pt x="514179" y="1171040"/>
                  <a:pt x="506937" y="1164709"/>
                  <a:pt x="500600" y="1157473"/>
                </a:cubicBezTo>
                <a:lnTo>
                  <a:pt x="496979" y="1153856"/>
                </a:lnTo>
                <a:cubicBezTo>
                  <a:pt x="487927" y="1140289"/>
                  <a:pt x="482495" y="1124009"/>
                  <a:pt x="482495" y="1108633"/>
                </a:cubicBezTo>
                <a:cubicBezTo>
                  <a:pt x="482495" y="1099589"/>
                  <a:pt x="485211" y="1092353"/>
                  <a:pt x="487927" y="1086023"/>
                </a:cubicBezTo>
                <a:lnTo>
                  <a:pt x="406455" y="1003718"/>
                </a:lnTo>
                <a:cubicBezTo>
                  <a:pt x="382013" y="980203"/>
                  <a:pt x="370245" y="948548"/>
                  <a:pt x="368435" y="917797"/>
                </a:cubicBezTo>
                <a:cubicBezTo>
                  <a:pt x="352140" y="934077"/>
                  <a:pt x="329509" y="943121"/>
                  <a:pt x="305067" y="943121"/>
                </a:cubicBezTo>
                <a:cubicBezTo>
                  <a:pt x="281531" y="943121"/>
                  <a:pt x="258900" y="934077"/>
                  <a:pt x="240795" y="915988"/>
                </a:cubicBezTo>
                <a:lnTo>
                  <a:pt x="181049" y="856295"/>
                </a:lnTo>
                <a:cubicBezTo>
                  <a:pt x="171997" y="861721"/>
                  <a:pt x="161134" y="865339"/>
                  <a:pt x="150271" y="865339"/>
                </a:cubicBezTo>
                <a:cubicBezTo>
                  <a:pt x="136692" y="865339"/>
                  <a:pt x="124019" y="860817"/>
                  <a:pt x="113156" y="849963"/>
                </a:cubicBezTo>
                <a:lnTo>
                  <a:pt x="111345" y="848155"/>
                </a:lnTo>
                <a:lnTo>
                  <a:pt x="36210" y="754997"/>
                </a:lnTo>
                <a:cubicBezTo>
                  <a:pt x="13579" y="726055"/>
                  <a:pt x="0" y="690782"/>
                  <a:pt x="0" y="654604"/>
                </a:cubicBezTo>
                <a:lnTo>
                  <a:pt x="0" y="41392"/>
                </a:lnTo>
                <a:cubicBezTo>
                  <a:pt x="0" y="25112"/>
                  <a:pt x="9958" y="10641"/>
                  <a:pt x="24442" y="3406"/>
                </a:cubicBezTo>
                <a:cubicBezTo>
                  <a:pt x="31684" y="240"/>
                  <a:pt x="39379" y="-664"/>
                  <a:pt x="46847" y="46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E0962C8A-F7DD-4E26-B137-A9E9D2F61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464" y="4116795"/>
            <a:ext cx="812881" cy="840803"/>
          </a:xfrm>
          <a:custGeom>
            <a:avLst/>
            <a:gdLst>
              <a:gd name="connsiteX0" fmla="*/ 662783 w 812881"/>
              <a:gd name="connsiteY0" fmla="*/ 274967 h 840803"/>
              <a:gd name="connsiteX1" fmla="*/ 620285 w 812881"/>
              <a:gd name="connsiteY1" fmla="*/ 304843 h 840803"/>
              <a:gd name="connsiteX2" fmla="*/ 600392 w 812881"/>
              <a:gd name="connsiteY2" fmla="*/ 299411 h 840803"/>
              <a:gd name="connsiteX3" fmla="*/ 600392 w 812881"/>
              <a:gd name="connsiteY3" fmla="*/ 416200 h 840803"/>
              <a:gd name="connsiteX4" fmla="*/ 580500 w 812881"/>
              <a:gd name="connsiteY4" fmla="*/ 462372 h 840803"/>
              <a:gd name="connsiteX5" fmla="*/ 519918 w 812881"/>
              <a:gd name="connsiteY5" fmla="*/ 520313 h 840803"/>
              <a:gd name="connsiteX6" fmla="*/ 519918 w 812881"/>
              <a:gd name="connsiteY6" fmla="*/ 545663 h 840803"/>
              <a:gd name="connsiteX7" fmla="*/ 522631 w 812881"/>
              <a:gd name="connsiteY7" fmla="*/ 545663 h 840803"/>
              <a:gd name="connsiteX8" fmla="*/ 708897 w 812881"/>
              <a:gd name="connsiteY8" fmla="*/ 545663 h 840803"/>
              <a:gd name="connsiteX9" fmla="*/ 736928 w 812881"/>
              <a:gd name="connsiteY9" fmla="*/ 350110 h 840803"/>
              <a:gd name="connsiteX10" fmla="*/ 752299 w 812881"/>
              <a:gd name="connsiteY10" fmla="*/ 338341 h 840803"/>
              <a:gd name="connsiteX11" fmla="*/ 764054 w 812881"/>
              <a:gd name="connsiteY11" fmla="*/ 353731 h 840803"/>
              <a:gd name="connsiteX12" fmla="*/ 739640 w 812881"/>
              <a:gd name="connsiteY12" fmla="*/ 522124 h 840803"/>
              <a:gd name="connsiteX13" fmla="*/ 774904 w 812881"/>
              <a:gd name="connsiteY13" fmla="*/ 487721 h 840803"/>
              <a:gd name="connsiteX14" fmla="*/ 786659 w 812881"/>
              <a:gd name="connsiteY14" fmla="*/ 461466 h 840803"/>
              <a:gd name="connsiteX15" fmla="*/ 786659 w 812881"/>
              <a:gd name="connsiteY15" fmla="*/ 323855 h 840803"/>
              <a:gd name="connsiteX16" fmla="*/ 764054 w 812881"/>
              <a:gd name="connsiteY16" fmla="*/ 293074 h 840803"/>
              <a:gd name="connsiteX17" fmla="*/ 734215 w 812881"/>
              <a:gd name="connsiteY17" fmla="*/ 284926 h 840803"/>
              <a:gd name="connsiteX18" fmla="*/ 664591 w 812881"/>
              <a:gd name="connsiteY18" fmla="*/ 274967 h 840803"/>
              <a:gd name="connsiteX19" fmla="*/ 147386 w 812881"/>
              <a:gd name="connsiteY19" fmla="*/ 274967 h 840803"/>
              <a:gd name="connsiteX20" fmla="*/ 78666 w 812881"/>
              <a:gd name="connsiteY20" fmla="*/ 284926 h 840803"/>
              <a:gd name="connsiteX21" fmla="*/ 47923 w 812881"/>
              <a:gd name="connsiteY21" fmla="*/ 293074 h 840803"/>
              <a:gd name="connsiteX22" fmla="*/ 26222 w 812881"/>
              <a:gd name="connsiteY22" fmla="*/ 323855 h 840803"/>
              <a:gd name="connsiteX23" fmla="*/ 26222 w 812881"/>
              <a:gd name="connsiteY23" fmla="*/ 461466 h 840803"/>
              <a:gd name="connsiteX24" fmla="*/ 37977 w 812881"/>
              <a:gd name="connsiteY24" fmla="*/ 487721 h 840803"/>
              <a:gd name="connsiteX25" fmla="*/ 74145 w 812881"/>
              <a:gd name="connsiteY25" fmla="*/ 522124 h 840803"/>
              <a:gd name="connsiteX26" fmla="*/ 49731 w 812881"/>
              <a:gd name="connsiteY26" fmla="*/ 353731 h 840803"/>
              <a:gd name="connsiteX27" fmla="*/ 59678 w 812881"/>
              <a:gd name="connsiteY27" fmla="*/ 338341 h 840803"/>
              <a:gd name="connsiteX28" fmla="*/ 75049 w 812881"/>
              <a:gd name="connsiteY28" fmla="*/ 350110 h 840803"/>
              <a:gd name="connsiteX29" fmla="*/ 103984 w 812881"/>
              <a:gd name="connsiteY29" fmla="*/ 545663 h 840803"/>
              <a:gd name="connsiteX30" fmla="*/ 290250 w 812881"/>
              <a:gd name="connsiteY30" fmla="*/ 545663 h 840803"/>
              <a:gd name="connsiteX31" fmla="*/ 295675 w 812881"/>
              <a:gd name="connsiteY31" fmla="*/ 546568 h 840803"/>
              <a:gd name="connsiteX32" fmla="*/ 295675 w 812881"/>
              <a:gd name="connsiteY32" fmla="*/ 520313 h 840803"/>
              <a:gd name="connsiteX33" fmla="*/ 235093 w 812881"/>
              <a:gd name="connsiteY33" fmla="*/ 462372 h 840803"/>
              <a:gd name="connsiteX34" fmla="*/ 216105 w 812881"/>
              <a:gd name="connsiteY34" fmla="*/ 416200 h 840803"/>
              <a:gd name="connsiteX35" fmla="*/ 216105 w 812881"/>
              <a:gd name="connsiteY35" fmla="*/ 298506 h 840803"/>
              <a:gd name="connsiteX36" fmla="*/ 191692 w 812881"/>
              <a:gd name="connsiteY36" fmla="*/ 304843 h 840803"/>
              <a:gd name="connsiteX37" fmla="*/ 150098 w 812881"/>
              <a:gd name="connsiteY37" fmla="*/ 274967 h 840803"/>
              <a:gd name="connsiteX38" fmla="*/ 363491 w 812881"/>
              <a:gd name="connsiteY38" fmla="*/ 230605 h 840803"/>
              <a:gd name="connsiteX39" fmla="*/ 293867 w 812881"/>
              <a:gd name="connsiteY39" fmla="*/ 239659 h 840803"/>
              <a:gd name="connsiteX40" fmla="*/ 264028 w 812881"/>
              <a:gd name="connsiteY40" fmla="*/ 247807 h 840803"/>
              <a:gd name="connsiteX41" fmla="*/ 243231 w 812881"/>
              <a:gd name="connsiteY41" fmla="*/ 279494 h 840803"/>
              <a:gd name="connsiteX42" fmla="*/ 243231 w 812881"/>
              <a:gd name="connsiteY42" fmla="*/ 416200 h 840803"/>
              <a:gd name="connsiteX43" fmla="*/ 254082 w 812881"/>
              <a:gd name="connsiteY43" fmla="*/ 443360 h 840803"/>
              <a:gd name="connsiteX44" fmla="*/ 290250 w 812881"/>
              <a:gd name="connsiteY44" fmla="*/ 477763 h 840803"/>
              <a:gd name="connsiteX45" fmla="*/ 264932 w 812881"/>
              <a:gd name="connsiteY45" fmla="*/ 309370 h 840803"/>
              <a:gd name="connsiteX46" fmla="*/ 276687 w 812881"/>
              <a:gd name="connsiteY46" fmla="*/ 294884 h 840803"/>
              <a:gd name="connsiteX47" fmla="*/ 291154 w 812881"/>
              <a:gd name="connsiteY47" fmla="*/ 305748 h 840803"/>
              <a:gd name="connsiteX48" fmla="*/ 320993 w 812881"/>
              <a:gd name="connsiteY48" fmla="*/ 501301 h 840803"/>
              <a:gd name="connsiteX49" fmla="*/ 495505 w 812881"/>
              <a:gd name="connsiteY49" fmla="*/ 501301 h 840803"/>
              <a:gd name="connsiteX50" fmla="*/ 524439 w 812881"/>
              <a:gd name="connsiteY50" fmla="*/ 303032 h 840803"/>
              <a:gd name="connsiteX51" fmla="*/ 539811 w 812881"/>
              <a:gd name="connsiteY51" fmla="*/ 291263 h 840803"/>
              <a:gd name="connsiteX52" fmla="*/ 550661 w 812881"/>
              <a:gd name="connsiteY52" fmla="*/ 306654 h 840803"/>
              <a:gd name="connsiteX53" fmla="*/ 526248 w 812881"/>
              <a:gd name="connsiteY53" fmla="*/ 477763 h 840803"/>
              <a:gd name="connsiteX54" fmla="*/ 561512 w 812881"/>
              <a:gd name="connsiteY54" fmla="*/ 443360 h 840803"/>
              <a:gd name="connsiteX55" fmla="*/ 572362 w 812881"/>
              <a:gd name="connsiteY55" fmla="*/ 416200 h 840803"/>
              <a:gd name="connsiteX56" fmla="*/ 572362 w 812881"/>
              <a:gd name="connsiteY56" fmla="*/ 279494 h 840803"/>
              <a:gd name="connsiteX57" fmla="*/ 551565 w 812881"/>
              <a:gd name="connsiteY57" fmla="*/ 247807 h 840803"/>
              <a:gd name="connsiteX58" fmla="*/ 521727 w 812881"/>
              <a:gd name="connsiteY58" fmla="*/ 239659 h 840803"/>
              <a:gd name="connsiteX59" fmla="*/ 451199 w 812881"/>
              <a:gd name="connsiteY59" fmla="*/ 230605 h 840803"/>
              <a:gd name="connsiteX60" fmla="*/ 450294 w 812881"/>
              <a:gd name="connsiteY60" fmla="*/ 230605 h 840803"/>
              <a:gd name="connsiteX61" fmla="*/ 428593 w 812881"/>
              <a:gd name="connsiteY61" fmla="*/ 255955 h 840803"/>
              <a:gd name="connsiteX62" fmla="*/ 446678 w 812881"/>
              <a:gd name="connsiteY62" fmla="*/ 403525 h 840803"/>
              <a:gd name="connsiteX63" fmla="*/ 439444 w 812881"/>
              <a:gd name="connsiteY63" fmla="*/ 426158 h 840803"/>
              <a:gd name="connsiteX64" fmla="*/ 415935 w 812881"/>
              <a:gd name="connsiteY64" fmla="*/ 448792 h 840803"/>
              <a:gd name="connsiteX65" fmla="*/ 398755 w 812881"/>
              <a:gd name="connsiteY65" fmla="*/ 448792 h 840803"/>
              <a:gd name="connsiteX66" fmla="*/ 377054 w 812881"/>
              <a:gd name="connsiteY66" fmla="*/ 426158 h 840803"/>
              <a:gd name="connsiteX67" fmla="*/ 368916 w 812881"/>
              <a:gd name="connsiteY67" fmla="*/ 403525 h 840803"/>
              <a:gd name="connsiteX68" fmla="*/ 387904 w 812881"/>
              <a:gd name="connsiteY68" fmla="*/ 255955 h 840803"/>
              <a:gd name="connsiteX69" fmla="*/ 365299 w 812881"/>
              <a:gd name="connsiteY69" fmla="*/ 230605 h 840803"/>
              <a:gd name="connsiteX70" fmla="*/ 363491 w 812881"/>
              <a:gd name="connsiteY70" fmla="*/ 203445 h 840803"/>
              <a:gd name="connsiteX71" fmla="*/ 451199 w 812881"/>
              <a:gd name="connsiteY71" fmla="*/ 203445 h 840803"/>
              <a:gd name="connsiteX72" fmla="*/ 528056 w 812881"/>
              <a:gd name="connsiteY72" fmla="*/ 213404 h 840803"/>
              <a:gd name="connsiteX73" fmla="*/ 558799 w 812881"/>
              <a:gd name="connsiteY73" fmla="*/ 222457 h 840803"/>
              <a:gd name="connsiteX74" fmla="*/ 560607 w 812881"/>
              <a:gd name="connsiteY74" fmla="*/ 223363 h 840803"/>
              <a:gd name="connsiteX75" fmla="*/ 590446 w 812881"/>
              <a:gd name="connsiteY75" fmla="*/ 247807 h 840803"/>
              <a:gd name="connsiteX76" fmla="*/ 664591 w 812881"/>
              <a:gd name="connsiteY76" fmla="*/ 247807 h 840803"/>
              <a:gd name="connsiteX77" fmla="*/ 741449 w 812881"/>
              <a:gd name="connsiteY77" fmla="*/ 258671 h 840803"/>
              <a:gd name="connsiteX78" fmla="*/ 772192 w 812881"/>
              <a:gd name="connsiteY78" fmla="*/ 266819 h 840803"/>
              <a:gd name="connsiteX79" fmla="*/ 773096 w 812881"/>
              <a:gd name="connsiteY79" fmla="*/ 266819 h 840803"/>
              <a:gd name="connsiteX80" fmla="*/ 812881 w 812881"/>
              <a:gd name="connsiteY80" fmla="*/ 323855 h 840803"/>
              <a:gd name="connsiteX81" fmla="*/ 812881 w 812881"/>
              <a:gd name="connsiteY81" fmla="*/ 461466 h 840803"/>
              <a:gd name="connsiteX82" fmla="*/ 792988 w 812881"/>
              <a:gd name="connsiteY82" fmla="*/ 506733 h 840803"/>
              <a:gd name="connsiteX83" fmla="*/ 734215 w 812881"/>
              <a:gd name="connsiteY83" fmla="*/ 564675 h 840803"/>
              <a:gd name="connsiteX84" fmla="*/ 734215 w 812881"/>
              <a:gd name="connsiteY84" fmla="*/ 756606 h 840803"/>
              <a:gd name="connsiteX85" fmla="*/ 720652 w 812881"/>
              <a:gd name="connsiteY85" fmla="*/ 769281 h 840803"/>
              <a:gd name="connsiteX86" fmla="*/ 706185 w 812881"/>
              <a:gd name="connsiteY86" fmla="*/ 756606 h 840803"/>
              <a:gd name="connsiteX87" fmla="*/ 706185 w 812881"/>
              <a:gd name="connsiteY87" fmla="*/ 572823 h 840803"/>
              <a:gd name="connsiteX88" fmla="*/ 632944 w 812881"/>
              <a:gd name="connsiteY88" fmla="*/ 572823 h 840803"/>
              <a:gd name="connsiteX89" fmla="*/ 632944 w 812881"/>
              <a:gd name="connsiteY89" fmla="*/ 800968 h 840803"/>
              <a:gd name="connsiteX90" fmla="*/ 620285 w 812881"/>
              <a:gd name="connsiteY90" fmla="*/ 814548 h 840803"/>
              <a:gd name="connsiteX91" fmla="*/ 605818 w 812881"/>
              <a:gd name="connsiteY91" fmla="*/ 800968 h 840803"/>
              <a:gd name="connsiteX92" fmla="*/ 605818 w 812881"/>
              <a:gd name="connsiteY92" fmla="*/ 572823 h 840803"/>
              <a:gd name="connsiteX93" fmla="*/ 522631 w 812881"/>
              <a:gd name="connsiteY93" fmla="*/ 572823 h 840803"/>
              <a:gd name="connsiteX94" fmla="*/ 519918 w 812881"/>
              <a:gd name="connsiteY94" fmla="*/ 572823 h 840803"/>
              <a:gd name="connsiteX95" fmla="*/ 519918 w 812881"/>
              <a:gd name="connsiteY95" fmla="*/ 827223 h 840803"/>
              <a:gd name="connsiteX96" fmla="*/ 507259 w 812881"/>
              <a:gd name="connsiteY96" fmla="*/ 840803 h 840803"/>
              <a:gd name="connsiteX97" fmla="*/ 492792 w 812881"/>
              <a:gd name="connsiteY97" fmla="*/ 827223 h 840803"/>
              <a:gd name="connsiteX98" fmla="*/ 492792 w 812881"/>
              <a:gd name="connsiteY98" fmla="*/ 527556 h 840803"/>
              <a:gd name="connsiteX99" fmla="*/ 422264 w 812881"/>
              <a:gd name="connsiteY99" fmla="*/ 527556 h 840803"/>
              <a:gd name="connsiteX100" fmla="*/ 422264 w 812881"/>
              <a:gd name="connsiteY100" fmla="*/ 827223 h 840803"/>
              <a:gd name="connsiteX101" fmla="*/ 408701 w 812881"/>
              <a:gd name="connsiteY101" fmla="*/ 840803 h 840803"/>
              <a:gd name="connsiteX102" fmla="*/ 396042 w 812881"/>
              <a:gd name="connsiteY102" fmla="*/ 827223 h 840803"/>
              <a:gd name="connsiteX103" fmla="*/ 396042 w 812881"/>
              <a:gd name="connsiteY103" fmla="*/ 527556 h 840803"/>
              <a:gd name="connsiteX104" fmla="*/ 321897 w 812881"/>
              <a:gd name="connsiteY104" fmla="*/ 527556 h 840803"/>
              <a:gd name="connsiteX105" fmla="*/ 321897 w 812881"/>
              <a:gd name="connsiteY105" fmla="*/ 827223 h 840803"/>
              <a:gd name="connsiteX106" fmla="*/ 308334 w 812881"/>
              <a:gd name="connsiteY106" fmla="*/ 840803 h 840803"/>
              <a:gd name="connsiteX107" fmla="*/ 295675 w 812881"/>
              <a:gd name="connsiteY107" fmla="*/ 827223 h 840803"/>
              <a:gd name="connsiteX108" fmla="*/ 295675 w 812881"/>
              <a:gd name="connsiteY108" fmla="*/ 571918 h 840803"/>
              <a:gd name="connsiteX109" fmla="*/ 290250 w 812881"/>
              <a:gd name="connsiteY109" fmla="*/ 572823 h 840803"/>
              <a:gd name="connsiteX110" fmla="*/ 206159 w 812881"/>
              <a:gd name="connsiteY110" fmla="*/ 572823 h 840803"/>
              <a:gd name="connsiteX111" fmla="*/ 206159 w 812881"/>
              <a:gd name="connsiteY111" fmla="*/ 800968 h 840803"/>
              <a:gd name="connsiteX112" fmla="*/ 193500 w 812881"/>
              <a:gd name="connsiteY112" fmla="*/ 814548 h 840803"/>
              <a:gd name="connsiteX113" fmla="*/ 179937 w 812881"/>
              <a:gd name="connsiteY113" fmla="*/ 800968 h 840803"/>
              <a:gd name="connsiteX114" fmla="*/ 179937 w 812881"/>
              <a:gd name="connsiteY114" fmla="*/ 572823 h 840803"/>
              <a:gd name="connsiteX115" fmla="*/ 105792 w 812881"/>
              <a:gd name="connsiteY115" fmla="*/ 572823 h 840803"/>
              <a:gd name="connsiteX116" fmla="*/ 105792 w 812881"/>
              <a:gd name="connsiteY116" fmla="*/ 756606 h 840803"/>
              <a:gd name="connsiteX117" fmla="*/ 93133 w 812881"/>
              <a:gd name="connsiteY117" fmla="*/ 769281 h 840803"/>
              <a:gd name="connsiteX118" fmla="*/ 79570 w 812881"/>
              <a:gd name="connsiteY118" fmla="*/ 756606 h 840803"/>
              <a:gd name="connsiteX119" fmla="*/ 79570 w 812881"/>
              <a:gd name="connsiteY119" fmla="*/ 564675 h 840803"/>
              <a:gd name="connsiteX120" fmla="*/ 18988 w 812881"/>
              <a:gd name="connsiteY120" fmla="*/ 506733 h 840803"/>
              <a:gd name="connsiteX121" fmla="*/ 0 w 812881"/>
              <a:gd name="connsiteY121" fmla="*/ 461466 h 840803"/>
              <a:gd name="connsiteX122" fmla="*/ 0 w 812881"/>
              <a:gd name="connsiteY122" fmla="*/ 323855 h 840803"/>
              <a:gd name="connsiteX123" fmla="*/ 39785 w 812881"/>
              <a:gd name="connsiteY123" fmla="*/ 266819 h 840803"/>
              <a:gd name="connsiteX124" fmla="*/ 40689 w 812881"/>
              <a:gd name="connsiteY124" fmla="*/ 266819 h 840803"/>
              <a:gd name="connsiteX125" fmla="*/ 70528 w 812881"/>
              <a:gd name="connsiteY125" fmla="*/ 258671 h 840803"/>
              <a:gd name="connsiteX126" fmla="*/ 147386 w 812881"/>
              <a:gd name="connsiteY126" fmla="*/ 247807 h 840803"/>
              <a:gd name="connsiteX127" fmla="*/ 224243 w 812881"/>
              <a:gd name="connsiteY127" fmla="*/ 247807 h 840803"/>
              <a:gd name="connsiteX128" fmla="*/ 255890 w 812881"/>
              <a:gd name="connsiteY128" fmla="*/ 223363 h 840803"/>
              <a:gd name="connsiteX129" fmla="*/ 256794 w 812881"/>
              <a:gd name="connsiteY129" fmla="*/ 222457 h 840803"/>
              <a:gd name="connsiteX130" fmla="*/ 287537 w 812881"/>
              <a:gd name="connsiteY130" fmla="*/ 213404 h 840803"/>
              <a:gd name="connsiteX131" fmla="*/ 363491 w 812881"/>
              <a:gd name="connsiteY131" fmla="*/ 203445 h 840803"/>
              <a:gd name="connsiteX132" fmla="*/ 622305 w 812881"/>
              <a:gd name="connsiteY132" fmla="*/ 74276 h 840803"/>
              <a:gd name="connsiteX133" fmla="*/ 565850 w 812881"/>
              <a:gd name="connsiteY133" fmla="*/ 130731 h 840803"/>
              <a:gd name="connsiteX134" fmla="*/ 622305 w 812881"/>
              <a:gd name="connsiteY134" fmla="*/ 186275 h 840803"/>
              <a:gd name="connsiteX135" fmla="*/ 677849 w 812881"/>
              <a:gd name="connsiteY135" fmla="*/ 130731 h 840803"/>
              <a:gd name="connsiteX136" fmla="*/ 622305 w 812881"/>
              <a:gd name="connsiteY136" fmla="*/ 74276 h 840803"/>
              <a:gd name="connsiteX137" fmla="*/ 189037 w 812881"/>
              <a:gd name="connsiteY137" fmla="*/ 74276 h 840803"/>
              <a:gd name="connsiteX138" fmla="*/ 134518 w 812881"/>
              <a:gd name="connsiteY138" fmla="*/ 130731 h 840803"/>
              <a:gd name="connsiteX139" fmla="*/ 189037 w 812881"/>
              <a:gd name="connsiteY139" fmla="*/ 186275 h 840803"/>
              <a:gd name="connsiteX140" fmla="*/ 244450 w 812881"/>
              <a:gd name="connsiteY140" fmla="*/ 130731 h 840803"/>
              <a:gd name="connsiteX141" fmla="*/ 189037 w 812881"/>
              <a:gd name="connsiteY141" fmla="*/ 74276 h 840803"/>
              <a:gd name="connsiteX142" fmla="*/ 622305 w 812881"/>
              <a:gd name="connsiteY142" fmla="*/ 47869 h 840803"/>
              <a:gd name="connsiteX143" fmla="*/ 705166 w 812881"/>
              <a:gd name="connsiteY143" fmla="*/ 130731 h 840803"/>
              <a:gd name="connsiteX144" fmla="*/ 622305 w 812881"/>
              <a:gd name="connsiteY144" fmla="*/ 214503 h 840803"/>
              <a:gd name="connsiteX145" fmla="*/ 538533 w 812881"/>
              <a:gd name="connsiteY145" fmla="*/ 130731 h 840803"/>
              <a:gd name="connsiteX146" fmla="*/ 622305 w 812881"/>
              <a:gd name="connsiteY146" fmla="*/ 47869 h 840803"/>
              <a:gd name="connsiteX147" fmla="*/ 189037 w 812881"/>
              <a:gd name="connsiteY147" fmla="*/ 47869 h 840803"/>
              <a:gd name="connsiteX148" fmla="*/ 270368 w 812881"/>
              <a:gd name="connsiteY148" fmla="*/ 130731 h 840803"/>
              <a:gd name="connsiteX149" fmla="*/ 189037 w 812881"/>
              <a:gd name="connsiteY149" fmla="*/ 214503 h 840803"/>
              <a:gd name="connsiteX150" fmla="*/ 107706 w 812881"/>
              <a:gd name="connsiteY150" fmla="*/ 130731 h 840803"/>
              <a:gd name="connsiteX151" fmla="*/ 189037 w 812881"/>
              <a:gd name="connsiteY151" fmla="*/ 47869 h 840803"/>
              <a:gd name="connsiteX152" fmla="*/ 406891 w 812881"/>
              <a:gd name="connsiteY152" fmla="*/ 27317 h 840803"/>
              <a:gd name="connsiteX153" fmla="*/ 350436 w 812881"/>
              <a:gd name="connsiteY153" fmla="*/ 83772 h 840803"/>
              <a:gd name="connsiteX154" fmla="*/ 406891 w 812881"/>
              <a:gd name="connsiteY154" fmla="*/ 139317 h 840803"/>
              <a:gd name="connsiteX155" fmla="*/ 463346 w 812881"/>
              <a:gd name="connsiteY155" fmla="*/ 83772 h 840803"/>
              <a:gd name="connsiteX156" fmla="*/ 406891 w 812881"/>
              <a:gd name="connsiteY156" fmla="*/ 27317 h 840803"/>
              <a:gd name="connsiteX157" fmla="*/ 406891 w 812881"/>
              <a:gd name="connsiteY157" fmla="*/ 0 h 840803"/>
              <a:gd name="connsiteX158" fmla="*/ 489752 w 812881"/>
              <a:gd name="connsiteY158" fmla="*/ 83772 h 840803"/>
              <a:gd name="connsiteX159" fmla="*/ 406891 w 812881"/>
              <a:gd name="connsiteY159" fmla="*/ 166634 h 840803"/>
              <a:gd name="connsiteX160" fmla="*/ 323119 w 812881"/>
              <a:gd name="connsiteY160" fmla="*/ 83772 h 840803"/>
              <a:gd name="connsiteX161" fmla="*/ 406891 w 812881"/>
              <a:gd name="connsiteY161" fmla="*/ 0 h 84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812881" h="840803">
                <a:moveTo>
                  <a:pt x="662783" y="274967"/>
                </a:moveTo>
                <a:cubicBezTo>
                  <a:pt x="657357" y="292168"/>
                  <a:pt x="640178" y="304843"/>
                  <a:pt x="620285" y="304843"/>
                </a:cubicBezTo>
                <a:cubicBezTo>
                  <a:pt x="613051" y="304843"/>
                  <a:pt x="605818" y="303032"/>
                  <a:pt x="600392" y="299411"/>
                </a:cubicBezTo>
                <a:lnTo>
                  <a:pt x="600392" y="416200"/>
                </a:lnTo>
                <a:cubicBezTo>
                  <a:pt x="600392" y="433401"/>
                  <a:pt x="592255" y="449697"/>
                  <a:pt x="580500" y="462372"/>
                </a:cubicBezTo>
                <a:lnTo>
                  <a:pt x="519918" y="520313"/>
                </a:lnTo>
                <a:lnTo>
                  <a:pt x="519918" y="545663"/>
                </a:lnTo>
                <a:cubicBezTo>
                  <a:pt x="520822" y="545663"/>
                  <a:pt x="521727" y="545663"/>
                  <a:pt x="522631" y="545663"/>
                </a:cubicBezTo>
                <a:lnTo>
                  <a:pt x="708897" y="545663"/>
                </a:lnTo>
                <a:lnTo>
                  <a:pt x="736928" y="350110"/>
                </a:lnTo>
                <a:cubicBezTo>
                  <a:pt x="738736" y="342867"/>
                  <a:pt x="745065" y="337435"/>
                  <a:pt x="752299" y="338341"/>
                </a:cubicBezTo>
                <a:cubicBezTo>
                  <a:pt x="759533" y="340151"/>
                  <a:pt x="764958" y="347394"/>
                  <a:pt x="764054" y="353731"/>
                </a:cubicBezTo>
                <a:lnTo>
                  <a:pt x="739640" y="522124"/>
                </a:lnTo>
                <a:lnTo>
                  <a:pt x="774904" y="487721"/>
                </a:lnTo>
                <a:cubicBezTo>
                  <a:pt x="782138" y="480479"/>
                  <a:pt x="786659" y="470520"/>
                  <a:pt x="786659" y="461466"/>
                </a:cubicBezTo>
                <a:lnTo>
                  <a:pt x="786659" y="323855"/>
                </a:lnTo>
                <a:cubicBezTo>
                  <a:pt x="786659" y="310275"/>
                  <a:pt x="777617" y="297600"/>
                  <a:pt x="764054" y="293074"/>
                </a:cubicBezTo>
                <a:lnTo>
                  <a:pt x="734215" y="284926"/>
                </a:lnTo>
                <a:cubicBezTo>
                  <a:pt x="711610" y="277683"/>
                  <a:pt x="688100" y="274967"/>
                  <a:pt x="664591" y="274967"/>
                </a:cubicBezTo>
                <a:close/>
                <a:moveTo>
                  <a:pt x="147386" y="274967"/>
                </a:moveTo>
                <a:cubicBezTo>
                  <a:pt x="124780" y="274967"/>
                  <a:pt x="101271" y="277683"/>
                  <a:pt x="78666" y="284926"/>
                </a:cubicBezTo>
                <a:lnTo>
                  <a:pt x="47923" y="293074"/>
                </a:lnTo>
                <a:cubicBezTo>
                  <a:pt x="35264" y="297600"/>
                  <a:pt x="26222" y="310275"/>
                  <a:pt x="26222" y="323855"/>
                </a:cubicBezTo>
                <a:lnTo>
                  <a:pt x="26222" y="461466"/>
                </a:lnTo>
                <a:cubicBezTo>
                  <a:pt x="26222" y="470520"/>
                  <a:pt x="29839" y="480479"/>
                  <a:pt x="37977" y="487721"/>
                </a:cubicBezTo>
                <a:lnTo>
                  <a:pt x="74145" y="522124"/>
                </a:lnTo>
                <a:lnTo>
                  <a:pt x="49731" y="353731"/>
                </a:lnTo>
                <a:cubicBezTo>
                  <a:pt x="47923" y="347394"/>
                  <a:pt x="53348" y="340151"/>
                  <a:pt x="59678" y="338341"/>
                </a:cubicBezTo>
                <a:cubicBezTo>
                  <a:pt x="67815" y="337435"/>
                  <a:pt x="74145" y="342867"/>
                  <a:pt x="75049" y="350110"/>
                </a:cubicBezTo>
                <a:lnTo>
                  <a:pt x="103984" y="545663"/>
                </a:lnTo>
                <a:lnTo>
                  <a:pt x="290250" y="545663"/>
                </a:lnTo>
                <a:cubicBezTo>
                  <a:pt x="292058" y="545663"/>
                  <a:pt x="293867" y="545663"/>
                  <a:pt x="295675" y="546568"/>
                </a:cubicBezTo>
                <a:lnTo>
                  <a:pt x="295675" y="520313"/>
                </a:lnTo>
                <a:lnTo>
                  <a:pt x="235093" y="462372"/>
                </a:lnTo>
                <a:cubicBezTo>
                  <a:pt x="223339" y="449697"/>
                  <a:pt x="216105" y="433401"/>
                  <a:pt x="216105" y="416200"/>
                </a:cubicBezTo>
                <a:lnTo>
                  <a:pt x="216105" y="298506"/>
                </a:lnTo>
                <a:cubicBezTo>
                  <a:pt x="208871" y="303032"/>
                  <a:pt x="200734" y="304843"/>
                  <a:pt x="191692" y="304843"/>
                </a:cubicBezTo>
                <a:cubicBezTo>
                  <a:pt x="171799" y="304843"/>
                  <a:pt x="156428" y="292168"/>
                  <a:pt x="150098" y="274967"/>
                </a:cubicBezTo>
                <a:close/>
                <a:moveTo>
                  <a:pt x="363491" y="230605"/>
                </a:moveTo>
                <a:cubicBezTo>
                  <a:pt x="339981" y="230605"/>
                  <a:pt x="316472" y="233321"/>
                  <a:pt x="293867" y="239659"/>
                </a:cubicBezTo>
                <a:lnTo>
                  <a:pt x="264028" y="247807"/>
                </a:lnTo>
                <a:cubicBezTo>
                  <a:pt x="251369" y="253239"/>
                  <a:pt x="243231" y="265008"/>
                  <a:pt x="243231" y="279494"/>
                </a:cubicBezTo>
                <a:lnTo>
                  <a:pt x="243231" y="416200"/>
                </a:lnTo>
                <a:cubicBezTo>
                  <a:pt x="243231" y="426158"/>
                  <a:pt x="246848" y="436117"/>
                  <a:pt x="254082" y="443360"/>
                </a:cubicBezTo>
                <a:lnTo>
                  <a:pt x="290250" y="477763"/>
                </a:lnTo>
                <a:lnTo>
                  <a:pt x="264932" y="309370"/>
                </a:lnTo>
                <a:cubicBezTo>
                  <a:pt x="264028" y="302127"/>
                  <a:pt x="268549" y="294884"/>
                  <a:pt x="276687" y="294884"/>
                </a:cubicBezTo>
                <a:cubicBezTo>
                  <a:pt x="283921" y="293979"/>
                  <a:pt x="290250" y="298506"/>
                  <a:pt x="291154" y="305748"/>
                </a:cubicBezTo>
                <a:lnTo>
                  <a:pt x="320993" y="501301"/>
                </a:lnTo>
                <a:lnTo>
                  <a:pt x="495505" y="501301"/>
                </a:lnTo>
                <a:lnTo>
                  <a:pt x="524439" y="303032"/>
                </a:lnTo>
                <a:cubicBezTo>
                  <a:pt x="525343" y="295790"/>
                  <a:pt x="531673" y="290358"/>
                  <a:pt x="539811" y="291263"/>
                </a:cubicBezTo>
                <a:cubicBezTo>
                  <a:pt x="546140" y="293074"/>
                  <a:pt x="551565" y="299411"/>
                  <a:pt x="550661" y="306654"/>
                </a:cubicBezTo>
                <a:lnTo>
                  <a:pt x="526248" y="477763"/>
                </a:lnTo>
                <a:lnTo>
                  <a:pt x="561512" y="443360"/>
                </a:lnTo>
                <a:cubicBezTo>
                  <a:pt x="568745" y="436117"/>
                  <a:pt x="572362" y="426158"/>
                  <a:pt x="572362" y="416200"/>
                </a:cubicBezTo>
                <a:lnTo>
                  <a:pt x="572362" y="279494"/>
                </a:lnTo>
                <a:cubicBezTo>
                  <a:pt x="572362" y="265008"/>
                  <a:pt x="564224" y="253239"/>
                  <a:pt x="551565" y="247807"/>
                </a:cubicBezTo>
                <a:lnTo>
                  <a:pt x="521727" y="239659"/>
                </a:lnTo>
                <a:cubicBezTo>
                  <a:pt x="498217" y="233321"/>
                  <a:pt x="474708" y="230605"/>
                  <a:pt x="451199" y="230605"/>
                </a:cubicBezTo>
                <a:lnTo>
                  <a:pt x="450294" y="230605"/>
                </a:lnTo>
                <a:cubicBezTo>
                  <a:pt x="445773" y="240564"/>
                  <a:pt x="438540" y="250523"/>
                  <a:pt x="428593" y="255955"/>
                </a:cubicBezTo>
                <a:lnTo>
                  <a:pt x="446678" y="403525"/>
                </a:lnTo>
                <a:cubicBezTo>
                  <a:pt x="447582" y="411673"/>
                  <a:pt x="444869" y="419821"/>
                  <a:pt x="439444" y="426158"/>
                </a:cubicBezTo>
                <a:lnTo>
                  <a:pt x="415935" y="448792"/>
                </a:lnTo>
                <a:cubicBezTo>
                  <a:pt x="412318" y="453318"/>
                  <a:pt x="403276" y="453318"/>
                  <a:pt x="398755" y="448792"/>
                </a:cubicBezTo>
                <a:lnTo>
                  <a:pt x="377054" y="426158"/>
                </a:lnTo>
                <a:cubicBezTo>
                  <a:pt x="370724" y="419821"/>
                  <a:pt x="368012" y="411673"/>
                  <a:pt x="368916" y="403525"/>
                </a:cubicBezTo>
                <a:lnTo>
                  <a:pt x="387904" y="255955"/>
                </a:lnTo>
                <a:cubicBezTo>
                  <a:pt x="377054" y="250523"/>
                  <a:pt x="368916" y="240564"/>
                  <a:pt x="365299" y="230605"/>
                </a:cubicBezTo>
                <a:close/>
                <a:moveTo>
                  <a:pt x="363491" y="203445"/>
                </a:moveTo>
                <a:lnTo>
                  <a:pt x="451199" y="203445"/>
                </a:lnTo>
                <a:cubicBezTo>
                  <a:pt x="477421" y="203445"/>
                  <a:pt x="503642" y="207067"/>
                  <a:pt x="528056" y="213404"/>
                </a:cubicBezTo>
                <a:lnTo>
                  <a:pt x="558799" y="222457"/>
                </a:lnTo>
                <a:cubicBezTo>
                  <a:pt x="559703" y="223363"/>
                  <a:pt x="559703" y="223363"/>
                  <a:pt x="560607" y="223363"/>
                </a:cubicBezTo>
                <a:cubicBezTo>
                  <a:pt x="573266" y="226984"/>
                  <a:pt x="584117" y="236943"/>
                  <a:pt x="590446" y="247807"/>
                </a:cubicBezTo>
                <a:lnTo>
                  <a:pt x="664591" y="247807"/>
                </a:lnTo>
                <a:cubicBezTo>
                  <a:pt x="690813" y="247807"/>
                  <a:pt x="716131" y="251428"/>
                  <a:pt x="741449" y="258671"/>
                </a:cubicBezTo>
                <a:lnTo>
                  <a:pt x="772192" y="266819"/>
                </a:lnTo>
                <a:cubicBezTo>
                  <a:pt x="773096" y="266819"/>
                  <a:pt x="773096" y="266819"/>
                  <a:pt x="773096" y="266819"/>
                </a:cubicBezTo>
                <a:cubicBezTo>
                  <a:pt x="797509" y="275872"/>
                  <a:pt x="812881" y="298506"/>
                  <a:pt x="812881" y="323855"/>
                </a:cubicBezTo>
                <a:lnTo>
                  <a:pt x="812881" y="461466"/>
                </a:lnTo>
                <a:cubicBezTo>
                  <a:pt x="812881" y="478668"/>
                  <a:pt x="806551" y="494964"/>
                  <a:pt x="792988" y="506733"/>
                </a:cubicBezTo>
                <a:lnTo>
                  <a:pt x="734215" y="564675"/>
                </a:lnTo>
                <a:lnTo>
                  <a:pt x="734215" y="756606"/>
                </a:lnTo>
                <a:cubicBezTo>
                  <a:pt x="734215" y="762944"/>
                  <a:pt x="727886" y="769281"/>
                  <a:pt x="720652" y="769281"/>
                </a:cubicBezTo>
                <a:cubicBezTo>
                  <a:pt x="712514" y="769281"/>
                  <a:pt x="706185" y="762944"/>
                  <a:pt x="706185" y="756606"/>
                </a:cubicBezTo>
                <a:lnTo>
                  <a:pt x="706185" y="572823"/>
                </a:lnTo>
                <a:lnTo>
                  <a:pt x="632944" y="572823"/>
                </a:lnTo>
                <a:lnTo>
                  <a:pt x="632944" y="800968"/>
                </a:lnTo>
                <a:cubicBezTo>
                  <a:pt x="632944" y="808211"/>
                  <a:pt x="627519" y="814548"/>
                  <a:pt x="620285" y="814548"/>
                </a:cubicBezTo>
                <a:cubicBezTo>
                  <a:pt x="612147" y="814548"/>
                  <a:pt x="605818" y="808211"/>
                  <a:pt x="605818" y="800968"/>
                </a:cubicBezTo>
                <a:lnTo>
                  <a:pt x="605818" y="572823"/>
                </a:lnTo>
                <a:lnTo>
                  <a:pt x="522631" y="572823"/>
                </a:lnTo>
                <a:cubicBezTo>
                  <a:pt x="521727" y="572823"/>
                  <a:pt x="520822" y="572823"/>
                  <a:pt x="519918" y="572823"/>
                </a:cubicBezTo>
                <a:lnTo>
                  <a:pt x="519918" y="827223"/>
                </a:lnTo>
                <a:cubicBezTo>
                  <a:pt x="519918" y="834466"/>
                  <a:pt x="513589" y="840803"/>
                  <a:pt x="507259" y="840803"/>
                </a:cubicBezTo>
                <a:cubicBezTo>
                  <a:pt x="499121" y="840803"/>
                  <a:pt x="492792" y="834466"/>
                  <a:pt x="492792" y="827223"/>
                </a:cubicBezTo>
                <a:lnTo>
                  <a:pt x="492792" y="527556"/>
                </a:lnTo>
                <a:lnTo>
                  <a:pt x="422264" y="527556"/>
                </a:lnTo>
                <a:lnTo>
                  <a:pt x="422264" y="827223"/>
                </a:lnTo>
                <a:cubicBezTo>
                  <a:pt x="422264" y="834466"/>
                  <a:pt x="415935" y="840803"/>
                  <a:pt x="408701" y="840803"/>
                </a:cubicBezTo>
                <a:cubicBezTo>
                  <a:pt x="401467" y="840803"/>
                  <a:pt x="396042" y="834466"/>
                  <a:pt x="396042" y="827223"/>
                </a:cubicBezTo>
                <a:lnTo>
                  <a:pt x="396042" y="527556"/>
                </a:lnTo>
                <a:lnTo>
                  <a:pt x="321897" y="527556"/>
                </a:lnTo>
                <a:lnTo>
                  <a:pt x="321897" y="827223"/>
                </a:lnTo>
                <a:cubicBezTo>
                  <a:pt x="321897" y="834466"/>
                  <a:pt x="315568" y="840803"/>
                  <a:pt x="308334" y="840803"/>
                </a:cubicBezTo>
                <a:cubicBezTo>
                  <a:pt x="301100" y="840803"/>
                  <a:pt x="295675" y="834466"/>
                  <a:pt x="295675" y="827223"/>
                </a:cubicBezTo>
                <a:lnTo>
                  <a:pt x="295675" y="571918"/>
                </a:lnTo>
                <a:cubicBezTo>
                  <a:pt x="293867" y="571918"/>
                  <a:pt x="292058" y="572823"/>
                  <a:pt x="290250" y="572823"/>
                </a:cubicBezTo>
                <a:lnTo>
                  <a:pt x="206159" y="572823"/>
                </a:lnTo>
                <a:lnTo>
                  <a:pt x="206159" y="800968"/>
                </a:lnTo>
                <a:cubicBezTo>
                  <a:pt x="206159" y="808211"/>
                  <a:pt x="200734" y="814548"/>
                  <a:pt x="193500" y="814548"/>
                </a:cubicBezTo>
                <a:cubicBezTo>
                  <a:pt x="185362" y="814548"/>
                  <a:pt x="179937" y="808211"/>
                  <a:pt x="179937" y="800968"/>
                </a:cubicBezTo>
                <a:lnTo>
                  <a:pt x="179937" y="572823"/>
                </a:lnTo>
                <a:lnTo>
                  <a:pt x="105792" y="572823"/>
                </a:lnTo>
                <a:lnTo>
                  <a:pt x="105792" y="756606"/>
                </a:lnTo>
                <a:cubicBezTo>
                  <a:pt x="105792" y="762944"/>
                  <a:pt x="100367" y="769281"/>
                  <a:pt x="93133" y="769281"/>
                </a:cubicBezTo>
                <a:cubicBezTo>
                  <a:pt x="84995" y="769281"/>
                  <a:pt x="79570" y="762944"/>
                  <a:pt x="79570" y="756606"/>
                </a:cubicBezTo>
                <a:lnTo>
                  <a:pt x="79570" y="564675"/>
                </a:lnTo>
                <a:lnTo>
                  <a:pt x="18988" y="506733"/>
                </a:lnTo>
                <a:cubicBezTo>
                  <a:pt x="7234" y="494964"/>
                  <a:pt x="0" y="478668"/>
                  <a:pt x="0" y="461466"/>
                </a:cubicBezTo>
                <a:lnTo>
                  <a:pt x="0" y="323855"/>
                </a:lnTo>
                <a:cubicBezTo>
                  <a:pt x="0" y="298506"/>
                  <a:pt x="16276" y="275872"/>
                  <a:pt x="39785" y="266819"/>
                </a:cubicBezTo>
                <a:lnTo>
                  <a:pt x="40689" y="266819"/>
                </a:lnTo>
                <a:lnTo>
                  <a:pt x="70528" y="258671"/>
                </a:lnTo>
                <a:cubicBezTo>
                  <a:pt x="95846" y="251428"/>
                  <a:pt x="121164" y="247807"/>
                  <a:pt x="147386" y="247807"/>
                </a:cubicBezTo>
                <a:lnTo>
                  <a:pt x="224243" y="247807"/>
                </a:lnTo>
                <a:cubicBezTo>
                  <a:pt x="232381" y="236943"/>
                  <a:pt x="242327" y="226984"/>
                  <a:pt x="255890" y="223363"/>
                </a:cubicBezTo>
                <a:cubicBezTo>
                  <a:pt x="255890" y="223363"/>
                  <a:pt x="255890" y="223363"/>
                  <a:pt x="256794" y="222457"/>
                </a:cubicBezTo>
                <a:lnTo>
                  <a:pt x="287537" y="213404"/>
                </a:lnTo>
                <a:cubicBezTo>
                  <a:pt x="311951" y="207067"/>
                  <a:pt x="338173" y="203445"/>
                  <a:pt x="363491" y="203445"/>
                </a:cubicBezTo>
                <a:close/>
                <a:moveTo>
                  <a:pt x="622305" y="74276"/>
                </a:moveTo>
                <a:cubicBezTo>
                  <a:pt x="591346" y="74276"/>
                  <a:pt x="565850" y="99771"/>
                  <a:pt x="565850" y="130731"/>
                </a:cubicBezTo>
                <a:cubicBezTo>
                  <a:pt x="565850" y="161690"/>
                  <a:pt x="591346" y="186275"/>
                  <a:pt x="622305" y="186275"/>
                </a:cubicBezTo>
                <a:cubicBezTo>
                  <a:pt x="653264" y="186275"/>
                  <a:pt x="677849" y="161690"/>
                  <a:pt x="677849" y="130731"/>
                </a:cubicBezTo>
                <a:cubicBezTo>
                  <a:pt x="677849" y="99771"/>
                  <a:pt x="653264" y="74276"/>
                  <a:pt x="622305" y="74276"/>
                </a:cubicBezTo>
                <a:close/>
                <a:moveTo>
                  <a:pt x="189037" y="74276"/>
                </a:moveTo>
                <a:cubicBezTo>
                  <a:pt x="158650" y="74276"/>
                  <a:pt x="134518" y="99771"/>
                  <a:pt x="134518" y="130731"/>
                </a:cubicBezTo>
                <a:cubicBezTo>
                  <a:pt x="134518" y="161690"/>
                  <a:pt x="158650" y="186275"/>
                  <a:pt x="189037" y="186275"/>
                </a:cubicBezTo>
                <a:cubicBezTo>
                  <a:pt x="219425" y="186275"/>
                  <a:pt x="244450" y="161690"/>
                  <a:pt x="244450" y="130731"/>
                </a:cubicBezTo>
                <a:cubicBezTo>
                  <a:pt x="244450" y="99771"/>
                  <a:pt x="219425" y="74276"/>
                  <a:pt x="189037" y="74276"/>
                </a:cubicBezTo>
                <a:close/>
                <a:moveTo>
                  <a:pt x="622305" y="47869"/>
                </a:moveTo>
                <a:cubicBezTo>
                  <a:pt x="668744" y="47869"/>
                  <a:pt x="705166" y="84292"/>
                  <a:pt x="705166" y="130731"/>
                </a:cubicBezTo>
                <a:cubicBezTo>
                  <a:pt x="705166" y="176259"/>
                  <a:pt x="668744" y="214503"/>
                  <a:pt x="622305" y="214503"/>
                </a:cubicBezTo>
                <a:cubicBezTo>
                  <a:pt x="576777" y="214503"/>
                  <a:pt x="538533" y="176259"/>
                  <a:pt x="538533" y="130731"/>
                </a:cubicBezTo>
                <a:cubicBezTo>
                  <a:pt x="538533" y="84292"/>
                  <a:pt x="576777" y="47869"/>
                  <a:pt x="622305" y="47869"/>
                </a:cubicBezTo>
                <a:close/>
                <a:moveTo>
                  <a:pt x="189037" y="47869"/>
                </a:moveTo>
                <a:cubicBezTo>
                  <a:pt x="234618" y="47869"/>
                  <a:pt x="270368" y="84292"/>
                  <a:pt x="270368" y="130731"/>
                </a:cubicBezTo>
                <a:cubicBezTo>
                  <a:pt x="270368" y="176259"/>
                  <a:pt x="234618" y="214503"/>
                  <a:pt x="189037" y="214503"/>
                </a:cubicBezTo>
                <a:cubicBezTo>
                  <a:pt x="144350" y="214503"/>
                  <a:pt x="107706" y="176259"/>
                  <a:pt x="107706" y="130731"/>
                </a:cubicBezTo>
                <a:cubicBezTo>
                  <a:pt x="107706" y="84292"/>
                  <a:pt x="144350" y="47869"/>
                  <a:pt x="189037" y="47869"/>
                </a:cubicBezTo>
                <a:close/>
                <a:moveTo>
                  <a:pt x="406891" y="27317"/>
                </a:moveTo>
                <a:cubicBezTo>
                  <a:pt x="375932" y="27317"/>
                  <a:pt x="350436" y="52813"/>
                  <a:pt x="350436" y="83772"/>
                </a:cubicBezTo>
                <a:cubicBezTo>
                  <a:pt x="350436" y="114731"/>
                  <a:pt x="375932" y="139317"/>
                  <a:pt x="406891" y="139317"/>
                </a:cubicBezTo>
                <a:cubicBezTo>
                  <a:pt x="437850" y="139317"/>
                  <a:pt x="463346" y="114731"/>
                  <a:pt x="463346" y="83772"/>
                </a:cubicBezTo>
                <a:cubicBezTo>
                  <a:pt x="463346" y="52813"/>
                  <a:pt x="437850" y="27317"/>
                  <a:pt x="406891" y="27317"/>
                </a:cubicBezTo>
                <a:close/>
                <a:moveTo>
                  <a:pt x="406891" y="0"/>
                </a:moveTo>
                <a:cubicBezTo>
                  <a:pt x="452419" y="0"/>
                  <a:pt x="489752" y="38244"/>
                  <a:pt x="489752" y="83772"/>
                </a:cubicBezTo>
                <a:cubicBezTo>
                  <a:pt x="489752" y="128390"/>
                  <a:pt x="452419" y="166634"/>
                  <a:pt x="406891" y="166634"/>
                </a:cubicBezTo>
                <a:cubicBezTo>
                  <a:pt x="361363" y="166634"/>
                  <a:pt x="323119" y="128390"/>
                  <a:pt x="323119" y="83772"/>
                </a:cubicBezTo>
                <a:cubicBezTo>
                  <a:pt x="323119" y="38244"/>
                  <a:pt x="361363" y="0"/>
                  <a:pt x="4068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B8ACB5F-D6F4-48DB-899B-B48ACF1DD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1455" y="10527345"/>
            <a:ext cx="1056219" cy="856761"/>
          </a:xfrm>
          <a:custGeom>
            <a:avLst/>
            <a:gdLst>
              <a:gd name="connsiteX0" fmla="*/ 884296 w 1056219"/>
              <a:gd name="connsiteY0" fmla="*/ 781871 h 856761"/>
              <a:gd name="connsiteX1" fmla="*/ 900683 w 1056219"/>
              <a:gd name="connsiteY1" fmla="*/ 797396 h 856761"/>
              <a:gd name="connsiteX2" fmla="*/ 884296 w 1056219"/>
              <a:gd name="connsiteY2" fmla="*/ 812921 h 856761"/>
              <a:gd name="connsiteX3" fmla="*/ 869633 w 1056219"/>
              <a:gd name="connsiteY3" fmla="*/ 797396 h 856761"/>
              <a:gd name="connsiteX4" fmla="*/ 884296 w 1056219"/>
              <a:gd name="connsiteY4" fmla="*/ 781871 h 856761"/>
              <a:gd name="connsiteX5" fmla="*/ 738539 w 1056219"/>
              <a:gd name="connsiteY5" fmla="*/ 770723 h 856761"/>
              <a:gd name="connsiteX6" fmla="*/ 738539 w 1056219"/>
              <a:gd name="connsiteY6" fmla="*/ 826874 h 856761"/>
              <a:gd name="connsiteX7" fmla="*/ 741254 w 1056219"/>
              <a:gd name="connsiteY7" fmla="*/ 828686 h 856761"/>
              <a:gd name="connsiteX8" fmla="*/ 1026352 w 1056219"/>
              <a:gd name="connsiteY8" fmla="*/ 828686 h 856761"/>
              <a:gd name="connsiteX9" fmla="*/ 1028162 w 1056219"/>
              <a:gd name="connsiteY9" fmla="*/ 826874 h 856761"/>
              <a:gd name="connsiteX10" fmla="*/ 1028162 w 1056219"/>
              <a:gd name="connsiteY10" fmla="*/ 770723 h 856761"/>
              <a:gd name="connsiteX11" fmla="*/ 352978 w 1056219"/>
              <a:gd name="connsiteY11" fmla="*/ 627627 h 856761"/>
              <a:gd name="connsiteX12" fmla="*/ 356598 w 1056219"/>
              <a:gd name="connsiteY12" fmla="*/ 656609 h 856761"/>
              <a:gd name="connsiteX13" fmla="*/ 316775 w 1056219"/>
              <a:gd name="connsiteY13" fmla="*/ 828686 h 856761"/>
              <a:gd name="connsiteX14" fmla="*/ 595537 w 1056219"/>
              <a:gd name="connsiteY14" fmla="*/ 828686 h 856761"/>
              <a:gd name="connsiteX15" fmla="*/ 556619 w 1056219"/>
              <a:gd name="connsiteY15" fmla="*/ 656609 h 856761"/>
              <a:gd name="connsiteX16" fmla="*/ 559334 w 1056219"/>
              <a:gd name="connsiteY16" fmla="*/ 627627 h 856761"/>
              <a:gd name="connsiteX17" fmla="*/ 943010 w 1056219"/>
              <a:gd name="connsiteY17" fmla="*/ 542523 h 856761"/>
              <a:gd name="connsiteX18" fmla="*/ 956549 w 1056219"/>
              <a:gd name="connsiteY18" fmla="*/ 556062 h 856761"/>
              <a:gd name="connsiteX19" fmla="*/ 943010 w 1056219"/>
              <a:gd name="connsiteY19" fmla="*/ 569602 h 856761"/>
              <a:gd name="connsiteX20" fmla="*/ 929472 w 1056219"/>
              <a:gd name="connsiteY20" fmla="*/ 556062 h 856761"/>
              <a:gd name="connsiteX21" fmla="*/ 943010 w 1056219"/>
              <a:gd name="connsiteY21" fmla="*/ 542523 h 856761"/>
              <a:gd name="connsiteX22" fmla="*/ 883172 w 1056219"/>
              <a:gd name="connsiteY22" fmla="*/ 542523 h 856761"/>
              <a:gd name="connsiteX23" fmla="*/ 896712 w 1056219"/>
              <a:gd name="connsiteY23" fmla="*/ 556062 h 856761"/>
              <a:gd name="connsiteX24" fmla="*/ 883172 w 1056219"/>
              <a:gd name="connsiteY24" fmla="*/ 569602 h 856761"/>
              <a:gd name="connsiteX25" fmla="*/ 869633 w 1056219"/>
              <a:gd name="connsiteY25" fmla="*/ 556062 h 856761"/>
              <a:gd name="connsiteX26" fmla="*/ 883172 w 1056219"/>
              <a:gd name="connsiteY26" fmla="*/ 542523 h 856761"/>
              <a:gd name="connsiteX27" fmla="*/ 827324 w 1056219"/>
              <a:gd name="connsiteY27" fmla="*/ 542523 h 856761"/>
              <a:gd name="connsiteX28" fmla="*/ 840864 w 1056219"/>
              <a:gd name="connsiteY28" fmla="*/ 556062 h 856761"/>
              <a:gd name="connsiteX29" fmla="*/ 827324 w 1056219"/>
              <a:gd name="connsiteY29" fmla="*/ 569602 h 856761"/>
              <a:gd name="connsiteX30" fmla="*/ 813785 w 1056219"/>
              <a:gd name="connsiteY30" fmla="*/ 556062 h 856761"/>
              <a:gd name="connsiteX31" fmla="*/ 827324 w 1056219"/>
              <a:gd name="connsiteY31" fmla="*/ 542523 h 856761"/>
              <a:gd name="connsiteX32" fmla="*/ 455823 w 1056219"/>
              <a:gd name="connsiteY32" fmla="*/ 514600 h 856761"/>
              <a:gd name="connsiteX33" fmla="*/ 485741 w 1056219"/>
              <a:gd name="connsiteY33" fmla="*/ 544058 h 856761"/>
              <a:gd name="connsiteX34" fmla="*/ 455823 w 1056219"/>
              <a:gd name="connsiteY34" fmla="*/ 573515 h 856761"/>
              <a:gd name="connsiteX35" fmla="*/ 426840 w 1056219"/>
              <a:gd name="connsiteY35" fmla="*/ 544058 h 856761"/>
              <a:gd name="connsiteX36" fmla="*/ 455823 w 1056219"/>
              <a:gd name="connsiteY36" fmla="*/ 514600 h 856761"/>
              <a:gd name="connsiteX37" fmla="*/ 27152 w 1056219"/>
              <a:gd name="connsiteY37" fmla="*/ 484532 h 856761"/>
              <a:gd name="connsiteX38" fmla="*/ 27152 w 1056219"/>
              <a:gd name="connsiteY38" fmla="*/ 585967 h 856761"/>
              <a:gd name="connsiteX39" fmla="*/ 42538 w 1056219"/>
              <a:gd name="connsiteY39" fmla="*/ 600457 h 856761"/>
              <a:gd name="connsiteX40" fmla="*/ 712292 w 1056219"/>
              <a:gd name="connsiteY40" fmla="*/ 600457 h 856761"/>
              <a:gd name="connsiteX41" fmla="*/ 712292 w 1056219"/>
              <a:gd name="connsiteY41" fmla="*/ 484532 h 856761"/>
              <a:gd name="connsiteX42" fmla="*/ 855568 w 1056219"/>
              <a:gd name="connsiteY42" fmla="*/ 359022 h 856761"/>
              <a:gd name="connsiteX43" fmla="*/ 914691 w 1056219"/>
              <a:gd name="connsiteY43" fmla="*/ 359022 h 856761"/>
              <a:gd name="connsiteX44" fmla="*/ 928548 w 1056219"/>
              <a:gd name="connsiteY44" fmla="*/ 371633 h 856761"/>
              <a:gd name="connsiteX45" fmla="*/ 914691 w 1056219"/>
              <a:gd name="connsiteY45" fmla="*/ 386046 h 856761"/>
              <a:gd name="connsiteX46" fmla="*/ 855568 w 1056219"/>
              <a:gd name="connsiteY46" fmla="*/ 386046 h 856761"/>
              <a:gd name="connsiteX47" fmla="*/ 841711 w 1056219"/>
              <a:gd name="connsiteY47" fmla="*/ 371633 h 856761"/>
              <a:gd name="connsiteX48" fmla="*/ 855568 w 1056219"/>
              <a:gd name="connsiteY48" fmla="*/ 359022 h 856761"/>
              <a:gd name="connsiteX49" fmla="*/ 741254 w 1056219"/>
              <a:gd name="connsiteY49" fmla="*/ 341437 h 856761"/>
              <a:gd name="connsiteX50" fmla="*/ 738539 w 1056219"/>
              <a:gd name="connsiteY50" fmla="*/ 344154 h 856761"/>
              <a:gd name="connsiteX51" fmla="*/ 738539 w 1056219"/>
              <a:gd name="connsiteY51" fmla="*/ 614043 h 856761"/>
              <a:gd name="connsiteX52" fmla="*/ 738539 w 1056219"/>
              <a:gd name="connsiteY52" fmla="*/ 743553 h 856761"/>
              <a:gd name="connsiteX53" fmla="*/ 1028162 w 1056219"/>
              <a:gd name="connsiteY53" fmla="*/ 743553 h 856761"/>
              <a:gd name="connsiteX54" fmla="*/ 1028162 w 1056219"/>
              <a:gd name="connsiteY54" fmla="*/ 344154 h 856761"/>
              <a:gd name="connsiteX55" fmla="*/ 1026352 w 1056219"/>
              <a:gd name="connsiteY55" fmla="*/ 341437 h 856761"/>
              <a:gd name="connsiteX56" fmla="*/ 899641 w 1056219"/>
              <a:gd name="connsiteY56" fmla="*/ 341437 h 856761"/>
              <a:gd name="connsiteX57" fmla="*/ 827324 w 1056219"/>
              <a:gd name="connsiteY57" fmla="*/ 227382 h 856761"/>
              <a:gd name="connsiteX58" fmla="*/ 840864 w 1056219"/>
              <a:gd name="connsiteY58" fmla="*/ 241343 h 856761"/>
              <a:gd name="connsiteX59" fmla="*/ 827324 w 1056219"/>
              <a:gd name="connsiteY59" fmla="*/ 254432 h 856761"/>
              <a:gd name="connsiteX60" fmla="*/ 813785 w 1056219"/>
              <a:gd name="connsiteY60" fmla="*/ 241343 h 856761"/>
              <a:gd name="connsiteX61" fmla="*/ 827324 w 1056219"/>
              <a:gd name="connsiteY61" fmla="*/ 227382 h 856761"/>
              <a:gd name="connsiteX62" fmla="*/ 771476 w 1056219"/>
              <a:gd name="connsiteY62" fmla="*/ 227382 h 856761"/>
              <a:gd name="connsiteX63" fmla="*/ 785016 w 1056219"/>
              <a:gd name="connsiteY63" fmla="*/ 241343 h 856761"/>
              <a:gd name="connsiteX64" fmla="*/ 771476 w 1056219"/>
              <a:gd name="connsiteY64" fmla="*/ 254432 h 856761"/>
              <a:gd name="connsiteX65" fmla="*/ 757937 w 1056219"/>
              <a:gd name="connsiteY65" fmla="*/ 241343 h 856761"/>
              <a:gd name="connsiteX66" fmla="*/ 771476 w 1056219"/>
              <a:gd name="connsiteY66" fmla="*/ 227382 h 856761"/>
              <a:gd name="connsiteX67" fmla="*/ 711639 w 1056219"/>
              <a:gd name="connsiteY67" fmla="*/ 227382 h 856761"/>
              <a:gd name="connsiteX68" fmla="*/ 725178 w 1056219"/>
              <a:gd name="connsiteY68" fmla="*/ 241343 h 856761"/>
              <a:gd name="connsiteX69" fmla="*/ 711639 w 1056219"/>
              <a:gd name="connsiteY69" fmla="*/ 254432 h 856761"/>
              <a:gd name="connsiteX70" fmla="*/ 698101 w 1056219"/>
              <a:gd name="connsiteY70" fmla="*/ 241343 h 856761"/>
              <a:gd name="connsiteX71" fmla="*/ 711639 w 1056219"/>
              <a:gd name="connsiteY71" fmla="*/ 227382 h 856761"/>
              <a:gd name="connsiteX72" fmla="*/ 197040 w 1056219"/>
              <a:gd name="connsiteY72" fmla="*/ 227382 h 856761"/>
              <a:gd name="connsiteX73" fmla="*/ 210580 w 1056219"/>
              <a:gd name="connsiteY73" fmla="*/ 241343 h 856761"/>
              <a:gd name="connsiteX74" fmla="*/ 197040 w 1056219"/>
              <a:gd name="connsiteY74" fmla="*/ 254432 h 856761"/>
              <a:gd name="connsiteX75" fmla="*/ 183501 w 1056219"/>
              <a:gd name="connsiteY75" fmla="*/ 241343 h 856761"/>
              <a:gd name="connsiteX76" fmla="*/ 197040 w 1056219"/>
              <a:gd name="connsiteY76" fmla="*/ 227382 h 856761"/>
              <a:gd name="connsiteX77" fmla="*/ 141192 w 1056219"/>
              <a:gd name="connsiteY77" fmla="*/ 227382 h 856761"/>
              <a:gd name="connsiteX78" fmla="*/ 154732 w 1056219"/>
              <a:gd name="connsiteY78" fmla="*/ 241343 h 856761"/>
              <a:gd name="connsiteX79" fmla="*/ 141192 w 1056219"/>
              <a:gd name="connsiteY79" fmla="*/ 254432 h 856761"/>
              <a:gd name="connsiteX80" fmla="*/ 127653 w 1056219"/>
              <a:gd name="connsiteY80" fmla="*/ 241343 h 856761"/>
              <a:gd name="connsiteX81" fmla="*/ 141192 w 1056219"/>
              <a:gd name="connsiteY81" fmla="*/ 227382 h 856761"/>
              <a:gd name="connsiteX82" fmla="*/ 85344 w 1056219"/>
              <a:gd name="connsiteY82" fmla="*/ 227382 h 856761"/>
              <a:gd name="connsiteX83" fmla="*/ 98884 w 1056219"/>
              <a:gd name="connsiteY83" fmla="*/ 241343 h 856761"/>
              <a:gd name="connsiteX84" fmla="*/ 85344 w 1056219"/>
              <a:gd name="connsiteY84" fmla="*/ 254432 h 856761"/>
              <a:gd name="connsiteX85" fmla="*/ 71805 w 1056219"/>
              <a:gd name="connsiteY85" fmla="*/ 241343 h 856761"/>
              <a:gd name="connsiteX86" fmla="*/ 85344 w 1056219"/>
              <a:gd name="connsiteY86" fmla="*/ 227382 h 856761"/>
              <a:gd name="connsiteX87" fmla="*/ 484230 w 1056219"/>
              <a:gd name="connsiteY87" fmla="*/ 171534 h 856761"/>
              <a:gd name="connsiteX88" fmla="*/ 493272 w 1056219"/>
              <a:gd name="connsiteY88" fmla="*/ 179581 h 856761"/>
              <a:gd name="connsiteX89" fmla="*/ 493272 w 1056219"/>
              <a:gd name="connsiteY89" fmla="*/ 192099 h 856761"/>
              <a:gd name="connsiteX90" fmla="*/ 513164 w 1056219"/>
              <a:gd name="connsiteY90" fmla="*/ 209087 h 856761"/>
              <a:gd name="connsiteX91" fmla="*/ 506835 w 1056219"/>
              <a:gd name="connsiteY91" fmla="*/ 219816 h 856761"/>
              <a:gd name="connsiteX92" fmla="*/ 495984 w 1056219"/>
              <a:gd name="connsiteY92" fmla="*/ 213557 h 856761"/>
              <a:gd name="connsiteX93" fmla="*/ 486942 w 1056219"/>
              <a:gd name="connsiteY93" fmla="*/ 208192 h 856761"/>
              <a:gd name="connsiteX94" fmla="*/ 475188 w 1056219"/>
              <a:gd name="connsiteY94" fmla="*/ 212663 h 856761"/>
              <a:gd name="connsiteX95" fmla="*/ 469763 w 1056219"/>
              <a:gd name="connsiteY95" fmla="*/ 224286 h 856761"/>
              <a:gd name="connsiteX96" fmla="*/ 484230 w 1056219"/>
              <a:gd name="connsiteY96" fmla="*/ 240380 h 856761"/>
              <a:gd name="connsiteX97" fmla="*/ 516781 w 1056219"/>
              <a:gd name="connsiteY97" fmla="*/ 276145 h 856761"/>
              <a:gd name="connsiteX98" fmla="*/ 493272 w 1056219"/>
              <a:gd name="connsiteY98" fmla="*/ 306544 h 856761"/>
              <a:gd name="connsiteX99" fmla="*/ 493272 w 1056219"/>
              <a:gd name="connsiteY99" fmla="*/ 317274 h 856761"/>
              <a:gd name="connsiteX100" fmla="*/ 484230 w 1056219"/>
              <a:gd name="connsiteY100" fmla="*/ 326215 h 856761"/>
              <a:gd name="connsiteX101" fmla="*/ 475188 w 1056219"/>
              <a:gd name="connsiteY101" fmla="*/ 317274 h 856761"/>
              <a:gd name="connsiteX102" fmla="*/ 475188 w 1056219"/>
              <a:gd name="connsiteY102" fmla="*/ 307439 h 856761"/>
              <a:gd name="connsiteX103" fmla="*/ 455296 w 1056219"/>
              <a:gd name="connsiteY103" fmla="*/ 287768 h 856761"/>
              <a:gd name="connsiteX104" fmla="*/ 462529 w 1056219"/>
              <a:gd name="connsiteY104" fmla="*/ 277039 h 856761"/>
              <a:gd name="connsiteX105" fmla="*/ 472475 w 1056219"/>
              <a:gd name="connsiteY105" fmla="*/ 283298 h 856761"/>
              <a:gd name="connsiteX106" fmla="*/ 481517 w 1056219"/>
              <a:gd name="connsiteY106" fmla="*/ 290451 h 856761"/>
              <a:gd name="connsiteX107" fmla="*/ 498697 w 1056219"/>
              <a:gd name="connsiteY107" fmla="*/ 275251 h 856761"/>
              <a:gd name="connsiteX108" fmla="*/ 484230 w 1056219"/>
              <a:gd name="connsiteY108" fmla="*/ 259157 h 856761"/>
              <a:gd name="connsiteX109" fmla="*/ 482422 w 1056219"/>
              <a:gd name="connsiteY109" fmla="*/ 258263 h 856761"/>
              <a:gd name="connsiteX110" fmla="*/ 451679 w 1056219"/>
              <a:gd name="connsiteY110" fmla="*/ 223392 h 856761"/>
              <a:gd name="connsiteX111" fmla="*/ 462529 w 1056219"/>
              <a:gd name="connsiteY111" fmla="*/ 200145 h 856761"/>
              <a:gd name="connsiteX112" fmla="*/ 475188 w 1056219"/>
              <a:gd name="connsiteY112" fmla="*/ 192993 h 856761"/>
              <a:gd name="connsiteX113" fmla="*/ 475188 w 1056219"/>
              <a:gd name="connsiteY113" fmla="*/ 179581 h 856761"/>
              <a:gd name="connsiteX114" fmla="*/ 484230 w 1056219"/>
              <a:gd name="connsiteY114" fmla="*/ 171534 h 856761"/>
              <a:gd name="connsiteX115" fmla="*/ 482688 w 1056219"/>
              <a:gd name="connsiteY115" fmla="*/ 128956 h 856761"/>
              <a:gd name="connsiteX116" fmla="*/ 365021 w 1056219"/>
              <a:gd name="connsiteY116" fmla="*/ 248868 h 856761"/>
              <a:gd name="connsiteX117" fmla="*/ 482688 w 1056219"/>
              <a:gd name="connsiteY117" fmla="*/ 366963 h 856761"/>
              <a:gd name="connsiteX118" fmla="*/ 600355 w 1056219"/>
              <a:gd name="connsiteY118" fmla="*/ 248868 h 856761"/>
              <a:gd name="connsiteX119" fmla="*/ 482688 w 1056219"/>
              <a:gd name="connsiteY119" fmla="*/ 128956 h 856761"/>
              <a:gd name="connsiteX120" fmla="*/ 379951 w 1056219"/>
              <a:gd name="connsiteY120" fmla="*/ 116085 h 856761"/>
              <a:gd name="connsiteX121" fmla="*/ 299655 w 1056219"/>
              <a:gd name="connsiteY121" fmla="*/ 251315 h 856761"/>
              <a:gd name="connsiteX122" fmla="*/ 379951 w 1056219"/>
              <a:gd name="connsiteY122" fmla="*/ 385637 h 856761"/>
              <a:gd name="connsiteX123" fmla="*/ 314090 w 1056219"/>
              <a:gd name="connsiteY123" fmla="*/ 251315 h 856761"/>
              <a:gd name="connsiteX124" fmla="*/ 379951 w 1056219"/>
              <a:gd name="connsiteY124" fmla="*/ 116085 h 856761"/>
              <a:gd name="connsiteX125" fmla="*/ 351080 w 1056219"/>
              <a:gd name="connsiteY125" fmla="*/ 112455 h 856761"/>
              <a:gd name="connsiteX126" fmla="*/ 264469 w 1056219"/>
              <a:gd name="connsiteY126" fmla="*/ 251315 h 856761"/>
              <a:gd name="connsiteX127" fmla="*/ 351080 w 1056219"/>
              <a:gd name="connsiteY127" fmla="*/ 388360 h 856761"/>
              <a:gd name="connsiteX128" fmla="*/ 281611 w 1056219"/>
              <a:gd name="connsiteY128" fmla="*/ 251315 h 856761"/>
              <a:gd name="connsiteX129" fmla="*/ 351080 w 1056219"/>
              <a:gd name="connsiteY129" fmla="*/ 112455 h 856761"/>
              <a:gd name="connsiteX130" fmla="*/ 482688 w 1056219"/>
              <a:gd name="connsiteY130" fmla="*/ 111696 h 856761"/>
              <a:gd name="connsiteX131" fmla="*/ 617421 w 1056219"/>
              <a:gd name="connsiteY131" fmla="*/ 248868 h 856761"/>
              <a:gd name="connsiteX132" fmla="*/ 482688 w 1056219"/>
              <a:gd name="connsiteY132" fmla="*/ 386040 h 856761"/>
              <a:gd name="connsiteX133" fmla="*/ 347057 w 1056219"/>
              <a:gd name="connsiteY133" fmla="*/ 248868 h 856761"/>
              <a:gd name="connsiteX134" fmla="*/ 482688 w 1056219"/>
              <a:gd name="connsiteY134" fmla="*/ 111696 h 856761"/>
              <a:gd name="connsiteX135" fmla="*/ 483704 w 1056219"/>
              <a:gd name="connsiteY135" fmla="*/ 97934 h 856761"/>
              <a:gd name="connsiteX136" fmla="*/ 331232 w 1056219"/>
              <a:gd name="connsiteY136" fmla="*/ 251315 h 856761"/>
              <a:gd name="connsiteX137" fmla="*/ 483704 w 1056219"/>
              <a:gd name="connsiteY137" fmla="*/ 403789 h 856761"/>
              <a:gd name="connsiteX138" fmla="*/ 635274 w 1056219"/>
              <a:gd name="connsiteY138" fmla="*/ 251315 h 856761"/>
              <a:gd name="connsiteX139" fmla="*/ 483704 w 1056219"/>
              <a:gd name="connsiteY139" fmla="*/ 97934 h 856761"/>
              <a:gd name="connsiteX140" fmla="*/ 416941 w 1056219"/>
              <a:gd name="connsiteY140" fmla="*/ 79782 h 856761"/>
              <a:gd name="connsiteX141" fmla="*/ 434083 w 1056219"/>
              <a:gd name="connsiteY141" fmla="*/ 80690 h 856761"/>
              <a:gd name="connsiteX142" fmla="*/ 450322 w 1056219"/>
              <a:gd name="connsiteY142" fmla="*/ 79782 h 856761"/>
              <a:gd name="connsiteX143" fmla="*/ 467464 w 1056219"/>
              <a:gd name="connsiteY143" fmla="*/ 80690 h 856761"/>
              <a:gd name="connsiteX144" fmla="*/ 483704 w 1056219"/>
              <a:gd name="connsiteY144" fmla="*/ 79782 h 856761"/>
              <a:gd name="connsiteX145" fmla="*/ 653318 w 1056219"/>
              <a:gd name="connsiteY145" fmla="*/ 251315 h 856761"/>
              <a:gd name="connsiteX146" fmla="*/ 483704 w 1056219"/>
              <a:gd name="connsiteY146" fmla="*/ 421940 h 856761"/>
              <a:gd name="connsiteX147" fmla="*/ 467464 w 1056219"/>
              <a:gd name="connsiteY147" fmla="*/ 421033 h 856761"/>
              <a:gd name="connsiteX148" fmla="*/ 450322 w 1056219"/>
              <a:gd name="connsiteY148" fmla="*/ 421940 h 856761"/>
              <a:gd name="connsiteX149" fmla="*/ 434083 w 1056219"/>
              <a:gd name="connsiteY149" fmla="*/ 421033 h 856761"/>
              <a:gd name="connsiteX150" fmla="*/ 416941 w 1056219"/>
              <a:gd name="connsiteY150" fmla="*/ 421940 h 856761"/>
              <a:gd name="connsiteX151" fmla="*/ 247327 w 1056219"/>
              <a:gd name="connsiteY151" fmla="*/ 251315 h 856761"/>
              <a:gd name="connsiteX152" fmla="*/ 416941 w 1056219"/>
              <a:gd name="connsiteY152" fmla="*/ 79782 h 856761"/>
              <a:gd name="connsiteX153" fmla="*/ 42538 w 1056219"/>
              <a:gd name="connsiteY153" fmla="*/ 27170 h 856761"/>
              <a:gd name="connsiteX154" fmla="*/ 27152 w 1056219"/>
              <a:gd name="connsiteY154" fmla="*/ 41661 h 856761"/>
              <a:gd name="connsiteX155" fmla="*/ 27152 w 1056219"/>
              <a:gd name="connsiteY155" fmla="*/ 457362 h 856761"/>
              <a:gd name="connsiteX156" fmla="*/ 712292 w 1056219"/>
              <a:gd name="connsiteY156" fmla="*/ 457362 h 856761"/>
              <a:gd name="connsiteX157" fmla="*/ 712292 w 1056219"/>
              <a:gd name="connsiteY157" fmla="*/ 344154 h 856761"/>
              <a:gd name="connsiteX158" fmla="*/ 741254 w 1056219"/>
              <a:gd name="connsiteY158" fmla="*/ 314267 h 856761"/>
              <a:gd name="connsiteX159" fmla="*/ 886065 w 1056219"/>
              <a:gd name="connsiteY159" fmla="*/ 314267 h 856761"/>
              <a:gd name="connsiteX160" fmla="*/ 886065 w 1056219"/>
              <a:gd name="connsiteY160" fmla="*/ 41661 h 856761"/>
              <a:gd name="connsiteX161" fmla="*/ 870679 w 1056219"/>
              <a:gd name="connsiteY161" fmla="*/ 27170 h 856761"/>
              <a:gd name="connsiteX162" fmla="*/ 42538 w 1056219"/>
              <a:gd name="connsiteY162" fmla="*/ 0 h 856761"/>
              <a:gd name="connsiteX163" fmla="*/ 870679 w 1056219"/>
              <a:gd name="connsiteY163" fmla="*/ 0 h 856761"/>
              <a:gd name="connsiteX164" fmla="*/ 913218 w 1056219"/>
              <a:gd name="connsiteY164" fmla="*/ 41661 h 856761"/>
              <a:gd name="connsiteX165" fmla="*/ 913218 w 1056219"/>
              <a:gd name="connsiteY165" fmla="*/ 314267 h 856761"/>
              <a:gd name="connsiteX166" fmla="*/ 1026352 w 1056219"/>
              <a:gd name="connsiteY166" fmla="*/ 314267 h 856761"/>
              <a:gd name="connsiteX167" fmla="*/ 1056219 w 1056219"/>
              <a:gd name="connsiteY167" fmla="*/ 344154 h 856761"/>
              <a:gd name="connsiteX168" fmla="*/ 1056219 w 1056219"/>
              <a:gd name="connsiteY168" fmla="*/ 826874 h 856761"/>
              <a:gd name="connsiteX169" fmla="*/ 1026352 w 1056219"/>
              <a:gd name="connsiteY169" fmla="*/ 856761 h 856761"/>
              <a:gd name="connsiteX170" fmla="*/ 741254 w 1056219"/>
              <a:gd name="connsiteY170" fmla="*/ 856761 h 856761"/>
              <a:gd name="connsiteX171" fmla="*/ 712292 w 1056219"/>
              <a:gd name="connsiteY171" fmla="*/ 826874 h 856761"/>
              <a:gd name="connsiteX172" fmla="*/ 712292 w 1056219"/>
              <a:gd name="connsiteY172" fmla="*/ 758949 h 856761"/>
              <a:gd name="connsiteX173" fmla="*/ 712292 w 1056219"/>
              <a:gd name="connsiteY173" fmla="*/ 757138 h 856761"/>
              <a:gd name="connsiteX174" fmla="*/ 712292 w 1056219"/>
              <a:gd name="connsiteY174" fmla="*/ 755327 h 856761"/>
              <a:gd name="connsiteX175" fmla="*/ 712292 w 1056219"/>
              <a:gd name="connsiteY175" fmla="*/ 627627 h 856761"/>
              <a:gd name="connsiteX176" fmla="*/ 587392 w 1056219"/>
              <a:gd name="connsiteY176" fmla="*/ 627627 h 856761"/>
              <a:gd name="connsiteX177" fmla="*/ 594632 w 1056219"/>
              <a:gd name="connsiteY177" fmla="*/ 746270 h 856761"/>
              <a:gd name="connsiteX178" fmla="*/ 628120 w 1056219"/>
              <a:gd name="connsiteY178" fmla="*/ 828686 h 856761"/>
              <a:gd name="connsiteX179" fmla="*/ 671563 w 1056219"/>
              <a:gd name="connsiteY179" fmla="*/ 828686 h 856761"/>
              <a:gd name="connsiteX180" fmla="*/ 684234 w 1056219"/>
              <a:gd name="connsiteY180" fmla="*/ 843176 h 856761"/>
              <a:gd name="connsiteX181" fmla="*/ 671563 w 1056219"/>
              <a:gd name="connsiteY181" fmla="*/ 856761 h 856761"/>
              <a:gd name="connsiteX182" fmla="*/ 628120 w 1056219"/>
              <a:gd name="connsiteY182" fmla="*/ 856761 h 856761"/>
              <a:gd name="connsiteX183" fmla="*/ 285098 w 1056219"/>
              <a:gd name="connsiteY183" fmla="*/ 856761 h 856761"/>
              <a:gd name="connsiteX184" fmla="*/ 241654 w 1056219"/>
              <a:gd name="connsiteY184" fmla="*/ 856761 h 856761"/>
              <a:gd name="connsiteX185" fmla="*/ 228078 w 1056219"/>
              <a:gd name="connsiteY185" fmla="*/ 843176 h 856761"/>
              <a:gd name="connsiteX186" fmla="*/ 241654 w 1056219"/>
              <a:gd name="connsiteY186" fmla="*/ 828686 h 856761"/>
              <a:gd name="connsiteX187" fmla="*/ 284193 w 1056219"/>
              <a:gd name="connsiteY187" fmla="*/ 828686 h 856761"/>
              <a:gd name="connsiteX188" fmla="*/ 317680 w 1056219"/>
              <a:gd name="connsiteY188" fmla="*/ 746270 h 856761"/>
              <a:gd name="connsiteX189" fmla="*/ 325826 w 1056219"/>
              <a:gd name="connsiteY189" fmla="*/ 627627 h 856761"/>
              <a:gd name="connsiteX190" fmla="*/ 42538 w 1056219"/>
              <a:gd name="connsiteY190" fmla="*/ 627627 h 856761"/>
              <a:gd name="connsiteX191" fmla="*/ 0 w 1056219"/>
              <a:gd name="connsiteY191" fmla="*/ 585967 h 856761"/>
              <a:gd name="connsiteX192" fmla="*/ 0 w 1056219"/>
              <a:gd name="connsiteY192" fmla="*/ 41661 h 856761"/>
              <a:gd name="connsiteX193" fmla="*/ 42538 w 1056219"/>
              <a:gd name="connsiteY193" fmla="*/ 0 h 85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1056219" h="856761">
                <a:moveTo>
                  <a:pt x="884296" y="781871"/>
                </a:moveTo>
                <a:cubicBezTo>
                  <a:pt x="893783" y="781871"/>
                  <a:pt x="900683" y="788771"/>
                  <a:pt x="900683" y="797396"/>
                </a:cubicBezTo>
                <a:cubicBezTo>
                  <a:pt x="900683" y="806884"/>
                  <a:pt x="893783" y="812921"/>
                  <a:pt x="884296" y="812921"/>
                </a:cubicBezTo>
                <a:cubicBezTo>
                  <a:pt x="875671" y="812921"/>
                  <a:pt x="869633" y="806884"/>
                  <a:pt x="869633" y="797396"/>
                </a:cubicBezTo>
                <a:cubicBezTo>
                  <a:pt x="869633" y="788771"/>
                  <a:pt x="875671" y="781871"/>
                  <a:pt x="884296" y="781871"/>
                </a:cubicBezTo>
                <a:close/>
                <a:moveTo>
                  <a:pt x="738539" y="770723"/>
                </a:moveTo>
                <a:lnTo>
                  <a:pt x="738539" y="826874"/>
                </a:lnTo>
                <a:cubicBezTo>
                  <a:pt x="738539" y="828686"/>
                  <a:pt x="740349" y="828686"/>
                  <a:pt x="741254" y="828686"/>
                </a:cubicBezTo>
                <a:lnTo>
                  <a:pt x="1026352" y="828686"/>
                </a:lnTo>
                <a:cubicBezTo>
                  <a:pt x="1028162" y="828686"/>
                  <a:pt x="1028162" y="828686"/>
                  <a:pt x="1028162" y="826874"/>
                </a:cubicBezTo>
                <a:lnTo>
                  <a:pt x="1028162" y="770723"/>
                </a:lnTo>
                <a:close/>
                <a:moveTo>
                  <a:pt x="352978" y="627627"/>
                </a:moveTo>
                <a:cubicBezTo>
                  <a:pt x="354788" y="634873"/>
                  <a:pt x="356598" y="645741"/>
                  <a:pt x="356598" y="656609"/>
                </a:cubicBezTo>
                <a:cubicBezTo>
                  <a:pt x="356598" y="692836"/>
                  <a:pt x="342117" y="784308"/>
                  <a:pt x="316775" y="828686"/>
                </a:cubicBezTo>
                <a:lnTo>
                  <a:pt x="595537" y="828686"/>
                </a:lnTo>
                <a:cubicBezTo>
                  <a:pt x="570195" y="784308"/>
                  <a:pt x="556619" y="692836"/>
                  <a:pt x="556619" y="656609"/>
                </a:cubicBezTo>
                <a:cubicBezTo>
                  <a:pt x="556619" y="645741"/>
                  <a:pt x="557524" y="634873"/>
                  <a:pt x="559334" y="627627"/>
                </a:cubicBezTo>
                <a:close/>
                <a:moveTo>
                  <a:pt x="943010" y="542523"/>
                </a:moveTo>
                <a:cubicBezTo>
                  <a:pt x="950626" y="542523"/>
                  <a:pt x="956549" y="548446"/>
                  <a:pt x="956549" y="556062"/>
                </a:cubicBezTo>
                <a:cubicBezTo>
                  <a:pt x="956549" y="562832"/>
                  <a:pt x="950626" y="569602"/>
                  <a:pt x="943010" y="569602"/>
                </a:cubicBezTo>
                <a:cubicBezTo>
                  <a:pt x="935395" y="569602"/>
                  <a:pt x="929472" y="562832"/>
                  <a:pt x="929472" y="556062"/>
                </a:cubicBezTo>
                <a:cubicBezTo>
                  <a:pt x="929472" y="548446"/>
                  <a:pt x="935395" y="542523"/>
                  <a:pt x="943010" y="542523"/>
                </a:cubicBezTo>
                <a:close/>
                <a:moveTo>
                  <a:pt x="883172" y="542523"/>
                </a:moveTo>
                <a:cubicBezTo>
                  <a:pt x="890788" y="542523"/>
                  <a:pt x="896712" y="548446"/>
                  <a:pt x="896712" y="556062"/>
                </a:cubicBezTo>
                <a:cubicBezTo>
                  <a:pt x="896712" y="562832"/>
                  <a:pt x="890788" y="569602"/>
                  <a:pt x="883172" y="569602"/>
                </a:cubicBezTo>
                <a:cubicBezTo>
                  <a:pt x="875556" y="569602"/>
                  <a:pt x="869633" y="562832"/>
                  <a:pt x="869633" y="556062"/>
                </a:cubicBezTo>
                <a:cubicBezTo>
                  <a:pt x="869633" y="548446"/>
                  <a:pt x="875556" y="542523"/>
                  <a:pt x="883172" y="542523"/>
                </a:cubicBezTo>
                <a:close/>
                <a:moveTo>
                  <a:pt x="827324" y="542523"/>
                </a:moveTo>
                <a:cubicBezTo>
                  <a:pt x="834094" y="542523"/>
                  <a:pt x="840864" y="548446"/>
                  <a:pt x="840864" y="556062"/>
                </a:cubicBezTo>
                <a:cubicBezTo>
                  <a:pt x="840864" y="562832"/>
                  <a:pt x="834094" y="569602"/>
                  <a:pt x="827324" y="569602"/>
                </a:cubicBezTo>
                <a:cubicBezTo>
                  <a:pt x="819708" y="569602"/>
                  <a:pt x="813785" y="562832"/>
                  <a:pt x="813785" y="556062"/>
                </a:cubicBezTo>
                <a:cubicBezTo>
                  <a:pt x="813785" y="548446"/>
                  <a:pt x="819708" y="542523"/>
                  <a:pt x="827324" y="542523"/>
                </a:cubicBezTo>
                <a:close/>
                <a:moveTo>
                  <a:pt x="455823" y="514600"/>
                </a:moveTo>
                <a:cubicBezTo>
                  <a:pt x="472652" y="514600"/>
                  <a:pt x="485741" y="528408"/>
                  <a:pt x="485741" y="544058"/>
                </a:cubicBezTo>
                <a:cubicBezTo>
                  <a:pt x="485741" y="559707"/>
                  <a:pt x="472652" y="573515"/>
                  <a:pt x="455823" y="573515"/>
                </a:cubicBezTo>
                <a:cubicBezTo>
                  <a:pt x="439929" y="573515"/>
                  <a:pt x="426840" y="559707"/>
                  <a:pt x="426840" y="544058"/>
                </a:cubicBezTo>
                <a:cubicBezTo>
                  <a:pt x="426840" y="528408"/>
                  <a:pt x="439929" y="514600"/>
                  <a:pt x="455823" y="514600"/>
                </a:cubicBezTo>
                <a:close/>
                <a:moveTo>
                  <a:pt x="27152" y="484532"/>
                </a:moveTo>
                <a:lnTo>
                  <a:pt x="27152" y="585967"/>
                </a:lnTo>
                <a:cubicBezTo>
                  <a:pt x="27152" y="594118"/>
                  <a:pt x="33488" y="600457"/>
                  <a:pt x="42538" y="600457"/>
                </a:cubicBezTo>
                <a:lnTo>
                  <a:pt x="712292" y="600457"/>
                </a:lnTo>
                <a:lnTo>
                  <a:pt x="712292" y="484532"/>
                </a:lnTo>
                <a:close/>
                <a:moveTo>
                  <a:pt x="855568" y="359022"/>
                </a:moveTo>
                <a:lnTo>
                  <a:pt x="914691" y="359022"/>
                </a:lnTo>
                <a:cubicBezTo>
                  <a:pt x="922082" y="359022"/>
                  <a:pt x="928548" y="364427"/>
                  <a:pt x="928548" y="371633"/>
                </a:cubicBezTo>
                <a:cubicBezTo>
                  <a:pt x="928548" y="379741"/>
                  <a:pt x="922082" y="386046"/>
                  <a:pt x="914691" y="386046"/>
                </a:cubicBezTo>
                <a:lnTo>
                  <a:pt x="855568" y="386046"/>
                </a:lnTo>
                <a:cubicBezTo>
                  <a:pt x="848178" y="386046"/>
                  <a:pt x="841711" y="379741"/>
                  <a:pt x="841711" y="371633"/>
                </a:cubicBezTo>
                <a:cubicBezTo>
                  <a:pt x="841711" y="364427"/>
                  <a:pt x="848178" y="359022"/>
                  <a:pt x="855568" y="359022"/>
                </a:cubicBezTo>
                <a:close/>
                <a:moveTo>
                  <a:pt x="741254" y="341437"/>
                </a:moveTo>
                <a:cubicBezTo>
                  <a:pt x="740349" y="341437"/>
                  <a:pt x="738539" y="342342"/>
                  <a:pt x="738539" y="344154"/>
                </a:cubicBezTo>
                <a:lnTo>
                  <a:pt x="738539" y="614043"/>
                </a:lnTo>
                <a:lnTo>
                  <a:pt x="738539" y="743553"/>
                </a:lnTo>
                <a:lnTo>
                  <a:pt x="1028162" y="743553"/>
                </a:lnTo>
                <a:lnTo>
                  <a:pt x="1028162" y="344154"/>
                </a:lnTo>
                <a:cubicBezTo>
                  <a:pt x="1028162" y="342342"/>
                  <a:pt x="1028162" y="341437"/>
                  <a:pt x="1026352" y="341437"/>
                </a:cubicBezTo>
                <a:lnTo>
                  <a:pt x="899641" y="341437"/>
                </a:lnTo>
                <a:close/>
                <a:moveTo>
                  <a:pt x="827324" y="227382"/>
                </a:moveTo>
                <a:cubicBezTo>
                  <a:pt x="834094" y="227382"/>
                  <a:pt x="840864" y="233490"/>
                  <a:pt x="840864" y="241343"/>
                </a:cubicBezTo>
                <a:cubicBezTo>
                  <a:pt x="840864" y="248324"/>
                  <a:pt x="834094" y="254432"/>
                  <a:pt x="827324" y="254432"/>
                </a:cubicBezTo>
                <a:cubicBezTo>
                  <a:pt x="819708" y="254432"/>
                  <a:pt x="813785" y="248324"/>
                  <a:pt x="813785" y="241343"/>
                </a:cubicBezTo>
                <a:cubicBezTo>
                  <a:pt x="813785" y="233490"/>
                  <a:pt x="819708" y="227382"/>
                  <a:pt x="827324" y="227382"/>
                </a:cubicBezTo>
                <a:close/>
                <a:moveTo>
                  <a:pt x="771476" y="227382"/>
                </a:moveTo>
                <a:cubicBezTo>
                  <a:pt x="778246" y="227382"/>
                  <a:pt x="785016" y="233490"/>
                  <a:pt x="785016" y="241343"/>
                </a:cubicBezTo>
                <a:cubicBezTo>
                  <a:pt x="785016" y="248324"/>
                  <a:pt x="778246" y="254432"/>
                  <a:pt x="771476" y="254432"/>
                </a:cubicBezTo>
                <a:cubicBezTo>
                  <a:pt x="763860" y="254432"/>
                  <a:pt x="757937" y="248324"/>
                  <a:pt x="757937" y="241343"/>
                </a:cubicBezTo>
                <a:cubicBezTo>
                  <a:pt x="757937" y="233490"/>
                  <a:pt x="763860" y="227382"/>
                  <a:pt x="771476" y="227382"/>
                </a:cubicBezTo>
                <a:close/>
                <a:moveTo>
                  <a:pt x="711639" y="227382"/>
                </a:moveTo>
                <a:cubicBezTo>
                  <a:pt x="718409" y="227382"/>
                  <a:pt x="725178" y="233490"/>
                  <a:pt x="725178" y="241343"/>
                </a:cubicBezTo>
                <a:cubicBezTo>
                  <a:pt x="725178" y="248324"/>
                  <a:pt x="718409" y="254432"/>
                  <a:pt x="711639" y="254432"/>
                </a:cubicBezTo>
                <a:cubicBezTo>
                  <a:pt x="703178" y="254432"/>
                  <a:pt x="698101" y="248324"/>
                  <a:pt x="698101" y="241343"/>
                </a:cubicBezTo>
                <a:cubicBezTo>
                  <a:pt x="698101" y="233490"/>
                  <a:pt x="703178" y="227382"/>
                  <a:pt x="711639" y="227382"/>
                </a:cubicBezTo>
                <a:close/>
                <a:moveTo>
                  <a:pt x="197040" y="227382"/>
                </a:moveTo>
                <a:cubicBezTo>
                  <a:pt x="204656" y="227382"/>
                  <a:pt x="210580" y="233490"/>
                  <a:pt x="210580" y="241343"/>
                </a:cubicBezTo>
                <a:cubicBezTo>
                  <a:pt x="210580" y="248324"/>
                  <a:pt x="204656" y="254432"/>
                  <a:pt x="197040" y="254432"/>
                </a:cubicBezTo>
                <a:cubicBezTo>
                  <a:pt x="189424" y="254432"/>
                  <a:pt x="183501" y="248324"/>
                  <a:pt x="183501" y="241343"/>
                </a:cubicBezTo>
                <a:cubicBezTo>
                  <a:pt x="183501" y="233490"/>
                  <a:pt x="189424" y="227382"/>
                  <a:pt x="197040" y="227382"/>
                </a:cubicBezTo>
                <a:close/>
                <a:moveTo>
                  <a:pt x="141192" y="227382"/>
                </a:moveTo>
                <a:cubicBezTo>
                  <a:pt x="148808" y="227382"/>
                  <a:pt x="154732" y="233490"/>
                  <a:pt x="154732" y="241343"/>
                </a:cubicBezTo>
                <a:cubicBezTo>
                  <a:pt x="154732" y="248324"/>
                  <a:pt x="148808" y="254432"/>
                  <a:pt x="141192" y="254432"/>
                </a:cubicBezTo>
                <a:cubicBezTo>
                  <a:pt x="133576" y="254432"/>
                  <a:pt x="127653" y="248324"/>
                  <a:pt x="127653" y="241343"/>
                </a:cubicBezTo>
                <a:cubicBezTo>
                  <a:pt x="127653" y="233490"/>
                  <a:pt x="133576" y="227382"/>
                  <a:pt x="141192" y="227382"/>
                </a:cubicBezTo>
                <a:close/>
                <a:moveTo>
                  <a:pt x="85344" y="227382"/>
                </a:moveTo>
                <a:cubicBezTo>
                  <a:pt x="92114" y="227382"/>
                  <a:pt x="98884" y="233490"/>
                  <a:pt x="98884" y="241343"/>
                </a:cubicBezTo>
                <a:cubicBezTo>
                  <a:pt x="98884" y="248324"/>
                  <a:pt x="92114" y="254432"/>
                  <a:pt x="85344" y="254432"/>
                </a:cubicBezTo>
                <a:cubicBezTo>
                  <a:pt x="77728" y="254432"/>
                  <a:pt x="71805" y="248324"/>
                  <a:pt x="71805" y="241343"/>
                </a:cubicBezTo>
                <a:cubicBezTo>
                  <a:pt x="71805" y="233490"/>
                  <a:pt x="77728" y="227382"/>
                  <a:pt x="85344" y="227382"/>
                </a:cubicBezTo>
                <a:close/>
                <a:moveTo>
                  <a:pt x="484230" y="171534"/>
                </a:moveTo>
                <a:cubicBezTo>
                  <a:pt x="489655" y="171534"/>
                  <a:pt x="493272" y="175110"/>
                  <a:pt x="493272" y="179581"/>
                </a:cubicBezTo>
                <a:lnTo>
                  <a:pt x="493272" y="192099"/>
                </a:lnTo>
                <a:cubicBezTo>
                  <a:pt x="500505" y="192993"/>
                  <a:pt x="510451" y="197463"/>
                  <a:pt x="513164" y="209087"/>
                </a:cubicBezTo>
                <a:cubicBezTo>
                  <a:pt x="514068" y="213557"/>
                  <a:pt x="511356" y="218922"/>
                  <a:pt x="506835" y="219816"/>
                </a:cubicBezTo>
                <a:cubicBezTo>
                  <a:pt x="502314" y="220710"/>
                  <a:pt x="496889" y="218028"/>
                  <a:pt x="495984" y="213557"/>
                </a:cubicBezTo>
                <a:cubicBezTo>
                  <a:pt x="495080" y="209087"/>
                  <a:pt x="486942" y="208192"/>
                  <a:pt x="486942" y="208192"/>
                </a:cubicBezTo>
                <a:cubicBezTo>
                  <a:pt x="482422" y="208192"/>
                  <a:pt x="477901" y="209981"/>
                  <a:pt x="475188" y="212663"/>
                </a:cubicBezTo>
                <a:cubicBezTo>
                  <a:pt x="471571" y="216239"/>
                  <a:pt x="469763" y="219816"/>
                  <a:pt x="469763" y="224286"/>
                </a:cubicBezTo>
                <a:cubicBezTo>
                  <a:pt x="469763" y="232333"/>
                  <a:pt x="475188" y="239486"/>
                  <a:pt x="484230" y="240380"/>
                </a:cubicBezTo>
                <a:cubicBezTo>
                  <a:pt x="503218" y="242169"/>
                  <a:pt x="517685" y="257368"/>
                  <a:pt x="516781" y="276145"/>
                </a:cubicBezTo>
                <a:cubicBezTo>
                  <a:pt x="515876" y="290451"/>
                  <a:pt x="506835" y="302074"/>
                  <a:pt x="493272" y="306544"/>
                </a:cubicBezTo>
                <a:lnTo>
                  <a:pt x="493272" y="317274"/>
                </a:lnTo>
                <a:cubicBezTo>
                  <a:pt x="493272" y="321744"/>
                  <a:pt x="489655" y="326215"/>
                  <a:pt x="484230" y="326215"/>
                </a:cubicBezTo>
                <a:cubicBezTo>
                  <a:pt x="478805" y="326215"/>
                  <a:pt x="475188" y="321744"/>
                  <a:pt x="475188" y="317274"/>
                </a:cubicBezTo>
                <a:lnTo>
                  <a:pt x="475188" y="307439"/>
                </a:lnTo>
                <a:cubicBezTo>
                  <a:pt x="467955" y="306544"/>
                  <a:pt x="458008" y="300286"/>
                  <a:pt x="455296" y="287768"/>
                </a:cubicBezTo>
                <a:cubicBezTo>
                  <a:pt x="454392" y="282404"/>
                  <a:pt x="457104" y="277933"/>
                  <a:pt x="462529" y="277039"/>
                </a:cubicBezTo>
                <a:cubicBezTo>
                  <a:pt x="467050" y="276145"/>
                  <a:pt x="471571" y="278827"/>
                  <a:pt x="472475" y="283298"/>
                </a:cubicBezTo>
                <a:cubicBezTo>
                  <a:pt x="473380" y="290451"/>
                  <a:pt x="480613" y="290451"/>
                  <a:pt x="481517" y="290451"/>
                </a:cubicBezTo>
                <a:cubicBezTo>
                  <a:pt x="490559" y="291345"/>
                  <a:pt x="497793" y="283298"/>
                  <a:pt x="498697" y="275251"/>
                </a:cubicBezTo>
                <a:cubicBezTo>
                  <a:pt x="498697" y="266310"/>
                  <a:pt x="492368" y="259157"/>
                  <a:pt x="484230" y="259157"/>
                </a:cubicBezTo>
                <a:lnTo>
                  <a:pt x="482422" y="258263"/>
                </a:lnTo>
                <a:cubicBezTo>
                  <a:pt x="464338" y="256474"/>
                  <a:pt x="450775" y="241275"/>
                  <a:pt x="451679" y="223392"/>
                </a:cubicBezTo>
                <a:cubicBezTo>
                  <a:pt x="451679" y="214451"/>
                  <a:pt x="456200" y="206404"/>
                  <a:pt x="462529" y="200145"/>
                </a:cubicBezTo>
                <a:cubicBezTo>
                  <a:pt x="466146" y="196569"/>
                  <a:pt x="470667" y="193887"/>
                  <a:pt x="475188" y="192993"/>
                </a:cubicBezTo>
                <a:lnTo>
                  <a:pt x="475188" y="179581"/>
                </a:lnTo>
                <a:cubicBezTo>
                  <a:pt x="475188" y="175110"/>
                  <a:pt x="478805" y="171534"/>
                  <a:pt x="484230" y="171534"/>
                </a:cubicBezTo>
                <a:close/>
                <a:moveTo>
                  <a:pt x="482688" y="128956"/>
                </a:moveTo>
                <a:cubicBezTo>
                  <a:pt x="418016" y="128956"/>
                  <a:pt x="365021" y="182553"/>
                  <a:pt x="365021" y="248868"/>
                </a:cubicBezTo>
                <a:cubicBezTo>
                  <a:pt x="365021" y="313366"/>
                  <a:pt x="418016" y="366963"/>
                  <a:pt x="482688" y="366963"/>
                </a:cubicBezTo>
                <a:cubicBezTo>
                  <a:pt x="547360" y="366963"/>
                  <a:pt x="600355" y="313366"/>
                  <a:pt x="600355" y="248868"/>
                </a:cubicBezTo>
                <a:cubicBezTo>
                  <a:pt x="600355" y="182553"/>
                  <a:pt x="547360" y="128956"/>
                  <a:pt x="482688" y="128956"/>
                </a:cubicBezTo>
                <a:close/>
                <a:moveTo>
                  <a:pt x="379951" y="116085"/>
                </a:moveTo>
                <a:cubicBezTo>
                  <a:pt x="332134" y="140590"/>
                  <a:pt x="299655" y="192322"/>
                  <a:pt x="299655" y="251315"/>
                </a:cubicBezTo>
                <a:cubicBezTo>
                  <a:pt x="299655" y="309400"/>
                  <a:pt x="332134" y="360225"/>
                  <a:pt x="379951" y="385637"/>
                </a:cubicBezTo>
                <a:cubicBezTo>
                  <a:pt x="339352" y="354779"/>
                  <a:pt x="314090" y="305770"/>
                  <a:pt x="314090" y="251315"/>
                </a:cubicBezTo>
                <a:cubicBezTo>
                  <a:pt x="314090" y="195953"/>
                  <a:pt x="339352" y="146943"/>
                  <a:pt x="379951" y="116085"/>
                </a:cubicBezTo>
                <a:close/>
                <a:moveTo>
                  <a:pt x="351080" y="112455"/>
                </a:moveTo>
                <a:cubicBezTo>
                  <a:pt x="300557" y="137867"/>
                  <a:pt x="264469" y="189599"/>
                  <a:pt x="264469" y="251315"/>
                </a:cubicBezTo>
                <a:cubicBezTo>
                  <a:pt x="264469" y="311215"/>
                  <a:pt x="300557" y="363855"/>
                  <a:pt x="351080" y="388360"/>
                </a:cubicBezTo>
                <a:cubicBezTo>
                  <a:pt x="308677" y="357502"/>
                  <a:pt x="281611" y="307585"/>
                  <a:pt x="281611" y="251315"/>
                </a:cubicBezTo>
                <a:cubicBezTo>
                  <a:pt x="281611" y="194137"/>
                  <a:pt x="308677" y="144220"/>
                  <a:pt x="351080" y="112455"/>
                </a:cubicBezTo>
                <a:close/>
                <a:moveTo>
                  <a:pt x="482688" y="111696"/>
                </a:moveTo>
                <a:cubicBezTo>
                  <a:pt x="557240" y="111696"/>
                  <a:pt x="617421" y="172560"/>
                  <a:pt x="617421" y="248868"/>
                </a:cubicBezTo>
                <a:cubicBezTo>
                  <a:pt x="617421" y="323358"/>
                  <a:pt x="557240" y="386040"/>
                  <a:pt x="482688" y="386040"/>
                </a:cubicBezTo>
                <a:cubicBezTo>
                  <a:pt x="408136" y="386040"/>
                  <a:pt x="347057" y="323358"/>
                  <a:pt x="347057" y="248868"/>
                </a:cubicBezTo>
                <a:cubicBezTo>
                  <a:pt x="347057" y="172560"/>
                  <a:pt x="408136" y="111696"/>
                  <a:pt x="482688" y="111696"/>
                </a:cubicBezTo>
                <a:close/>
                <a:moveTo>
                  <a:pt x="483704" y="97934"/>
                </a:moveTo>
                <a:cubicBezTo>
                  <a:pt x="399799" y="97934"/>
                  <a:pt x="331232" y="166002"/>
                  <a:pt x="331232" y="251315"/>
                </a:cubicBezTo>
                <a:cubicBezTo>
                  <a:pt x="331232" y="334813"/>
                  <a:pt x="399799" y="403789"/>
                  <a:pt x="483704" y="403789"/>
                </a:cubicBezTo>
                <a:cubicBezTo>
                  <a:pt x="567609" y="403789"/>
                  <a:pt x="635274" y="334813"/>
                  <a:pt x="635274" y="251315"/>
                </a:cubicBezTo>
                <a:cubicBezTo>
                  <a:pt x="635274" y="166002"/>
                  <a:pt x="567609" y="97934"/>
                  <a:pt x="483704" y="97934"/>
                </a:cubicBezTo>
                <a:close/>
                <a:moveTo>
                  <a:pt x="416941" y="79782"/>
                </a:moveTo>
                <a:cubicBezTo>
                  <a:pt x="422354" y="79782"/>
                  <a:pt x="427767" y="80690"/>
                  <a:pt x="434083" y="80690"/>
                </a:cubicBezTo>
                <a:cubicBezTo>
                  <a:pt x="439496" y="80690"/>
                  <a:pt x="444909" y="79782"/>
                  <a:pt x="450322" y="79782"/>
                </a:cubicBezTo>
                <a:cubicBezTo>
                  <a:pt x="456638" y="79782"/>
                  <a:pt x="462051" y="80690"/>
                  <a:pt x="467464" y="80690"/>
                </a:cubicBezTo>
                <a:cubicBezTo>
                  <a:pt x="472877" y="80690"/>
                  <a:pt x="478291" y="79782"/>
                  <a:pt x="483704" y="79782"/>
                </a:cubicBezTo>
                <a:cubicBezTo>
                  <a:pt x="577533" y="79782"/>
                  <a:pt x="653318" y="156019"/>
                  <a:pt x="653318" y="251315"/>
                </a:cubicBezTo>
                <a:cubicBezTo>
                  <a:pt x="653318" y="344796"/>
                  <a:pt x="577533" y="421940"/>
                  <a:pt x="483704" y="421940"/>
                </a:cubicBezTo>
                <a:cubicBezTo>
                  <a:pt x="478291" y="421940"/>
                  <a:pt x="472877" y="421940"/>
                  <a:pt x="467464" y="421033"/>
                </a:cubicBezTo>
                <a:cubicBezTo>
                  <a:pt x="462051" y="421940"/>
                  <a:pt x="456638" y="421940"/>
                  <a:pt x="450322" y="421940"/>
                </a:cubicBezTo>
                <a:cubicBezTo>
                  <a:pt x="444909" y="421940"/>
                  <a:pt x="439496" y="421940"/>
                  <a:pt x="434083" y="421033"/>
                </a:cubicBezTo>
                <a:cubicBezTo>
                  <a:pt x="427767" y="421940"/>
                  <a:pt x="422354" y="421940"/>
                  <a:pt x="416941" y="421940"/>
                </a:cubicBezTo>
                <a:cubicBezTo>
                  <a:pt x="323112" y="421940"/>
                  <a:pt x="247327" y="344796"/>
                  <a:pt x="247327" y="251315"/>
                </a:cubicBezTo>
                <a:cubicBezTo>
                  <a:pt x="247327" y="156019"/>
                  <a:pt x="323112" y="79782"/>
                  <a:pt x="416941" y="79782"/>
                </a:cubicBezTo>
                <a:close/>
                <a:moveTo>
                  <a:pt x="42538" y="27170"/>
                </a:moveTo>
                <a:cubicBezTo>
                  <a:pt x="33488" y="27170"/>
                  <a:pt x="27152" y="33510"/>
                  <a:pt x="27152" y="41661"/>
                </a:cubicBezTo>
                <a:lnTo>
                  <a:pt x="27152" y="457362"/>
                </a:lnTo>
                <a:lnTo>
                  <a:pt x="712292" y="457362"/>
                </a:lnTo>
                <a:lnTo>
                  <a:pt x="712292" y="344154"/>
                </a:lnTo>
                <a:cubicBezTo>
                  <a:pt x="712292" y="327852"/>
                  <a:pt x="724963" y="314267"/>
                  <a:pt x="741254" y="314267"/>
                </a:cubicBezTo>
                <a:lnTo>
                  <a:pt x="886065" y="314267"/>
                </a:lnTo>
                <a:lnTo>
                  <a:pt x="886065" y="41661"/>
                </a:lnTo>
                <a:cubicBezTo>
                  <a:pt x="886065" y="33510"/>
                  <a:pt x="879730" y="27170"/>
                  <a:pt x="870679" y="27170"/>
                </a:cubicBezTo>
                <a:close/>
                <a:moveTo>
                  <a:pt x="42538" y="0"/>
                </a:moveTo>
                <a:lnTo>
                  <a:pt x="870679" y="0"/>
                </a:lnTo>
                <a:cubicBezTo>
                  <a:pt x="894211" y="0"/>
                  <a:pt x="913218" y="19019"/>
                  <a:pt x="913218" y="41661"/>
                </a:cubicBezTo>
                <a:lnTo>
                  <a:pt x="913218" y="314267"/>
                </a:lnTo>
                <a:lnTo>
                  <a:pt x="1026352" y="314267"/>
                </a:lnTo>
                <a:cubicBezTo>
                  <a:pt x="1042643" y="314267"/>
                  <a:pt x="1056219" y="327852"/>
                  <a:pt x="1056219" y="344154"/>
                </a:cubicBezTo>
                <a:lnTo>
                  <a:pt x="1056219" y="826874"/>
                </a:lnTo>
                <a:cubicBezTo>
                  <a:pt x="1056219" y="843176"/>
                  <a:pt x="1042643" y="856761"/>
                  <a:pt x="1026352" y="856761"/>
                </a:cubicBezTo>
                <a:lnTo>
                  <a:pt x="741254" y="856761"/>
                </a:lnTo>
                <a:cubicBezTo>
                  <a:pt x="724963" y="856761"/>
                  <a:pt x="712292" y="843176"/>
                  <a:pt x="712292" y="826874"/>
                </a:cubicBezTo>
                <a:lnTo>
                  <a:pt x="712292" y="758949"/>
                </a:lnTo>
                <a:cubicBezTo>
                  <a:pt x="712292" y="758044"/>
                  <a:pt x="712292" y="757138"/>
                  <a:pt x="712292" y="757138"/>
                </a:cubicBezTo>
                <a:cubicBezTo>
                  <a:pt x="712292" y="756232"/>
                  <a:pt x="712292" y="755327"/>
                  <a:pt x="712292" y="755327"/>
                </a:cubicBezTo>
                <a:lnTo>
                  <a:pt x="712292" y="627627"/>
                </a:lnTo>
                <a:lnTo>
                  <a:pt x="587392" y="627627"/>
                </a:lnTo>
                <a:cubicBezTo>
                  <a:pt x="581056" y="637590"/>
                  <a:pt x="581056" y="685590"/>
                  <a:pt x="594632" y="746270"/>
                </a:cubicBezTo>
                <a:cubicBezTo>
                  <a:pt x="608208" y="803327"/>
                  <a:pt x="622689" y="826874"/>
                  <a:pt x="628120" y="828686"/>
                </a:cubicBezTo>
                <a:lnTo>
                  <a:pt x="671563" y="828686"/>
                </a:lnTo>
                <a:cubicBezTo>
                  <a:pt x="677899" y="828686"/>
                  <a:pt x="684234" y="835025"/>
                  <a:pt x="684234" y="843176"/>
                </a:cubicBezTo>
                <a:cubicBezTo>
                  <a:pt x="684234" y="850422"/>
                  <a:pt x="677899" y="856761"/>
                  <a:pt x="671563" y="856761"/>
                </a:cubicBezTo>
                <a:lnTo>
                  <a:pt x="628120" y="856761"/>
                </a:lnTo>
                <a:lnTo>
                  <a:pt x="285098" y="856761"/>
                </a:lnTo>
                <a:lnTo>
                  <a:pt x="241654" y="856761"/>
                </a:lnTo>
                <a:cubicBezTo>
                  <a:pt x="234414" y="856761"/>
                  <a:pt x="228078" y="850422"/>
                  <a:pt x="228078" y="843176"/>
                </a:cubicBezTo>
                <a:cubicBezTo>
                  <a:pt x="228078" y="835025"/>
                  <a:pt x="234414" y="828686"/>
                  <a:pt x="241654" y="828686"/>
                </a:cubicBezTo>
                <a:lnTo>
                  <a:pt x="284193" y="828686"/>
                </a:lnTo>
                <a:cubicBezTo>
                  <a:pt x="289623" y="826874"/>
                  <a:pt x="305009" y="803327"/>
                  <a:pt x="317680" y="746270"/>
                </a:cubicBezTo>
                <a:cubicBezTo>
                  <a:pt x="331256" y="685590"/>
                  <a:pt x="331256" y="637590"/>
                  <a:pt x="325826" y="627627"/>
                </a:cubicBezTo>
                <a:lnTo>
                  <a:pt x="42538" y="627627"/>
                </a:lnTo>
                <a:cubicBezTo>
                  <a:pt x="19007" y="627627"/>
                  <a:pt x="0" y="608609"/>
                  <a:pt x="0" y="585967"/>
                </a:cubicBezTo>
                <a:lnTo>
                  <a:pt x="0" y="41661"/>
                </a:lnTo>
                <a:cubicBezTo>
                  <a:pt x="0" y="19019"/>
                  <a:pt x="19007" y="0"/>
                  <a:pt x="425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57EEFA-D710-4389-BC60-B56E896C63C0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B1FD95-8C7D-4BE9-864E-69A05131835A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8FA8FC-E1D2-4F4B-81A8-B051BFDA0509}"/>
              </a:ext>
            </a:extLst>
          </p:cNvPr>
          <p:cNvSpPr txBox="1"/>
          <p:nvPr/>
        </p:nvSpPr>
        <p:spPr>
          <a:xfrm>
            <a:off x="1078991" y="3407594"/>
            <a:ext cx="549144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D08539-C5CE-4174-A757-95DCD27F5E57}"/>
              </a:ext>
            </a:extLst>
          </p:cNvPr>
          <p:cNvSpPr txBox="1"/>
          <p:nvPr/>
        </p:nvSpPr>
        <p:spPr>
          <a:xfrm>
            <a:off x="1078992" y="4088936"/>
            <a:ext cx="549144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62BF0E-9F89-477B-819F-B848BFFF3E69}"/>
              </a:ext>
            </a:extLst>
          </p:cNvPr>
          <p:cNvSpPr txBox="1"/>
          <p:nvPr/>
        </p:nvSpPr>
        <p:spPr>
          <a:xfrm>
            <a:off x="1078991" y="5961818"/>
            <a:ext cx="549144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STRATEGY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66AC6D-0F3B-41C8-A75F-ED7342EE80F2}"/>
              </a:ext>
            </a:extLst>
          </p:cNvPr>
          <p:cNvSpPr txBox="1"/>
          <p:nvPr/>
        </p:nvSpPr>
        <p:spPr>
          <a:xfrm>
            <a:off x="1078992" y="6643160"/>
            <a:ext cx="549144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6A778B-83E9-455C-A7A7-F965F58E439B}"/>
              </a:ext>
            </a:extLst>
          </p:cNvPr>
          <p:cNvSpPr txBox="1"/>
          <p:nvPr/>
        </p:nvSpPr>
        <p:spPr>
          <a:xfrm>
            <a:off x="1078991" y="8543474"/>
            <a:ext cx="549144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017CD6-B4BC-40BC-85C5-09A2D31B5AF0}"/>
              </a:ext>
            </a:extLst>
          </p:cNvPr>
          <p:cNvSpPr txBox="1"/>
          <p:nvPr/>
        </p:nvSpPr>
        <p:spPr>
          <a:xfrm>
            <a:off x="1078992" y="9224816"/>
            <a:ext cx="549144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DEB3D9-DA47-422E-A65B-21B24E1011F5}"/>
              </a:ext>
            </a:extLst>
          </p:cNvPr>
          <p:cNvSpPr txBox="1"/>
          <p:nvPr/>
        </p:nvSpPr>
        <p:spPr>
          <a:xfrm>
            <a:off x="1078991" y="11102778"/>
            <a:ext cx="549144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6"/>
                </a:solidFill>
                <a:latin typeface="Montserrat" pitchFamily="2" charset="77"/>
                <a:cs typeface="Poppins" pitchFamily="2" charset="77"/>
              </a:rPr>
              <a:t>SYSTEMS</a:t>
            </a:r>
            <a:endParaRPr lang="en-US" sz="3200" b="1" spc="-30" dirty="0">
              <a:solidFill>
                <a:schemeClr val="accent6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CA85DD-02F4-44B1-873E-5EF90EE496EF}"/>
              </a:ext>
            </a:extLst>
          </p:cNvPr>
          <p:cNvSpPr txBox="1"/>
          <p:nvPr/>
        </p:nvSpPr>
        <p:spPr>
          <a:xfrm>
            <a:off x="1078992" y="11784120"/>
            <a:ext cx="549144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C75456-3C96-4C74-931E-3DD5A214FB7D}"/>
              </a:ext>
            </a:extLst>
          </p:cNvPr>
          <p:cNvSpPr txBox="1"/>
          <p:nvPr/>
        </p:nvSpPr>
        <p:spPr>
          <a:xfrm>
            <a:off x="17804675" y="4697654"/>
            <a:ext cx="549398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5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accent5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CFBD53-74C7-44E7-9305-C212EA6B3B2F}"/>
              </a:ext>
            </a:extLst>
          </p:cNvPr>
          <p:cNvSpPr txBox="1"/>
          <p:nvPr/>
        </p:nvSpPr>
        <p:spPr>
          <a:xfrm>
            <a:off x="17804676" y="5356877"/>
            <a:ext cx="549398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99F275-37A2-4C86-89D2-A602A75AE8F6}"/>
              </a:ext>
            </a:extLst>
          </p:cNvPr>
          <p:cNvSpPr txBox="1"/>
          <p:nvPr/>
        </p:nvSpPr>
        <p:spPr>
          <a:xfrm>
            <a:off x="17804675" y="7268134"/>
            <a:ext cx="549398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EBBDB3-6F00-4F9A-981D-C461ADCEA1B8}"/>
              </a:ext>
            </a:extLst>
          </p:cNvPr>
          <p:cNvSpPr txBox="1"/>
          <p:nvPr/>
        </p:nvSpPr>
        <p:spPr>
          <a:xfrm>
            <a:off x="17804676" y="7927357"/>
            <a:ext cx="549398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D8E7E0-45C6-4DC2-BAA2-1AEA34103409}"/>
              </a:ext>
            </a:extLst>
          </p:cNvPr>
          <p:cNvSpPr txBox="1"/>
          <p:nvPr/>
        </p:nvSpPr>
        <p:spPr>
          <a:xfrm>
            <a:off x="17804675" y="9843694"/>
            <a:ext cx="549398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>
                    <a:lumMod val="85000"/>
                  </a:schemeClr>
                </a:solidFill>
                <a:latin typeface="Montserrat" pitchFamily="2" charset="77"/>
                <a:cs typeface="Poppins" pitchFamily="2" charset="77"/>
              </a:rPr>
              <a:t>SHARED VALUES</a:t>
            </a:r>
            <a:endParaRPr lang="en-US" sz="3200" b="1" spc="-30" dirty="0">
              <a:solidFill>
                <a:schemeClr val="bg1">
                  <a:lumMod val="85000"/>
                </a:schemeClr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A2ADA4-E0B1-406A-BE43-CD057E6814E6}"/>
              </a:ext>
            </a:extLst>
          </p:cNvPr>
          <p:cNvSpPr txBox="1"/>
          <p:nvPr/>
        </p:nvSpPr>
        <p:spPr>
          <a:xfrm>
            <a:off x="17804676" y="10502917"/>
            <a:ext cx="549398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3">
            <a:extLst>
              <a:ext uri="{FF2B5EF4-FFF2-40B4-BE49-F238E27FC236}">
                <a16:creationId xmlns:a16="http://schemas.microsoft.com/office/drawing/2014/main" id="{34C0AAFB-0E87-4E45-BE8C-81C74141D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833" y="4689735"/>
            <a:ext cx="13559021" cy="7189617"/>
          </a:xfrm>
          <a:custGeom>
            <a:avLst/>
            <a:gdLst>
              <a:gd name="T0" fmla="*/ 13136 w 15235"/>
              <a:gd name="T1" fmla="*/ 7936 h 8079"/>
              <a:gd name="T2" fmla="*/ 2343 w 15235"/>
              <a:gd name="T3" fmla="*/ 7936 h 8079"/>
              <a:gd name="T4" fmla="*/ 162 w 15235"/>
              <a:gd name="T5" fmla="*/ 3869 h 8079"/>
              <a:gd name="T6" fmla="*/ 2137 w 15235"/>
              <a:gd name="T7" fmla="*/ 143 h 8079"/>
              <a:gd name="T8" fmla="*/ 13427 w 15235"/>
              <a:gd name="T9" fmla="*/ 143 h 8079"/>
              <a:gd name="T10" fmla="*/ 15076 w 15235"/>
              <a:gd name="T11" fmla="*/ 3868 h 8079"/>
              <a:gd name="T12" fmla="*/ 13136 w 15235"/>
              <a:gd name="T13" fmla="*/ 7936 h 8079"/>
              <a:gd name="T14" fmla="*/ 13520 w 15235"/>
              <a:gd name="T15" fmla="*/ 0 h 8079"/>
              <a:gd name="T16" fmla="*/ 2051 w 15235"/>
              <a:gd name="T17" fmla="*/ 0 h 8079"/>
              <a:gd name="T18" fmla="*/ 0 w 15235"/>
              <a:gd name="T19" fmla="*/ 3870 h 8079"/>
              <a:gd name="T20" fmla="*/ 2258 w 15235"/>
              <a:gd name="T21" fmla="*/ 8078 h 8079"/>
              <a:gd name="T22" fmla="*/ 13226 w 15235"/>
              <a:gd name="T23" fmla="*/ 8078 h 8079"/>
              <a:gd name="T24" fmla="*/ 15234 w 15235"/>
              <a:gd name="T25" fmla="*/ 3871 h 8079"/>
              <a:gd name="T26" fmla="*/ 13520 w 15235"/>
              <a:gd name="T27" fmla="*/ 0 h 8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5235" h="8079">
                <a:moveTo>
                  <a:pt x="13136" y="7936"/>
                </a:moveTo>
                <a:lnTo>
                  <a:pt x="2343" y="7936"/>
                </a:lnTo>
                <a:lnTo>
                  <a:pt x="162" y="3869"/>
                </a:lnTo>
                <a:lnTo>
                  <a:pt x="2137" y="143"/>
                </a:lnTo>
                <a:lnTo>
                  <a:pt x="13427" y="143"/>
                </a:lnTo>
                <a:lnTo>
                  <a:pt x="15076" y="3868"/>
                </a:lnTo>
                <a:lnTo>
                  <a:pt x="13136" y="7936"/>
                </a:lnTo>
                <a:close/>
                <a:moveTo>
                  <a:pt x="13520" y="0"/>
                </a:moveTo>
                <a:lnTo>
                  <a:pt x="2051" y="0"/>
                </a:lnTo>
                <a:lnTo>
                  <a:pt x="0" y="3870"/>
                </a:lnTo>
                <a:lnTo>
                  <a:pt x="2258" y="8078"/>
                </a:lnTo>
                <a:lnTo>
                  <a:pt x="13226" y="8078"/>
                </a:lnTo>
                <a:lnTo>
                  <a:pt x="15234" y="3871"/>
                </a:lnTo>
                <a:lnTo>
                  <a:pt x="1352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A2FC4AA4-A8B9-4721-A729-2D41FB9DF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374" y="3283154"/>
            <a:ext cx="6616308" cy="2867710"/>
          </a:xfrm>
          <a:prstGeom prst="roundRect">
            <a:avLst>
              <a:gd name="adj" fmla="val 23224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8" name="Freeform 18">
            <a:extLst>
              <a:ext uri="{FF2B5EF4-FFF2-40B4-BE49-F238E27FC236}">
                <a16:creationId xmlns:a16="http://schemas.microsoft.com/office/drawing/2014/main" id="{D386EE92-7FB9-477A-AA29-96A4FC924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0537" y="3414283"/>
            <a:ext cx="6353707" cy="2613692"/>
          </a:xfrm>
          <a:prstGeom prst="roundRect">
            <a:avLst>
              <a:gd name="adj" fmla="val 2109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0619B56-E773-421A-A6A0-5EB0580F9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962" y="4309060"/>
            <a:ext cx="1062640" cy="807552"/>
          </a:xfrm>
          <a:custGeom>
            <a:avLst/>
            <a:gdLst>
              <a:gd name="connsiteX0" fmla="*/ 845302 w 1062640"/>
              <a:gd name="connsiteY0" fmla="*/ 468538 h 807552"/>
              <a:gd name="connsiteX1" fmla="*/ 825706 w 1062640"/>
              <a:gd name="connsiteY1" fmla="*/ 476525 h 807552"/>
              <a:gd name="connsiteX2" fmla="*/ 825706 w 1062640"/>
              <a:gd name="connsiteY2" fmla="*/ 748979 h 807552"/>
              <a:gd name="connsiteX3" fmla="*/ 1003852 w 1062640"/>
              <a:gd name="connsiteY3" fmla="*/ 748979 h 807552"/>
              <a:gd name="connsiteX4" fmla="*/ 1003852 w 1062640"/>
              <a:gd name="connsiteY4" fmla="*/ 475638 h 807552"/>
              <a:gd name="connsiteX5" fmla="*/ 984256 w 1062640"/>
              <a:gd name="connsiteY5" fmla="*/ 468538 h 807552"/>
              <a:gd name="connsiteX6" fmla="*/ 313537 w 1062640"/>
              <a:gd name="connsiteY6" fmla="*/ 440139 h 807552"/>
              <a:gd name="connsiteX7" fmla="*/ 293941 w 1062640"/>
              <a:gd name="connsiteY7" fmla="*/ 463213 h 807552"/>
              <a:gd name="connsiteX8" fmla="*/ 293941 w 1062640"/>
              <a:gd name="connsiteY8" fmla="*/ 748979 h 807552"/>
              <a:gd name="connsiteX9" fmla="*/ 472978 w 1062640"/>
              <a:gd name="connsiteY9" fmla="*/ 748979 h 807552"/>
              <a:gd name="connsiteX10" fmla="*/ 472978 w 1062640"/>
              <a:gd name="connsiteY10" fmla="*/ 463213 h 807552"/>
              <a:gd name="connsiteX11" fmla="*/ 453382 w 1062640"/>
              <a:gd name="connsiteY11" fmla="*/ 440139 h 807552"/>
              <a:gd name="connsiteX12" fmla="*/ 915501 w 1062640"/>
              <a:gd name="connsiteY12" fmla="*/ 312426 h 807552"/>
              <a:gd name="connsiteX13" fmla="*/ 886174 w 1062640"/>
              <a:gd name="connsiteY13" fmla="*/ 342603 h 807552"/>
              <a:gd name="connsiteX14" fmla="*/ 915501 w 1062640"/>
              <a:gd name="connsiteY14" fmla="*/ 371893 h 807552"/>
              <a:gd name="connsiteX15" fmla="*/ 944829 w 1062640"/>
              <a:gd name="connsiteY15" fmla="*/ 342603 h 807552"/>
              <a:gd name="connsiteX16" fmla="*/ 915501 w 1062640"/>
              <a:gd name="connsiteY16" fmla="*/ 312426 h 807552"/>
              <a:gd name="connsiteX17" fmla="*/ 579865 w 1062640"/>
              <a:gd name="connsiteY17" fmla="*/ 292819 h 807552"/>
              <a:gd name="connsiteX18" fmla="*/ 560269 w 1062640"/>
              <a:gd name="connsiteY18" fmla="*/ 309681 h 807552"/>
              <a:gd name="connsiteX19" fmla="*/ 560269 w 1062640"/>
              <a:gd name="connsiteY19" fmla="*/ 748979 h 807552"/>
              <a:gd name="connsiteX20" fmla="*/ 738415 w 1062640"/>
              <a:gd name="connsiteY20" fmla="*/ 748979 h 807552"/>
              <a:gd name="connsiteX21" fmla="*/ 738415 w 1062640"/>
              <a:gd name="connsiteY21" fmla="*/ 309681 h 807552"/>
              <a:gd name="connsiteX22" fmla="*/ 718819 w 1062640"/>
              <a:gd name="connsiteY22" fmla="*/ 292819 h 807552"/>
              <a:gd name="connsiteX23" fmla="*/ 384944 w 1062640"/>
              <a:gd name="connsiteY23" fmla="*/ 260946 h 807552"/>
              <a:gd name="connsiteX24" fmla="*/ 354728 w 1062640"/>
              <a:gd name="connsiteY24" fmla="*/ 291124 h 807552"/>
              <a:gd name="connsiteX25" fmla="*/ 384944 w 1062640"/>
              <a:gd name="connsiteY25" fmla="*/ 320414 h 807552"/>
              <a:gd name="connsiteX26" fmla="*/ 414271 w 1062640"/>
              <a:gd name="connsiteY26" fmla="*/ 291124 h 807552"/>
              <a:gd name="connsiteX27" fmla="*/ 384944 w 1062640"/>
              <a:gd name="connsiteY27" fmla="*/ 260946 h 807552"/>
              <a:gd name="connsiteX28" fmla="*/ 75712 w 1062640"/>
              <a:gd name="connsiteY28" fmla="*/ 231584 h 807552"/>
              <a:gd name="connsiteX29" fmla="*/ 57898 w 1062640"/>
              <a:gd name="connsiteY29" fmla="*/ 251108 h 807552"/>
              <a:gd name="connsiteX30" fmla="*/ 57898 w 1062640"/>
              <a:gd name="connsiteY30" fmla="*/ 748979 h 807552"/>
              <a:gd name="connsiteX31" fmla="*/ 224464 w 1062640"/>
              <a:gd name="connsiteY31" fmla="*/ 748979 h 807552"/>
              <a:gd name="connsiteX32" fmla="*/ 224464 w 1062640"/>
              <a:gd name="connsiteY32" fmla="*/ 251108 h 807552"/>
              <a:gd name="connsiteX33" fmla="*/ 205759 w 1062640"/>
              <a:gd name="connsiteY33" fmla="*/ 231584 h 807552"/>
              <a:gd name="connsiteX34" fmla="*/ 75712 w 1062640"/>
              <a:gd name="connsiteY34" fmla="*/ 204072 h 807552"/>
              <a:gd name="connsiteX35" fmla="*/ 205759 w 1062640"/>
              <a:gd name="connsiteY35" fmla="*/ 204072 h 807552"/>
              <a:gd name="connsiteX36" fmla="*/ 252077 w 1062640"/>
              <a:gd name="connsiteY36" fmla="*/ 251108 h 807552"/>
              <a:gd name="connsiteX37" fmla="*/ 252077 w 1062640"/>
              <a:gd name="connsiteY37" fmla="*/ 748979 h 807552"/>
              <a:gd name="connsiteX38" fmla="*/ 266328 w 1062640"/>
              <a:gd name="connsiteY38" fmla="*/ 748979 h 807552"/>
              <a:gd name="connsiteX39" fmla="*/ 266328 w 1062640"/>
              <a:gd name="connsiteY39" fmla="*/ 463213 h 807552"/>
              <a:gd name="connsiteX40" fmla="*/ 313537 w 1062640"/>
              <a:gd name="connsiteY40" fmla="*/ 411740 h 807552"/>
              <a:gd name="connsiteX41" fmla="*/ 453382 w 1062640"/>
              <a:gd name="connsiteY41" fmla="*/ 411740 h 807552"/>
              <a:gd name="connsiteX42" fmla="*/ 500590 w 1062640"/>
              <a:gd name="connsiteY42" fmla="*/ 463213 h 807552"/>
              <a:gd name="connsiteX43" fmla="*/ 500590 w 1062640"/>
              <a:gd name="connsiteY43" fmla="*/ 748979 h 807552"/>
              <a:gd name="connsiteX44" fmla="*/ 531766 w 1062640"/>
              <a:gd name="connsiteY44" fmla="*/ 748979 h 807552"/>
              <a:gd name="connsiteX45" fmla="*/ 531766 w 1062640"/>
              <a:gd name="connsiteY45" fmla="*/ 309681 h 807552"/>
              <a:gd name="connsiteX46" fmla="*/ 579865 w 1062640"/>
              <a:gd name="connsiteY46" fmla="*/ 265308 h 807552"/>
              <a:gd name="connsiteX47" fmla="*/ 718819 w 1062640"/>
              <a:gd name="connsiteY47" fmla="*/ 265308 h 807552"/>
              <a:gd name="connsiteX48" fmla="*/ 766028 w 1062640"/>
              <a:gd name="connsiteY48" fmla="*/ 309681 h 807552"/>
              <a:gd name="connsiteX49" fmla="*/ 766028 w 1062640"/>
              <a:gd name="connsiteY49" fmla="*/ 748979 h 807552"/>
              <a:gd name="connsiteX50" fmla="*/ 798094 w 1062640"/>
              <a:gd name="connsiteY50" fmla="*/ 748979 h 807552"/>
              <a:gd name="connsiteX51" fmla="*/ 798094 w 1062640"/>
              <a:gd name="connsiteY51" fmla="*/ 475638 h 807552"/>
              <a:gd name="connsiteX52" fmla="*/ 845302 w 1062640"/>
              <a:gd name="connsiteY52" fmla="*/ 441027 h 807552"/>
              <a:gd name="connsiteX53" fmla="*/ 984256 w 1062640"/>
              <a:gd name="connsiteY53" fmla="*/ 441027 h 807552"/>
              <a:gd name="connsiteX54" fmla="*/ 1032356 w 1062640"/>
              <a:gd name="connsiteY54" fmla="*/ 475638 h 807552"/>
              <a:gd name="connsiteX55" fmla="*/ 1032356 w 1062640"/>
              <a:gd name="connsiteY55" fmla="*/ 748979 h 807552"/>
              <a:gd name="connsiteX56" fmla="*/ 1035028 w 1062640"/>
              <a:gd name="connsiteY56" fmla="*/ 748979 h 807552"/>
              <a:gd name="connsiteX57" fmla="*/ 1062640 w 1062640"/>
              <a:gd name="connsiteY57" fmla="*/ 775603 h 807552"/>
              <a:gd name="connsiteX58" fmla="*/ 1062640 w 1062640"/>
              <a:gd name="connsiteY58" fmla="*/ 780928 h 807552"/>
              <a:gd name="connsiteX59" fmla="*/ 1035028 w 1062640"/>
              <a:gd name="connsiteY59" fmla="*/ 807552 h 807552"/>
              <a:gd name="connsiteX60" fmla="*/ 26722 w 1062640"/>
              <a:gd name="connsiteY60" fmla="*/ 807552 h 807552"/>
              <a:gd name="connsiteX61" fmla="*/ 0 w 1062640"/>
              <a:gd name="connsiteY61" fmla="*/ 780928 h 807552"/>
              <a:gd name="connsiteX62" fmla="*/ 0 w 1062640"/>
              <a:gd name="connsiteY62" fmla="*/ 775603 h 807552"/>
              <a:gd name="connsiteX63" fmla="*/ 26722 w 1062640"/>
              <a:gd name="connsiteY63" fmla="*/ 748979 h 807552"/>
              <a:gd name="connsiteX64" fmla="*/ 30285 w 1062640"/>
              <a:gd name="connsiteY64" fmla="*/ 748979 h 807552"/>
              <a:gd name="connsiteX65" fmla="*/ 30285 w 1062640"/>
              <a:gd name="connsiteY65" fmla="*/ 251108 h 807552"/>
              <a:gd name="connsiteX66" fmla="*/ 75712 w 1062640"/>
              <a:gd name="connsiteY66" fmla="*/ 204072 h 807552"/>
              <a:gd name="connsiteX67" fmla="*/ 650667 w 1062640"/>
              <a:gd name="connsiteY67" fmla="*/ 56804 h 807552"/>
              <a:gd name="connsiteX68" fmla="*/ 620451 w 1062640"/>
              <a:gd name="connsiteY68" fmla="*/ 86094 h 807552"/>
              <a:gd name="connsiteX69" fmla="*/ 650667 w 1062640"/>
              <a:gd name="connsiteY69" fmla="*/ 116272 h 807552"/>
              <a:gd name="connsiteX70" fmla="*/ 679994 w 1062640"/>
              <a:gd name="connsiteY70" fmla="*/ 86094 h 807552"/>
              <a:gd name="connsiteX71" fmla="*/ 650667 w 1062640"/>
              <a:gd name="connsiteY71" fmla="*/ 56804 h 807552"/>
              <a:gd name="connsiteX72" fmla="*/ 144104 w 1062640"/>
              <a:gd name="connsiteY72" fmla="*/ 26627 h 807552"/>
              <a:gd name="connsiteX73" fmla="*/ 113888 w 1062640"/>
              <a:gd name="connsiteY73" fmla="*/ 56804 h 807552"/>
              <a:gd name="connsiteX74" fmla="*/ 144104 w 1062640"/>
              <a:gd name="connsiteY74" fmla="*/ 86094 h 807552"/>
              <a:gd name="connsiteX75" fmla="*/ 173431 w 1062640"/>
              <a:gd name="connsiteY75" fmla="*/ 56804 h 807552"/>
              <a:gd name="connsiteX76" fmla="*/ 144104 w 1062640"/>
              <a:gd name="connsiteY76" fmla="*/ 26627 h 807552"/>
              <a:gd name="connsiteX77" fmla="*/ 144104 w 1062640"/>
              <a:gd name="connsiteY77" fmla="*/ 0 h 807552"/>
              <a:gd name="connsiteX78" fmla="*/ 200981 w 1062640"/>
              <a:gd name="connsiteY78" fmla="*/ 56804 h 807552"/>
              <a:gd name="connsiteX79" fmla="*/ 192983 w 1062640"/>
              <a:gd name="connsiteY79" fmla="*/ 85207 h 807552"/>
              <a:gd name="connsiteX80" fmla="*/ 354728 w 1062640"/>
              <a:gd name="connsiteY80" fmla="*/ 243195 h 807552"/>
              <a:gd name="connsiteX81" fmla="*/ 384944 w 1062640"/>
              <a:gd name="connsiteY81" fmla="*/ 233432 h 807552"/>
              <a:gd name="connsiteX82" fmla="*/ 420492 w 1062640"/>
              <a:gd name="connsiteY82" fmla="*/ 246745 h 807552"/>
              <a:gd name="connsiteX83" fmla="*/ 598233 w 1062640"/>
              <a:gd name="connsiteY83" fmla="*/ 109171 h 807552"/>
              <a:gd name="connsiteX84" fmla="*/ 593790 w 1062640"/>
              <a:gd name="connsiteY84" fmla="*/ 86094 h 807552"/>
              <a:gd name="connsiteX85" fmla="*/ 650667 w 1062640"/>
              <a:gd name="connsiteY85" fmla="*/ 28402 h 807552"/>
              <a:gd name="connsiteX86" fmla="*/ 707544 w 1062640"/>
              <a:gd name="connsiteY86" fmla="*/ 86094 h 807552"/>
              <a:gd name="connsiteX87" fmla="*/ 702212 w 1062640"/>
              <a:gd name="connsiteY87" fmla="*/ 110059 h 807552"/>
              <a:gd name="connsiteX88" fmla="*/ 880842 w 1062640"/>
              <a:gd name="connsiteY88" fmla="*/ 296449 h 807552"/>
              <a:gd name="connsiteX89" fmla="*/ 915501 w 1062640"/>
              <a:gd name="connsiteY89" fmla="*/ 285798 h 807552"/>
              <a:gd name="connsiteX90" fmla="*/ 972379 w 1062640"/>
              <a:gd name="connsiteY90" fmla="*/ 342603 h 807552"/>
              <a:gd name="connsiteX91" fmla="*/ 915501 w 1062640"/>
              <a:gd name="connsiteY91" fmla="*/ 399408 h 807552"/>
              <a:gd name="connsiteX92" fmla="*/ 857735 w 1062640"/>
              <a:gd name="connsiteY92" fmla="*/ 342603 h 807552"/>
              <a:gd name="connsiteX93" fmla="*/ 863068 w 1062640"/>
              <a:gd name="connsiteY93" fmla="*/ 318639 h 807552"/>
              <a:gd name="connsiteX94" fmla="*/ 684438 w 1062640"/>
              <a:gd name="connsiteY94" fmla="*/ 132248 h 807552"/>
              <a:gd name="connsiteX95" fmla="*/ 650667 w 1062640"/>
              <a:gd name="connsiteY95" fmla="*/ 143786 h 807552"/>
              <a:gd name="connsiteX96" fmla="*/ 615119 w 1062640"/>
              <a:gd name="connsiteY96" fmla="*/ 131360 h 807552"/>
              <a:gd name="connsiteX97" fmla="*/ 437377 w 1062640"/>
              <a:gd name="connsiteY97" fmla="*/ 268935 h 807552"/>
              <a:gd name="connsiteX98" fmla="*/ 441821 w 1062640"/>
              <a:gd name="connsiteY98" fmla="*/ 291124 h 807552"/>
              <a:gd name="connsiteX99" fmla="*/ 384944 w 1062640"/>
              <a:gd name="connsiteY99" fmla="*/ 347928 h 807552"/>
              <a:gd name="connsiteX100" fmla="*/ 328066 w 1062640"/>
              <a:gd name="connsiteY100" fmla="*/ 291124 h 807552"/>
              <a:gd name="connsiteX101" fmla="*/ 335176 w 1062640"/>
              <a:gd name="connsiteY101" fmla="*/ 262722 h 807552"/>
              <a:gd name="connsiteX102" fmla="*/ 173431 w 1062640"/>
              <a:gd name="connsiteY102" fmla="*/ 105621 h 807552"/>
              <a:gd name="connsiteX103" fmla="*/ 144104 w 1062640"/>
              <a:gd name="connsiteY103" fmla="*/ 113609 h 807552"/>
              <a:gd name="connsiteX104" fmla="*/ 86338 w 1062640"/>
              <a:gd name="connsiteY104" fmla="*/ 56804 h 807552"/>
              <a:gd name="connsiteX105" fmla="*/ 144104 w 1062640"/>
              <a:gd name="connsiteY105" fmla="*/ 0 h 80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062640" h="807552">
                <a:moveTo>
                  <a:pt x="845302" y="468538"/>
                </a:moveTo>
                <a:cubicBezTo>
                  <a:pt x="832832" y="468538"/>
                  <a:pt x="826597" y="473863"/>
                  <a:pt x="825706" y="476525"/>
                </a:cubicBezTo>
                <a:lnTo>
                  <a:pt x="825706" y="748979"/>
                </a:lnTo>
                <a:lnTo>
                  <a:pt x="1003852" y="748979"/>
                </a:lnTo>
                <a:lnTo>
                  <a:pt x="1003852" y="475638"/>
                </a:lnTo>
                <a:cubicBezTo>
                  <a:pt x="1003852" y="473863"/>
                  <a:pt x="996727" y="468538"/>
                  <a:pt x="984256" y="468538"/>
                </a:cubicBezTo>
                <a:close/>
                <a:moveTo>
                  <a:pt x="313537" y="440139"/>
                </a:moveTo>
                <a:cubicBezTo>
                  <a:pt x="302848" y="440139"/>
                  <a:pt x="293941" y="450789"/>
                  <a:pt x="293941" y="463213"/>
                </a:cubicBezTo>
                <a:lnTo>
                  <a:pt x="293941" y="748979"/>
                </a:lnTo>
                <a:lnTo>
                  <a:pt x="472978" y="748979"/>
                </a:lnTo>
                <a:lnTo>
                  <a:pt x="472978" y="463213"/>
                </a:lnTo>
                <a:cubicBezTo>
                  <a:pt x="472978" y="450789"/>
                  <a:pt x="464070" y="440139"/>
                  <a:pt x="453382" y="440139"/>
                </a:cubicBezTo>
                <a:close/>
                <a:moveTo>
                  <a:pt x="915501" y="312426"/>
                </a:moveTo>
                <a:cubicBezTo>
                  <a:pt x="899505" y="312426"/>
                  <a:pt x="886174" y="325739"/>
                  <a:pt x="886174" y="342603"/>
                </a:cubicBezTo>
                <a:cubicBezTo>
                  <a:pt x="886174" y="358579"/>
                  <a:pt x="899505" y="371893"/>
                  <a:pt x="915501" y="371893"/>
                </a:cubicBezTo>
                <a:cubicBezTo>
                  <a:pt x="932387" y="371893"/>
                  <a:pt x="944829" y="358579"/>
                  <a:pt x="944829" y="342603"/>
                </a:cubicBezTo>
                <a:cubicBezTo>
                  <a:pt x="944829" y="325739"/>
                  <a:pt x="932387" y="312426"/>
                  <a:pt x="915501" y="312426"/>
                </a:cubicBezTo>
                <a:close/>
                <a:moveTo>
                  <a:pt x="579865" y="292819"/>
                </a:moveTo>
                <a:cubicBezTo>
                  <a:pt x="568286" y="292819"/>
                  <a:pt x="560269" y="300806"/>
                  <a:pt x="560269" y="309681"/>
                </a:cubicBezTo>
                <a:lnTo>
                  <a:pt x="560269" y="748979"/>
                </a:lnTo>
                <a:lnTo>
                  <a:pt x="738415" y="748979"/>
                </a:lnTo>
                <a:lnTo>
                  <a:pt x="738415" y="309681"/>
                </a:lnTo>
                <a:cubicBezTo>
                  <a:pt x="738415" y="300806"/>
                  <a:pt x="729508" y="292819"/>
                  <a:pt x="718819" y="292819"/>
                </a:cubicBezTo>
                <a:close/>
                <a:moveTo>
                  <a:pt x="384944" y="260946"/>
                </a:moveTo>
                <a:cubicBezTo>
                  <a:pt x="368058" y="260946"/>
                  <a:pt x="354728" y="275148"/>
                  <a:pt x="354728" y="291124"/>
                </a:cubicBezTo>
                <a:cubicBezTo>
                  <a:pt x="354728" y="307100"/>
                  <a:pt x="368058" y="320414"/>
                  <a:pt x="384944" y="320414"/>
                </a:cubicBezTo>
                <a:cubicBezTo>
                  <a:pt x="400940" y="320414"/>
                  <a:pt x="414271" y="307100"/>
                  <a:pt x="414271" y="291124"/>
                </a:cubicBezTo>
                <a:cubicBezTo>
                  <a:pt x="414271" y="275148"/>
                  <a:pt x="400940" y="260946"/>
                  <a:pt x="384944" y="260946"/>
                </a:cubicBezTo>
                <a:close/>
                <a:moveTo>
                  <a:pt x="75712" y="231584"/>
                </a:moveTo>
                <a:cubicBezTo>
                  <a:pt x="65914" y="231584"/>
                  <a:pt x="57898" y="241346"/>
                  <a:pt x="57898" y="251108"/>
                </a:cubicBezTo>
                <a:lnTo>
                  <a:pt x="57898" y="748979"/>
                </a:lnTo>
                <a:lnTo>
                  <a:pt x="224464" y="748979"/>
                </a:lnTo>
                <a:lnTo>
                  <a:pt x="224464" y="251108"/>
                </a:lnTo>
                <a:cubicBezTo>
                  <a:pt x="224464" y="241346"/>
                  <a:pt x="215557" y="231584"/>
                  <a:pt x="205759" y="231584"/>
                </a:cubicBezTo>
                <a:close/>
                <a:moveTo>
                  <a:pt x="75712" y="204072"/>
                </a:moveTo>
                <a:lnTo>
                  <a:pt x="205759" y="204072"/>
                </a:lnTo>
                <a:cubicBezTo>
                  <a:pt x="231590" y="204072"/>
                  <a:pt x="252077" y="225372"/>
                  <a:pt x="252077" y="251108"/>
                </a:cubicBezTo>
                <a:lnTo>
                  <a:pt x="252077" y="748979"/>
                </a:lnTo>
                <a:lnTo>
                  <a:pt x="266328" y="748979"/>
                </a:lnTo>
                <a:lnTo>
                  <a:pt x="266328" y="463213"/>
                </a:lnTo>
                <a:cubicBezTo>
                  <a:pt x="266328" y="434814"/>
                  <a:pt x="287706" y="411740"/>
                  <a:pt x="313537" y="411740"/>
                </a:cubicBezTo>
                <a:lnTo>
                  <a:pt x="453382" y="411740"/>
                </a:lnTo>
                <a:cubicBezTo>
                  <a:pt x="479213" y="411740"/>
                  <a:pt x="500590" y="434814"/>
                  <a:pt x="500590" y="463213"/>
                </a:cubicBezTo>
                <a:lnTo>
                  <a:pt x="500590" y="748979"/>
                </a:lnTo>
                <a:lnTo>
                  <a:pt x="531766" y="748979"/>
                </a:lnTo>
                <a:lnTo>
                  <a:pt x="531766" y="309681"/>
                </a:lnTo>
                <a:cubicBezTo>
                  <a:pt x="531766" y="285719"/>
                  <a:pt x="553143" y="265308"/>
                  <a:pt x="579865" y="265308"/>
                </a:cubicBezTo>
                <a:lnTo>
                  <a:pt x="718819" y="265308"/>
                </a:lnTo>
                <a:cubicBezTo>
                  <a:pt x="744650" y="265308"/>
                  <a:pt x="766028" y="285719"/>
                  <a:pt x="766028" y="309681"/>
                </a:cubicBezTo>
                <a:lnTo>
                  <a:pt x="766028" y="748979"/>
                </a:lnTo>
                <a:lnTo>
                  <a:pt x="798094" y="748979"/>
                </a:lnTo>
                <a:lnTo>
                  <a:pt x="798094" y="475638"/>
                </a:lnTo>
                <a:cubicBezTo>
                  <a:pt x="798094" y="457001"/>
                  <a:pt x="818581" y="441027"/>
                  <a:pt x="845302" y="441027"/>
                </a:cubicBezTo>
                <a:lnTo>
                  <a:pt x="984256" y="441027"/>
                </a:lnTo>
                <a:cubicBezTo>
                  <a:pt x="1010978" y="441027"/>
                  <a:pt x="1032356" y="457001"/>
                  <a:pt x="1032356" y="475638"/>
                </a:cubicBezTo>
                <a:lnTo>
                  <a:pt x="1032356" y="748979"/>
                </a:lnTo>
                <a:lnTo>
                  <a:pt x="1035028" y="748979"/>
                </a:lnTo>
                <a:cubicBezTo>
                  <a:pt x="1050170" y="748979"/>
                  <a:pt x="1062640" y="761403"/>
                  <a:pt x="1062640" y="775603"/>
                </a:cubicBezTo>
                <a:lnTo>
                  <a:pt x="1062640" y="780928"/>
                </a:lnTo>
                <a:cubicBezTo>
                  <a:pt x="1062640" y="796015"/>
                  <a:pt x="1050170" y="807552"/>
                  <a:pt x="1035028" y="807552"/>
                </a:cubicBezTo>
                <a:lnTo>
                  <a:pt x="26722" y="807552"/>
                </a:lnTo>
                <a:cubicBezTo>
                  <a:pt x="12470" y="807552"/>
                  <a:pt x="0" y="796015"/>
                  <a:pt x="0" y="780928"/>
                </a:cubicBezTo>
                <a:lnTo>
                  <a:pt x="0" y="775603"/>
                </a:lnTo>
                <a:cubicBezTo>
                  <a:pt x="0" y="761403"/>
                  <a:pt x="12470" y="748979"/>
                  <a:pt x="26722" y="748979"/>
                </a:cubicBezTo>
                <a:lnTo>
                  <a:pt x="30285" y="748979"/>
                </a:lnTo>
                <a:lnTo>
                  <a:pt x="30285" y="251108"/>
                </a:lnTo>
                <a:cubicBezTo>
                  <a:pt x="30285" y="225372"/>
                  <a:pt x="50772" y="204072"/>
                  <a:pt x="75712" y="204072"/>
                </a:cubicBezTo>
                <a:close/>
                <a:moveTo>
                  <a:pt x="650667" y="56804"/>
                </a:moveTo>
                <a:cubicBezTo>
                  <a:pt x="633781" y="56804"/>
                  <a:pt x="620451" y="70118"/>
                  <a:pt x="620451" y="86094"/>
                </a:cubicBezTo>
                <a:cubicBezTo>
                  <a:pt x="620451" y="102071"/>
                  <a:pt x="633781" y="116272"/>
                  <a:pt x="650667" y="116272"/>
                </a:cubicBezTo>
                <a:cubicBezTo>
                  <a:pt x="666664" y="116272"/>
                  <a:pt x="679994" y="102071"/>
                  <a:pt x="679994" y="86094"/>
                </a:cubicBezTo>
                <a:cubicBezTo>
                  <a:pt x="679994" y="70118"/>
                  <a:pt x="666664" y="56804"/>
                  <a:pt x="650667" y="56804"/>
                </a:cubicBezTo>
                <a:close/>
                <a:moveTo>
                  <a:pt x="144104" y="26627"/>
                </a:moveTo>
                <a:cubicBezTo>
                  <a:pt x="127219" y="26627"/>
                  <a:pt x="113888" y="39940"/>
                  <a:pt x="113888" y="56804"/>
                </a:cubicBezTo>
                <a:cubicBezTo>
                  <a:pt x="113888" y="72781"/>
                  <a:pt x="127219" y="86094"/>
                  <a:pt x="144104" y="86094"/>
                </a:cubicBezTo>
                <a:cubicBezTo>
                  <a:pt x="159212" y="86094"/>
                  <a:pt x="173431" y="72781"/>
                  <a:pt x="173431" y="56804"/>
                </a:cubicBezTo>
                <a:cubicBezTo>
                  <a:pt x="173431" y="39940"/>
                  <a:pt x="159212" y="26627"/>
                  <a:pt x="144104" y="26627"/>
                </a:cubicBezTo>
                <a:close/>
                <a:moveTo>
                  <a:pt x="144104" y="0"/>
                </a:moveTo>
                <a:cubicBezTo>
                  <a:pt x="175209" y="0"/>
                  <a:pt x="200981" y="24852"/>
                  <a:pt x="200981" y="56804"/>
                </a:cubicBezTo>
                <a:cubicBezTo>
                  <a:pt x="200981" y="67455"/>
                  <a:pt x="197427" y="77219"/>
                  <a:pt x="192983" y="85207"/>
                </a:cubicBezTo>
                <a:lnTo>
                  <a:pt x="354728" y="243195"/>
                </a:lnTo>
                <a:cubicBezTo>
                  <a:pt x="363615" y="236982"/>
                  <a:pt x="373390" y="233432"/>
                  <a:pt x="384944" y="233432"/>
                </a:cubicBezTo>
                <a:cubicBezTo>
                  <a:pt x="398274" y="233432"/>
                  <a:pt x="410716" y="239645"/>
                  <a:pt x="420492" y="246745"/>
                </a:cubicBezTo>
                <a:lnTo>
                  <a:pt x="598233" y="109171"/>
                </a:lnTo>
                <a:cubicBezTo>
                  <a:pt x="594678" y="102071"/>
                  <a:pt x="593790" y="94082"/>
                  <a:pt x="593790" y="86094"/>
                </a:cubicBezTo>
                <a:cubicBezTo>
                  <a:pt x="593790" y="54142"/>
                  <a:pt x="618673" y="28402"/>
                  <a:pt x="650667" y="28402"/>
                </a:cubicBezTo>
                <a:cubicBezTo>
                  <a:pt x="681772" y="28402"/>
                  <a:pt x="707544" y="54142"/>
                  <a:pt x="707544" y="86094"/>
                </a:cubicBezTo>
                <a:cubicBezTo>
                  <a:pt x="707544" y="94970"/>
                  <a:pt x="705767" y="102958"/>
                  <a:pt x="702212" y="110059"/>
                </a:cubicBezTo>
                <a:lnTo>
                  <a:pt x="880842" y="296449"/>
                </a:lnTo>
                <a:cubicBezTo>
                  <a:pt x="890618" y="289349"/>
                  <a:pt x="902171" y="285798"/>
                  <a:pt x="915501" y="285798"/>
                </a:cubicBezTo>
                <a:cubicBezTo>
                  <a:pt x="947495" y="285798"/>
                  <a:pt x="972379" y="310650"/>
                  <a:pt x="972379" y="342603"/>
                </a:cubicBezTo>
                <a:cubicBezTo>
                  <a:pt x="972379" y="373668"/>
                  <a:pt x="947495" y="399408"/>
                  <a:pt x="915501" y="399408"/>
                </a:cubicBezTo>
                <a:cubicBezTo>
                  <a:pt x="884397" y="399408"/>
                  <a:pt x="857735" y="373668"/>
                  <a:pt x="857735" y="342603"/>
                </a:cubicBezTo>
                <a:cubicBezTo>
                  <a:pt x="857735" y="332840"/>
                  <a:pt x="859513" y="325739"/>
                  <a:pt x="863068" y="318639"/>
                </a:cubicBezTo>
                <a:lnTo>
                  <a:pt x="684438" y="132248"/>
                </a:lnTo>
                <a:cubicBezTo>
                  <a:pt x="674662" y="138461"/>
                  <a:pt x="663997" y="143786"/>
                  <a:pt x="650667" y="143786"/>
                </a:cubicBezTo>
                <a:cubicBezTo>
                  <a:pt x="637336" y="143786"/>
                  <a:pt x="624894" y="138461"/>
                  <a:pt x="615119" y="131360"/>
                </a:cubicBezTo>
                <a:lnTo>
                  <a:pt x="437377" y="268935"/>
                </a:lnTo>
                <a:cubicBezTo>
                  <a:pt x="440043" y="275148"/>
                  <a:pt x="441821" y="283136"/>
                  <a:pt x="441821" y="291124"/>
                </a:cubicBezTo>
                <a:cubicBezTo>
                  <a:pt x="441821" y="322189"/>
                  <a:pt x="416048" y="347928"/>
                  <a:pt x="384944" y="347928"/>
                </a:cubicBezTo>
                <a:cubicBezTo>
                  <a:pt x="352950" y="347928"/>
                  <a:pt x="328066" y="322189"/>
                  <a:pt x="328066" y="291124"/>
                </a:cubicBezTo>
                <a:cubicBezTo>
                  <a:pt x="328066" y="280473"/>
                  <a:pt x="330733" y="270710"/>
                  <a:pt x="335176" y="262722"/>
                </a:cubicBezTo>
                <a:lnTo>
                  <a:pt x="173431" y="105621"/>
                </a:lnTo>
                <a:cubicBezTo>
                  <a:pt x="164544" y="110946"/>
                  <a:pt x="154769" y="113609"/>
                  <a:pt x="144104" y="113609"/>
                </a:cubicBezTo>
                <a:cubicBezTo>
                  <a:pt x="112111" y="113609"/>
                  <a:pt x="86338" y="87869"/>
                  <a:pt x="86338" y="56804"/>
                </a:cubicBezTo>
                <a:cubicBezTo>
                  <a:pt x="86338" y="24852"/>
                  <a:pt x="112111" y="0"/>
                  <a:pt x="1441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69BD26BB-A4F0-49F1-BA76-29AFA1B88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124" y="6696493"/>
            <a:ext cx="6616308" cy="2867710"/>
          </a:xfrm>
          <a:prstGeom prst="roundRect">
            <a:avLst>
              <a:gd name="adj" fmla="val 23224"/>
            </a:avLst>
          </a:prstGeom>
          <a:solidFill>
            <a:schemeClr val="bg2"/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107CBF63-36FB-40AC-AE91-B1AA6054D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659" y="6828566"/>
            <a:ext cx="6361556" cy="2609769"/>
          </a:xfrm>
          <a:prstGeom prst="roundRect">
            <a:avLst>
              <a:gd name="adj" fmla="val 20171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6DC82FD-3582-4E8F-B9A5-05422F76B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35" y="7659164"/>
            <a:ext cx="1004135" cy="942368"/>
          </a:xfrm>
          <a:custGeom>
            <a:avLst/>
            <a:gdLst>
              <a:gd name="connsiteX0" fmla="*/ 172528 w 1004135"/>
              <a:gd name="connsiteY0" fmla="*/ 189762 h 942368"/>
              <a:gd name="connsiteX1" fmla="*/ 228265 w 1004135"/>
              <a:gd name="connsiteY1" fmla="*/ 189762 h 942368"/>
              <a:gd name="connsiteX2" fmla="*/ 233573 w 1004135"/>
              <a:gd name="connsiteY2" fmla="*/ 197701 h 942368"/>
              <a:gd name="connsiteX3" fmla="*/ 231804 w 1004135"/>
              <a:gd name="connsiteY3" fmla="*/ 209169 h 942368"/>
              <a:gd name="connsiteX4" fmla="*/ 263653 w 1004135"/>
              <a:gd name="connsiteY4" fmla="*/ 232104 h 942368"/>
              <a:gd name="connsiteX5" fmla="*/ 280462 w 1004135"/>
              <a:gd name="connsiteY5" fmla="*/ 215343 h 942368"/>
              <a:gd name="connsiteX6" fmla="*/ 279578 w 1004135"/>
              <a:gd name="connsiteY6" fmla="*/ 197701 h 942368"/>
              <a:gd name="connsiteX7" fmla="*/ 284001 w 1004135"/>
              <a:gd name="connsiteY7" fmla="*/ 189762 h 942368"/>
              <a:gd name="connsiteX8" fmla="*/ 341507 w 1004135"/>
              <a:gd name="connsiteY8" fmla="*/ 189762 h 942368"/>
              <a:gd name="connsiteX9" fmla="*/ 362740 w 1004135"/>
              <a:gd name="connsiteY9" fmla="*/ 210051 h 942368"/>
              <a:gd name="connsiteX10" fmla="*/ 362740 w 1004135"/>
              <a:gd name="connsiteY10" fmla="*/ 269152 h 942368"/>
              <a:gd name="connsiteX11" fmla="*/ 388397 w 1004135"/>
              <a:gd name="connsiteY11" fmla="*/ 261213 h 942368"/>
              <a:gd name="connsiteX12" fmla="*/ 405206 w 1004135"/>
              <a:gd name="connsiteY12" fmla="*/ 277973 h 942368"/>
              <a:gd name="connsiteX13" fmla="*/ 381319 w 1004135"/>
              <a:gd name="connsiteY13" fmla="*/ 309729 h 942368"/>
              <a:gd name="connsiteX14" fmla="*/ 362740 w 1004135"/>
              <a:gd name="connsiteY14" fmla="*/ 300908 h 942368"/>
              <a:gd name="connsiteX15" fmla="*/ 362740 w 1004135"/>
              <a:gd name="connsiteY15" fmla="*/ 360009 h 942368"/>
              <a:gd name="connsiteX16" fmla="*/ 341507 w 1004135"/>
              <a:gd name="connsiteY16" fmla="*/ 381180 h 942368"/>
              <a:gd name="connsiteX17" fmla="*/ 284001 w 1004135"/>
              <a:gd name="connsiteY17" fmla="*/ 381180 h 942368"/>
              <a:gd name="connsiteX18" fmla="*/ 279578 w 1004135"/>
              <a:gd name="connsiteY18" fmla="*/ 372359 h 942368"/>
              <a:gd name="connsiteX19" fmla="*/ 281347 w 1004135"/>
              <a:gd name="connsiteY19" fmla="*/ 361774 h 942368"/>
              <a:gd name="connsiteX20" fmla="*/ 249498 w 1004135"/>
              <a:gd name="connsiteY20" fmla="*/ 337957 h 942368"/>
              <a:gd name="connsiteX21" fmla="*/ 232688 w 1004135"/>
              <a:gd name="connsiteY21" fmla="*/ 354717 h 942368"/>
              <a:gd name="connsiteX22" fmla="*/ 233573 w 1004135"/>
              <a:gd name="connsiteY22" fmla="*/ 371477 h 942368"/>
              <a:gd name="connsiteX23" fmla="*/ 229150 w 1004135"/>
              <a:gd name="connsiteY23" fmla="*/ 381180 h 942368"/>
              <a:gd name="connsiteX24" fmla="*/ 172528 w 1004135"/>
              <a:gd name="connsiteY24" fmla="*/ 381180 h 942368"/>
              <a:gd name="connsiteX25" fmla="*/ 151296 w 1004135"/>
              <a:gd name="connsiteY25" fmla="*/ 360009 h 942368"/>
              <a:gd name="connsiteX26" fmla="*/ 151296 w 1004135"/>
              <a:gd name="connsiteY26" fmla="*/ 300026 h 942368"/>
              <a:gd name="connsiteX27" fmla="*/ 132717 w 1004135"/>
              <a:gd name="connsiteY27" fmla="*/ 309729 h 942368"/>
              <a:gd name="connsiteX28" fmla="*/ 107945 w 1004135"/>
              <a:gd name="connsiteY28" fmla="*/ 277973 h 942368"/>
              <a:gd name="connsiteX29" fmla="*/ 124754 w 1004135"/>
              <a:gd name="connsiteY29" fmla="*/ 261213 h 942368"/>
              <a:gd name="connsiteX30" fmla="*/ 151296 w 1004135"/>
              <a:gd name="connsiteY30" fmla="*/ 270034 h 942368"/>
              <a:gd name="connsiteX31" fmla="*/ 151296 w 1004135"/>
              <a:gd name="connsiteY31" fmla="*/ 210051 h 942368"/>
              <a:gd name="connsiteX32" fmla="*/ 172528 w 1004135"/>
              <a:gd name="connsiteY32" fmla="*/ 189762 h 942368"/>
              <a:gd name="connsiteX33" fmla="*/ 259236 w 1004135"/>
              <a:gd name="connsiteY33" fmla="*/ 85303 h 942368"/>
              <a:gd name="connsiteX34" fmla="*/ 232497 w 1004135"/>
              <a:gd name="connsiteY34" fmla="*/ 86194 h 942368"/>
              <a:gd name="connsiteX35" fmla="*/ 28390 w 1004135"/>
              <a:gd name="connsiteY35" fmla="*/ 291106 h 942368"/>
              <a:gd name="connsiteX36" fmla="*/ 71172 w 1004135"/>
              <a:gd name="connsiteY36" fmla="*/ 452363 h 942368"/>
              <a:gd name="connsiteX37" fmla="*/ 88998 w 1004135"/>
              <a:gd name="connsiteY37" fmla="*/ 660838 h 942368"/>
              <a:gd name="connsiteX38" fmla="*/ 88998 w 1004135"/>
              <a:gd name="connsiteY38" fmla="*/ 888022 h 942368"/>
              <a:gd name="connsiteX39" fmla="*/ 116629 w 1004135"/>
              <a:gd name="connsiteY39" fmla="*/ 914750 h 942368"/>
              <a:gd name="connsiteX40" fmla="*/ 309148 w 1004135"/>
              <a:gd name="connsiteY40" fmla="*/ 914750 h 942368"/>
              <a:gd name="connsiteX41" fmla="*/ 334996 w 1004135"/>
              <a:gd name="connsiteY41" fmla="*/ 899604 h 942368"/>
              <a:gd name="connsiteX42" fmla="*/ 335887 w 1004135"/>
              <a:gd name="connsiteY42" fmla="*/ 896040 h 942368"/>
              <a:gd name="connsiteX43" fmla="*/ 335887 w 1004135"/>
              <a:gd name="connsiteY43" fmla="*/ 895871 h 942368"/>
              <a:gd name="connsiteX44" fmla="*/ 335887 w 1004135"/>
              <a:gd name="connsiteY44" fmla="*/ 892477 h 942368"/>
              <a:gd name="connsiteX45" fmla="*/ 336778 w 1004135"/>
              <a:gd name="connsiteY45" fmla="*/ 888022 h 942368"/>
              <a:gd name="connsiteX46" fmla="*/ 336778 w 1004135"/>
              <a:gd name="connsiteY46" fmla="*/ 777548 h 942368"/>
              <a:gd name="connsiteX47" fmla="*/ 337670 w 1004135"/>
              <a:gd name="connsiteY47" fmla="*/ 771312 h 942368"/>
              <a:gd name="connsiteX48" fmla="*/ 339452 w 1004135"/>
              <a:gd name="connsiteY48" fmla="*/ 766857 h 942368"/>
              <a:gd name="connsiteX49" fmla="*/ 339452 w 1004135"/>
              <a:gd name="connsiteY49" fmla="*/ 765075 h 942368"/>
              <a:gd name="connsiteX50" fmla="*/ 341235 w 1004135"/>
              <a:gd name="connsiteY50" fmla="*/ 761511 h 942368"/>
              <a:gd name="connsiteX51" fmla="*/ 342126 w 1004135"/>
              <a:gd name="connsiteY51" fmla="*/ 759730 h 942368"/>
              <a:gd name="connsiteX52" fmla="*/ 344800 w 1004135"/>
              <a:gd name="connsiteY52" fmla="*/ 757057 h 942368"/>
              <a:gd name="connsiteX53" fmla="*/ 346583 w 1004135"/>
              <a:gd name="connsiteY53" fmla="*/ 755275 h 942368"/>
              <a:gd name="connsiteX54" fmla="*/ 350148 w 1004135"/>
              <a:gd name="connsiteY54" fmla="*/ 752602 h 942368"/>
              <a:gd name="connsiteX55" fmla="*/ 351039 w 1004135"/>
              <a:gd name="connsiteY55" fmla="*/ 750820 h 942368"/>
              <a:gd name="connsiteX56" fmla="*/ 367082 w 1004135"/>
              <a:gd name="connsiteY56" fmla="*/ 746366 h 942368"/>
              <a:gd name="connsiteX57" fmla="*/ 370648 w 1004135"/>
              <a:gd name="connsiteY57" fmla="*/ 746366 h 942368"/>
              <a:gd name="connsiteX58" fmla="*/ 379561 w 1004135"/>
              <a:gd name="connsiteY58" fmla="*/ 746366 h 942368"/>
              <a:gd name="connsiteX59" fmla="*/ 456212 w 1004135"/>
              <a:gd name="connsiteY59" fmla="*/ 746366 h 942368"/>
              <a:gd name="connsiteX60" fmla="*/ 490081 w 1004135"/>
              <a:gd name="connsiteY60" fmla="*/ 712511 h 942368"/>
              <a:gd name="connsiteX61" fmla="*/ 490081 w 1004135"/>
              <a:gd name="connsiteY61" fmla="*/ 638565 h 942368"/>
              <a:gd name="connsiteX62" fmla="*/ 475820 w 1004135"/>
              <a:gd name="connsiteY62" fmla="*/ 639456 h 942368"/>
              <a:gd name="connsiteX63" fmla="*/ 423234 w 1004135"/>
              <a:gd name="connsiteY63" fmla="*/ 633219 h 942368"/>
              <a:gd name="connsiteX64" fmla="*/ 414321 w 1004135"/>
              <a:gd name="connsiteY64" fmla="*/ 615401 h 942368"/>
              <a:gd name="connsiteX65" fmla="*/ 430364 w 1004135"/>
              <a:gd name="connsiteY65" fmla="*/ 606492 h 942368"/>
              <a:gd name="connsiteX66" fmla="*/ 490081 w 1004135"/>
              <a:gd name="connsiteY66" fmla="*/ 611837 h 942368"/>
              <a:gd name="connsiteX67" fmla="*/ 490081 w 1004135"/>
              <a:gd name="connsiteY67" fmla="*/ 552146 h 942368"/>
              <a:gd name="connsiteX68" fmla="*/ 490081 w 1004135"/>
              <a:gd name="connsiteY68" fmla="*/ 545909 h 942368"/>
              <a:gd name="connsiteX69" fmla="*/ 522168 w 1004135"/>
              <a:gd name="connsiteY69" fmla="*/ 520073 h 942368"/>
              <a:gd name="connsiteX70" fmla="*/ 548015 w 1004135"/>
              <a:gd name="connsiteY70" fmla="*/ 520073 h 942368"/>
              <a:gd name="connsiteX71" fmla="*/ 559602 w 1004135"/>
              <a:gd name="connsiteY71" fmla="*/ 512945 h 942368"/>
              <a:gd name="connsiteX72" fmla="*/ 561385 w 1004135"/>
              <a:gd name="connsiteY72" fmla="*/ 506709 h 942368"/>
              <a:gd name="connsiteX73" fmla="*/ 560493 w 1004135"/>
              <a:gd name="connsiteY73" fmla="*/ 501363 h 942368"/>
              <a:gd name="connsiteX74" fmla="*/ 559602 w 1004135"/>
              <a:gd name="connsiteY74" fmla="*/ 499581 h 942368"/>
              <a:gd name="connsiteX75" fmla="*/ 501668 w 1004135"/>
              <a:gd name="connsiteY75" fmla="*/ 401580 h 942368"/>
              <a:gd name="connsiteX76" fmla="*/ 490081 w 1004135"/>
              <a:gd name="connsiteY76" fmla="*/ 357925 h 942368"/>
              <a:gd name="connsiteX77" fmla="*/ 490081 w 1004135"/>
              <a:gd name="connsiteY77" fmla="*/ 316052 h 942368"/>
              <a:gd name="connsiteX78" fmla="*/ 489190 w 1004135"/>
              <a:gd name="connsiteY78" fmla="*/ 300015 h 942368"/>
              <a:gd name="connsiteX79" fmla="*/ 488299 w 1004135"/>
              <a:gd name="connsiteY79" fmla="*/ 294670 h 942368"/>
              <a:gd name="connsiteX80" fmla="*/ 487407 w 1004135"/>
              <a:gd name="connsiteY80" fmla="*/ 282197 h 942368"/>
              <a:gd name="connsiteX81" fmla="*/ 485625 w 1004135"/>
              <a:gd name="connsiteY81" fmla="*/ 273288 h 942368"/>
              <a:gd name="connsiteX82" fmla="*/ 484733 w 1004135"/>
              <a:gd name="connsiteY82" fmla="*/ 266161 h 942368"/>
              <a:gd name="connsiteX83" fmla="*/ 482059 w 1004135"/>
              <a:gd name="connsiteY83" fmla="*/ 256360 h 942368"/>
              <a:gd name="connsiteX84" fmla="*/ 413430 w 1004135"/>
              <a:gd name="connsiteY84" fmla="*/ 144995 h 942368"/>
              <a:gd name="connsiteX85" fmla="*/ 378669 w 1004135"/>
              <a:gd name="connsiteY85" fmla="*/ 118267 h 942368"/>
              <a:gd name="connsiteX86" fmla="*/ 369756 w 1004135"/>
              <a:gd name="connsiteY86" fmla="*/ 114704 h 942368"/>
              <a:gd name="connsiteX87" fmla="*/ 362626 w 1004135"/>
              <a:gd name="connsiteY87" fmla="*/ 110249 h 942368"/>
              <a:gd name="connsiteX88" fmla="*/ 345691 w 1004135"/>
              <a:gd name="connsiteY88" fmla="*/ 103122 h 942368"/>
              <a:gd name="connsiteX89" fmla="*/ 328757 w 1004135"/>
              <a:gd name="connsiteY89" fmla="*/ 96885 h 942368"/>
              <a:gd name="connsiteX90" fmla="*/ 326974 w 1004135"/>
              <a:gd name="connsiteY90" fmla="*/ 95994 h 942368"/>
              <a:gd name="connsiteX91" fmla="*/ 319844 w 1004135"/>
              <a:gd name="connsiteY91" fmla="*/ 93322 h 942368"/>
              <a:gd name="connsiteX92" fmla="*/ 259236 w 1004135"/>
              <a:gd name="connsiteY92" fmla="*/ 85303 h 942368"/>
              <a:gd name="connsiteX93" fmla="*/ 484956 w 1004135"/>
              <a:gd name="connsiteY93" fmla="*/ 57462 h 942368"/>
              <a:gd name="connsiteX94" fmla="*/ 440169 w 1004135"/>
              <a:gd name="connsiteY94" fmla="*/ 58576 h 942368"/>
              <a:gd name="connsiteX95" fmla="*/ 364409 w 1004135"/>
              <a:gd name="connsiteY95" fmla="*/ 80849 h 942368"/>
              <a:gd name="connsiteX96" fmla="*/ 381343 w 1004135"/>
              <a:gd name="connsiteY96" fmla="*/ 87976 h 942368"/>
              <a:gd name="connsiteX97" fmla="*/ 382234 w 1004135"/>
              <a:gd name="connsiteY97" fmla="*/ 88867 h 942368"/>
              <a:gd name="connsiteX98" fmla="*/ 395604 w 1004135"/>
              <a:gd name="connsiteY98" fmla="*/ 96885 h 942368"/>
              <a:gd name="connsiteX99" fmla="*/ 400060 w 1004135"/>
              <a:gd name="connsiteY99" fmla="*/ 99558 h 942368"/>
              <a:gd name="connsiteX100" fmla="*/ 409865 w 1004135"/>
              <a:gd name="connsiteY100" fmla="*/ 106686 h 942368"/>
              <a:gd name="connsiteX101" fmla="*/ 508798 w 1004135"/>
              <a:gd name="connsiteY101" fmla="*/ 249233 h 942368"/>
              <a:gd name="connsiteX102" fmla="*/ 508798 w 1004135"/>
              <a:gd name="connsiteY102" fmla="*/ 250124 h 942368"/>
              <a:gd name="connsiteX103" fmla="*/ 514146 w 1004135"/>
              <a:gd name="connsiteY103" fmla="*/ 272397 h 942368"/>
              <a:gd name="connsiteX104" fmla="*/ 515037 w 1004135"/>
              <a:gd name="connsiteY104" fmla="*/ 275961 h 942368"/>
              <a:gd name="connsiteX105" fmla="*/ 515037 w 1004135"/>
              <a:gd name="connsiteY105" fmla="*/ 283979 h 942368"/>
              <a:gd name="connsiteX106" fmla="*/ 515929 w 1004135"/>
              <a:gd name="connsiteY106" fmla="*/ 293779 h 942368"/>
              <a:gd name="connsiteX107" fmla="*/ 516820 w 1004135"/>
              <a:gd name="connsiteY107" fmla="*/ 299125 h 942368"/>
              <a:gd name="connsiteX108" fmla="*/ 517711 w 1004135"/>
              <a:gd name="connsiteY108" fmla="*/ 316052 h 942368"/>
              <a:gd name="connsiteX109" fmla="*/ 517711 w 1004135"/>
              <a:gd name="connsiteY109" fmla="*/ 357925 h 942368"/>
              <a:gd name="connsiteX110" fmla="*/ 525733 w 1004135"/>
              <a:gd name="connsiteY110" fmla="*/ 387326 h 942368"/>
              <a:gd name="connsiteX111" fmla="*/ 583667 w 1004135"/>
              <a:gd name="connsiteY111" fmla="*/ 485327 h 942368"/>
              <a:gd name="connsiteX112" fmla="*/ 589906 w 1004135"/>
              <a:gd name="connsiteY112" fmla="*/ 506709 h 942368"/>
              <a:gd name="connsiteX113" fmla="*/ 583667 w 1004135"/>
              <a:gd name="connsiteY113" fmla="*/ 527200 h 942368"/>
              <a:gd name="connsiteX114" fmla="*/ 558711 w 1004135"/>
              <a:gd name="connsiteY114" fmla="*/ 545909 h 942368"/>
              <a:gd name="connsiteX115" fmla="*/ 548015 w 1004135"/>
              <a:gd name="connsiteY115" fmla="*/ 547691 h 942368"/>
              <a:gd name="connsiteX116" fmla="*/ 522168 w 1004135"/>
              <a:gd name="connsiteY116" fmla="*/ 547691 h 942368"/>
              <a:gd name="connsiteX117" fmla="*/ 517711 w 1004135"/>
              <a:gd name="connsiteY117" fmla="*/ 552146 h 942368"/>
              <a:gd name="connsiteX118" fmla="*/ 517711 w 1004135"/>
              <a:gd name="connsiteY118" fmla="*/ 712511 h 942368"/>
              <a:gd name="connsiteX119" fmla="*/ 456212 w 1004135"/>
              <a:gd name="connsiteY119" fmla="*/ 774875 h 942368"/>
              <a:gd name="connsiteX120" fmla="*/ 379561 w 1004135"/>
              <a:gd name="connsiteY120" fmla="*/ 774875 h 942368"/>
              <a:gd name="connsiteX121" fmla="*/ 368865 w 1004135"/>
              <a:gd name="connsiteY121" fmla="*/ 773984 h 942368"/>
              <a:gd name="connsiteX122" fmla="*/ 367082 w 1004135"/>
              <a:gd name="connsiteY122" fmla="*/ 774875 h 942368"/>
              <a:gd name="connsiteX123" fmla="*/ 365300 w 1004135"/>
              <a:gd name="connsiteY123" fmla="*/ 774875 h 942368"/>
              <a:gd name="connsiteX124" fmla="*/ 365300 w 1004135"/>
              <a:gd name="connsiteY124" fmla="*/ 775766 h 942368"/>
              <a:gd name="connsiteX125" fmla="*/ 364409 w 1004135"/>
              <a:gd name="connsiteY125" fmla="*/ 777548 h 942368"/>
              <a:gd name="connsiteX126" fmla="*/ 364409 w 1004135"/>
              <a:gd name="connsiteY126" fmla="*/ 875734 h 942368"/>
              <a:gd name="connsiteX127" fmla="*/ 364409 w 1004135"/>
              <a:gd name="connsiteY127" fmla="*/ 886240 h 942368"/>
              <a:gd name="connsiteX128" fmla="*/ 516820 w 1004135"/>
              <a:gd name="connsiteY128" fmla="*/ 886240 h 942368"/>
              <a:gd name="connsiteX129" fmla="*/ 541776 w 1004135"/>
              <a:gd name="connsiteY129" fmla="*/ 870204 h 942368"/>
              <a:gd name="connsiteX130" fmla="*/ 543559 w 1004135"/>
              <a:gd name="connsiteY130" fmla="*/ 867531 h 942368"/>
              <a:gd name="connsiteX131" fmla="*/ 543559 w 1004135"/>
              <a:gd name="connsiteY131" fmla="*/ 863076 h 942368"/>
              <a:gd name="connsiteX132" fmla="*/ 544450 w 1004135"/>
              <a:gd name="connsiteY132" fmla="*/ 859513 h 942368"/>
              <a:gd name="connsiteX133" fmla="*/ 544450 w 1004135"/>
              <a:gd name="connsiteY133" fmla="*/ 749039 h 942368"/>
              <a:gd name="connsiteX134" fmla="*/ 544720 w 1004135"/>
              <a:gd name="connsiteY134" fmla="*/ 748427 h 942368"/>
              <a:gd name="connsiteX135" fmla="*/ 554254 w 1004135"/>
              <a:gd name="connsiteY135" fmla="*/ 726766 h 942368"/>
              <a:gd name="connsiteX136" fmla="*/ 578319 w 1004135"/>
              <a:gd name="connsiteY136" fmla="*/ 717857 h 942368"/>
              <a:gd name="connsiteX137" fmla="*/ 586341 w 1004135"/>
              <a:gd name="connsiteY137" fmla="*/ 717857 h 942368"/>
              <a:gd name="connsiteX138" fmla="*/ 588018 w 1004135"/>
              <a:gd name="connsiteY138" fmla="*/ 717857 h 942368"/>
              <a:gd name="connsiteX139" fmla="*/ 662992 w 1004135"/>
              <a:gd name="connsiteY139" fmla="*/ 717857 h 942368"/>
              <a:gd name="connsiteX140" fmla="*/ 696862 w 1004135"/>
              <a:gd name="connsiteY140" fmla="*/ 684002 h 942368"/>
              <a:gd name="connsiteX141" fmla="*/ 696862 w 1004135"/>
              <a:gd name="connsiteY141" fmla="*/ 641008 h 942368"/>
              <a:gd name="connsiteX142" fmla="*/ 696862 w 1004135"/>
              <a:gd name="connsiteY142" fmla="*/ 610946 h 942368"/>
              <a:gd name="connsiteX143" fmla="*/ 683492 w 1004135"/>
              <a:gd name="connsiteY143" fmla="*/ 610946 h 942368"/>
              <a:gd name="connsiteX144" fmla="*/ 630906 w 1004135"/>
              <a:gd name="connsiteY144" fmla="*/ 603819 h 942368"/>
              <a:gd name="connsiteX145" fmla="*/ 621993 w 1004135"/>
              <a:gd name="connsiteY145" fmla="*/ 586891 h 942368"/>
              <a:gd name="connsiteX146" fmla="*/ 638036 w 1004135"/>
              <a:gd name="connsiteY146" fmla="*/ 577091 h 942368"/>
              <a:gd name="connsiteX147" fmla="*/ 696862 w 1004135"/>
              <a:gd name="connsiteY147" fmla="*/ 582437 h 942368"/>
              <a:gd name="connsiteX148" fmla="*/ 696862 w 1004135"/>
              <a:gd name="connsiteY148" fmla="*/ 522745 h 942368"/>
              <a:gd name="connsiteX149" fmla="*/ 728948 w 1004135"/>
              <a:gd name="connsiteY149" fmla="*/ 490672 h 942368"/>
              <a:gd name="connsiteX150" fmla="*/ 754796 w 1004135"/>
              <a:gd name="connsiteY150" fmla="*/ 490672 h 942368"/>
              <a:gd name="connsiteX151" fmla="*/ 767274 w 1004135"/>
              <a:gd name="connsiteY151" fmla="*/ 484436 h 942368"/>
              <a:gd name="connsiteX152" fmla="*/ 767274 w 1004135"/>
              <a:gd name="connsiteY152" fmla="*/ 471072 h 942368"/>
              <a:gd name="connsiteX153" fmla="*/ 709340 w 1004135"/>
              <a:gd name="connsiteY153" fmla="*/ 373071 h 942368"/>
              <a:gd name="connsiteX154" fmla="*/ 696862 w 1004135"/>
              <a:gd name="connsiteY154" fmla="*/ 330307 h 942368"/>
              <a:gd name="connsiteX155" fmla="*/ 696862 w 1004135"/>
              <a:gd name="connsiteY155" fmla="*/ 288434 h 942368"/>
              <a:gd name="connsiteX156" fmla="*/ 696862 w 1004135"/>
              <a:gd name="connsiteY156" fmla="*/ 271506 h 942368"/>
              <a:gd name="connsiteX157" fmla="*/ 695970 w 1004135"/>
              <a:gd name="connsiteY157" fmla="*/ 267051 h 942368"/>
              <a:gd name="connsiteX158" fmla="*/ 695079 w 1004135"/>
              <a:gd name="connsiteY158" fmla="*/ 253688 h 942368"/>
              <a:gd name="connsiteX159" fmla="*/ 693296 w 1004135"/>
              <a:gd name="connsiteY159" fmla="*/ 244778 h 942368"/>
              <a:gd name="connsiteX160" fmla="*/ 691514 w 1004135"/>
              <a:gd name="connsiteY160" fmla="*/ 237651 h 942368"/>
              <a:gd name="connsiteX161" fmla="*/ 689731 w 1004135"/>
              <a:gd name="connsiteY161" fmla="*/ 227851 h 942368"/>
              <a:gd name="connsiteX162" fmla="*/ 689731 w 1004135"/>
              <a:gd name="connsiteY162" fmla="*/ 226960 h 942368"/>
              <a:gd name="connsiteX163" fmla="*/ 620210 w 1004135"/>
              <a:gd name="connsiteY163" fmla="*/ 115595 h 942368"/>
              <a:gd name="connsiteX164" fmla="*/ 611297 w 1004135"/>
              <a:gd name="connsiteY164" fmla="*/ 107576 h 942368"/>
              <a:gd name="connsiteX165" fmla="*/ 610406 w 1004135"/>
              <a:gd name="connsiteY165" fmla="*/ 107576 h 942368"/>
              <a:gd name="connsiteX166" fmla="*/ 597037 w 1004135"/>
              <a:gd name="connsiteY166" fmla="*/ 97776 h 942368"/>
              <a:gd name="connsiteX167" fmla="*/ 588124 w 1004135"/>
              <a:gd name="connsiteY167" fmla="*/ 91540 h 942368"/>
              <a:gd name="connsiteX168" fmla="*/ 584558 w 1004135"/>
              <a:gd name="connsiteY168" fmla="*/ 89758 h 942368"/>
              <a:gd name="connsiteX169" fmla="*/ 535537 w 1004135"/>
              <a:gd name="connsiteY169" fmla="*/ 67485 h 942368"/>
              <a:gd name="connsiteX170" fmla="*/ 528407 w 1004135"/>
              <a:gd name="connsiteY170" fmla="*/ 65703 h 942368"/>
              <a:gd name="connsiteX171" fmla="*/ 484956 w 1004135"/>
              <a:gd name="connsiteY171" fmla="*/ 57462 h 942368"/>
              <a:gd name="connsiteX172" fmla="*/ 696402 w 1004135"/>
              <a:gd name="connsiteY172" fmla="*/ 28939 h 942368"/>
              <a:gd name="connsiteX173" fmla="*/ 646949 w 1004135"/>
              <a:gd name="connsiteY173" fmla="*/ 29176 h 942368"/>
              <a:gd name="connsiteX174" fmla="*/ 572080 w 1004135"/>
              <a:gd name="connsiteY174" fmla="*/ 51449 h 942368"/>
              <a:gd name="connsiteX175" fmla="*/ 589015 w 1004135"/>
              <a:gd name="connsiteY175" fmla="*/ 59467 h 942368"/>
              <a:gd name="connsiteX176" fmla="*/ 603276 w 1004135"/>
              <a:gd name="connsiteY176" fmla="*/ 68376 h 942368"/>
              <a:gd name="connsiteX177" fmla="*/ 605058 w 1004135"/>
              <a:gd name="connsiteY177" fmla="*/ 70158 h 942368"/>
              <a:gd name="connsiteX178" fmla="*/ 616645 w 1004135"/>
              <a:gd name="connsiteY178" fmla="*/ 77285 h 942368"/>
              <a:gd name="connsiteX179" fmla="*/ 716470 w 1004135"/>
              <a:gd name="connsiteY179" fmla="*/ 219833 h 942368"/>
              <a:gd name="connsiteX180" fmla="*/ 716470 w 1004135"/>
              <a:gd name="connsiteY180" fmla="*/ 220724 h 942368"/>
              <a:gd name="connsiteX181" fmla="*/ 720926 w 1004135"/>
              <a:gd name="connsiteY181" fmla="*/ 242997 h 942368"/>
              <a:gd name="connsiteX182" fmla="*/ 721818 w 1004135"/>
              <a:gd name="connsiteY182" fmla="*/ 247451 h 942368"/>
              <a:gd name="connsiteX183" fmla="*/ 722709 w 1004135"/>
              <a:gd name="connsiteY183" fmla="*/ 254579 h 942368"/>
              <a:gd name="connsiteX184" fmla="*/ 723600 w 1004135"/>
              <a:gd name="connsiteY184" fmla="*/ 265270 h 942368"/>
              <a:gd name="connsiteX185" fmla="*/ 724492 w 1004135"/>
              <a:gd name="connsiteY185" fmla="*/ 271506 h 942368"/>
              <a:gd name="connsiteX186" fmla="*/ 725383 w 1004135"/>
              <a:gd name="connsiteY186" fmla="*/ 288434 h 942368"/>
              <a:gd name="connsiteX187" fmla="*/ 725383 w 1004135"/>
              <a:gd name="connsiteY187" fmla="*/ 330307 h 942368"/>
              <a:gd name="connsiteX188" fmla="*/ 725383 w 1004135"/>
              <a:gd name="connsiteY188" fmla="*/ 337434 h 942368"/>
              <a:gd name="connsiteX189" fmla="*/ 733405 w 1004135"/>
              <a:gd name="connsiteY189" fmla="*/ 358816 h 942368"/>
              <a:gd name="connsiteX190" fmla="*/ 790447 w 1004135"/>
              <a:gd name="connsiteY190" fmla="*/ 456817 h 942368"/>
              <a:gd name="connsiteX191" fmla="*/ 795795 w 1004135"/>
              <a:gd name="connsiteY191" fmla="*/ 487999 h 942368"/>
              <a:gd name="connsiteX192" fmla="*/ 790447 w 1004135"/>
              <a:gd name="connsiteY192" fmla="*/ 498690 h 942368"/>
              <a:gd name="connsiteX193" fmla="*/ 754796 w 1004135"/>
              <a:gd name="connsiteY193" fmla="*/ 519182 h 942368"/>
              <a:gd name="connsiteX194" fmla="*/ 728948 w 1004135"/>
              <a:gd name="connsiteY194" fmla="*/ 519182 h 942368"/>
              <a:gd name="connsiteX195" fmla="*/ 725383 w 1004135"/>
              <a:gd name="connsiteY195" fmla="*/ 522745 h 942368"/>
              <a:gd name="connsiteX196" fmla="*/ 725383 w 1004135"/>
              <a:gd name="connsiteY196" fmla="*/ 620871 h 942368"/>
              <a:gd name="connsiteX197" fmla="*/ 725383 w 1004135"/>
              <a:gd name="connsiteY197" fmla="*/ 684002 h 942368"/>
              <a:gd name="connsiteX198" fmla="*/ 662992 w 1004135"/>
              <a:gd name="connsiteY198" fmla="*/ 745475 h 942368"/>
              <a:gd name="connsiteX199" fmla="*/ 586341 w 1004135"/>
              <a:gd name="connsiteY199" fmla="*/ 745475 h 942368"/>
              <a:gd name="connsiteX200" fmla="*/ 576537 w 1004135"/>
              <a:gd name="connsiteY200" fmla="*/ 745475 h 942368"/>
              <a:gd name="connsiteX201" fmla="*/ 572972 w 1004135"/>
              <a:gd name="connsiteY201" fmla="*/ 746366 h 942368"/>
              <a:gd name="connsiteX202" fmla="*/ 572080 w 1004135"/>
              <a:gd name="connsiteY202" fmla="*/ 749039 h 942368"/>
              <a:gd name="connsiteX203" fmla="*/ 572080 w 1004135"/>
              <a:gd name="connsiteY203" fmla="*/ 857731 h 942368"/>
              <a:gd name="connsiteX204" fmla="*/ 724492 w 1004135"/>
              <a:gd name="connsiteY204" fmla="*/ 857731 h 942368"/>
              <a:gd name="connsiteX205" fmla="*/ 752122 w 1004135"/>
              <a:gd name="connsiteY205" fmla="*/ 830112 h 942368"/>
              <a:gd name="connsiteX206" fmla="*/ 752122 w 1004135"/>
              <a:gd name="connsiteY206" fmla="*/ 720529 h 942368"/>
              <a:gd name="connsiteX207" fmla="*/ 761035 w 1004135"/>
              <a:gd name="connsiteY207" fmla="*/ 697365 h 942368"/>
              <a:gd name="connsiteX208" fmla="*/ 785991 w 1004135"/>
              <a:gd name="connsiteY208" fmla="*/ 689347 h 942368"/>
              <a:gd name="connsiteX209" fmla="*/ 794013 w 1004135"/>
              <a:gd name="connsiteY209" fmla="*/ 689347 h 942368"/>
              <a:gd name="connsiteX210" fmla="*/ 870664 w 1004135"/>
              <a:gd name="connsiteY210" fmla="*/ 689347 h 942368"/>
              <a:gd name="connsiteX211" fmla="*/ 904533 w 1004135"/>
              <a:gd name="connsiteY211" fmla="*/ 654601 h 942368"/>
              <a:gd name="connsiteX212" fmla="*/ 904533 w 1004135"/>
              <a:gd name="connsiteY212" fmla="*/ 581546 h 942368"/>
              <a:gd name="connsiteX213" fmla="*/ 891164 w 1004135"/>
              <a:gd name="connsiteY213" fmla="*/ 582437 h 942368"/>
              <a:gd name="connsiteX214" fmla="*/ 838577 w 1004135"/>
              <a:gd name="connsiteY214" fmla="*/ 574419 h 942368"/>
              <a:gd name="connsiteX215" fmla="*/ 828773 w 1004135"/>
              <a:gd name="connsiteY215" fmla="*/ 558382 h 942368"/>
              <a:gd name="connsiteX216" fmla="*/ 845708 w 1004135"/>
              <a:gd name="connsiteY216" fmla="*/ 548582 h 942368"/>
              <a:gd name="connsiteX217" fmla="*/ 904533 w 1004135"/>
              <a:gd name="connsiteY217" fmla="*/ 553927 h 942368"/>
              <a:gd name="connsiteX218" fmla="*/ 904533 w 1004135"/>
              <a:gd name="connsiteY218" fmla="*/ 495127 h 942368"/>
              <a:gd name="connsiteX219" fmla="*/ 904965 w 1004135"/>
              <a:gd name="connsiteY219" fmla="*/ 494079 h 942368"/>
              <a:gd name="connsiteX220" fmla="*/ 913892 w 1004135"/>
              <a:gd name="connsiteY220" fmla="*/ 472408 h 942368"/>
              <a:gd name="connsiteX221" fmla="*/ 936620 w 1004135"/>
              <a:gd name="connsiteY221" fmla="*/ 463054 h 942368"/>
              <a:gd name="connsiteX222" fmla="*/ 948907 w 1004135"/>
              <a:gd name="connsiteY222" fmla="*/ 463054 h 942368"/>
              <a:gd name="connsiteX223" fmla="*/ 962467 w 1004135"/>
              <a:gd name="connsiteY223" fmla="*/ 463054 h 942368"/>
              <a:gd name="connsiteX224" fmla="*/ 974946 w 1004135"/>
              <a:gd name="connsiteY224" fmla="*/ 455926 h 942368"/>
              <a:gd name="connsiteX225" fmla="*/ 976171 w 1004135"/>
              <a:gd name="connsiteY225" fmla="*/ 450915 h 942368"/>
              <a:gd name="connsiteX226" fmla="*/ 974642 w 1004135"/>
              <a:gd name="connsiteY226" fmla="*/ 444883 h 942368"/>
              <a:gd name="connsiteX227" fmla="*/ 974054 w 1004135"/>
              <a:gd name="connsiteY227" fmla="*/ 442563 h 942368"/>
              <a:gd name="connsiteX228" fmla="*/ 917011 w 1004135"/>
              <a:gd name="connsiteY228" fmla="*/ 343671 h 942368"/>
              <a:gd name="connsiteX229" fmla="*/ 904533 w 1004135"/>
              <a:gd name="connsiteY229" fmla="*/ 300906 h 942368"/>
              <a:gd name="connsiteX230" fmla="*/ 904533 w 1004135"/>
              <a:gd name="connsiteY230" fmla="*/ 259033 h 942368"/>
              <a:gd name="connsiteX231" fmla="*/ 827882 w 1004135"/>
              <a:gd name="connsiteY231" fmla="*/ 86194 h 942368"/>
              <a:gd name="connsiteX232" fmla="*/ 696402 w 1004135"/>
              <a:gd name="connsiteY232" fmla="*/ 28939 h 942368"/>
              <a:gd name="connsiteX233" fmla="*/ 698811 w 1004135"/>
              <a:gd name="connsiteY233" fmla="*/ 1307 h 942368"/>
              <a:gd name="connsiteX234" fmla="*/ 845708 w 1004135"/>
              <a:gd name="connsiteY234" fmla="*/ 65703 h 942368"/>
              <a:gd name="connsiteX235" fmla="*/ 933055 w 1004135"/>
              <a:gd name="connsiteY235" fmla="*/ 259033 h 942368"/>
              <a:gd name="connsiteX236" fmla="*/ 933055 w 1004135"/>
              <a:gd name="connsiteY236" fmla="*/ 300906 h 942368"/>
              <a:gd name="connsiteX237" fmla="*/ 940185 w 1004135"/>
              <a:gd name="connsiteY237" fmla="*/ 330307 h 942368"/>
              <a:gd name="connsiteX238" fmla="*/ 998119 w 1004135"/>
              <a:gd name="connsiteY238" fmla="*/ 428308 h 942368"/>
              <a:gd name="connsiteX239" fmla="*/ 998119 w 1004135"/>
              <a:gd name="connsiteY239" fmla="*/ 469290 h 942368"/>
              <a:gd name="connsiteX240" fmla="*/ 962467 w 1004135"/>
              <a:gd name="connsiteY240" fmla="*/ 489781 h 942368"/>
              <a:gd name="connsiteX241" fmla="*/ 936620 w 1004135"/>
              <a:gd name="connsiteY241" fmla="*/ 489781 h 942368"/>
              <a:gd name="connsiteX242" fmla="*/ 933055 w 1004135"/>
              <a:gd name="connsiteY242" fmla="*/ 495127 h 942368"/>
              <a:gd name="connsiteX243" fmla="*/ 933055 w 1004135"/>
              <a:gd name="connsiteY243" fmla="*/ 654601 h 942368"/>
              <a:gd name="connsiteX244" fmla="*/ 870664 w 1004135"/>
              <a:gd name="connsiteY244" fmla="*/ 716966 h 942368"/>
              <a:gd name="connsiteX245" fmla="*/ 794013 w 1004135"/>
              <a:gd name="connsiteY245" fmla="*/ 716966 h 942368"/>
              <a:gd name="connsiteX246" fmla="*/ 784208 w 1004135"/>
              <a:gd name="connsiteY246" fmla="*/ 716966 h 942368"/>
              <a:gd name="connsiteX247" fmla="*/ 780643 w 1004135"/>
              <a:gd name="connsiteY247" fmla="*/ 717857 h 942368"/>
              <a:gd name="connsiteX248" fmla="*/ 779752 w 1004135"/>
              <a:gd name="connsiteY248" fmla="*/ 720529 h 942368"/>
              <a:gd name="connsiteX249" fmla="*/ 779752 w 1004135"/>
              <a:gd name="connsiteY249" fmla="*/ 830112 h 942368"/>
              <a:gd name="connsiteX250" fmla="*/ 724492 w 1004135"/>
              <a:gd name="connsiteY250" fmla="*/ 885349 h 942368"/>
              <a:gd name="connsiteX251" fmla="*/ 564950 w 1004135"/>
              <a:gd name="connsiteY251" fmla="*/ 885349 h 942368"/>
              <a:gd name="connsiteX252" fmla="*/ 516820 w 1004135"/>
              <a:gd name="connsiteY252" fmla="*/ 914750 h 942368"/>
              <a:gd name="connsiteX253" fmla="*/ 357278 w 1004135"/>
              <a:gd name="connsiteY253" fmla="*/ 914750 h 942368"/>
              <a:gd name="connsiteX254" fmla="*/ 309148 w 1004135"/>
              <a:gd name="connsiteY254" fmla="*/ 942368 h 942368"/>
              <a:gd name="connsiteX255" fmla="*/ 116629 w 1004135"/>
              <a:gd name="connsiteY255" fmla="*/ 942368 h 942368"/>
              <a:gd name="connsiteX256" fmla="*/ 61368 w 1004135"/>
              <a:gd name="connsiteY256" fmla="*/ 888022 h 942368"/>
              <a:gd name="connsiteX257" fmla="*/ 61368 w 1004135"/>
              <a:gd name="connsiteY257" fmla="*/ 660838 h 942368"/>
              <a:gd name="connsiteX258" fmla="*/ 47999 w 1004135"/>
              <a:gd name="connsiteY258" fmla="*/ 467508 h 942368"/>
              <a:gd name="connsiteX259" fmla="*/ 1651 w 1004135"/>
              <a:gd name="connsiteY259" fmla="*/ 288434 h 942368"/>
              <a:gd name="connsiteX260" fmla="*/ 229823 w 1004135"/>
              <a:gd name="connsiteY260" fmla="*/ 59467 h 942368"/>
              <a:gd name="connsiteX261" fmla="*/ 330539 w 1004135"/>
              <a:gd name="connsiteY261" fmla="*/ 67485 h 942368"/>
              <a:gd name="connsiteX262" fmla="*/ 436603 w 1004135"/>
              <a:gd name="connsiteY262" fmla="*/ 30957 h 942368"/>
              <a:gd name="connsiteX263" fmla="*/ 537320 w 1004135"/>
              <a:gd name="connsiteY263" fmla="*/ 38976 h 942368"/>
              <a:gd name="connsiteX264" fmla="*/ 643384 w 1004135"/>
              <a:gd name="connsiteY264" fmla="*/ 1557 h 942368"/>
              <a:gd name="connsiteX265" fmla="*/ 698811 w 1004135"/>
              <a:gd name="connsiteY265" fmla="*/ 1307 h 9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1004135" h="942368">
                <a:moveTo>
                  <a:pt x="172528" y="189762"/>
                </a:moveTo>
                <a:lnTo>
                  <a:pt x="228265" y="189762"/>
                </a:lnTo>
                <a:cubicBezTo>
                  <a:pt x="232688" y="189762"/>
                  <a:pt x="236227" y="194173"/>
                  <a:pt x="233573" y="197701"/>
                </a:cubicBezTo>
                <a:cubicBezTo>
                  <a:pt x="231804" y="201230"/>
                  <a:pt x="231804" y="204758"/>
                  <a:pt x="231804" y="209169"/>
                </a:cubicBezTo>
                <a:cubicBezTo>
                  <a:pt x="231804" y="225047"/>
                  <a:pt x="246844" y="236514"/>
                  <a:pt x="263653" y="232104"/>
                </a:cubicBezTo>
                <a:cubicBezTo>
                  <a:pt x="270731" y="229457"/>
                  <a:pt x="277808" y="224165"/>
                  <a:pt x="280462" y="215343"/>
                </a:cubicBezTo>
                <a:cubicBezTo>
                  <a:pt x="282232" y="209169"/>
                  <a:pt x="281347" y="202994"/>
                  <a:pt x="279578" y="197701"/>
                </a:cubicBezTo>
                <a:cubicBezTo>
                  <a:pt x="276924" y="194173"/>
                  <a:pt x="280462" y="189762"/>
                  <a:pt x="284001" y="189762"/>
                </a:cubicBezTo>
                <a:lnTo>
                  <a:pt x="341507" y="189762"/>
                </a:lnTo>
                <a:cubicBezTo>
                  <a:pt x="353008" y="189762"/>
                  <a:pt x="362740" y="199465"/>
                  <a:pt x="362740" y="210051"/>
                </a:cubicBezTo>
                <a:lnTo>
                  <a:pt x="362740" y="269152"/>
                </a:lnTo>
                <a:cubicBezTo>
                  <a:pt x="368933" y="262095"/>
                  <a:pt x="378665" y="258567"/>
                  <a:pt x="388397" y="261213"/>
                </a:cubicBezTo>
                <a:cubicBezTo>
                  <a:pt x="397244" y="263859"/>
                  <a:pt x="402552" y="270916"/>
                  <a:pt x="405206" y="277973"/>
                </a:cubicBezTo>
                <a:cubicBezTo>
                  <a:pt x="409629" y="294733"/>
                  <a:pt x="397244" y="309729"/>
                  <a:pt x="381319" y="309729"/>
                </a:cubicBezTo>
                <a:cubicBezTo>
                  <a:pt x="374241" y="309729"/>
                  <a:pt x="367164" y="306201"/>
                  <a:pt x="362740" y="300908"/>
                </a:cubicBezTo>
                <a:lnTo>
                  <a:pt x="362740" y="360009"/>
                </a:lnTo>
                <a:cubicBezTo>
                  <a:pt x="362740" y="371477"/>
                  <a:pt x="353008" y="381180"/>
                  <a:pt x="341507" y="381180"/>
                </a:cubicBezTo>
                <a:lnTo>
                  <a:pt x="284001" y="381180"/>
                </a:lnTo>
                <a:cubicBezTo>
                  <a:pt x="280462" y="381180"/>
                  <a:pt x="276924" y="376770"/>
                  <a:pt x="279578" y="372359"/>
                </a:cubicBezTo>
                <a:cubicBezTo>
                  <a:pt x="280462" y="369713"/>
                  <a:pt x="281347" y="365302"/>
                  <a:pt x="281347" y="361774"/>
                </a:cubicBezTo>
                <a:cubicBezTo>
                  <a:pt x="281347" y="345896"/>
                  <a:pt x="266307" y="333546"/>
                  <a:pt x="249498" y="337957"/>
                </a:cubicBezTo>
                <a:cubicBezTo>
                  <a:pt x="242420" y="339721"/>
                  <a:pt x="235342" y="346778"/>
                  <a:pt x="232688" y="354717"/>
                </a:cubicBezTo>
                <a:cubicBezTo>
                  <a:pt x="231804" y="360892"/>
                  <a:pt x="231804" y="366184"/>
                  <a:pt x="233573" y="371477"/>
                </a:cubicBezTo>
                <a:cubicBezTo>
                  <a:pt x="236227" y="376770"/>
                  <a:pt x="233573" y="381180"/>
                  <a:pt x="229150" y="381180"/>
                </a:cubicBezTo>
                <a:lnTo>
                  <a:pt x="172528" y="381180"/>
                </a:lnTo>
                <a:cubicBezTo>
                  <a:pt x="161027" y="381180"/>
                  <a:pt x="151296" y="371477"/>
                  <a:pt x="151296" y="360009"/>
                </a:cubicBezTo>
                <a:lnTo>
                  <a:pt x="151296" y="300026"/>
                </a:lnTo>
                <a:cubicBezTo>
                  <a:pt x="146872" y="306201"/>
                  <a:pt x="139794" y="309729"/>
                  <a:pt x="132717" y="309729"/>
                </a:cubicBezTo>
                <a:cubicBezTo>
                  <a:pt x="115907" y="309729"/>
                  <a:pt x="104406" y="294733"/>
                  <a:pt x="107945" y="277973"/>
                </a:cubicBezTo>
                <a:cubicBezTo>
                  <a:pt x="110599" y="270916"/>
                  <a:pt x="117677" y="263859"/>
                  <a:pt x="124754" y="261213"/>
                </a:cubicBezTo>
                <a:cubicBezTo>
                  <a:pt x="136256" y="258567"/>
                  <a:pt x="145987" y="262095"/>
                  <a:pt x="151296" y="270034"/>
                </a:cubicBezTo>
                <a:lnTo>
                  <a:pt x="151296" y="210051"/>
                </a:lnTo>
                <a:cubicBezTo>
                  <a:pt x="151296" y="199465"/>
                  <a:pt x="161027" y="189762"/>
                  <a:pt x="172528" y="189762"/>
                </a:cubicBezTo>
                <a:close/>
                <a:moveTo>
                  <a:pt x="259236" y="85303"/>
                </a:moveTo>
                <a:cubicBezTo>
                  <a:pt x="250323" y="85303"/>
                  <a:pt x="241410" y="86194"/>
                  <a:pt x="232497" y="86194"/>
                </a:cubicBezTo>
                <a:cubicBezTo>
                  <a:pt x="125541" y="98667"/>
                  <a:pt x="39977" y="185086"/>
                  <a:pt x="28390" y="291106"/>
                </a:cubicBezTo>
                <a:cubicBezTo>
                  <a:pt x="22151" y="348125"/>
                  <a:pt x="37303" y="405144"/>
                  <a:pt x="71172" y="452363"/>
                </a:cubicBezTo>
                <a:cubicBezTo>
                  <a:pt x="85433" y="471072"/>
                  <a:pt x="88998" y="659947"/>
                  <a:pt x="88998" y="660838"/>
                </a:cubicBezTo>
                <a:lnTo>
                  <a:pt x="88998" y="888022"/>
                </a:lnTo>
                <a:cubicBezTo>
                  <a:pt x="88998" y="903168"/>
                  <a:pt x="101476" y="914750"/>
                  <a:pt x="116629" y="914750"/>
                </a:cubicBezTo>
                <a:lnTo>
                  <a:pt x="309148" y="914750"/>
                </a:lnTo>
                <a:cubicBezTo>
                  <a:pt x="320735" y="914750"/>
                  <a:pt x="329648" y="908513"/>
                  <a:pt x="334996" y="899604"/>
                </a:cubicBezTo>
                <a:lnTo>
                  <a:pt x="335887" y="896040"/>
                </a:lnTo>
                <a:lnTo>
                  <a:pt x="335887" y="895871"/>
                </a:lnTo>
                <a:lnTo>
                  <a:pt x="335887" y="892477"/>
                </a:lnTo>
                <a:cubicBezTo>
                  <a:pt x="336778" y="890695"/>
                  <a:pt x="336778" y="888913"/>
                  <a:pt x="336778" y="888022"/>
                </a:cubicBezTo>
                <a:lnTo>
                  <a:pt x="336778" y="777548"/>
                </a:lnTo>
                <a:cubicBezTo>
                  <a:pt x="336778" y="775766"/>
                  <a:pt x="336778" y="773093"/>
                  <a:pt x="337670" y="771312"/>
                </a:cubicBezTo>
                <a:cubicBezTo>
                  <a:pt x="337670" y="770421"/>
                  <a:pt x="338561" y="768639"/>
                  <a:pt x="339452" y="766857"/>
                </a:cubicBezTo>
                <a:cubicBezTo>
                  <a:pt x="339452" y="765966"/>
                  <a:pt x="339452" y="765075"/>
                  <a:pt x="339452" y="765075"/>
                </a:cubicBezTo>
                <a:cubicBezTo>
                  <a:pt x="339452" y="764184"/>
                  <a:pt x="341235" y="762402"/>
                  <a:pt x="341235" y="761511"/>
                </a:cubicBezTo>
                <a:cubicBezTo>
                  <a:pt x="342126" y="761511"/>
                  <a:pt x="342126" y="759730"/>
                  <a:pt x="342126" y="759730"/>
                </a:cubicBezTo>
                <a:cubicBezTo>
                  <a:pt x="343017" y="758839"/>
                  <a:pt x="344800" y="757948"/>
                  <a:pt x="344800" y="757057"/>
                </a:cubicBezTo>
                <a:cubicBezTo>
                  <a:pt x="344800" y="756166"/>
                  <a:pt x="345691" y="756166"/>
                  <a:pt x="346583" y="755275"/>
                </a:cubicBezTo>
                <a:cubicBezTo>
                  <a:pt x="347474" y="754384"/>
                  <a:pt x="348365" y="753493"/>
                  <a:pt x="350148" y="752602"/>
                </a:cubicBezTo>
                <a:cubicBezTo>
                  <a:pt x="350148" y="752602"/>
                  <a:pt x="350148" y="751711"/>
                  <a:pt x="351039" y="750820"/>
                </a:cubicBezTo>
                <a:cubicBezTo>
                  <a:pt x="356387" y="749039"/>
                  <a:pt x="361735" y="747257"/>
                  <a:pt x="367082" y="746366"/>
                </a:cubicBezTo>
                <a:cubicBezTo>
                  <a:pt x="367974" y="746366"/>
                  <a:pt x="368865" y="746366"/>
                  <a:pt x="370648" y="746366"/>
                </a:cubicBezTo>
                <a:cubicBezTo>
                  <a:pt x="373321" y="746366"/>
                  <a:pt x="376887" y="746366"/>
                  <a:pt x="379561" y="746366"/>
                </a:cubicBezTo>
                <a:lnTo>
                  <a:pt x="456212" y="746366"/>
                </a:lnTo>
                <a:cubicBezTo>
                  <a:pt x="474038" y="746366"/>
                  <a:pt x="490081" y="731220"/>
                  <a:pt x="490081" y="712511"/>
                </a:cubicBezTo>
                <a:lnTo>
                  <a:pt x="490081" y="638565"/>
                </a:lnTo>
                <a:cubicBezTo>
                  <a:pt x="484733" y="639456"/>
                  <a:pt x="480277" y="639456"/>
                  <a:pt x="475820" y="639456"/>
                </a:cubicBezTo>
                <a:cubicBezTo>
                  <a:pt x="456212" y="639456"/>
                  <a:pt x="439277" y="637674"/>
                  <a:pt x="423234" y="633219"/>
                </a:cubicBezTo>
                <a:cubicBezTo>
                  <a:pt x="416104" y="630547"/>
                  <a:pt x="411647" y="622528"/>
                  <a:pt x="414321" y="615401"/>
                </a:cubicBezTo>
                <a:cubicBezTo>
                  <a:pt x="416104" y="608274"/>
                  <a:pt x="424125" y="603819"/>
                  <a:pt x="430364" y="606492"/>
                </a:cubicBezTo>
                <a:cubicBezTo>
                  <a:pt x="448190" y="610946"/>
                  <a:pt x="467799" y="612728"/>
                  <a:pt x="490081" y="611837"/>
                </a:cubicBezTo>
                <a:lnTo>
                  <a:pt x="490081" y="552146"/>
                </a:lnTo>
                <a:cubicBezTo>
                  <a:pt x="490081" y="549473"/>
                  <a:pt x="490081" y="547691"/>
                  <a:pt x="490081" y="545909"/>
                </a:cubicBezTo>
                <a:cubicBezTo>
                  <a:pt x="493646" y="530764"/>
                  <a:pt x="506124" y="520073"/>
                  <a:pt x="522168" y="520073"/>
                </a:cubicBezTo>
                <a:lnTo>
                  <a:pt x="548015" y="520073"/>
                </a:lnTo>
                <a:cubicBezTo>
                  <a:pt x="555146" y="520073"/>
                  <a:pt x="558711" y="515618"/>
                  <a:pt x="559602" y="512945"/>
                </a:cubicBezTo>
                <a:cubicBezTo>
                  <a:pt x="560493" y="511163"/>
                  <a:pt x="561385" y="509382"/>
                  <a:pt x="561385" y="506709"/>
                </a:cubicBezTo>
                <a:cubicBezTo>
                  <a:pt x="561385" y="504927"/>
                  <a:pt x="561385" y="503145"/>
                  <a:pt x="560493" y="501363"/>
                </a:cubicBezTo>
                <a:cubicBezTo>
                  <a:pt x="560493" y="501363"/>
                  <a:pt x="559602" y="500472"/>
                  <a:pt x="559602" y="499581"/>
                </a:cubicBezTo>
                <a:lnTo>
                  <a:pt x="501668" y="401580"/>
                </a:lnTo>
                <a:cubicBezTo>
                  <a:pt x="493646" y="389107"/>
                  <a:pt x="490081" y="373071"/>
                  <a:pt x="490081" y="357925"/>
                </a:cubicBezTo>
                <a:lnTo>
                  <a:pt x="490081" y="316052"/>
                </a:lnTo>
                <a:cubicBezTo>
                  <a:pt x="490081" y="310707"/>
                  <a:pt x="489190" y="305361"/>
                  <a:pt x="489190" y="300015"/>
                </a:cubicBezTo>
                <a:cubicBezTo>
                  <a:pt x="489190" y="299125"/>
                  <a:pt x="488299" y="297343"/>
                  <a:pt x="488299" y="294670"/>
                </a:cubicBezTo>
                <a:cubicBezTo>
                  <a:pt x="488299" y="291106"/>
                  <a:pt x="488299" y="286652"/>
                  <a:pt x="487407" y="282197"/>
                </a:cubicBezTo>
                <a:cubicBezTo>
                  <a:pt x="487407" y="279524"/>
                  <a:pt x="486516" y="276852"/>
                  <a:pt x="485625" y="273288"/>
                </a:cubicBezTo>
                <a:cubicBezTo>
                  <a:pt x="485625" y="270615"/>
                  <a:pt x="484733" y="267942"/>
                  <a:pt x="484733" y="266161"/>
                </a:cubicBezTo>
                <a:cubicBezTo>
                  <a:pt x="482951" y="262597"/>
                  <a:pt x="482951" y="259924"/>
                  <a:pt x="482059" y="256360"/>
                </a:cubicBezTo>
                <a:cubicBezTo>
                  <a:pt x="470473" y="213596"/>
                  <a:pt x="447299" y="174395"/>
                  <a:pt x="413430" y="144995"/>
                </a:cubicBezTo>
                <a:cubicBezTo>
                  <a:pt x="402734" y="135195"/>
                  <a:pt x="391147" y="126286"/>
                  <a:pt x="378669" y="118267"/>
                </a:cubicBezTo>
                <a:cubicBezTo>
                  <a:pt x="375995" y="117377"/>
                  <a:pt x="373321" y="115595"/>
                  <a:pt x="369756" y="114704"/>
                </a:cubicBezTo>
                <a:cubicBezTo>
                  <a:pt x="367974" y="112922"/>
                  <a:pt x="365300" y="111140"/>
                  <a:pt x="362626" y="110249"/>
                </a:cubicBezTo>
                <a:cubicBezTo>
                  <a:pt x="357278" y="107576"/>
                  <a:pt x="351039" y="104904"/>
                  <a:pt x="345691" y="103122"/>
                </a:cubicBezTo>
                <a:cubicBezTo>
                  <a:pt x="339452" y="100449"/>
                  <a:pt x="334996" y="97776"/>
                  <a:pt x="328757" y="96885"/>
                </a:cubicBezTo>
                <a:cubicBezTo>
                  <a:pt x="328757" y="95994"/>
                  <a:pt x="327865" y="95994"/>
                  <a:pt x="326974" y="95994"/>
                </a:cubicBezTo>
                <a:lnTo>
                  <a:pt x="319844" y="93322"/>
                </a:lnTo>
                <a:cubicBezTo>
                  <a:pt x="301127" y="87976"/>
                  <a:pt x="280627" y="85303"/>
                  <a:pt x="259236" y="85303"/>
                </a:cubicBezTo>
                <a:close/>
                <a:moveTo>
                  <a:pt x="484956" y="57462"/>
                </a:moveTo>
                <a:cubicBezTo>
                  <a:pt x="470250" y="56349"/>
                  <a:pt x="455321" y="56794"/>
                  <a:pt x="440169" y="58576"/>
                </a:cubicBezTo>
                <a:cubicBezTo>
                  <a:pt x="413430" y="60358"/>
                  <a:pt x="388473" y="68376"/>
                  <a:pt x="364409" y="80849"/>
                </a:cubicBezTo>
                <a:cubicBezTo>
                  <a:pt x="370648" y="82631"/>
                  <a:pt x="375995" y="86194"/>
                  <a:pt x="381343" y="87976"/>
                </a:cubicBezTo>
                <a:cubicBezTo>
                  <a:pt x="381343" y="88867"/>
                  <a:pt x="382234" y="88867"/>
                  <a:pt x="382234" y="88867"/>
                </a:cubicBezTo>
                <a:cubicBezTo>
                  <a:pt x="386691" y="91540"/>
                  <a:pt x="391147" y="94213"/>
                  <a:pt x="395604" y="96885"/>
                </a:cubicBezTo>
                <a:cubicBezTo>
                  <a:pt x="397386" y="97776"/>
                  <a:pt x="398278" y="98667"/>
                  <a:pt x="400060" y="99558"/>
                </a:cubicBezTo>
                <a:cubicBezTo>
                  <a:pt x="403625" y="102231"/>
                  <a:pt x="407191" y="104013"/>
                  <a:pt x="409865" y="106686"/>
                </a:cubicBezTo>
                <a:cubicBezTo>
                  <a:pt x="457994" y="140540"/>
                  <a:pt x="493646" y="191323"/>
                  <a:pt x="508798" y="249233"/>
                </a:cubicBezTo>
                <a:cubicBezTo>
                  <a:pt x="508798" y="249233"/>
                  <a:pt x="508798" y="249233"/>
                  <a:pt x="508798" y="250124"/>
                </a:cubicBezTo>
                <a:cubicBezTo>
                  <a:pt x="511472" y="256360"/>
                  <a:pt x="512363" y="264379"/>
                  <a:pt x="514146" y="272397"/>
                </a:cubicBezTo>
                <a:cubicBezTo>
                  <a:pt x="514146" y="273288"/>
                  <a:pt x="514146" y="274179"/>
                  <a:pt x="515037" y="275961"/>
                </a:cubicBezTo>
                <a:cubicBezTo>
                  <a:pt x="515037" y="278633"/>
                  <a:pt x="515037" y="281306"/>
                  <a:pt x="515037" y="283979"/>
                </a:cubicBezTo>
                <a:cubicBezTo>
                  <a:pt x="515929" y="287543"/>
                  <a:pt x="515929" y="290215"/>
                  <a:pt x="515929" y="293779"/>
                </a:cubicBezTo>
                <a:cubicBezTo>
                  <a:pt x="516820" y="295561"/>
                  <a:pt x="516820" y="298234"/>
                  <a:pt x="516820" y="299125"/>
                </a:cubicBezTo>
                <a:cubicBezTo>
                  <a:pt x="517711" y="305361"/>
                  <a:pt x="517711" y="310707"/>
                  <a:pt x="517711" y="316052"/>
                </a:cubicBezTo>
                <a:lnTo>
                  <a:pt x="517711" y="357925"/>
                </a:lnTo>
                <a:cubicBezTo>
                  <a:pt x="517711" y="369507"/>
                  <a:pt x="520385" y="378416"/>
                  <a:pt x="525733" y="387326"/>
                </a:cubicBezTo>
                <a:lnTo>
                  <a:pt x="583667" y="485327"/>
                </a:lnTo>
                <a:cubicBezTo>
                  <a:pt x="587232" y="491563"/>
                  <a:pt x="589906" y="499581"/>
                  <a:pt x="589906" y="506709"/>
                </a:cubicBezTo>
                <a:cubicBezTo>
                  <a:pt x="589906" y="512945"/>
                  <a:pt x="587232" y="520963"/>
                  <a:pt x="583667" y="527200"/>
                </a:cubicBezTo>
                <a:cubicBezTo>
                  <a:pt x="578319" y="537000"/>
                  <a:pt x="568515" y="543236"/>
                  <a:pt x="558711" y="545909"/>
                </a:cubicBezTo>
                <a:cubicBezTo>
                  <a:pt x="555146" y="547691"/>
                  <a:pt x="551580" y="547691"/>
                  <a:pt x="548015" y="547691"/>
                </a:cubicBezTo>
                <a:lnTo>
                  <a:pt x="522168" y="547691"/>
                </a:lnTo>
                <a:cubicBezTo>
                  <a:pt x="519494" y="547691"/>
                  <a:pt x="517711" y="549473"/>
                  <a:pt x="517711" y="552146"/>
                </a:cubicBezTo>
                <a:lnTo>
                  <a:pt x="517711" y="712511"/>
                </a:lnTo>
                <a:cubicBezTo>
                  <a:pt x="517711" y="746366"/>
                  <a:pt x="489190" y="774875"/>
                  <a:pt x="456212" y="774875"/>
                </a:cubicBezTo>
                <a:lnTo>
                  <a:pt x="379561" y="774875"/>
                </a:lnTo>
                <a:cubicBezTo>
                  <a:pt x="375995" y="774875"/>
                  <a:pt x="371539" y="773984"/>
                  <a:pt x="368865" y="773984"/>
                </a:cubicBezTo>
                <a:cubicBezTo>
                  <a:pt x="367974" y="773984"/>
                  <a:pt x="367974" y="773984"/>
                  <a:pt x="367082" y="774875"/>
                </a:cubicBezTo>
                <a:cubicBezTo>
                  <a:pt x="367082" y="774875"/>
                  <a:pt x="367082" y="774875"/>
                  <a:pt x="365300" y="774875"/>
                </a:cubicBezTo>
                <a:lnTo>
                  <a:pt x="365300" y="775766"/>
                </a:lnTo>
                <a:cubicBezTo>
                  <a:pt x="365300" y="776657"/>
                  <a:pt x="364409" y="776657"/>
                  <a:pt x="364409" y="777548"/>
                </a:cubicBezTo>
                <a:lnTo>
                  <a:pt x="364409" y="875734"/>
                </a:lnTo>
                <a:lnTo>
                  <a:pt x="364409" y="886240"/>
                </a:lnTo>
                <a:lnTo>
                  <a:pt x="516820" y="886240"/>
                </a:lnTo>
                <a:cubicBezTo>
                  <a:pt x="527516" y="886240"/>
                  <a:pt x="537320" y="880004"/>
                  <a:pt x="541776" y="870204"/>
                </a:cubicBezTo>
                <a:lnTo>
                  <a:pt x="543559" y="867531"/>
                </a:lnTo>
                <a:cubicBezTo>
                  <a:pt x="543559" y="866640"/>
                  <a:pt x="543559" y="864858"/>
                  <a:pt x="543559" y="863076"/>
                </a:cubicBezTo>
                <a:cubicBezTo>
                  <a:pt x="543559" y="861294"/>
                  <a:pt x="544450" y="860404"/>
                  <a:pt x="544450" y="859513"/>
                </a:cubicBezTo>
                <a:lnTo>
                  <a:pt x="544450" y="749039"/>
                </a:lnTo>
                <a:lnTo>
                  <a:pt x="544720" y="748427"/>
                </a:lnTo>
                <a:lnTo>
                  <a:pt x="554254" y="726766"/>
                </a:lnTo>
                <a:cubicBezTo>
                  <a:pt x="560493" y="720529"/>
                  <a:pt x="568515" y="717857"/>
                  <a:pt x="578319" y="717857"/>
                </a:cubicBezTo>
                <a:cubicBezTo>
                  <a:pt x="580993" y="717857"/>
                  <a:pt x="584558" y="717857"/>
                  <a:pt x="586341" y="717857"/>
                </a:cubicBezTo>
                <a:lnTo>
                  <a:pt x="588018" y="717857"/>
                </a:lnTo>
                <a:lnTo>
                  <a:pt x="662992" y="717857"/>
                </a:lnTo>
                <a:cubicBezTo>
                  <a:pt x="681710" y="717857"/>
                  <a:pt x="696862" y="702711"/>
                  <a:pt x="696862" y="684002"/>
                </a:cubicBezTo>
                <a:lnTo>
                  <a:pt x="696862" y="641008"/>
                </a:lnTo>
                <a:lnTo>
                  <a:pt x="696862" y="610946"/>
                </a:lnTo>
                <a:cubicBezTo>
                  <a:pt x="692405" y="610946"/>
                  <a:pt x="687949" y="610946"/>
                  <a:pt x="683492" y="610946"/>
                </a:cubicBezTo>
                <a:cubicBezTo>
                  <a:pt x="663884" y="610946"/>
                  <a:pt x="646949" y="608274"/>
                  <a:pt x="630906" y="603819"/>
                </a:cubicBezTo>
                <a:cubicBezTo>
                  <a:pt x="623775" y="601146"/>
                  <a:pt x="619319" y="594019"/>
                  <a:pt x="621993" y="586891"/>
                </a:cubicBezTo>
                <a:cubicBezTo>
                  <a:pt x="623775" y="579764"/>
                  <a:pt x="631797" y="574419"/>
                  <a:pt x="638036" y="577091"/>
                </a:cubicBezTo>
                <a:cubicBezTo>
                  <a:pt x="655862" y="582437"/>
                  <a:pt x="675470" y="584219"/>
                  <a:pt x="696862" y="582437"/>
                </a:cubicBezTo>
                <a:lnTo>
                  <a:pt x="696862" y="522745"/>
                </a:lnTo>
                <a:cubicBezTo>
                  <a:pt x="696862" y="504927"/>
                  <a:pt x="711122" y="490672"/>
                  <a:pt x="728948" y="490672"/>
                </a:cubicBezTo>
                <a:lnTo>
                  <a:pt x="754796" y="490672"/>
                </a:lnTo>
                <a:cubicBezTo>
                  <a:pt x="762817" y="490672"/>
                  <a:pt x="766383" y="486218"/>
                  <a:pt x="767274" y="484436"/>
                </a:cubicBezTo>
                <a:cubicBezTo>
                  <a:pt x="768165" y="482654"/>
                  <a:pt x="769948" y="477308"/>
                  <a:pt x="767274" y="471072"/>
                </a:cubicBezTo>
                <a:lnTo>
                  <a:pt x="709340" y="373071"/>
                </a:lnTo>
                <a:cubicBezTo>
                  <a:pt x="702209" y="359707"/>
                  <a:pt x="696862" y="344561"/>
                  <a:pt x="696862" y="330307"/>
                </a:cubicBezTo>
                <a:lnTo>
                  <a:pt x="696862" y="288434"/>
                </a:lnTo>
                <a:cubicBezTo>
                  <a:pt x="696862" y="282197"/>
                  <a:pt x="696862" y="276852"/>
                  <a:pt x="696862" y="271506"/>
                </a:cubicBezTo>
                <a:cubicBezTo>
                  <a:pt x="695970" y="269724"/>
                  <a:pt x="695970" y="267942"/>
                  <a:pt x="695970" y="267051"/>
                </a:cubicBezTo>
                <a:cubicBezTo>
                  <a:pt x="695970" y="261706"/>
                  <a:pt x="695970" y="258142"/>
                  <a:pt x="695079" y="253688"/>
                </a:cubicBezTo>
                <a:cubicBezTo>
                  <a:pt x="694188" y="251015"/>
                  <a:pt x="694188" y="247451"/>
                  <a:pt x="693296" y="244778"/>
                </a:cubicBezTo>
                <a:cubicBezTo>
                  <a:pt x="692405" y="242106"/>
                  <a:pt x="692405" y="240324"/>
                  <a:pt x="691514" y="237651"/>
                </a:cubicBezTo>
                <a:cubicBezTo>
                  <a:pt x="690622" y="234087"/>
                  <a:pt x="690622" y="230524"/>
                  <a:pt x="689731" y="227851"/>
                </a:cubicBezTo>
                <a:lnTo>
                  <a:pt x="689731" y="226960"/>
                </a:lnTo>
                <a:cubicBezTo>
                  <a:pt x="677253" y="184195"/>
                  <a:pt x="653188" y="144995"/>
                  <a:pt x="620210" y="115595"/>
                </a:cubicBezTo>
                <a:cubicBezTo>
                  <a:pt x="616645" y="112922"/>
                  <a:pt x="613971" y="110249"/>
                  <a:pt x="611297" y="107576"/>
                </a:cubicBezTo>
                <a:cubicBezTo>
                  <a:pt x="611297" y="107576"/>
                  <a:pt x="611297" y="107576"/>
                  <a:pt x="610406" y="107576"/>
                </a:cubicBezTo>
                <a:cubicBezTo>
                  <a:pt x="605949" y="103122"/>
                  <a:pt x="601493" y="100449"/>
                  <a:pt x="597037" y="97776"/>
                </a:cubicBezTo>
                <a:cubicBezTo>
                  <a:pt x="594363" y="95104"/>
                  <a:pt x="590797" y="93322"/>
                  <a:pt x="588124" y="91540"/>
                </a:cubicBezTo>
                <a:cubicBezTo>
                  <a:pt x="587232" y="90649"/>
                  <a:pt x="585450" y="89758"/>
                  <a:pt x="584558" y="89758"/>
                </a:cubicBezTo>
                <a:cubicBezTo>
                  <a:pt x="569406" y="80849"/>
                  <a:pt x="552472" y="72831"/>
                  <a:pt x="535537" y="67485"/>
                </a:cubicBezTo>
                <a:lnTo>
                  <a:pt x="528407" y="65703"/>
                </a:lnTo>
                <a:cubicBezTo>
                  <a:pt x="514146" y="61249"/>
                  <a:pt x="499663" y="58576"/>
                  <a:pt x="484956" y="57462"/>
                </a:cubicBezTo>
                <a:close/>
                <a:moveTo>
                  <a:pt x="696402" y="28939"/>
                </a:moveTo>
                <a:cubicBezTo>
                  <a:pt x="680206" y="27338"/>
                  <a:pt x="663661" y="27394"/>
                  <a:pt x="646949" y="29176"/>
                </a:cubicBezTo>
                <a:cubicBezTo>
                  <a:pt x="620210" y="32739"/>
                  <a:pt x="596145" y="39867"/>
                  <a:pt x="572080" y="51449"/>
                </a:cubicBezTo>
                <a:cubicBezTo>
                  <a:pt x="578319" y="54121"/>
                  <a:pt x="583667" y="56794"/>
                  <a:pt x="589015" y="59467"/>
                </a:cubicBezTo>
                <a:cubicBezTo>
                  <a:pt x="594363" y="62140"/>
                  <a:pt x="598819" y="65703"/>
                  <a:pt x="603276" y="68376"/>
                </a:cubicBezTo>
                <a:cubicBezTo>
                  <a:pt x="604167" y="68376"/>
                  <a:pt x="605058" y="69267"/>
                  <a:pt x="605058" y="70158"/>
                </a:cubicBezTo>
                <a:cubicBezTo>
                  <a:pt x="610406" y="71940"/>
                  <a:pt x="613080" y="75503"/>
                  <a:pt x="616645" y="77285"/>
                </a:cubicBezTo>
                <a:cubicBezTo>
                  <a:pt x="665666" y="112031"/>
                  <a:pt x="700427" y="161923"/>
                  <a:pt x="716470" y="219833"/>
                </a:cubicBezTo>
                <a:lnTo>
                  <a:pt x="716470" y="220724"/>
                </a:lnTo>
                <a:cubicBezTo>
                  <a:pt x="718253" y="228742"/>
                  <a:pt x="720035" y="234978"/>
                  <a:pt x="720926" y="242997"/>
                </a:cubicBezTo>
                <a:cubicBezTo>
                  <a:pt x="721818" y="244778"/>
                  <a:pt x="721818" y="246560"/>
                  <a:pt x="721818" y="247451"/>
                </a:cubicBezTo>
                <a:cubicBezTo>
                  <a:pt x="722709" y="250124"/>
                  <a:pt x="722709" y="251906"/>
                  <a:pt x="722709" y="254579"/>
                </a:cubicBezTo>
                <a:cubicBezTo>
                  <a:pt x="722709" y="258142"/>
                  <a:pt x="723600" y="261706"/>
                  <a:pt x="723600" y="265270"/>
                </a:cubicBezTo>
                <a:cubicBezTo>
                  <a:pt x="723600" y="267051"/>
                  <a:pt x="724492" y="268833"/>
                  <a:pt x="724492" y="271506"/>
                </a:cubicBezTo>
                <a:cubicBezTo>
                  <a:pt x="724492" y="276852"/>
                  <a:pt x="725383" y="282197"/>
                  <a:pt x="725383" y="288434"/>
                </a:cubicBezTo>
                <a:lnTo>
                  <a:pt x="725383" y="330307"/>
                </a:lnTo>
                <a:cubicBezTo>
                  <a:pt x="725383" y="332089"/>
                  <a:pt x="725383" y="334761"/>
                  <a:pt x="725383" y="337434"/>
                </a:cubicBezTo>
                <a:cubicBezTo>
                  <a:pt x="727166" y="345452"/>
                  <a:pt x="728948" y="352580"/>
                  <a:pt x="733405" y="358816"/>
                </a:cubicBezTo>
                <a:lnTo>
                  <a:pt x="790447" y="456817"/>
                </a:lnTo>
                <a:cubicBezTo>
                  <a:pt x="795795" y="466617"/>
                  <a:pt x="797578" y="478199"/>
                  <a:pt x="795795" y="487999"/>
                </a:cubicBezTo>
                <a:cubicBezTo>
                  <a:pt x="794013" y="491563"/>
                  <a:pt x="793121" y="495127"/>
                  <a:pt x="790447" y="498690"/>
                </a:cubicBezTo>
                <a:cubicBezTo>
                  <a:pt x="783317" y="511163"/>
                  <a:pt x="769948" y="519182"/>
                  <a:pt x="754796" y="519182"/>
                </a:cubicBezTo>
                <a:lnTo>
                  <a:pt x="728948" y="519182"/>
                </a:lnTo>
                <a:cubicBezTo>
                  <a:pt x="727166" y="519182"/>
                  <a:pt x="725383" y="520963"/>
                  <a:pt x="725383" y="522745"/>
                </a:cubicBezTo>
                <a:lnTo>
                  <a:pt x="725383" y="620871"/>
                </a:lnTo>
                <a:lnTo>
                  <a:pt x="725383" y="684002"/>
                </a:lnTo>
                <a:cubicBezTo>
                  <a:pt x="725383" y="717857"/>
                  <a:pt x="696862" y="745475"/>
                  <a:pt x="662992" y="745475"/>
                </a:cubicBezTo>
                <a:lnTo>
                  <a:pt x="586341" y="745475"/>
                </a:lnTo>
                <a:cubicBezTo>
                  <a:pt x="583667" y="745475"/>
                  <a:pt x="579211" y="745475"/>
                  <a:pt x="576537" y="745475"/>
                </a:cubicBezTo>
                <a:cubicBezTo>
                  <a:pt x="573863" y="744584"/>
                  <a:pt x="572972" y="745475"/>
                  <a:pt x="572972" y="746366"/>
                </a:cubicBezTo>
                <a:cubicBezTo>
                  <a:pt x="572080" y="747257"/>
                  <a:pt x="572080" y="748148"/>
                  <a:pt x="572080" y="749039"/>
                </a:cubicBezTo>
                <a:lnTo>
                  <a:pt x="572080" y="857731"/>
                </a:lnTo>
                <a:lnTo>
                  <a:pt x="724492" y="857731"/>
                </a:lnTo>
                <a:cubicBezTo>
                  <a:pt x="738752" y="857731"/>
                  <a:pt x="752122" y="846149"/>
                  <a:pt x="752122" y="830112"/>
                </a:cubicBezTo>
                <a:lnTo>
                  <a:pt x="752122" y="720529"/>
                </a:lnTo>
                <a:cubicBezTo>
                  <a:pt x="752122" y="711620"/>
                  <a:pt x="754796" y="703602"/>
                  <a:pt x="761035" y="697365"/>
                </a:cubicBezTo>
                <a:cubicBezTo>
                  <a:pt x="768165" y="692020"/>
                  <a:pt x="776187" y="688456"/>
                  <a:pt x="785991" y="689347"/>
                </a:cubicBezTo>
                <a:cubicBezTo>
                  <a:pt x="787774" y="689347"/>
                  <a:pt x="790447" y="689347"/>
                  <a:pt x="794013" y="689347"/>
                </a:cubicBezTo>
                <a:lnTo>
                  <a:pt x="870664" y="689347"/>
                </a:lnTo>
                <a:cubicBezTo>
                  <a:pt x="889381" y="689347"/>
                  <a:pt x="904533" y="674202"/>
                  <a:pt x="904533" y="654601"/>
                </a:cubicBezTo>
                <a:lnTo>
                  <a:pt x="904533" y="581546"/>
                </a:lnTo>
                <a:cubicBezTo>
                  <a:pt x="900077" y="581546"/>
                  <a:pt x="895620" y="582437"/>
                  <a:pt x="891164" y="582437"/>
                </a:cubicBezTo>
                <a:cubicBezTo>
                  <a:pt x="871555" y="582437"/>
                  <a:pt x="854621" y="580655"/>
                  <a:pt x="838577" y="574419"/>
                </a:cubicBezTo>
                <a:cubicBezTo>
                  <a:pt x="830556" y="573528"/>
                  <a:pt x="826991" y="565509"/>
                  <a:pt x="828773" y="558382"/>
                </a:cubicBezTo>
                <a:cubicBezTo>
                  <a:pt x="830556" y="550364"/>
                  <a:pt x="838577" y="546800"/>
                  <a:pt x="845708" y="548582"/>
                </a:cubicBezTo>
                <a:cubicBezTo>
                  <a:pt x="862642" y="553927"/>
                  <a:pt x="882251" y="554818"/>
                  <a:pt x="904533" y="553927"/>
                </a:cubicBezTo>
                <a:lnTo>
                  <a:pt x="904533" y="495127"/>
                </a:lnTo>
                <a:lnTo>
                  <a:pt x="904965" y="494079"/>
                </a:lnTo>
                <a:lnTo>
                  <a:pt x="913892" y="472408"/>
                </a:lnTo>
                <a:cubicBezTo>
                  <a:pt x="919685" y="466617"/>
                  <a:pt x="927707" y="463054"/>
                  <a:pt x="936620" y="463054"/>
                </a:cubicBezTo>
                <a:lnTo>
                  <a:pt x="948907" y="463054"/>
                </a:lnTo>
                <a:lnTo>
                  <a:pt x="962467" y="463054"/>
                </a:lnTo>
                <a:cubicBezTo>
                  <a:pt x="969598" y="463054"/>
                  <a:pt x="973163" y="457708"/>
                  <a:pt x="974946" y="455926"/>
                </a:cubicBezTo>
                <a:cubicBezTo>
                  <a:pt x="975391" y="455036"/>
                  <a:pt x="976060" y="453254"/>
                  <a:pt x="976171" y="450915"/>
                </a:cubicBezTo>
                <a:lnTo>
                  <a:pt x="974642" y="444883"/>
                </a:lnTo>
                <a:lnTo>
                  <a:pt x="974054" y="442563"/>
                </a:lnTo>
                <a:lnTo>
                  <a:pt x="917011" y="343671"/>
                </a:lnTo>
                <a:cubicBezTo>
                  <a:pt x="908990" y="331198"/>
                  <a:pt x="904533" y="316052"/>
                  <a:pt x="904533" y="300906"/>
                </a:cubicBezTo>
                <a:lnTo>
                  <a:pt x="904533" y="259033"/>
                </a:lnTo>
                <a:cubicBezTo>
                  <a:pt x="904533" y="193996"/>
                  <a:pt x="876012" y="130740"/>
                  <a:pt x="827882" y="86194"/>
                </a:cubicBezTo>
                <a:cubicBezTo>
                  <a:pt x="790447" y="53453"/>
                  <a:pt x="744991" y="33742"/>
                  <a:pt x="696402" y="28939"/>
                </a:cubicBezTo>
                <a:close/>
                <a:moveTo>
                  <a:pt x="698811" y="1307"/>
                </a:moveTo>
                <a:cubicBezTo>
                  <a:pt x="753292" y="6736"/>
                  <a:pt x="804262" y="28953"/>
                  <a:pt x="845708" y="65703"/>
                </a:cubicBezTo>
                <a:cubicBezTo>
                  <a:pt x="900968" y="115595"/>
                  <a:pt x="933055" y="185977"/>
                  <a:pt x="933055" y="259033"/>
                </a:cubicBezTo>
                <a:lnTo>
                  <a:pt x="933055" y="300906"/>
                </a:lnTo>
                <a:cubicBezTo>
                  <a:pt x="933055" y="310707"/>
                  <a:pt x="934837" y="321398"/>
                  <a:pt x="940185" y="330307"/>
                </a:cubicBezTo>
                <a:lnTo>
                  <a:pt x="998119" y="428308"/>
                </a:lnTo>
                <a:cubicBezTo>
                  <a:pt x="1006141" y="441672"/>
                  <a:pt x="1006141" y="456817"/>
                  <a:pt x="998119" y="469290"/>
                </a:cubicBezTo>
                <a:cubicBezTo>
                  <a:pt x="990989" y="482654"/>
                  <a:pt x="977619" y="489781"/>
                  <a:pt x="962467" y="489781"/>
                </a:cubicBezTo>
                <a:lnTo>
                  <a:pt x="936620" y="489781"/>
                </a:lnTo>
                <a:cubicBezTo>
                  <a:pt x="933946" y="489781"/>
                  <a:pt x="933055" y="492454"/>
                  <a:pt x="933055" y="495127"/>
                </a:cubicBezTo>
                <a:lnTo>
                  <a:pt x="933055" y="654601"/>
                </a:lnTo>
                <a:cubicBezTo>
                  <a:pt x="933055" y="689347"/>
                  <a:pt x="904533" y="716966"/>
                  <a:pt x="870664" y="716966"/>
                </a:cubicBezTo>
                <a:lnTo>
                  <a:pt x="794013" y="716966"/>
                </a:lnTo>
                <a:cubicBezTo>
                  <a:pt x="790447" y="716966"/>
                  <a:pt x="786882" y="716966"/>
                  <a:pt x="784208" y="716966"/>
                </a:cubicBezTo>
                <a:cubicBezTo>
                  <a:pt x="781535" y="716966"/>
                  <a:pt x="780643" y="717857"/>
                  <a:pt x="780643" y="717857"/>
                </a:cubicBezTo>
                <a:cubicBezTo>
                  <a:pt x="779752" y="717857"/>
                  <a:pt x="779752" y="718748"/>
                  <a:pt x="779752" y="720529"/>
                </a:cubicBezTo>
                <a:lnTo>
                  <a:pt x="779752" y="830112"/>
                </a:lnTo>
                <a:cubicBezTo>
                  <a:pt x="779752" y="861294"/>
                  <a:pt x="754796" y="885349"/>
                  <a:pt x="724492" y="885349"/>
                </a:cubicBezTo>
                <a:lnTo>
                  <a:pt x="564950" y="885349"/>
                </a:lnTo>
                <a:cubicBezTo>
                  <a:pt x="556037" y="903168"/>
                  <a:pt x="537320" y="914750"/>
                  <a:pt x="516820" y="914750"/>
                </a:cubicBezTo>
                <a:lnTo>
                  <a:pt x="357278" y="914750"/>
                </a:lnTo>
                <a:cubicBezTo>
                  <a:pt x="348365" y="931677"/>
                  <a:pt x="329648" y="942368"/>
                  <a:pt x="309148" y="942368"/>
                </a:cubicBezTo>
                <a:lnTo>
                  <a:pt x="116629" y="942368"/>
                </a:lnTo>
                <a:cubicBezTo>
                  <a:pt x="86324" y="942368"/>
                  <a:pt x="61368" y="918313"/>
                  <a:pt x="61368" y="888022"/>
                </a:cubicBezTo>
                <a:lnTo>
                  <a:pt x="61368" y="660838"/>
                </a:lnTo>
                <a:cubicBezTo>
                  <a:pt x="61368" y="636783"/>
                  <a:pt x="55129" y="486218"/>
                  <a:pt x="47999" y="467508"/>
                </a:cubicBezTo>
                <a:cubicBezTo>
                  <a:pt x="10564" y="415835"/>
                  <a:pt x="-5479" y="352580"/>
                  <a:pt x="1651" y="288434"/>
                </a:cubicBezTo>
                <a:cubicBezTo>
                  <a:pt x="14129" y="169050"/>
                  <a:pt x="109498" y="72831"/>
                  <a:pt x="229823" y="59467"/>
                </a:cubicBezTo>
                <a:cubicBezTo>
                  <a:pt x="263692" y="55903"/>
                  <a:pt x="297561" y="58576"/>
                  <a:pt x="330539" y="67485"/>
                </a:cubicBezTo>
                <a:cubicBezTo>
                  <a:pt x="362626" y="47885"/>
                  <a:pt x="400060" y="34521"/>
                  <a:pt x="436603" y="30957"/>
                </a:cubicBezTo>
                <a:cubicBezTo>
                  <a:pt x="471364" y="27394"/>
                  <a:pt x="505233" y="29176"/>
                  <a:pt x="537320" y="38976"/>
                </a:cubicBezTo>
                <a:cubicBezTo>
                  <a:pt x="570298" y="18484"/>
                  <a:pt x="606841" y="6012"/>
                  <a:pt x="643384" y="1557"/>
                </a:cubicBezTo>
                <a:cubicBezTo>
                  <a:pt x="662101" y="-447"/>
                  <a:pt x="680651" y="-503"/>
                  <a:pt x="698811" y="13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937C8CF4-A316-4B98-887A-6F676AF7F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374" y="10099776"/>
            <a:ext cx="6616308" cy="2867710"/>
          </a:xfrm>
          <a:prstGeom prst="roundRect">
            <a:avLst>
              <a:gd name="adj" fmla="val 23224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0" name="Freeform 20">
            <a:extLst>
              <a:ext uri="{FF2B5EF4-FFF2-40B4-BE49-F238E27FC236}">
                <a16:creationId xmlns:a16="http://schemas.microsoft.com/office/drawing/2014/main" id="{42CFC36C-9B39-4653-8CF9-0396ACA65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0537" y="10227151"/>
            <a:ext cx="6353707" cy="2609769"/>
          </a:xfrm>
          <a:prstGeom prst="roundRect">
            <a:avLst>
              <a:gd name="adj" fmla="val 19704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3" name="Freeform 47">
            <a:extLst>
              <a:ext uri="{FF2B5EF4-FFF2-40B4-BE49-F238E27FC236}">
                <a16:creationId xmlns:a16="http://schemas.microsoft.com/office/drawing/2014/main" id="{575D4867-1271-49B6-A5ED-8B23B8FD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358" y="11031667"/>
            <a:ext cx="1000739" cy="1000737"/>
          </a:xfrm>
          <a:custGeom>
            <a:avLst/>
            <a:gdLst>
              <a:gd name="T0" fmla="*/ 777 w 1126"/>
              <a:gd name="T1" fmla="*/ 755 h 1125"/>
              <a:gd name="T2" fmla="*/ 837 w 1126"/>
              <a:gd name="T3" fmla="*/ 700 h 1125"/>
              <a:gd name="T4" fmla="*/ 820 w 1126"/>
              <a:gd name="T5" fmla="*/ 606 h 1125"/>
              <a:gd name="T6" fmla="*/ 694 w 1126"/>
              <a:gd name="T7" fmla="*/ 616 h 1125"/>
              <a:gd name="T8" fmla="*/ 684 w 1126"/>
              <a:gd name="T9" fmla="*/ 463 h 1125"/>
              <a:gd name="T10" fmla="*/ 688 w 1126"/>
              <a:gd name="T11" fmla="*/ 450 h 1125"/>
              <a:gd name="T12" fmla="*/ 635 w 1126"/>
              <a:gd name="T13" fmla="*/ 405 h 1125"/>
              <a:gd name="T14" fmla="*/ 628 w 1126"/>
              <a:gd name="T15" fmla="*/ 327 h 1125"/>
              <a:gd name="T16" fmla="*/ 687 w 1126"/>
              <a:gd name="T17" fmla="*/ 316 h 1125"/>
              <a:gd name="T18" fmla="*/ 740 w 1126"/>
              <a:gd name="T19" fmla="*/ 381 h 1125"/>
              <a:gd name="T20" fmla="*/ 764 w 1126"/>
              <a:gd name="T21" fmla="*/ 382 h 1125"/>
              <a:gd name="T22" fmla="*/ 1072 w 1126"/>
              <a:gd name="T23" fmla="*/ 511 h 1125"/>
              <a:gd name="T24" fmla="*/ 1072 w 1126"/>
              <a:gd name="T25" fmla="*/ 614 h 1125"/>
              <a:gd name="T26" fmla="*/ 562 w 1126"/>
              <a:gd name="T27" fmla="*/ 1093 h 1125"/>
              <a:gd name="T28" fmla="*/ 293 w 1126"/>
              <a:gd name="T29" fmla="*/ 854 h 1125"/>
              <a:gd name="T30" fmla="*/ 392 w 1126"/>
              <a:gd name="T31" fmla="*/ 810 h 1125"/>
              <a:gd name="T32" fmla="*/ 519 w 1126"/>
              <a:gd name="T33" fmla="*/ 820 h 1125"/>
              <a:gd name="T34" fmla="*/ 536 w 1126"/>
              <a:gd name="T35" fmla="*/ 727 h 1125"/>
              <a:gd name="T36" fmla="*/ 562 w 1126"/>
              <a:gd name="T37" fmla="*/ 585 h 1125"/>
              <a:gd name="T38" fmla="*/ 674 w 1126"/>
              <a:gd name="T39" fmla="*/ 688 h 1125"/>
              <a:gd name="T40" fmla="*/ 720 w 1126"/>
              <a:gd name="T41" fmla="*/ 634 h 1125"/>
              <a:gd name="T42" fmla="*/ 740 w 1126"/>
              <a:gd name="T43" fmla="*/ 617 h 1125"/>
              <a:gd name="T44" fmla="*/ 809 w 1126"/>
              <a:gd name="T45" fmla="*/ 687 h 1125"/>
              <a:gd name="T46" fmla="*/ 744 w 1126"/>
              <a:gd name="T47" fmla="*/ 740 h 1125"/>
              <a:gd name="T48" fmla="*/ 737 w 1126"/>
              <a:gd name="T49" fmla="*/ 752 h 1125"/>
              <a:gd name="T50" fmla="*/ 614 w 1126"/>
              <a:gd name="T51" fmla="*/ 1072 h 1125"/>
              <a:gd name="T52" fmla="*/ 53 w 1126"/>
              <a:gd name="T53" fmla="*/ 511 h 1125"/>
              <a:gd name="T54" fmla="*/ 315 w 1126"/>
              <a:gd name="T55" fmla="*/ 393 h 1125"/>
              <a:gd name="T56" fmla="*/ 287 w 1126"/>
              <a:gd name="T57" fmla="*/ 424 h 1125"/>
              <a:gd name="T58" fmla="*/ 398 w 1126"/>
              <a:gd name="T59" fmla="*/ 536 h 1125"/>
              <a:gd name="T60" fmla="*/ 454 w 1126"/>
              <a:gd name="T61" fmla="*/ 476 h 1125"/>
              <a:gd name="T62" fmla="*/ 441 w 1126"/>
              <a:gd name="T63" fmla="*/ 661 h 1125"/>
              <a:gd name="T64" fmla="*/ 442 w 1126"/>
              <a:gd name="T65" fmla="*/ 686 h 1125"/>
              <a:gd name="T66" fmla="*/ 507 w 1126"/>
              <a:gd name="T67" fmla="*/ 740 h 1125"/>
              <a:gd name="T68" fmla="*/ 496 w 1126"/>
              <a:gd name="T69" fmla="*/ 798 h 1125"/>
              <a:gd name="T70" fmla="*/ 418 w 1126"/>
              <a:gd name="T71" fmla="*/ 792 h 1125"/>
              <a:gd name="T72" fmla="*/ 373 w 1126"/>
              <a:gd name="T73" fmla="*/ 738 h 1125"/>
              <a:gd name="T74" fmla="*/ 271 w 1126"/>
              <a:gd name="T75" fmla="*/ 832 h 1125"/>
              <a:gd name="T76" fmla="*/ 31 w 1126"/>
              <a:gd name="T77" fmla="*/ 562 h 1125"/>
              <a:gd name="T78" fmla="*/ 562 w 1126"/>
              <a:gd name="T79" fmla="*/ 32 h 1125"/>
              <a:gd name="T80" fmla="*/ 832 w 1126"/>
              <a:gd name="T81" fmla="*/ 271 h 1125"/>
              <a:gd name="T82" fmla="*/ 732 w 1126"/>
              <a:gd name="T83" fmla="*/ 315 h 1125"/>
              <a:gd name="T84" fmla="*/ 606 w 1126"/>
              <a:gd name="T85" fmla="*/ 305 h 1125"/>
              <a:gd name="T86" fmla="*/ 589 w 1126"/>
              <a:gd name="T87" fmla="*/ 398 h 1125"/>
              <a:gd name="T88" fmla="*/ 562 w 1126"/>
              <a:gd name="T89" fmla="*/ 540 h 1125"/>
              <a:gd name="T90" fmla="*/ 451 w 1126"/>
              <a:gd name="T91" fmla="*/ 437 h 1125"/>
              <a:gd name="T92" fmla="*/ 405 w 1126"/>
              <a:gd name="T93" fmla="*/ 490 h 1125"/>
              <a:gd name="T94" fmla="*/ 385 w 1126"/>
              <a:gd name="T95" fmla="*/ 507 h 1125"/>
              <a:gd name="T96" fmla="*/ 316 w 1126"/>
              <a:gd name="T97" fmla="*/ 437 h 1125"/>
              <a:gd name="T98" fmla="*/ 381 w 1126"/>
              <a:gd name="T99" fmla="*/ 384 h 1125"/>
              <a:gd name="T100" fmla="*/ 387 w 1126"/>
              <a:gd name="T101" fmla="*/ 372 h 1125"/>
              <a:gd name="T102" fmla="*/ 511 w 1126"/>
              <a:gd name="T103" fmla="*/ 52 h 1125"/>
              <a:gd name="T104" fmla="*/ 636 w 1126"/>
              <a:gd name="T105" fmla="*/ 30 h 1125"/>
              <a:gd name="T106" fmla="*/ 490 w 1126"/>
              <a:gd name="T107" fmla="*/ 30 h 1125"/>
              <a:gd name="T108" fmla="*/ 0 w 1126"/>
              <a:gd name="T109" fmla="*/ 562 h 1125"/>
              <a:gd name="T110" fmla="*/ 490 w 1126"/>
              <a:gd name="T111" fmla="*/ 1094 h 1125"/>
              <a:gd name="T112" fmla="*/ 562 w 1126"/>
              <a:gd name="T113" fmla="*/ 1124 h 1125"/>
              <a:gd name="T114" fmla="*/ 1094 w 1126"/>
              <a:gd name="T115" fmla="*/ 635 h 1125"/>
              <a:gd name="T116" fmla="*/ 1094 w 1126"/>
              <a:gd name="T117" fmla="*/ 490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26" h="1125">
                <a:moveTo>
                  <a:pt x="1072" y="614"/>
                </a:moveTo>
                <a:lnTo>
                  <a:pt x="854" y="832"/>
                </a:lnTo>
                <a:lnTo>
                  <a:pt x="777" y="755"/>
                </a:lnTo>
                <a:lnTo>
                  <a:pt x="809" y="732"/>
                </a:lnTo>
                <a:lnTo>
                  <a:pt x="809" y="732"/>
                </a:lnTo>
                <a:cubicBezTo>
                  <a:pt x="822" y="723"/>
                  <a:pt x="831" y="712"/>
                  <a:pt x="837" y="700"/>
                </a:cubicBezTo>
                <a:lnTo>
                  <a:pt x="837" y="700"/>
                </a:lnTo>
                <a:cubicBezTo>
                  <a:pt x="852" y="668"/>
                  <a:pt x="845" y="631"/>
                  <a:pt x="820" y="606"/>
                </a:cubicBezTo>
                <a:lnTo>
                  <a:pt x="820" y="606"/>
                </a:lnTo>
                <a:cubicBezTo>
                  <a:pt x="796" y="581"/>
                  <a:pt x="758" y="575"/>
                  <a:pt x="727" y="589"/>
                </a:cubicBezTo>
                <a:lnTo>
                  <a:pt x="727" y="589"/>
                </a:lnTo>
                <a:cubicBezTo>
                  <a:pt x="714" y="595"/>
                  <a:pt x="704" y="604"/>
                  <a:pt x="694" y="616"/>
                </a:cubicBezTo>
                <a:lnTo>
                  <a:pt x="671" y="649"/>
                </a:lnTo>
                <a:lnTo>
                  <a:pt x="585" y="562"/>
                </a:lnTo>
                <a:lnTo>
                  <a:pt x="684" y="463"/>
                </a:lnTo>
                <a:lnTo>
                  <a:pt x="684" y="463"/>
                </a:lnTo>
                <a:cubicBezTo>
                  <a:pt x="687" y="460"/>
                  <a:pt x="689" y="455"/>
                  <a:pt x="688" y="450"/>
                </a:cubicBezTo>
                <a:lnTo>
                  <a:pt x="688" y="450"/>
                </a:lnTo>
                <a:cubicBezTo>
                  <a:pt x="688" y="446"/>
                  <a:pt x="685" y="441"/>
                  <a:pt x="682" y="439"/>
                </a:cubicBezTo>
                <a:lnTo>
                  <a:pt x="635" y="405"/>
                </a:lnTo>
                <a:lnTo>
                  <a:pt x="635" y="405"/>
                </a:lnTo>
                <a:cubicBezTo>
                  <a:pt x="626" y="400"/>
                  <a:pt x="620" y="393"/>
                  <a:pt x="618" y="385"/>
                </a:cubicBezTo>
                <a:lnTo>
                  <a:pt x="618" y="385"/>
                </a:lnTo>
                <a:cubicBezTo>
                  <a:pt x="608" y="365"/>
                  <a:pt x="612" y="342"/>
                  <a:pt x="628" y="327"/>
                </a:cubicBezTo>
                <a:lnTo>
                  <a:pt x="628" y="327"/>
                </a:lnTo>
                <a:cubicBezTo>
                  <a:pt x="644" y="312"/>
                  <a:pt x="667" y="307"/>
                  <a:pt x="687" y="316"/>
                </a:cubicBezTo>
                <a:lnTo>
                  <a:pt x="687" y="316"/>
                </a:lnTo>
                <a:cubicBezTo>
                  <a:pt x="694" y="319"/>
                  <a:pt x="701" y="325"/>
                  <a:pt x="707" y="333"/>
                </a:cubicBezTo>
                <a:lnTo>
                  <a:pt x="740" y="381"/>
                </a:lnTo>
                <a:lnTo>
                  <a:pt x="740" y="381"/>
                </a:lnTo>
                <a:cubicBezTo>
                  <a:pt x="744" y="384"/>
                  <a:pt x="747" y="387"/>
                  <a:pt x="752" y="387"/>
                </a:cubicBezTo>
                <a:lnTo>
                  <a:pt x="752" y="387"/>
                </a:lnTo>
                <a:cubicBezTo>
                  <a:pt x="756" y="387"/>
                  <a:pt x="761" y="386"/>
                  <a:pt x="764" y="382"/>
                </a:cubicBezTo>
                <a:lnTo>
                  <a:pt x="854" y="293"/>
                </a:lnTo>
                <a:lnTo>
                  <a:pt x="1072" y="511"/>
                </a:lnTo>
                <a:lnTo>
                  <a:pt x="1072" y="511"/>
                </a:lnTo>
                <a:cubicBezTo>
                  <a:pt x="1086" y="525"/>
                  <a:pt x="1093" y="543"/>
                  <a:pt x="1093" y="562"/>
                </a:cubicBezTo>
                <a:lnTo>
                  <a:pt x="1093" y="562"/>
                </a:lnTo>
                <a:cubicBezTo>
                  <a:pt x="1093" y="582"/>
                  <a:pt x="1086" y="600"/>
                  <a:pt x="1072" y="614"/>
                </a:cubicBezTo>
                <a:close/>
                <a:moveTo>
                  <a:pt x="614" y="1072"/>
                </a:moveTo>
                <a:lnTo>
                  <a:pt x="614" y="1072"/>
                </a:lnTo>
                <a:cubicBezTo>
                  <a:pt x="600" y="1085"/>
                  <a:pt x="582" y="1093"/>
                  <a:pt x="562" y="1093"/>
                </a:cubicBezTo>
                <a:lnTo>
                  <a:pt x="562" y="1093"/>
                </a:lnTo>
                <a:cubicBezTo>
                  <a:pt x="543" y="1093"/>
                  <a:pt x="524" y="1085"/>
                  <a:pt x="511" y="1072"/>
                </a:cubicBezTo>
                <a:lnTo>
                  <a:pt x="293" y="854"/>
                </a:lnTo>
                <a:lnTo>
                  <a:pt x="369" y="777"/>
                </a:lnTo>
                <a:lnTo>
                  <a:pt x="392" y="810"/>
                </a:lnTo>
                <a:lnTo>
                  <a:pt x="392" y="810"/>
                </a:lnTo>
                <a:cubicBezTo>
                  <a:pt x="402" y="822"/>
                  <a:pt x="412" y="831"/>
                  <a:pt x="425" y="837"/>
                </a:cubicBezTo>
                <a:lnTo>
                  <a:pt x="425" y="837"/>
                </a:lnTo>
                <a:cubicBezTo>
                  <a:pt x="456" y="852"/>
                  <a:pt x="494" y="845"/>
                  <a:pt x="519" y="820"/>
                </a:cubicBezTo>
                <a:lnTo>
                  <a:pt x="519" y="820"/>
                </a:lnTo>
                <a:cubicBezTo>
                  <a:pt x="543" y="795"/>
                  <a:pt x="550" y="757"/>
                  <a:pt x="536" y="727"/>
                </a:cubicBezTo>
                <a:lnTo>
                  <a:pt x="536" y="727"/>
                </a:lnTo>
                <a:cubicBezTo>
                  <a:pt x="530" y="714"/>
                  <a:pt x="521" y="704"/>
                  <a:pt x="508" y="694"/>
                </a:cubicBezTo>
                <a:lnTo>
                  <a:pt x="476" y="671"/>
                </a:lnTo>
                <a:lnTo>
                  <a:pt x="562" y="585"/>
                </a:lnTo>
                <a:lnTo>
                  <a:pt x="661" y="684"/>
                </a:lnTo>
                <a:lnTo>
                  <a:pt x="661" y="684"/>
                </a:lnTo>
                <a:cubicBezTo>
                  <a:pt x="665" y="687"/>
                  <a:pt x="669" y="689"/>
                  <a:pt x="674" y="688"/>
                </a:cubicBezTo>
                <a:lnTo>
                  <a:pt x="674" y="688"/>
                </a:lnTo>
                <a:cubicBezTo>
                  <a:pt x="678" y="688"/>
                  <a:pt x="683" y="686"/>
                  <a:pt x="685" y="682"/>
                </a:cubicBezTo>
                <a:lnTo>
                  <a:pt x="720" y="634"/>
                </a:lnTo>
                <a:lnTo>
                  <a:pt x="720" y="634"/>
                </a:lnTo>
                <a:cubicBezTo>
                  <a:pt x="726" y="627"/>
                  <a:pt x="732" y="621"/>
                  <a:pt x="740" y="617"/>
                </a:cubicBezTo>
                <a:lnTo>
                  <a:pt x="740" y="617"/>
                </a:lnTo>
                <a:cubicBezTo>
                  <a:pt x="759" y="608"/>
                  <a:pt x="783" y="613"/>
                  <a:pt x="799" y="628"/>
                </a:cubicBezTo>
                <a:lnTo>
                  <a:pt x="799" y="628"/>
                </a:lnTo>
                <a:cubicBezTo>
                  <a:pt x="814" y="644"/>
                  <a:pt x="817" y="667"/>
                  <a:pt x="809" y="687"/>
                </a:cubicBezTo>
                <a:lnTo>
                  <a:pt x="809" y="687"/>
                </a:lnTo>
                <a:cubicBezTo>
                  <a:pt x="805" y="694"/>
                  <a:pt x="799" y="701"/>
                  <a:pt x="792" y="706"/>
                </a:cubicBezTo>
                <a:lnTo>
                  <a:pt x="744" y="740"/>
                </a:lnTo>
                <a:lnTo>
                  <a:pt x="744" y="740"/>
                </a:lnTo>
                <a:cubicBezTo>
                  <a:pt x="740" y="743"/>
                  <a:pt x="739" y="747"/>
                  <a:pt x="737" y="752"/>
                </a:cubicBezTo>
                <a:lnTo>
                  <a:pt x="737" y="752"/>
                </a:lnTo>
                <a:cubicBezTo>
                  <a:pt x="737" y="757"/>
                  <a:pt x="740" y="761"/>
                  <a:pt x="742" y="764"/>
                </a:cubicBezTo>
                <a:lnTo>
                  <a:pt x="832" y="854"/>
                </a:lnTo>
                <a:lnTo>
                  <a:pt x="614" y="1072"/>
                </a:lnTo>
                <a:close/>
                <a:moveTo>
                  <a:pt x="31" y="562"/>
                </a:moveTo>
                <a:lnTo>
                  <a:pt x="31" y="562"/>
                </a:lnTo>
                <a:cubicBezTo>
                  <a:pt x="31" y="543"/>
                  <a:pt x="39" y="525"/>
                  <a:pt x="53" y="511"/>
                </a:cubicBezTo>
                <a:lnTo>
                  <a:pt x="271" y="293"/>
                </a:lnTo>
                <a:lnTo>
                  <a:pt x="347" y="370"/>
                </a:lnTo>
                <a:lnTo>
                  <a:pt x="315" y="393"/>
                </a:lnTo>
                <a:lnTo>
                  <a:pt x="315" y="393"/>
                </a:lnTo>
                <a:cubicBezTo>
                  <a:pt x="303" y="402"/>
                  <a:pt x="293" y="412"/>
                  <a:pt x="287" y="424"/>
                </a:cubicBezTo>
                <a:lnTo>
                  <a:pt x="287" y="424"/>
                </a:lnTo>
                <a:cubicBezTo>
                  <a:pt x="273" y="456"/>
                  <a:pt x="280" y="494"/>
                  <a:pt x="304" y="519"/>
                </a:cubicBezTo>
                <a:lnTo>
                  <a:pt x="304" y="519"/>
                </a:lnTo>
                <a:cubicBezTo>
                  <a:pt x="329" y="543"/>
                  <a:pt x="367" y="549"/>
                  <a:pt x="398" y="536"/>
                </a:cubicBezTo>
                <a:lnTo>
                  <a:pt x="398" y="536"/>
                </a:lnTo>
                <a:cubicBezTo>
                  <a:pt x="411" y="530"/>
                  <a:pt x="421" y="520"/>
                  <a:pt x="430" y="509"/>
                </a:cubicBezTo>
                <a:lnTo>
                  <a:pt x="454" y="476"/>
                </a:lnTo>
                <a:lnTo>
                  <a:pt x="540" y="562"/>
                </a:lnTo>
                <a:lnTo>
                  <a:pt x="441" y="661"/>
                </a:lnTo>
                <a:lnTo>
                  <a:pt x="441" y="661"/>
                </a:lnTo>
                <a:cubicBezTo>
                  <a:pt x="437" y="665"/>
                  <a:pt x="436" y="669"/>
                  <a:pt x="436" y="674"/>
                </a:cubicBezTo>
                <a:lnTo>
                  <a:pt x="436" y="674"/>
                </a:lnTo>
                <a:cubicBezTo>
                  <a:pt x="436" y="679"/>
                  <a:pt x="439" y="683"/>
                  <a:pt x="442" y="686"/>
                </a:cubicBezTo>
                <a:lnTo>
                  <a:pt x="490" y="720"/>
                </a:lnTo>
                <a:lnTo>
                  <a:pt x="490" y="720"/>
                </a:lnTo>
                <a:cubicBezTo>
                  <a:pt x="498" y="725"/>
                  <a:pt x="504" y="732"/>
                  <a:pt x="507" y="740"/>
                </a:cubicBezTo>
                <a:lnTo>
                  <a:pt x="507" y="740"/>
                </a:lnTo>
                <a:cubicBezTo>
                  <a:pt x="516" y="759"/>
                  <a:pt x="512" y="782"/>
                  <a:pt x="496" y="798"/>
                </a:cubicBezTo>
                <a:lnTo>
                  <a:pt x="496" y="798"/>
                </a:lnTo>
                <a:cubicBezTo>
                  <a:pt x="481" y="813"/>
                  <a:pt x="458" y="818"/>
                  <a:pt x="438" y="809"/>
                </a:cubicBezTo>
                <a:lnTo>
                  <a:pt x="438" y="809"/>
                </a:lnTo>
                <a:cubicBezTo>
                  <a:pt x="430" y="805"/>
                  <a:pt x="424" y="799"/>
                  <a:pt x="418" y="792"/>
                </a:cubicBezTo>
                <a:lnTo>
                  <a:pt x="384" y="744"/>
                </a:lnTo>
                <a:lnTo>
                  <a:pt x="384" y="744"/>
                </a:lnTo>
                <a:cubicBezTo>
                  <a:pt x="381" y="740"/>
                  <a:pt x="377" y="738"/>
                  <a:pt x="373" y="738"/>
                </a:cubicBezTo>
                <a:lnTo>
                  <a:pt x="373" y="738"/>
                </a:lnTo>
                <a:cubicBezTo>
                  <a:pt x="368" y="738"/>
                  <a:pt x="363" y="739"/>
                  <a:pt x="360" y="742"/>
                </a:cubicBezTo>
                <a:lnTo>
                  <a:pt x="271" y="832"/>
                </a:lnTo>
                <a:lnTo>
                  <a:pt x="53" y="614"/>
                </a:lnTo>
                <a:lnTo>
                  <a:pt x="53" y="614"/>
                </a:lnTo>
                <a:cubicBezTo>
                  <a:pt x="39" y="600"/>
                  <a:pt x="31" y="582"/>
                  <a:pt x="31" y="562"/>
                </a:cubicBezTo>
                <a:close/>
                <a:moveTo>
                  <a:pt x="511" y="52"/>
                </a:moveTo>
                <a:lnTo>
                  <a:pt x="511" y="52"/>
                </a:lnTo>
                <a:cubicBezTo>
                  <a:pt x="524" y="39"/>
                  <a:pt x="543" y="32"/>
                  <a:pt x="562" y="32"/>
                </a:cubicBezTo>
                <a:lnTo>
                  <a:pt x="562" y="32"/>
                </a:lnTo>
                <a:cubicBezTo>
                  <a:pt x="582" y="32"/>
                  <a:pt x="600" y="39"/>
                  <a:pt x="614" y="52"/>
                </a:cubicBezTo>
                <a:lnTo>
                  <a:pt x="832" y="271"/>
                </a:lnTo>
                <a:lnTo>
                  <a:pt x="755" y="348"/>
                </a:lnTo>
                <a:lnTo>
                  <a:pt x="732" y="315"/>
                </a:lnTo>
                <a:lnTo>
                  <a:pt x="732" y="315"/>
                </a:lnTo>
                <a:cubicBezTo>
                  <a:pt x="723" y="302"/>
                  <a:pt x="712" y="293"/>
                  <a:pt x="700" y="287"/>
                </a:cubicBezTo>
                <a:lnTo>
                  <a:pt x="700" y="287"/>
                </a:lnTo>
                <a:cubicBezTo>
                  <a:pt x="668" y="273"/>
                  <a:pt x="631" y="280"/>
                  <a:pt x="606" y="305"/>
                </a:cubicBezTo>
                <a:lnTo>
                  <a:pt x="606" y="305"/>
                </a:lnTo>
                <a:cubicBezTo>
                  <a:pt x="582" y="329"/>
                  <a:pt x="575" y="367"/>
                  <a:pt x="589" y="398"/>
                </a:cubicBezTo>
                <a:lnTo>
                  <a:pt x="589" y="398"/>
                </a:lnTo>
                <a:cubicBezTo>
                  <a:pt x="595" y="411"/>
                  <a:pt x="604" y="421"/>
                  <a:pt x="616" y="431"/>
                </a:cubicBezTo>
                <a:lnTo>
                  <a:pt x="648" y="454"/>
                </a:lnTo>
                <a:lnTo>
                  <a:pt x="562" y="540"/>
                </a:lnTo>
                <a:lnTo>
                  <a:pt x="463" y="441"/>
                </a:lnTo>
                <a:lnTo>
                  <a:pt x="463" y="441"/>
                </a:lnTo>
                <a:cubicBezTo>
                  <a:pt x="460" y="437"/>
                  <a:pt x="455" y="436"/>
                  <a:pt x="451" y="437"/>
                </a:cubicBezTo>
                <a:lnTo>
                  <a:pt x="451" y="437"/>
                </a:lnTo>
                <a:cubicBezTo>
                  <a:pt x="446" y="437"/>
                  <a:pt x="441" y="439"/>
                  <a:pt x="439" y="443"/>
                </a:cubicBezTo>
                <a:lnTo>
                  <a:pt x="405" y="490"/>
                </a:lnTo>
                <a:lnTo>
                  <a:pt x="405" y="490"/>
                </a:lnTo>
                <a:cubicBezTo>
                  <a:pt x="399" y="498"/>
                  <a:pt x="392" y="504"/>
                  <a:pt x="385" y="507"/>
                </a:cubicBezTo>
                <a:lnTo>
                  <a:pt x="385" y="507"/>
                </a:lnTo>
                <a:cubicBezTo>
                  <a:pt x="365" y="516"/>
                  <a:pt x="342" y="512"/>
                  <a:pt x="326" y="496"/>
                </a:cubicBezTo>
                <a:lnTo>
                  <a:pt x="326" y="496"/>
                </a:lnTo>
                <a:cubicBezTo>
                  <a:pt x="311" y="481"/>
                  <a:pt x="307" y="458"/>
                  <a:pt x="316" y="437"/>
                </a:cubicBezTo>
                <a:lnTo>
                  <a:pt x="316" y="437"/>
                </a:lnTo>
                <a:cubicBezTo>
                  <a:pt x="319" y="431"/>
                  <a:pt x="325" y="424"/>
                  <a:pt x="333" y="418"/>
                </a:cubicBezTo>
                <a:lnTo>
                  <a:pt x="381" y="384"/>
                </a:lnTo>
                <a:lnTo>
                  <a:pt x="381" y="384"/>
                </a:lnTo>
                <a:cubicBezTo>
                  <a:pt x="384" y="382"/>
                  <a:pt x="387" y="378"/>
                  <a:pt x="387" y="372"/>
                </a:cubicBezTo>
                <a:lnTo>
                  <a:pt x="387" y="372"/>
                </a:lnTo>
                <a:cubicBezTo>
                  <a:pt x="388" y="368"/>
                  <a:pt x="386" y="364"/>
                  <a:pt x="382" y="360"/>
                </a:cubicBezTo>
                <a:lnTo>
                  <a:pt x="293" y="271"/>
                </a:lnTo>
                <a:lnTo>
                  <a:pt x="511" y="52"/>
                </a:lnTo>
                <a:close/>
                <a:moveTo>
                  <a:pt x="1094" y="490"/>
                </a:moveTo>
                <a:lnTo>
                  <a:pt x="636" y="30"/>
                </a:lnTo>
                <a:lnTo>
                  <a:pt x="636" y="30"/>
                </a:lnTo>
                <a:cubicBezTo>
                  <a:pt x="616" y="11"/>
                  <a:pt x="589" y="0"/>
                  <a:pt x="562" y="0"/>
                </a:cubicBezTo>
                <a:lnTo>
                  <a:pt x="562" y="0"/>
                </a:lnTo>
                <a:cubicBezTo>
                  <a:pt x="535" y="0"/>
                  <a:pt x="509" y="11"/>
                  <a:pt x="490" y="30"/>
                </a:cubicBezTo>
                <a:lnTo>
                  <a:pt x="30" y="490"/>
                </a:lnTo>
                <a:lnTo>
                  <a:pt x="30" y="490"/>
                </a:lnTo>
                <a:cubicBezTo>
                  <a:pt x="11" y="509"/>
                  <a:pt x="0" y="535"/>
                  <a:pt x="0" y="562"/>
                </a:cubicBezTo>
                <a:lnTo>
                  <a:pt x="0" y="562"/>
                </a:lnTo>
                <a:cubicBezTo>
                  <a:pt x="0" y="590"/>
                  <a:pt x="11" y="616"/>
                  <a:pt x="30" y="635"/>
                </a:cubicBezTo>
                <a:lnTo>
                  <a:pt x="490" y="1094"/>
                </a:lnTo>
                <a:lnTo>
                  <a:pt x="490" y="1094"/>
                </a:lnTo>
                <a:cubicBezTo>
                  <a:pt x="509" y="1114"/>
                  <a:pt x="535" y="1124"/>
                  <a:pt x="562" y="1124"/>
                </a:cubicBezTo>
                <a:lnTo>
                  <a:pt x="562" y="1124"/>
                </a:lnTo>
                <a:cubicBezTo>
                  <a:pt x="589" y="1124"/>
                  <a:pt x="616" y="1114"/>
                  <a:pt x="636" y="1094"/>
                </a:cubicBezTo>
                <a:lnTo>
                  <a:pt x="1094" y="635"/>
                </a:lnTo>
                <a:lnTo>
                  <a:pt x="1094" y="635"/>
                </a:lnTo>
                <a:cubicBezTo>
                  <a:pt x="1114" y="616"/>
                  <a:pt x="1125" y="590"/>
                  <a:pt x="1125" y="562"/>
                </a:cubicBezTo>
                <a:lnTo>
                  <a:pt x="1125" y="562"/>
                </a:lnTo>
                <a:cubicBezTo>
                  <a:pt x="1125" y="535"/>
                  <a:pt x="1114" y="509"/>
                  <a:pt x="1094" y="4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30F3B9D0-E101-4503-872D-6F042F29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7218" y="6696493"/>
            <a:ext cx="6616308" cy="2867710"/>
          </a:xfrm>
          <a:prstGeom prst="roundRect">
            <a:avLst>
              <a:gd name="adj" fmla="val 23224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FE28FBB7-905E-4637-B1B3-30D86583F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1399" y="6828566"/>
            <a:ext cx="6357630" cy="2609769"/>
          </a:xfrm>
          <a:prstGeom prst="roundRect">
            <a:avLst>
              <a:gd name="adj" fmla="val 21339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6E9BB8F-7003-49A8-BA00-D440F093E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97485" y="7644854"/>
            <a:ext cx="895909" cy="972377"/>
          </a:xfrm>
          <a:custGeom>
            <a:avLst/>
            <a:gdLst>
              <a:gd name="connsiteX0" fmla="*/ 27403 w 895909"/>
              <a:gd name="connsiteY0" fmla="*/ 854841 h 972377"/>
              <a:gd name="connsiteX1" fmla="*/ 28291 w 895909"/>
              <a:gd name="connsiteY1" fmla="*/ 855731 h 972377"/>
              <a:gd name="connsiteX2" fmla="*/ 187251 w 895909"/>
              <a:gd name="connsiteY2" fmla="*/ 943883 h 972377"/>
              <a:gd name="connsiteX3" fmla="*/ 605519 w 895909"/>
              <a:gd name="connsiteY3" fmla="*/ 943883 h 972377"/>
              <a:gd name="connsiteX4" fmla="*/ 764479 w 895909"/>
              <a:gd name="connsiteY4" fmla="*/ 855731 h 972377"/>
              <a:gd name="connsiteX5" fmla="*/ 765367 w 895909"/>
              <a:gd name="connsiteY5" fmla="*/ 854841 h 972377"/>
              <a:gd name="connsiteX6" fmla="*/ 554901 w 895909"/>
              <a:gd name="connsiteY6" fmla="*/ 854841 h 972377"/>
              <a:gd name="connsiteX7" fmla="*/ 237869 w 895909"/>
              <a:gd name="connsiteY7" fmla="*/ 854841 h 972377"/>
              <a:gd name="connsiteX8" fmla="*/ 767143 w 895909"/>
              <a:gd name="connsiteY8" fmla="*/ 529837 h 972377"/>
              <a:gd name="connsiteX9" fmla="*/ 760039 w 895909"/>
              <a:gd name="connsiteY9" fmla="*/ 584153 h 972377"/>
              <a:gd name="connsiteX10" fmla="*/ 702317 w 895909"/>
              <a:gd name="connsiteY10" fmla="*/ 732853 h 972377"/>
              <a:gd name="connsiteX11" fmla="*/ 867493 w 895909"/>
              <a:gd name="connsiteY11" fmla="*/ 593057 h 972377"/>
              <a:gd name="connsiteX12" fmla="*/ 804441 w 895909"/>
              <a:gd name="connsiteY12" fmla="*/ 529837 h 972377"/>
              <a:gd name="connsiteX13" fmla="*/ 67365 w 895909"/>
              <a:gd name="connsiteY13" fmla="*/ 471069 h 972377"/>
              <a:gd name="connsiteX14" fmla="*/ 52267 w 895909"/>
              <a:gd name="connsiteY14" fmla="*/ 478193 h 972377"/>
              <a:gd name="connsiteX15" fmla="*/ 47827 w 895909"/>
              <a:gd name="connsiteY15" fmla="*/ 493330 h 972377"/>
              <a:gd name="connsiteX16" fmla="*/ 60261 w 895909"/>
              <a:gd name="connsiteY16" fmla="*/ 580591 h 972377"/>
              <a:gd name="connsiteX17" fmla="*/ 243197 w 895909"/>
              <a:gd name="connsiteY17" fmla="*/ 827238 h 972377"/>
              <a:gd name="connsiteX18" fmla="*/ 549573 w 895909"/>
              <a:gd name="connsiteY18" fmla="*/ 827238 h 972377"/>
              <a:gd name="connsiteX19" fmla="*/ 732509 w 895909"/>
              <a:gd name="connsiteY19" fmla="*/ 580591 h 972377"/>
              <a:gd name="connsiteX20" fmla="*/ 744943 w 895909"/>
              <a:gd name="connsiteY20" fmla="*/ 493330 h 972377"/>
              <a:gd name="connsiteX21" fmla="*/ 740503 w 895909"/>
              <a:gd name="connsiteY21" fmla="*/ 478193 h 972377"/>
              <a:gd name="connsiteX22" fmla="*/ 725405 w 895909"/>
              <a:gd name="connsiteY22" fmla="*/ 471069 h 972377"/>
              <a:gd name="connsiteX23" fmla="*/ 67365 w 895909"/>
              <a:gd name="connsiteY23" fmla="*/ 443466 h 972377"/>
              <a:gd name="connsiteX24" fmla="*/ 725405 w 895909"/>
              <a:gd name="connsiteY24" fmla="*/ 443466 h 972377"/>
              <a:gd name="connsiteX25" fmla="*/ 760927 w 895909"/>
              <a:gd name="connsiteY25" fmla="*/ 459494 h 972377"/>
              <a:gd name="connsiteX26" fmla="*/ 772471 w 895909"/>
              <a:gd name="connsiteY26" fmla="*/ 497782 h 972377"/>
              <a:gd name="connsiteX27" fmla="*/ 771583 w 895909"/>
              <a:gd name="connsiteY27" fmla="*/ 502234 h 972377"/>
              <a:gd name="connsiteX28" fmla="*/ 804441 w 895909"/>
              <a:gd name="connsiteY28" fmla="*/ 502234 h 972377"/>
              <a:gd name="connsiteX29" fmla="*/ 895909 w 895909"/>
              <a:gd name="connsiteY29" fmla="*/ 593057 h 972377"/>
              <a:gd name="connsiteX30" fmla="*/ 676563 w 895909"/>
              <a:gd name="connsiteY30" fmla="*/ 764908 h 972377"/>
              <a:gd name="connsiteX31" fmla="*/ 605519 w 895909"/>
              <a:gd name="connsiteY31" fmla="*/ 827238 h 972377"/>
              <a:gd name="connsiteX32" fmla="*/ 768031 w 895909"/>
              <a:gd name="connsiteY32" fmla="*/ 827238 h 972377"/>
              <a:gd name="connsiteX33" fmla="*/ 789345 w 895909"/>
              <a:gd name="connsiteY33" fmla="*/ 840594 h 972377"/>
              <a:gd name="connsiteX34" fmla="*/ 786681 w 895909"/>
              <a:gd name="connsiteY34" fmla="*/ 872649 h 972377"/>
              <a:gd name="connsiteX35" fmla="*/ 605519 w 895909"/>
              <a:gd name="connsiteY35" fmla="*/ 972377 h 972377"/>
              <a:gd name="connsiteX36" fmla="*/ 187251 w 895909"/>
              <a:gd name="connsiteY36" fmla="*/ 972377 h 972377"/>
              <a:gd name="connsiteX37" fmla="*/ 6089 w 895909"/>
              <a:gd name="connsiteY37" fmla="*/ 872649 h 972377"/>
              <a:gd name="connsiteX38" fmla="*/ 3425 w 895909"/>
              <a:gd name="connsiteY38" fmla="*/ 840594 h 972377"/>
              <a:gd name="connsiteX39" fmla="*/ 24739 w 895909"/>
              <a:gd name="connsiteY39" fmla="*/ 827238 h 972377"/>
              <a:gd name="connsiteX40" fmla="*/ 187251 w 895909"/>
              <a:gd name="connsiteY40" fmla="*/ 827238 h 972377"/>
              <a:gd name="connsiteX41" fmla="*/ 32731 w 895909"/>
              <a:gd name="connsiteY41" fmla="*/ 584153 h 972377"/>
              <a:gd name="connsiteX42" fmla="*/ 21187 w 895909"/>
              <a:gd name="connsiteY42" fmla="*/ 497782 h 972377"/>
              <a:gd name="connsiteX43" fmla="*/ 30955 w 895909"/>
              <a:gd name="connsiteY43" fmla="*/ 459494 h 972377"/>
              <a:gd name="connsiteX44" fmla="*/ 67365 w 895909"/>
              <a:gd name="connsiteY44" fmla="*/ 443466 h 972377"/>
              <a:gd name="connsiteX45" fmla="*/ 471881 w 895909"/>
              <a:gd name="connsiteY45" fmla="*/ 44059 h 972377"/>
              <a:gd name="connsiteX46" fmla="*/ 489245 w 895909"/>
              <a:gd name="connsiteY46" fmla="*/ 54717 h 972377"/>
              <a:gd name="connsiteX47" fmla="*/ 502955 w 895909"/>
              <a:gd name="connsiteY47" fmla="*/ 96461 h 972377"/>
              <a:gd name="connsiteX48" fmla="*/ 523061 w 895909"/>
              <a:gd name="connsiteY48" fmla="*/ 190607 h 972377"/>
              <a:gd name="connsiteX49" fmla="*/ 502955 w 895909"/>
              <a:gd name="connsiteY49" fmla="*/ 283865 h 972377"/>
              <a:gd name="connsiteX50" fmla="*/ 485589 w 895909"/>
              <a:gd name="connsiteY50" fmla="*/ 366465 h 972377"/>
              <a:gd name="connsiteX51" fmla="*/ 470967 w 895909"/>
              <a:gd name="connsiteY51" fmla="*/ 379787 h 972377"/>
              <a:gd name="connsiteX52" fmla="*/ 457259 w 895909"/>
              <a:gd name="connsiteY52" fmla="*/ 366465 h 972377"/>
              <a:gd name="connsiteX53" fmla="*/ 476451 w 895909"/>
              <a:gd name="connsiteY53" fmla="*/ 273207 h 972377"/>
              <a:gd name="connsiteX54" fmla="*/ 494729 w 895909"/>
              <a:gd name="connsiteY54" fmla="*/ 190607 h 972377"/>
              <a:gd name="connsiteX55" fmla="*/ 476451 w 895909"/>
              <a:gd name="connsiteY55" fmla="*/ 107119 h 972377"/>
              <a:gd name="connsiteX56" fmla="*/ 460913 w 895909"/>
              <a:gd name="connsiteY56" fmla="*/ 60046 h 972377"/>
              <a:gd name="connsiteX57" fmla="*/ 471881 w 895909"/>
              <a:gd name="connsiteY57" fmla="*/ 44059 h 972377"/>
              <a:gd name="connsiteX58" fmla="*/ 292269 w 895909"/>
              <a:gd name="connsiteY58" fmla="*/ 44059 h 972377"/>
              <a:gd name="connsiteX59" fmla="*/ 308721 w 895909"/>
              <a:gd name="connsiteY59" fmla="*/ 54717 h 972377"/>
              <a:gd name="connsiteX60" fmla="*/ 323343 w 895909"/>
              <a:gd name="connsiteY60" fmla="*/ 96461 h 972377"/>
              <a:gd name="connsiteX61" fmla="*/ 342537 w 895909"/>
              <a:gd name="connsiteY61" fmla="*/ 190607 h 972377"/>
              <a:gd name="connsiteX62" fmla="*/ 323343 w 895909"/>
              <a:gd name="connsiteY62" fmla="*/ 283865 h 972377"/>
              <a:gd name="connsiteX63" fmla="*/ 305065 w 895909"/>
              <a:gd name="connsiteY63" fmla="*/ 366465 h 972377"/>
              <a:gd name="connsiteX64" fmla="*/ 291355 w 895909"/>
              <a:gd name="connsiteY64" fmla="*/ 379787 h 972377"/>
              <a:gd name="connsiteX65" fmla="*/ 276733 w 895909"/>
              <a:gd name="connsiteY65" fmla="*/ 366465 h 972377"/>
              <a:gd name="connsiteX66" fmla="*/ 296839 w 895909"/>
              <a:gd name="connsiteY66" fmla="*/ 273207 h 972377"/>
              <a:gd name="connsiteX67" fmla="*/ 314205 w 895909"/>
              <a:gd name="connsiteY67" fmla="*/ 190607 h 972377"/>
              <a:gd name="connsiteX68" fmla="*/ 296839 w 895909"/>
              <a:gd name="connsiteY68" fmla="*/ 107119 h 972377"/>
              <a:gd name="connsiteX69" fmla="*/ 280389 w 895909"/>
              <a:gd name="connsiteY69" fmla="*/ 60046 h 972377"/>
              <a:gd name="connsiteX70" fmla="*/ 292269 w 895909"/>
              <a:gd name="connsiteY70" fmla="*/ 44059 h 972377"/>
              <a:gd name="connsiteX71" fmla="*/ 381619 w 895909"/>
              <a:gd name="connsiteY71" fmla="*/ 0 h 972377"/>
              <a:gd name="connsiteX72" fmla="*/ 395329 w 895909"/>
              <a:gd name="connsiteY72" fmla="*/ 14197 h 972377"/>
              <a:gd name="connsiteX73" fmla="*/ 413607 w 895909"/>
              <a:gd name="connsiteY73" fmla="*/ 96722 h 972377"/>
              <a:gd name="connsiteX74" fmla="*/ 432799 w 895909"/>
              <a:gd name="connsiteY74" fmla="*/ 190781 h 972377"/>
              <a:gd name="connsiteX75" fmla="*/ 413607 w 895909"/>
              <a:gd name="connsiteY75" fmla="*/ 283953 h 972377"/>
              <a:gd name="connsiteX76" fmla="*/ 395329 w 895909"/>
              <a:gd name="connsiteY76" fmla="*/ 366477 h 972377"/>
              <a:gd name="connsiteX77" fmla="*/ 381619 w 895909"/>
              <a:gd name="connsiteY77" fmla="*/ 379787 h 972377"/>
              <a:gd name="connsiteX78" fmla="*/ 366997 w 895909"/>
              <a:gd name="connsiteY78" fmla="*/ 366477 h 972377"/>
              <a:gd name="connsiteX79" fmla="*/ 387103 w 895909"/>
              <a:gd name="connsiteY79" fmla="*/ 273305 h 972377"/>
              <a:gd name="connsiteX80" fmla="*/ 405381 w 895909"/>
              <a:gd name="connsiteY80" fmla="*/ 190781 h 972377"/>
              <a:gd name="connsiteX81" fmla="*/ 387103 w 895909"/>
              <a:gd name="connsiteY81" fmla="*/ 107370 h 972377"/>
              <a:gd name="connsiteX82" fmla="*/ 366997 w 895909"/>
              <a:gd name="connsiteY82" fmla="*/ 14197 h 972377"/>
              <a:gd name="connsiteX83" fmla="*/ 381619 w 895909"/>
              <a:gd name="connsiteY83" fmla="*/ 0 h 97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95909" h="972377">
                <a:moveTo>
                  <a:pt x="27403" y="854841"/>
                </a:moveTo>
                <a:cubicBezTo>
                  <a:pt x="27403" y="855731"/>
                  <a:pt x="27403" y="855731"/>
                  <a:pt x="28291" y="855731"/>
                </a:cubicBezTo>
                <a:cubicBezTo>
                  <a:pt x="70917" y="913609"/>
                  <a:pt x="126863" y="943883"/>
                  <a:pt x="187251" y="943883"/>
                </a:cubicBezTo>
                <a:lnTo>
                  <a:pt x="605519" y="943883"/>
                </a:lnTo>
                <a:cubicBezTo>
                  <a:pt x="665019" y="943883"/>
                  <a:pt x="721853" y="913609"/>
                  <a:pt x="764479" y="855731"/>
                </a:cubicBezTo>
                <a:cubicBezTo>
                  <a:pt x="765367" y="855731"/>
                  <a:pt x="765367" y="855731"/>
                  <a:pt x="765367" y="854841"/>
                </a:cubicBezTo>
                <a:lnTo>
                  <a:pt x="554901" y="854841"/>
                </a:lnTo>
                <a:lnTo>
                  <a:pt x="237869" y="854841"/>
                </a:lnTo>
                <a:close/>
                <a:moveTo>
                  <a:pt x="767143" y="529837"/>
                </a:moveTo>
                <a:lnTo>
                  <a:pt x="760039" y="584153"/>
                </a:lnTo>
                <a:cubicBezTo>
                  <a:pt x="752047" y="638469"/>
                  <a:pt x="732509" y="689223"/>
                  <a:pt x="702317" y="732853"/>
                </a:cubicBezTo>
                <a:cubicBezTo>
                  <a:pt x="759151" y="721278"/>
                  <a:pt x="867493" y="685661"/>
                  <a:pt x="867493" y="593057"/>
                </a:cubicBezTo>
                <a:cubicBezTo>
                  <a:pt x="867493" y="558331"/>
                  <a:pt x="839075" y="529837"/>
                  <a:pt x="804441" y="529837"/>
                </a:cubicBezTo>
                <a:close/>
                <a:moveTo>
                  <a:pt x="67365" y="471069"/>
                </a:moveTo>
                <a:cubicBezTo>
                  <a:pt x="62037" y="471069"/>
                  <a:pt x="56707" y="472850"/>
                  <a:pt x="52267" y="478193"/>
                </a:cubicBezTo>
                <a:cubicBezTo>
                  <a:pt x="48715" y="482645"/>
                  <a:pt x="46939" y="487987"/>
                  <a:pt x="47827" y="493330"/>
                </a:cubicBezTo>
                <a:lnTo>
                  <a:pt x="60261" y="580591"/>
                </a:lnTo>
                <a:cubicBezTo>
                  <a:pt x="75357" y="689223"/>
                  <a:pt x="143737" y="780045"/>
                  <a:pt x="243197" y="827238"/>
                </a:cubicBezTo>
                <a:lnTo>
                  <a:pt x="549573" y="827238"/>
                </a:lnTo>
                <a:cubicBezTo>
                  <a:pt x="649033" y="780045"/>
                  <a:pt x="717413" y="689223"/>
                  <a:pt x="732509" y="580591"/>
                </a:cubicBezTo>
                <a:lnTo>
                  <a:pt x="744943" y="493330"/>
                </a:lnTo>
                <a:cubicBezTo>
                  <a:pt x="745831" y="487987"/>
                  <a:pt x="744943" y="482645"/>
                  <a:pt x="740503" y="478193"/>
                </a:cubicBezTo>
                <a:cubicBezTo>
                  <a:pt x="736951" y="472850"/>
                  <a:pt x="731621" y="471069"/>
                  <a:pt x="725405" y="471069"/>
                </a:cubicBezTo>
                <a:close/>
                <a:moveTo>
                  <a:pt x="67365" y="443466"/>
                </a:moveTo>
                <a:lnTo>
                  <a:pt x="725405" y="443466"/>
                </a:lnTo>
                <a:cubicBezTo>
                  <a:pt x="739615" y="443466"/>
                  <a:pt x="752047" y="449699"/>
                  <a:pt x="760927" y="459494"/>
                </a:cubicBezTo>
                <a:cubicBezTo>
                  <a:pt x="770695" y="470179"/>
                  <a:pt x="774247" y="484426"/>
                  <a:pt x="772471" y="497782"/>
                </a:cubicBezTo>
                <a:lnTo>
                  <a:pt x="771583" y="502234"/>
                </a:lnTo>
                <a:lnTo>
                  <a:pt x="804441" y="502234"/>
                </a:lnTo>
                <a:cubicBezTo>
                  <a:pt x="854171" y="502234"/>
                  <a:pt x="895909" y="543193"/>
                  <a:pt x="895909" y="593057"/>
                </a:cubicBezTo>
                <a:cubicBezTo>
                  <a:pt x="895909" y="731072"/>
                  <a:pt x="712085" y="760456"/>
                  <a:pt x="676563" y="764908"/>
                </a:cubicBezTo>
                <a:cubicBezTo>
                  <a:pt x="656137" y="788950"/>
                  <a:pt x="632161" y="809429"/>
                  <a:pt x="605519" y="827238"/>
                </a:cubicBezTo>
                <a:lnTo>
                  <a:pt x="768031" y="827238"/>
                </a:lnTo>
                <a:cubicBezTo>
                  <a:pt x="776911" y="827238"/>
                  <a:pt x="784905" y="831690"/>
                  <a:pt x="789345" y="840594"/>
                </a:cubicBezTo>
                <a:cubicBezTo>
                  <a:pt x="794673" y="850389"/>
                  <a:pt x="792897" y="863745"/>
                  <a:pt x="786681" y="872649"/>
                </a:cubicBezTo>
                <a:cubicBezTo>
                  <a:pt x="739615" y="935869"/>
                  <a:pt x="673011" y="972377"/>
                  <a:pt x="605519" y="972377"/>
                </a:cubicBezTo>
                <a:lnTo>
                  <a:pt x="187251" y="972377"/>
                </a:lnTo>
                <a:cubicBezTo>
                  <a:pt x="119759" y="972377"/>
                  <a:pt x="53155" y="935869"/>
                  <a:pt x="6089" y="872649"/>
                </a:cubicBezTo>
                <a:cubicBezTo>
                  <a:pt x="-1015" y="863745"/>
                  <a:pt x="-1903" y="850389"/>
                  <a:pt x="3425" y="840594"/>
                </a:cubicBezTo>
                <a:cubicBezTo>
                  <a:pt x="7865" y="831690"/>
                  <a:pt x="14969" y="827238"/>
                  <a:pt x="24739" y="827238"/>
                </a:cubicBezTo>
                <a:lnTo>
                  <a:pt x="187251" y="827238"/>
                </a:lnTo>
                <a:cubicBezTo>
                  <a:pt x="103775" y="772032"/>
                  <a:pt x="46939" y="684771"/>
                  <a:pt x="32731" y="584153"/>
                </a:cubicBezTo>
                <a:lnTo>
                  <a:pt x="21187" y="497782"/>
                </a:lnTo>
                <a:cubicBezTo>
                  <a:pt x="18523" y="484426"/>
                  <a:pt x="22963" y="470179"/>
                  <a:pt x="30955" y="459494"/>
                </a:cubicBezTo>
                <a:cubicBezTo>
                  <a:pt x="40723" y="449699"/>
                  <a:pt x="53155" y="443466"/>
                  <a:pt x="67365" y="443466"/>
                </a:cubicBezTo>
                <a:close/>
                <a:moveTo>
                  <a:pt x="471881" y="44059"/>
                </a:moveTo>
                <a:cubicBezTo>
                  <a:pt x="480107" y="43171"/>
                  <a:pt x="487417" y="47612"/>
                  <a:pt x="489245" y="54717"/>
                </a:cubicBezTo>
                <a:cubicBezTo>
                  <a:pt x="492901" y="71593"/>
                  <a:pt x="497471" y="84027"/>
                  <a:pt x="502955" y="96461"/>
                </a:cubicBezTo>
                <a:cubicBezTo>
                  <a:pt x="513007" y="119554"/>
                  <a:pt x="523061" y="143534"/>
                  <a:pt x="523061" y="190607"/>
                </a:cubicBezTo>
                <a:cubicBezTo>
                  <a:pt x="523061" y="236792"/>
                  <a:pt x="513007" y="260773"/>
                  <a:pt x="502955" y="283865"/>
                </a:cubicBezTo>
                <a:cubicBezTo>
                  <a:pt x="493815" y="305181"/>
                  <a:pt x="485589" y="324721"/>
                  <a:pt x="485589" y="366465"/>
                </a:cubicBezTo>
                <a:cubicBezTo>
                  <a:pt x="485589" y="374458"/>
                  <a:pt x="479193" y="379787"/>
                  <a:pt x="470967" y="379787"/>
                </a:cubicBezTo>
                <a:cubicBezTo>
                  <a:pt x="463655" y="379787"/>
                  <a:pt x="457259" y="374458"/>
                  <a:pt x="457259" y="366465"/>
                </a:cubicBezTo>
                <a:cubicBezTo>
                  <a:pt x="457259" y="319392"/>
                  <a:pt x="467311" y="295411"/>
                  <a:pt x="476451" y="273207"/>
                </a:cubicBezTo>
                <a:cubicBezTo>
                  <a:pt x="486503" y="251891"/>
                  <a:pt x="494729" y="231463"/>
                  <a:pt x="494729" y="190607"/>
                </a:cubicBezTo>
                <a:cubicBezTo>
                  <a:pt x="494729" y="148863"/>
                  <a:pt x="486503" y="128435"/>
                  <a:pt x="476451" y="107119"/>
                </a:cubicBezTo>
                <a:cubicBezTo>
                  <a:pt x="470967" y="93797"/>
                  <a:pt x="465483" y="79586"/>
                  <a:pt x="460913" y="60046"/>
                </a:cubicBezTo>
                <a:cubicBezTo>
                  <a:pt x="459999" y="52941"/>
                  <a:pt x="465483" y="45836"/>
                  <a:pt x="471881" y="44059"/>
                </a:cubicBezTo>
                <a:close/>
                <a:moveTo>
                  <a:pt x="292269" y="44059"/>
                </a:moveTo>
                <a:cubicBezTo>
                  <a:pt x="299581" y="43171"/>
                  <a:pt x="306893" y="47612"/>
                  <a:pt x="308721" y="54717"/>
                </a:cubicBezTo>
                <a:cubicBezTo>
                  <a:pt x="312377" y="71593"/>
                  <a:pt x="317859" y="84027"/>
                  <a:pt x="323343" y="96461"/>
                </a:cubicBezTo>
                <a:cubicBezTo>
                  <a:pt x="332483" y="119554"/>
                  <a:pt x="342537" y="143534"/>
                  <a:pt x="342537" y="190607"/>
                </a:cubicBezTo>
                <a:cubicBezTo>
                  <a:pt x="342537" y="236792"/>
                  <a:pt x="332483" y="260773"/>
                  <a:pt x="323343" y="283865"/>
                </a:cubicBezTo>
                <a:cubicBezTo>
                  <a:pt x="313291" y="305181"/>
                  <a:pt x="305065" y="324721"/>
                  <a:pt x="305065" y="366465"/>
                </a:cubicBezTo>
                <a:cubicBezTo>
                  <a:pt x="305065" y="374458"/>
                  <a:pt x="298667" y="379787"/>
                  <a:pt x="291355" y="379787"/>
                </a:cubicBezTo>
                <a:cubicBezTo>
                  <a:pt x="283131" y="379787"/>
                  <a:pt x="276733" y="374458"/>
                  <a:pt x="276733" y="366465"/>
                </a:cubicBezTo>
                <a:cubicBezTo>
                  <a:pt x="276733" y="319392"/>
                  <a:pt x="286787" y="295411"/>
                  <a:pt x="296839" y="273207"/>
                </a:cubicBezTo>
                <a:cubicBezTo>
                  <a:pt x="305979" y="251891"/>
                  <a:pt x="314205" y="231463"/>
                  <a:pt x="314205" y="190607"/>
                </a:cubicBezTo>
                <a:cubicBezTo>
                  <a:pt x="314205" y="148863"/>
                  <a:pt x="305979" y="128435"/>
                  <a:pt x="296839" y="107119"/>
                </a:cubicBezTo>
                <a:cubicBezTo>
                  <a:pt x="291355" y="93797"/>
                  <a:pt x="284959" y="79586"/>
                  <a:pt x="280389" y="60046"/>
                </a:cubicBezTo>
                <a:cubicBezTo>
                  <a:pt x="279475" y="52941"/>
                  <a:pt x="284959" y="45836"/>
                  <a:pt x="292269" y="44059"/>
                </a:cubicBezTo>
                <a:close/>
                <a:moveTo>
                  <a:pt x="381619" y="0"/>
                </a:moveTo>
                <a:cubicBezTo>
                  <a:pt x="389845" y="0"/>
                  <a:pt x="395329" y="6211"/>
                  <a:pt x="395329" y="14197"/>
                </a:cubicBezTo>
                <a:cubicBezTo>
                  <a:pt x="395329" y="55016"/>
                  <a:pt x="404467" y="75425"/>
                  <a:pt x="413607" y="96722"/>
                </a:cubicBezTo>
                <a:cubicBezTo>
                  <a:pt x="422745" y="119793"/>
                  <a:pt x="432799" y="143751"/>
                  <a:pt x="432799" y="190781"/>
                </a:cubicBezTo>
                <a:cubicBezTo>
                  <a:pt x="432799" y="236923"/>
                  <a:pt x="422745" y="260882"/>
                  <a:pt x="413607" y="283953"/>
                </a:cubicBezTo>
                <a:cubicBezTo>
                  <a:pt x="404467" y="305249"/>
                  <a:pt x="395329" y="324771"/>
                  <a:pt x="395329" y="366477"/>
                </a:cubicBezTo>
                <a:cubicBezTo>
                  <a:pt x="395329" y="374463"/>
                  <a:pt x="389845" y="379787"/>
                  <a:pt x="381619" y="379787"/>
                </a:cubicBezTo>
                <a:cubicBezTo>
                  <a:pt x="373395" y="379787"/>
                  <a:pt x="366997" y="374463"/>
                  <a:pt x="366997" y="366477"/>
                </a:cubicBezTo>
                <a:cubicBezTo>
                  <a:pt x="366997" y="319447"/>
                  <a:pt x="377963" y="295488"/>
                  <a:pt x="387103" y="273305"/>
                </a:cubicBezTo>
                <a:cubicBezTo>
                  <a:pt x="396241" y="252008"/>
                  <a:pt x="405381" y="231599"/>
                  <a:pt x="405381" y="190781"/>
                </a:cubicBezTo>
                <a:cubicBezTo>
                  <a:pt x="405381" y="149075"/>
                  <a:pt x="396241" y="128666"/>
                  <a:pt x="387103" y="107370"/>
                </a:cubicBezTo>
                <a:cubicBezTo>
                  <a:pt x="377963" y="84299"/>
                  <a:pt x="366997" y="60340"/>
                  <a:pt x="366997" y="14197"/>
                </a:cubicBezTo>
                <a:cubicBezTo>
                  <a:pt x="366997" y="6211"/>
                  <a:pt x="373395" y="0"/>
                  <a:pt x="3816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314E7033-57AE-4C68-BC4C-EE771422A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825" y="10099776"/>
            <a:ext cx="6616308" cy="2867710"/>
          </a:xfrm>
          <a:prstGeom prst="roundRect">
            <a:avLst>
              <a:gd name="adj" fmla="val 23224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4" name="Freeform 50">
            <a:extLst>
              <a:ext uri="{FF2B5EF4-FFF2-40B4-BE49-F238E27FC236}">
                <a16:creationId xmlns:a16="http://schemas.microsoft.com/office/drawing/2014/main" id="{3BECA73C-DA3D-45E2-B521-D1F2E6141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8444" y="10227151"/>
            <a:ext cx="6416498" cy="2609769"/>
          </a:xfrm>
          <a:prstGeom prst="roundRect">
            <a:avLst>
              <a:gd name="adj" fmla="val 20171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313034A-8705-40F2-81EC-181FF81F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214" y="11090533"/>
            <a:ext cx="1090110" cy="882116"/>
          </a:xfrm>
          <a:custGeom>
            <a:avLst/>
            <a:gdLst>
              <a:gd name="connsiteX0" fmla="*/ 911984 w 1090110"/>
              <a:gd name="connsiteY0" fmla="*/ 808439 h 882116"/>
              <a:gd name="connsiteX1" fmla="*/ 929192 w 1090110"/>
              <a:gd name="connsiteY1" fmla="*/ 825647 h 882116"/>
              <a:gd name="connsiteX2" fmla="*/ 911984 w 1090110"/>
              <a:gd name="connsiteY2" fmla="*/ 842854 h 882116"/>
              <a:gd name="connsiteX3" fmla="*/ 894778 w 1090110"/>
              <a:gd name="connsiteY3" fmla="*/ 825647 h 882116"/>
              <a:gd name="connsiteX4" fmla="*/ 911984 w 1090110"/>
              <a:gd name="connsiteY4" fmla="*/ 808439 h 882116"/>
              <a:gd name="connsiteX5" fmla="*/ 762988 w 1090110"/>
              <a:gd name="connsiteY5" fmla="*/ 794082 h 882116"/>
              <a:gd name="connsiteX6" fmla="*/ 762988 w 1090110"/>
              <a:gd name="connsiteY6" fmla="*/ 851882 h 882116"/>
              <a:gd name="connsiteX7" fmla="*/ 765662 w 1090110"/>
              <a:gd name="connsiteY7" fmla="*/ 854550 h 882116"/>
              <a:gd name="connsiteX8" fmla="*/ 1059804 w 1090110"/>
              <a:gd name="connsiteY8" fmla="*/ 854550 h 882116"/>
              <a:gd name="connsiteX9" fmla="*/ 1063370 w 1090110"/>
              <a:gd name="connsiteY9" fmla="*/ 851882 h 882116"/>
              <a:gd name="connsiteX10" fmla="*/ 1063370 w 1090110"/>
              <a:gd name="connsiteY10" fmla="*/ 794082 h 882116"/>
              <a:gd name="connsiteX11" fmla="*/ 364558 w 1090110"/>
              <a:gd name="connsiteY11" fmla="*/ 646470 h 882116"/>
              <a:gd name="connsiteX12" fmla="*/ 368124 w 1090110"/>
              <a:gd name="connsiteY12" fmla="*/ 676704 h 882116"/>
              <a:gd name="connsiteX13" fmla="*/ 327122 w 1090110"/>
              <a:gd name="connsiteY13" fmla="*/ 854550 h 882116"/>
              <a:gd name="connsiteX14" fmla="*/ 615916 w 1090110"/>
              <a:gd name="connsiteY14" fmla="*/ 854550 h 882116"/>
              <a:gd name="connsiteX15" fmla="*/ 574914 w 1090110"/>
              <a:gd name="connsiteY15" fmla="*/ 676704 h 882116"/>
              <a:gd name="connsiteX16" fmla="*/ 577588 w 1090110"/>
              <a:gd name="connsiteY16" fmla="*/ 646470 h 882116"/>
              <a:gd name="connsiteX17" fmla="*/ 968894 w 1090110"/>
              <a:gd name="connsiteY17" fmla="*/ 557274 h 882116"/>
              <a:gd name="connsiteX18" fmla="*/ 984142 w 1090110"/>
              <a:gd name="connsiteY18" fmla="*/ 570594 h 882116"/>
              <a:gd name="connsiteX19" fmla="*/ 968894 w 1090110"/>
              <a:gd name="connsiteY19" fmla="*/ 583914 h 882116"/>
              <a:gd name="connsiteX20" fmla="*/ 953644 w 1090110"/>
              <a:gd name="connsiteY20" fmla="*/ 570594 h 882116"/>
              <a:gd name="connsiteX21" fmla="*/ 968894 w 1090110"/>
              <a:gd name="connsiteY21" fmla="*/ 557274 h 882116"/>
              <a:gd name="connsiteX22" fmla="*/ 910476 w 1090110"/>
              <a:gd name="connsiteY22" fmla="*/ 557274 h 882116"/>
              <a:gd name="connsiteX23" fmla="*/ 925250 w 1090110"/>
              <a:gd name="connsiteY23" fmla="*/ 570594 h 882116"/>
              <a:gd name="connsiteX24" fmla="*/ 910476 w 1090110"/>
              <a:gd name="connsiteY24" fmla="*/ 583914 h 882116"/>
              <a:gd name="connsiteX25" fmla="*/ 894778 w 1090110"/>
              <a:gd name="connsiteY25" fmla="*/ 570594 h 882116"/>
              <a:gd name="connsiteX26" fmla="*/ 910476 w 1090110"/>
              <a:gd name="connsiteY26" fmla="*/ 557274 h 882116"/>
              <a:gd name="connsiteX27" fmla="*/ 855534 w 1090110"/>
              <a:gd name="connsiteY27" fmla="*/ 557274 h 882116"/>
              <a:gd name="connsiteX28" fmla="*/ 870308 w 1090110"/>
              <a:gd name="connsiteY28" fmla="*/ 570594 h 882116"/>
              <a:gd name="connsiteX29" fmla="*/ 855534 w 1090110"/>
              <a:gd name="connsiteY29" fmla="*/ 583914 h 882116"/>
              <a:gd name="connsiteX30" fmla="*/ 839834 w 1090110"/>
              <a:gd name="connsiteY30" fmla="*/ 570594 h 882116"/>
              <a:gd name="connsiteX31" fmla="*/ 855534 w 1090110"/>
              <a:gd name="connsiteY31" fmla="*/ 557274 h 882116"/>
              <a:gd name="connsiteX32" fmla="*/ 468534 w 1090110"/>
              <a:gd name="connsiteY32" fmla="*/ 529804 h 882116"/>
              <a:gd name="connsiteX33" fmla="*/ 497528 w 1090110"/>
              <a:gd name="connsiteY33" fmla="*/ 559676 h 882116"/>
              <a:gd name="connsiteX34" fmla="*/ 468534 w 1090110"/>
              <a:gd name="connsiteY34" fmla="*/ 587791 h 882116"/>
              <a:gd name="connsiteX35" fmla="*/ 439540 w 1090110"/>
              <a:gd name="connsiteY35" fmla="*/ 559676 h 882116"/>
              <a:gd name="connsiteX36" fmla="*/ 468534 w 1090110"/>
              <a:gd name="connsiteY36" fmla="*/ 529804 h 882116"/>
              <a:gd name="connsiteX37" fmla="*/ 27632 w 1090110"/>
              <a:gd name="connsiteY37" fmla="*/ 498858 h 882116"/>
              <a:gd name="connsiteX38" fmla="*/ 27632 w 1090110"/>
              <a:gd name="connsiteY38" fmla="*/ 603787 h 882116"/>
              <a:gd name="connsiteX39" fmla="*/ 43676 w 1090110"/>
              <a:gd name="connsiteY39" fmla="*/ 618904 h 882116"/>
              <a:gd name="connsiteX40" fmla="*/ 735356 w 1090110"/>
              <a:gd name="connsiteY40" fmla="*/ 618904 h 882116"/>
              <a:gd name="connsiteX41" fmla="*/ 735356 w 1090110"/>
              <a:gd name="connsiteY41" fmla="*/ 498858 h 882116"/>
              <a:gd name="connsiteX42" fmla="*/ 880844 w 1090110"/>
              <a:gd name="connsiteY42" fmla="*/ 368899 h 882116"/>
              <a:gd name="connsiteX43" fmla="*/ 942224 w 1090110"/>
              <a:gd name="connsiteY43" fmla="*/ 368899 h 882116"/>
              <a:gd name="connsiteX44" fmla="*/ 956666 w 1090110"/>
              <a:gd name="connsiteY44" fmla="*/ 382219 h 882116"/>
              <a:gd name="connsiteX45" fmla="*/ 942224 w 1090110"/>
              <a:gd name="connsiteY45" fmla="*/ 395539 h 882116"/>
              <a:gd name="connsiteX46" fmla="*/ 880844 w 1090110"/>
              <a:gd name="connsiteY46" fmla="*/ 395539 h 882116"/>
              <a:gd name="connsiteX47" fmla="*/ 867306 w 1090110"/>
              <a:gd name="connsiteY47" fmla="*/ 382219 h 882116"/>
              <a:gd name="connsiteX48" fmla="*/ 880844 w 1090110"/>
              <a:gd name="connsiteY48" fmla="*/ 368899 h 882116"/>
              <a:gd name="connsiteX49" fmla="*/ 765662 w 1090110"/>
              <a:gd name="connsiteY49" fmla="*/ 352135 h 882116"/>
              <a:gd name="connsiteX50" fmla="*/ 762988 w 1090110"/>
              <a:gd name="connsiteY50" fmla="*/ 354803 h 882116"/>
              <a:gd name="connsiteX51" fmla="*/ 762988 w 1090110"/>
              <a:gd name="connsiteY51" fmla="*/ 632242 h 882116"/>
              <a:gd name="connsiteX52" fmla="*/ 762988 w 1090110"/>
              <a:gd name="connsiteY52" fmla="*/ 766516 h 882116"/>
              <a:gd name="connsiteX53" fmla="*/ 1063370 w 1090110"/>
              <a:gd name="connsiteY53" fmla="*/ 766516 h 882116"/>
              <a:gd name="connsiteX54" fmla="*/ 1063370 w 1090110"/>
              <a:gd name="connsiteY54" fmla="*/ 354803 h 882116"/>
              <a:gd name="connsiteX55" fmla="*/ 1059804 w 1090110"/>
              <a:gd name="connsiteY55" fmla="*/ 352135 h 882116"/>
              <a:gd name="connsiteX56" fmla="*/ 928778 w 1090110"/>
              <a:gd name="connsiteY56" fmla="*/ 352135 h 882116"/>
              <a:gd name="connsiteX57" fmla="*/ 855534 w 1090110"/>
              <a:gd name="connsiteY57" fmla="*/ 235468 h 882116"/>
              <a:gd name="connsiteX58" fmla="*/ 870308 w 1090110"/>
              <a:gd name="connsiteY58" fmla="*/ 249820 h 882116"/>
              <a:gd name="connsiteX59" fmla="*/ 855534 w 1090110"/>
              <a:gd name="connsiteY59" fmla="*/ 265967 h 882116"/>
              <a:gd name="connsiteX60" fmla="*/ 839834 w 1090110"/>
              <a:gd name="connsiteY60" fmla="*/ 249820 h 882116"/>
              <a:gd name="connsiteX61" fmla="*/ 855534 w 1090110"/>
              <a:gd name="connsiteY61" fmla="*/ 235468 h 882116"/>
              <a:gd name="connsiteX62" fmla="*/ 795742 w 1090110"/>
              <a:gd name="connsiteY62" fmla="*/ 235468 h 882116"/>
              <a:gd name="connsiteX63" fmla="*/ 811440 w 1090110"/>
              <a:gd name="connsiteY63" fmla="*/ 249820 h 882116"/>
              <a:gd name="connsiteX64" fmla="*/ 795742 w 1090110"/>
              <a:gd name="connsiteY64" fmla="*/ 265967 h 882116"/>
              <a:gd name="connsiteX65" fmla="*/ 780966 w 1090110"/>
              <a:gd name="connsiteY65" fmla="*/ 249820 h 882116"/>
              <a:gd name="connsiteX66" fmla="*/ 795742 w 1090110"/>
              <a:gd name="connsiteY66" fmla="*/ 235468 h 882116"/>
              <a:gd name="connsiteX67" fmla="*/ 735420 w 1090110"/>
              <a:gd name="connsiteY67" fmla="*/ 235468 h 882116"/>
              <a:gd name="connsiteX68" fmla="*/ 748738 w 1090110"/>
              <a:gd name="connsiteY68" fmla="*/ 249820 h 882116"/>
              <a:gd name="connsiteX69" fmla="*/ 735420 w 1090110"/>
              <a:gd name="connsiteY69" fmla="*/ 265967 h 882116"/>
              <a:gd name="connsiteX70" fmla="*/ 722102 w 1090110"/>
              <a:gd name="connsiteY70" fmla="*/ 249820 h 882116"/>
              <a:gd name="connsiteX71" fmla="*/ 735420 w 1090110"/>
              <a:gd name="connsiteY71" fmla="*/ 235468 h 882116"/>
              <a:gd name="connsiteX72" fmla="*/ 203150 w 1090110"/>
              <a:gd name="connsiteY72" fmla="*/ 235468 h 882116"/>
              <a:gd name="connsiteX73" fmla="*/ 218848 w 1090110"/>
              <a:gd name="connsiteY73" fmla="*/ 249820 h 882116"/>
              <a:gd name="connsiteX74" fmla="*/ 203150 w 1090110"/>
              <a:gd name="connsiteY74" fmla="*/ 265967 h 882116"/>
              <a:gd name="connsiteX75" fmla="*/ 188374 w 1090110"/>
              <a:gd name="connsiteY75" fmla="*/ 249820 h 882116"/>
              <a:gd name="connsiteX76" fmla="*/ 203150 w 1090110"/>
              <a:gd name="connsiteY76" fmla="*/ 235468 h 882116"/>
              <a:gd name="connsiteX77" fmla="*/ 144280 w 1090110"/>
              <a:gd name="connsiteY77" fmla="*/ 235468 h 882116"/>
              <a:gd name="connsiteX78" fmla="*/ 159978 w 1090110"/>
              <a:gd name="connsiteY78" fmla="*/ 249820 h 882116"/>
              <a:gd name="connsiteX79" fmla="*/ 144280 w 1090110"/>
              <a:gd name="connsiteY79" fmla="*/ 265967 h 882116"/>
              <a:gd name="connsiteX80" fmla="*/ 129506 w 1090110"/>
              <a:gd name="connsiteY80" fmla="*/ 249820 h 882116"/>
              <a:gd name="connsiteX81" fmla="*/ 144280 w 1090110"/>
              <a:gd name="connsiteY81" fmla="*/ 235468 h 882116"/>
              <a:gd name="connsiteX82" fmla="*/ 85890 w 1090110"/>
              <a:gd name="connsiteY82" fmla="*/ 235468 h 882116"/>
              <a:gd name="connsiteX83" fmla="*/ 101140 w 1090110"/>
              <a:gd name="connsiteY83" fmla="*/ 249820 h 882116"/>
              <a:gd name="connsiteX84" fmla="*/ 85890 w 1090110"/>
              <a:gd name="connsiteY84" fmla="*/ 265967 h 882116"/>
              <a:gd name="connsiteX85" fmla="*/ 70642 w 1090110"/>
              <a:gd name="connsiteY85" fmla="*/ 249820 h 882116"/>
              <a:gd name="connsiteX86" fmla="*/ 85890 w 1090110"/>
              <a:gd name="connsiteY86" fmla="*/ 235468 h 882116"/>
              <a:gd name="connsiteX87" fmla="*/ 498406 w 1090110"/>
              <a:gd name="connsiteY87" fmla="*/ 172676 h 882116"/>
              <a:gd name="connsiteX88" fmla="*/ 507464 w 1090110"/>
              <a:gd name="connsiteY88" fmla="*/ 182348 h 882116"/>
              <a:gd name="connsiteX89" fmla="*/ 507464 w 1090110"/>
              <a:gd name="connsiteY89" fmla="*/ 194657 h 882116"/>
              <a:gd name="connsiteX90" fmla="*/ 528294 w 1090110"/>
              <a:gd name="connsiteY90" fmla="*/ 211363 h 882116"/>
              <a:gd name="connsiteX91" fmla="*/ 521048 w 1090110"/>
              <a:gd name="connsiteY91" fmla="*/ 222794 h 882116"/>
              <a:gd name="connsiteX92" fmla="*/ 511086 w 1090110"/>
              <a:gd name="connsiteY92" fmla="*/ 216639 h 882116"/>
              <a:gd name="connsiteX93" fmla="*/ 500218 w 1090110"/>
              <a:gd name="connsiteY93" fmla="*/ 211363 h 882116"/>
              <a:gd name="connsiteX94" fmla="*/ 488444 w 1090110"/>
              <a:gd name="connsiteY94" fmla="*/ 216639 h 882116"/>
              <a:gd name="connsiteX95" fmla="*/ 483012 w 1090110"/>
              <a:gd name="connsiteY95" fmla="*/ 227190 h 882116"/>
              <a:gd name="connsiteX96" fmla="*/ 498406 w 1090110"/>
              <a:gd name="connsiteY96" fmla="*/ 244775 h 882116"/>
              <a:gd name="connsiteX97" fmla="*/ 532822 w 1090110"/>
              <a:gd name="connsiteY97" fmla="*/ 280825 h 882116"/>
              <a:gd name="connsiteX98" fmla="*/ 507464 w 1090110"/>
              <a:gd name="connsiteY98" fmla="*/ 312478 h 882116"/>
              <a:gd name="connsiteX99" fmla="*/ 507464 w 1090110"/>
              <a:gd name="connsiteY99" fmla="*/ 323908 h 882116"/>
              <a:gd name="connsiteX100" fmla="*/ 498406 w 1090110"/>
              <a:gd name="connsiteY100" fmla="*/ 332701 h 882116"/>
              <a:gd name="connsiteX101" fmla="*/ 488444 w 1090110"/>
              <a:gd name="connsiteY101" fmla="*/ 323908 h 882116"/>
              <a:gd name="connsiteX102" fmla="*/ 488444 w 1090110"/>
              <a:gd name="connsiteY102" fmla="*/ 314236 h 882116"/>
              <a:gd name="connsiteX103" fmla="*/ 467616 w 1090110"/>
              <a:gd name="connsiteY103" fmla="*/ 293134 h 882116"/>
              <a:gd name="connsiteX104" fmla="*/ 474860 w 1090110"/>
              <a:gd name="connsiteY104" fmla="*/ 281704 h 882116"/>
              <a:gd name="connsiteX105" fmla="*/ 485728 w 1090110"/>
              <a:gd name="connsiteY105" fmla="*/ 289617 h 882116"/>
              <a:gd name="connsiteX106" fmla="*/ 494784 w 1090110"/>
              <a:gd name="connsiteY106" fmla="*/ 295772 h 882116"/>
              <a:gd name="connsiteX107" fmla="*/ 513802 w 1090110"/>
              <a:gd name="connsiteY107" fmla="*/ 279945 h 882116"/>
              <a:gd name="connsiteX108" fmla="*/ 497502 w 1090110"/>
              <a:gd name="connsiteY108" fmla="*/ 263239 h 882116"/>
              <a:gd name="connsiteX109" fmla="*/ 496596 w 1090110"/>
              <a:gd name="connsiteY109" fmla="*/ 263239 h 882116"/>
              <a:gd name="connsiteX110" fmla="*/ 463992 w 1090110"/>
              <a:gd name="connsiteY110" fmla="*/ 226311 h 882116"/>
              <a:gd name="connsiteX111" fmla="*/ 475766 w 1090110"/>
              <a:gd name="connsiteY111" fmla="*/ 202571 h 882116"/>
              <a:gd name="connsiteX112" fmla="*/ 488444 w 1090110"/>
              <a:gd name="connsiteY112" fmla="*/ 194657 h 882116"/>
              <a:gd name="connsiteX113" fmla="*/ 488444 w 1090110"/>
              <a:gd name="connsiteY113" fmla="*/ 182348 h 882116"/>
              <a:gd name="connsiteX114" fmla="*/ 498406 w 1090110"/>
              <a:gd name="connsiteY114" fmla="*/ 172676 h 882116"/>
              <a:gd name="connsiteX115" fmla="*/ 498406 w 1090110"/>
              <a:gd name="connsiteY115" fmla="*/ 132530 h 882116"/>
              <a:gd name="connsiteX116" fmla="*/ 375784 w 1090110"/>
              <a:gd name="connsiteY116" fmla="*/ 254646 h 882116"/>
              <a:gd name="connsiteX117" fmla="*/ 498406 w 1090110"/>
              <a:gd name="connsiteY117" fmla="*/ 376762 h 882116"/>
              <a:gd name="connsiteX118" fmla="*/ 621026 w 1090110"/>
              <a:gd name="connsiteY118" fmla="*/ 254646 h 882116"/>
              <a:gd name="connsiteX119" fmla="*/ 498406 w 1090110"/>
              <a:gd name="connsiteY119" fmla="*/ 132530 h 882116"/>
              <a:gd name="connsiteX120" fmla="*/ 389366 w 1090110"/>
              <a:gd name="connsiteY120" fmla="*/ 115950 h 882116"/>
              <a:gd name="connsiteX121" fmla="*/ 305206 w 1090110"/>
              <a:gd name="connsiteY121" fmla="*/ 255090 h 882116"/>
              <a:gd name="connsiteX122" fmla="*/ 389366 w 1090110"/>
              <a:gd name="connsiteY122" fmla="*/ 394230 h 882116"/>
              <a:gd name="connsiteX123" fmla="*/ 320266 w 1090110"/>
              <a:gd name="connsiteY123" fmla="*/ 255090 h 882116"/>
              <a:gd name="connsiteX124" fmla="*/ 389366 w 1090110"/>
              <a:gd name="connsiteY124" fmla="*/ 115950 h 882116"/>
              <a:gd name="connsiteX125" fmla="*/ 498406 w 1090110"/>
              <a:gd name="connsiteY125" fmla="*/ 113811 h 882116"/>
              <a:gd name="connsiteX126" fmla="*/ 638798 w 1090110"/>
              <a:gd name="connsiteY126" fmla="*/ 254646 h 882116"/>
              <a:gd name="connsiteX127" fmla="*/ 498406 w 1090110"/>
              <a:gd name="connsiteY127" fmla="*/ 395481 h 882116"/>
              <a:gd name="connsiteX128" fmla="*/ 357126 w 1090110"/>
              <a:gd name="connsiteY128" fmla="*/ 254646 h 882116"/>
              <a:gd name="connsiteX129" fmla="*/ 498406 w 1090110"/>
              <a:gd name="connsiteY129" fmla="*/ 113811 h 882116"/>
              <a:gd name="connsiteX130" fmla="*/ 359246 w 1090110"/>
              <a:gd name="connsiteY130" fmla="*/ 113274 h 882116"/>
              <a:gd name="connsiteX131" fmla="*/ 270656 w 1090110"/>
              <a:gd name="connsiteY131" fmla="*/ 255090 h 882116"/>
              <a:gd name="connsiteX132" fmla="*/ 359246 w 1090110"/>
              <a:gd name="connsiteY132" fmla="*/ 397798 h 882116"/>
              <a:gd name="connsiteX133" fmla="*/ 287488 w 1090110"/>
              <a:gd name="connsiteY133" fmla="*/ 255090 h 882116"/>
              <a:gd name="connsiteX134" fmla="*/ 359246 w 1090110"/>
              <a:gd name="connsiteY134" fmla="*/ 113274 h 882116"/>
              <a:gd name="connsiteX135" fmla="*/ 495674 w 1090110"/>
              <a:gd name="connsiteY135" fmla="*/ 97219 h 882116"/>
              <a:gd name="connsiteX136" fmla="*/ 339756 w 1090110"/>
              <a:gd name="connsiteY136" fmla="*/ 255090 h 882116"/>
              <a:gd name="connsiteX137" fmla="*/ 495674 w 1090110"/>
              <a:gd name="connsiteY137" fmla="*/ 412961 h 882116"/>
              <a:gd name="connsiteX138" fmla="*/ 651592 w 1090110"/>
              <a:gd name="connsiteY138" fmla="*/ 255090 h 882116"/>
              <a:gd name="connsiteX139" fmla="*/ 495674 w 1090110"/>
              <a:gd name="connsiteY139" fmla="*/ 97219 h 882116"/>
              <a:gd name="connsiteX140" fmla="*/ 426574 w 1090110"/>
              <a:gd name="connsiteY140" fmla="*/ 78489 h 882116"/>
              <a:gd name="connsiteX141" fmla="*/ 444292 w 1090110"/>
              <a:gd name="connsiteY141" fmla="*/ 80273 h 882116"/>
              <a:gd name="connsiteX142" fmla="*/ 462010 w 1090110"/>
              <a:gd name="connsiteY142" fmla="*/ 78489 h 882116"/>
              <a:gd name="connsiteX143" fmla="*/ 478842 w 1090110"/>
              <a:gd name="connsiteY143" fmla="*/ 80273 h 882116"/>
              <a:gd name="connsiteX144" fmla="*/ 495674 w 1090110"/>
              <a:gd name="connsiteY144" fmla="*/ 78489 h 882116"/>
              <a:gd name="connsiteX145" fmla="*/ 670196 w 1090110"/>
              <a:gd name="connsiteY145" fmla="*/ 255090 h 882116"/>
              <a:gd name="connsiteX146" fmla="*/ 495674 w 1090110"/>
              <a:gd name="connsiteY146" fmla="*/ 430799 h 882116"/>
              <a:gd name="connsiteX147" fmla="*/ 478842 w 1090110"/>
              <a:gd name="connsiteY147" fmla="*/ 429907 h 882116"/>
              <a:gd name="connsiteX148" fmla="*/ 462010 w 1090110"/>
              <a:gd name="connsiteY148" fmla="*/ 430799 h 882116"/>
              <a:gd name="connsiteX149" fmla="*/ 444292 w 1090110"/>
              <a:gd name="connsiteY149" fmla="*/ 429907 h 882116"/>
              <a:gd name="connsiteX150" fmla="*/ 426574 w 1090110"/>
              <a:gd name="connsiteY150" fmla="*/ 430799 h 882116"/>
              <a:gd name="connsiteX151" fmla="*/ 251166 w 1090110"/>
              <a:gd name="connsiteY151" fmla="*/ 255090 h 882116"/>
              <a:gd name="connsiteX152" fmla="*/ 426574 w 1090110"/>
              <a:gd name="connsiteY152" fmla="*/ 78489 h 882116"/>
              <a:gd name="connsiteX153" fmla="*/ 43676 w 1090110"/>
              <a:gd name="connsiteY153" fmla="*/ 28455 h 882116"/>
              <a:gd name="connsiteX154" fmla="*/ 27632 w 1090110"/>
              <a:gd name="connsiteY154" fmla="*/ 43572 h 882116"/>
              <a:gd name="connsiteX155" fmla="*/ 27632 w 1090110"/>
              <a:gd name="connsiteY155" fmla="*/ 472181 h 882116"/>
              <a:gd name="connsiteX156" fmla="*/ 735356 w 1090110"/>
              <a:gd name="connsiteY156" fmla="*/ 472181 h 882116"/>
              <a:gd name="connsiteX157" fmla="*/ 735356 w 1090110"/>
              <a:gd name="connsiteY157" fmla="*/ 354803 h 882116"/>
              <a:gd name="connsiteX158" fmla="*/ 765662 w 1090110"/>
              <a:gd name="connsiteY158" fmla="*/ 324569 h 882116"/>
              <a:gd name="connsiteX159" fmla="*/ 914516 w 1090110"/>
              <a:gd name="connsiteY159" fmla="*/ 324569 h 882116"/>
              <a:gd name="connsiteX160" fmla="*/ 914516 w 1090110"/>
              <a:gd name="connsiteY160" fmla="*/ 43572 h 882116"/>
              <a:gd name="connsiteX161" fmla="*/ 899362 w 1090110"/>
              <a:gd name="connsiteY161" fmla="*/ 28455 h 882116"/>
              <a:gd name="connsiteX162" fmla="*/ 43676 w 1090110"/>
              <a:gd name="connsiteY162" fmla="*/ 0 h 882116"/>
              <a:gd name="connsiteX163" fmla="*/ 899362 w 1090110"/>
              <a:gd name="connsiteY163" fmla="*/ 0 h 882116"/>
              <a:gd name="connsiteX164" fmla="*/ 942148 w 1090110"/>
              <a:gd name="connsiteY164" fmla="*/ 43572 h 882116"/>
              <a:gd name="connsiteX165" fmla="*/ 942148 w 1090110"/>
              <a:gd name="connsiteY165" fmla="*/ 324569 h 882116"/>
              <a:gd name="connsiteX166" fmla="*/ 1059804 w 1090110"/>
              <a:gd name="connsiteY166" fmla="*/ 324569 h 882116"/>
              <a:gd name="connsiteX167" fmla="*/ 1090110 w 1090110"/>
              <a:gd name="connsiteY167" fmla="*/ 354803 h 882116"/>
              <a:gd name="connsiteX168" fmla="*/ 1090110 w 1090110"/>
              <a:gd name="connsiteY168" fmla="*/ 851882 h 882116"/>
              <a:gd name="connsiteX169" fmla="*/ 1059804 w 1090110"/>
              <a:gd name="connsiteY169" fmla="*/ 882116 h 882116"/>
              <a:gd name="connsiteX170" fmla="*/ 765662 w 1090110"/>
              <a:gd name="connsiteY170" fmla="*/ 882116 h 882116"/>
              <a:gd name="connsiteX171" fmla="*/ 735356 w 1090110"/>
              <a:gd name="connsiteY171" fmla="*/ 851882 h 882116"/>
              <a:gd name="connsiteX172" fmla="*/ 735356 w 1090110"/>
              <a:gd name="connsiteY172" fmla="*/ 781633 h 882116"/>
              <a:gd name="connsiteX173" fmla="*/ 735356 w 1090110"/>
              <a:gd name="connsiteY173" fmla="*/ 779854 h 882116"/>
              <a:gd name="connsiteX174" fmla="*/ 735356 w 1090110"/>
              <a:gd name="connsiteY174" fmla="*/ 778965 h 882116"/>
              <a:gd name="connsiteX175" fmla="*/ 735356 w 1090110"/>
              <a:gd name="connsiteY175" fmla="*/ 646470 h 882116"/>
              <a:gd name="connsiteX176" fmla="*/ 607002 w 1090110"/>
              <a:gd name="connsiteY176" fmla="*/ 646470 h 882116"/>
              <a:gd name="connsiteX177" fmla="*/ 614134 w 1090110"/>
              <a:gd name="connsiteY177" fmla="*/ 768294 h 882116"/>
              <a:gd name="connsiteX178" fmla="*/ 649788 w 1090110"/>
              <a:gd name="connsiteY178" fmla="*/ 854550 h 882116"/>
              <a:gd name="connsiteX179" fmla="*/ 692572 w 1090110"/>
              <a:gd name="connsiteY179" fmla="*/ 854550 h 882116"/>
              <a:gd name="connsiteX180" fmla="*/ 706834 w 1090110"/>
              <a:gd name="connsiteY180" fmla="*/ 868777 h 882116"/>
              <a:gd name="connsiteX181" fmla="*/ 692572 w 1090110"/>
              <a:gd name="connsiteY181" fmla="*/ 882116 h 882116"/>
              <a:gd name="connsiteX182" fmla="*/ 648896 w 1090110"/>
              <a:gd name="connsiteY182" fmla="*/ 882116 h 882116"/>
              <a:gd name="connsiteX183" fmla="*/ 294142 w 1090110"/>
              <a:gd name="connsiteY183" fmla="*/ 882116 h 882116"/>
              <a:gd name="connsiteX184" fmla="*/ 250466 w 1090110"/>
              <a:gd name="connsiteY184" fmla="*/ 882116 h 882116"/>
              <a:gd name="connsiteX185" fmla="*/ 235314 w 1090110"/>
              <a:gd name="connsiteY185" fmla="*/ 868777 h 882116"/>
              <a:gd name="connsiteX186" fmla="*/ 250466 w 1090110"/>
              <a:gd name="connsiteY186" fmla="*/ 854550 h 882116"/>
              <a:gd name="connsiteX187" fmla="*/ 293252 w 1090110"/>
              <a:gd name="connsiteY187" fmla="*/ 854550 h 882116"/>
              <a:gd name="connsiteX188" fmla="*/ 328014 w 1090110"/>
              <a:gd name="connsiteY188" fmla="*/ 768294 h 882116"/>
              <a:gd name="connsiteX189" fmla="*/ 336926 w 1090110"/>
              <a:gd name="connsiteY189" fmla="*/ 646470 h 882116"/>
              <a:gd name="connsiteX190" fmla="*/ 43676 w 1090110"/>
              <a:gd name="connsiteY190" fmla="*/ 646470 h 882116"/>
              <a:gd name="connsiteX191" fmla="*/ 0 w 1090110"/>
              <a:gd name="connsiteY191" fmla="*/ 603787 h 882116"/>
              <a:gd name="connsiteX192" fmla="*/ 0 w 1090110"/>
              <a:gd name="connsiteY192" fmla="*/ 43572 h 882116"/>
              <a:gd name="connsiteX193" fmla="*/ 43676 w 1090110"/>
              <a:gd name="connsiteY193" fmla="*/ 0 h 88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1090110" h="882116">
                <a:moveTo>
                  <a:pt x="911984" y="808439"/>
                </a:moveTo>
                <a:cubicBezTo>
                  <a:pt x="921946" y="808439"/>
                  <a:pt x="929192" y="816590"/>
                  <a:pt x="929192" y="825647"/>
                </a:cubicBezTo>
                <a:cubicBezTo>
                  <a:pt x="929192" y="834703"/>
                  <a:pt x="921946" y="842854"/>
                  <a:pt x="911984" y="842854"/>
                </a:cubicBezTo>
                <a:cubicBezTo>
                  <a:pt x="902022" y="842854"/>
                  <a:pt x="894778" y="834703"/>
                  <a:pt x="894778" y="825647"/>
                </a:cubicBezTo>
                <a:cubicBezTo>
                  <a:pt x="894778" y="816590"/>
                  <a:pt x="902022" y="808439"/>
                  <a:pt x="911984" y="808439"/>
                </a:cubicBezTo>
                <a:close/>
                <a:moveTo>
                  <a:pt x="762988" y="794082"/>
                </a:moveTo>
                <a:lnTo>
                  <a:pt x="762988" y="851882"/>
                </a:lnTo>
                <a:cubicBezTo>
                  <a:pt x="762988" y="853660"/>
                  <a:pt x="764770" y="854550"/>
                  <a:pt x="765662" y="854550"/>
                </a:cubicBezTo>
                <a:lnTo>
                  <a:pt x="1059804" y="854550"/>
                </a:lnTo>
                <a:cubicBezTo>
                  <a:pt x="1061586" y="854550"/>
                  <a:pt x="1063370" y="853660"/>
                  <a:pt x="1063370" y="851882"/>
                </a:cubicBezTo>
                <a:lnTo>
                  <a:pt x="1063370" y="794082"/>
                </a:lnTo>
                <a:close/>
                <a:moveTo>
                  <a:pt x="364558" y="646470"/>
                </a:moveTo>
                <a:cubicBezTo>
                  <a:pt x="367232" y="654473"/>
                  <a:pt x="368124" y="664255"/>
                  <a:pt x="368124" y="676704"/>
                </a:cubicBezTo>
                <a:cubicBezTo>
                  <a:pt x="368124" y="714051"/>
                  <a:pt x="352970" y="807421"/>
                  <a:pt x="327122" y="854550"/>
                </a:cubicBezTo>
                <a:lnTo>
                  <a:pt x="615916" y="854550"/>
                </a:lnTo>
                <a:cubicBezTo>
                  <a:pt x="589176" y="807421"/>
                  <a:pt x="574914" y="714051"/>
                  <a:pt x="574914" y="676704"/>
                </a:cubicBezTo>
                <a:cubicBezTo>
                  <a:pt x="574914" y="664255"/>
                  <a:pt x="575806" y="654473"/>
                  <a:pt x="577588" y="646470"/>
                </a:cubicBezTo>
                <a:close/>
                <a:moveTo>
                  <a:pt x="968894" y="557274"/>
                </a:moveTo>
                <a:cubicBezTo>
                  <a:pt x="976966" y="557274"/>
                  <a:pt x="984142" y="563101"/>
                  <a:pt x="984142" y="570594"/>
                </a:cubicBezTo>
                <a:cubicBezTo>
                  <a:pt x="984142" y="578919"/>
                  <a:pt x="976966" y="583914"/>
                  <a:pt x="968894" y="583914"/>
                </a:cubicBezTo>
                <a:cubicBezTo>
                  <a:pt x="960820" y="583914"/>
                  <a:pt x="953644" y="578919"/>
                  <a:pt x="953644" y="570594"/>
                </a:cubicBezTo>
                <a:cubicBezTo>
                  <a:pt x="953644" y="563101"/>
                  <a:pt x="960820" y="557274"/>
                  <a:pt x="968894" y="557274"/>
                </a:cubicBezTo>
                <a:close/>
                <a:moveTo>
                  <a:pt x="910476" y="557274"/>
                </a:moveTo>
                <a:cubicBezTo>
                  <a:pt x="918786" y="557274"/>
                  <a:pt x="925250" y="563101"/>
                  <a:pt x="925250" y="570594"/>
                </a:cubicBezTo>
                <a:cubicBezTo>
                  <a:pt x="925250" y="578919"/>
                  <a:pt x="918786" y="583914"/>
                  <a:pt x="910476" y="583914"/>
                </a:cubicBezTo>
                <a:cubicBezTo>
                  <a:pt x="901242" y="583914"/>
                  <a:pt x="894778" y="578919"/>
                  <a:pt x="894778" y="570594"/>
                </a:cubicBezTo>
                <a:cubicBezTo>
                  <a:pt x="894778" y="563101"/>
                  <a:pt x="901242" y="557274"/>
                  <a:pt x="910476" y="557274"/>
                </a:cubicBezTo>
                <a:close/>
                <a:moveTo>
                  <a:pt x="855534" y="557274"/>
                </a:moveTo>
                <a:cubicBezTo>
                  <a:pt x="862920" y="557274"/>
                  <a:pt x="870308" y="563101"/>
                  <a:pt x="870308" y="570594"/>
                </a:cubicBezTo>
                <a:cubicBezTo>
                  <a:pt x="870308" y="578919"/>
                  <a:pt x="862920" y="583914"/>
                  <a:pt x="855534" y="583914"/>
                </a:cubicBezTo>
                <a:cubicBezTo>
                  <a:pt x="846298" y="583914"/>
                  <a:pt x="839834" y="578919"/>
                  <a:pt x="839834" y="570594"/>
                </a:cubicBezTo>
                <a:cubicBezTo>
                  <a:pt x="839834" y="563101"/>
                  <a:pt x="846298" y="557274"/>
                  <a:pt x="855534" y="557274"/>
                </a:cubicBezTo>
                <a:close/>
                <a:moveTo>
                  <a:pt x="468534" y="529804"/>
                </a:moveTo>
                <a:cubicBezTo>
                  <a:pt x="484348" y="529804"/>
                  <a:pt x="497528" y="542983"/>
                  <a:pt x="497528" y="559676"/>
                </a:cubicBezTo>
                <a:cubicBezTo>
                  <a:pt x="497528" y="575491"/>
                  <a:pt x="484348" y="587791"/>
                  <a:pt x="468534" y="587791"/>
                </a:cubicBezTo>
                <a:cubicBezTo>
                  <a:pt x="451840" y="587791"/>
                  <a:pt x="439540" y="575491"/>
                  <a:pt x="439540" y="559676"/>
                </a:cubicBezTo>
                <a:cubicBezTo>
                  <a:pt x="439540" y="542983"/>
                  <a:pt x="451840" y="529804"/>
                  <a:pt x="468534" y="529804"/>
                </a:cubicBezTo>
                <a:close/>
                <a:moveTo>
                  <a:pt x="27632" y="498858"/>
                </a:moveTo>
                <a:lnTo>
                  <a:pt x="27632" y="603787"/>
                </a:lnTo>
                <a:cubicBezTo>
                  <a:pt x="27632" y="611790"/>
                  <a:pt x="34762" y="618904"/>
                  <a:pt x="43676" y="618904"/>
                </a:cubicBezTo>
                <a:lnTo>
                  <a:pt x="735356" y="618904"/>
                </a:lnTo>
                <a:lnTo>
                  <a:pt x="735356" y="498858"/>
                </a:lnTo>
                <a:close/>
                <a:moveTo>
                  <a:pt x="880844" y="368899"/>
                </a:moveTo>
                <a:lnTo>
                  <a:pt x="942224" y="368899"/>
                </a:lnTo>
                <a:cubicBezTo>
                  <a:pt x="950348" y="368899"/>
                  <a:pt x="956666" y="375559"/>
                  <a:pt x="956666" y="382219"/>
                </a:cubicBezTo>
                <a:cubicBezTo>
                  <a:pt x="956666" y="389711"/>
                  <a:pt x="950348" y="395539"/>
                  <a:pt x="942224" y="395539"/>
                </a:cubicBezTo>
                <a:lnTo>
                  <a:pt x="880844" y="395539"/>
                </a:lnTo>
                <a:cubicBezTo>
                  <a:pt x="873624" y="395539"/>
                  <a:pt x="867306" y="389711"/>
                  <a:pt x="867306" y="382219"/>
                </a:cubicBezTo>
                <a:cubicBezTo>
                  <a:pt x="867306" y="375559"/>
                  <a:pt x="873624" y="368899"/>
                  <a:pt x="880844" y="368899"/>
                </a:cubicBezTo>
                <a:close/>
                <a:moveTo>
                  <a:pt x="765662" y="352135"/>
                </a:moveTo>
                <a:cubicBezTo>
                  <a:pt x="764770" y="352135"/>
                  <a:pt x="762988" y="353024"/>
                  <a:pt x="762988" y="354803"/>
                </a:cubicBezTo>
                <a:lnTo>
                  <a:pt x="762988" y="632242"/>
                </a:lnTo>
                <a:lnTo>
                  <a:pt x="762988" y="766516"/>
                </a:lnTo>
                <a:lnTo>
                  <a:pt x="1063370" y="766516"/>
                </a:lnTo>
                <a:lnTo>
                  <a:pt x="1063370" y="354803"/>
                </a:lnTo>
                <a:cubicBezTo>
                  <a:pt x="1063370" y="353024"/>
                  <a:pt x="1061586" y="352135"/>
                  <a:pt x="1059804" y="352135"/>
                </a:cubicBezTo>
                <a:lnTo>
                  <a:pt x="928778" y="352135"/>
                </a:lnTo>
                <a:close/>
                <a:moveTo>
                  <a:pt x="855534" y="235468"/>
                </a:moveTo>
                <a:cubicBezTo>
                  <a:pt x="862920" y="235468"/>
                  <a:pt x="870308" y="242644"/>
                  <a:pt x="870308" y="249820"/>
                </a:cubicBezTo>
                <a:cubicBezTo>
                  <a:pt x="870308" y="258791"/>
                  <a:pt x="862920" y="265967"/>
                  <a:pt x="855534" y="265967"/>
                </a:cubicBezTo>
                <a:cubicBezTo>
                  <a:pt x="846298" y="265967"/>
                  <a:pt x="839834" y="258791"/>
                  <a:pt x="839834" y="249820"/>
                </a:cubicBezTo>
                <a:cubicBezTo>
                  <a:pt x="839834" y="242644"/>
                  <a:pt x="846298" y="235468"/>
                  <a:pt x="855534" y="235468"/>
                </a:cubicBezTo>
                <a:close/>
                <a:moveTo>
                  <a:pt x="795742" y="235468"/>
                </a:moveTo>
                <a:cubicBezTo>
                  <a:pt x="804052" y="235468"/>
                  <a:pt x="811440" y="242644"/>
                  <a:pt x="811440" y="249820"/>
                </a:cubicBezTo>
                <a:cubicBezTo>
                  <a:pt x="811440" y="258791"/>
                  <a:pt x="804052" y="265967"/>
                  <a:pt x="795742" y="265967"/>
                </a:cubicBezTo>
                <a:cubicBezTo>
                  <a:pt x="787430" y="265967"/>
                  <a:pt x="780966" y="258791"/>
                  <a:pt x="780966" y="249820"/>
                </a:cubicBezTo>
                <a:cubicBezTo>
                  <a:pt x="780966" y="242644"/>
                  <a:pt x="787430" y="235468"/>
                  <a:pt x="795742" y="235468"/>
                </a:cubicBezTo>
                <a:close/>
                <a:moveTo>
                  <a:pt x="735420" y="235468"/>
                </a:moveTo>
                <a:cubicBezTo>
                  <a:pt x="742912" y="235468"/>
                  <a:pt x="748738" y="242644"/>
                  <a:pt x="748738" y="249820"/>
                </a:cubicBezTo>
                <a:cubicBezTo>
                  <a:pt x="748738" y="258791"/>
                  <a:pt x="742912" y="265967"/>
                  <a:pt x="735420" y="265967"/>
                </a:cubicBezTo>
                <a:cubicBezTo>
                  <a:pt x="727928" y="265967"/>
                  <a:pt x="722102" y="258791"/>
                  <a:pt x="722102" y="249820"/>
                </a:cubicBezTo>
                <a:cubicBezTo>
                  <a:pt x="722102" y="242644"/>
                  <a:pt x="727928" y="235468"/>
                  <a:pt x="735420" y="235468"/>
                </a:cubicBezTo>
                <a:close/>
                <a:moveTo>
                  <a:pt x="203150" y="235468"/>
                </a:moveTo>
                <a:cubicBezTo>
                  <a:pt x="212384" y="235468"/>
                  <a:pt x="218848" y="242644"/>
                  <a:pt x="218848" y="249820"/>
                </a:cubicBezTo>
                <a:cubicBezTo>
                  <a:pt x="218848" y="258791"/>
                  <a:pt x="212384" y="265967"/>
                  <a:pt x="203150" y="265967"/>
                </a:cubicBezTo>
                <a:cubicBezTo>
                  <a:pt x="195762" y="265967"/>
                  <a:pt x="188374" y="258791"/>
                  <a:pt x="188374" y="249820"/>
                </a:cubicBezTo>
                <a:cubicBezTo>
                  <a:pt x="188374" y="242644"/>
                  <a:pt x="195762" y="235468"/>
                  <a:pt x="203150" y="235468"/>
                </a:cubicBezTo>
                <a:close/>
                <a:moveTo>
                  <a:pt x="144280" y="235468"/>
                </a:moveTo>
                <a:cubicBezTo>
                  <a:pt x="153514" y="235468"/>
                  <a:pt x="159978" y="242644"/>
                  <a:pt x="159978" y="249820"/>
                </a:cubicBezTo>
                <a:cubicBezTo>
                  <a:pt x="159978" y="258791"/>
                  <a:pt x="153514" y="265967"/>
                  <a:pt x="144280" y="265967"/>
                </a:cubicBezTo>
                <a:cubicBezTo>
                  <a:pt x="135970" y="265967"/>
                  <a:pt x="129506" y="258791"/>
                  <a:pt x="129506" y="249820"/>
                </a:cubicBezTo>
                <a:cubicBezTo>
                  <a:pt x="129506" y="242644"/>
                  <a:pt x="135970" y="235468"/>
                  <a:pt x="144280" y="235468"/>
                </a:cubicBezTo>
                <a:close/>
                <a:moveTo>
                  <a:pt x="85890" y="235468"/>
                </a:moveTo>
                <a:cubicBezTo>
                  <a:pt x="93964" y="235468"/>
                  <a:pt x="101140" y="242644"/>
                  <a:pt x="101140" y="249820"/>
                </a:cubicBezTo>
                <a:cubicBezTo>
                  <a:pt x="101140" y="258791"/>
                  <a:pt x="93964" y="265967"/>
                  <a:pt x="85890" y="265967"/>
                </a:cubicBezTo>
                <a:cubicBezTo>
                  <a:pt x="77818" y="265967"/>
                  <a:pt x="70642" y="258791"/>
                  <a:pt x="70642" y="249820"/>
                </a:cubicBezTo>
                <a:cubicBezTo>
                  <a:pt x="70642" y="242644"/>
                  <a:pt x="77818" y="235468"/>
                  <a:pt x="85890" y="235468"/>
                </a:cubicBezTo>
                <a:close/>
                <a:moveTo>
                  <a:pt x="498406" y="172676"/>
                </a:moveTo>
                <a:cubicBezTo>
                  <a:pt x="503840" y="172676"/>
                  <a:pt x="507464" y="177072"/>
                  <a:pt x="507464" y="182348"/>
                </a:cubicBezTo>
                <a:lnTo>
                  <a:pt x="507464" y="194657"/>
                </a:lnTo>
                <a:cubicBezTo>
                  <a:pt x="515614" y="196416"/>
                  <a:pt x="526482" y="199933"/>
                  <a:pt x="528294" y="211363"/>
                </a:cubicBezTo>
                <a:cubicBezTo>
                  <a:pt x="530104" y="216639"/>
                  <a:pt x="527388" y="221914"/>
                  <a:pt x="521048" y="222794"/>
                </a:cubicBezTo>
                <a:cubicBezTo>
                  <a:pt x="516520" y="224552"/>
                  <a:pt x="511992" y="221914"/>
                  <a:pt x="511086" y="216639"/>
                </a:cubicBezTo>
                <a:cubicBezTo>
                  <a:pt x="509274" y="211363"/>
                  <a:pt x="500218" y="211363"/>
                  <a:pt x="500218" y="211363"/>
                </a:cubicBezTo>
                <a:cubicBezTo>
                  <a:pt x="495690" y="211363"/>
                  <a:pt x="491162" y="213122"/>
                  <a:pt x="488444" y="216639"/>
                </a:cubicBezTo>
                <a:cubicBezTo>
                  <a:pt x="484822" y="219277"/>
                  <a:pt x="483012" y="222794"/>
                  <a:pt x="483012" y="227190"/>
                </a:cubicBezTo>
                <a:cubicBezTo>
                  <a:pt x="483012" y="236862"/>
                  <a:pt x="489350" y="243896"/>
                  <a:pt x="498406" y="244775"/>
                </a:cubicBezTo>
                <a:cubicBezTo>
                  <a:pt x="518332" y="246534"/>
                  <a:pt x="532822" y="262360"/>
                  <a:pt x="532822" y="280825"/>
                </a:cubicBezTo>
                <a:cubicBezTo>
                  <a:pt x="531916" y="295772"/>
                  <a:pt x="521048" y="308082"/>
                  <a:pt x="507464" y="312478"/>
                </a:cubicBezTo>
                <a:lnTo>
                  <a:pt x="507464" y="323908"/>
                </a:lnTo>
                <a:cubicBezTo>
                  <a:pt x="507464" y="329184"/>
                  <a:pt x="503840" y="332701"/>
                  <a:pt x="498406" y="332701"/>
                </a:cubicBezTo>
                <a:cubicBezTo>
                  <a:pt x="492974" y="332701"/>
                  <a:pt x="488444" y="329184"/>
                  <a:pt x="488444" y="323908"/>
                </a:cubicBezTo>
                <a:lnTo>
                  <a:pt x="488444" y="314236"/>
                </a:lnTo>
                <a:cubicBezTo>
                  <a:pt x="481200" y="311599"/>
                  <a:pt x="470332" y="306323"/>
                  <a:pt x="467616" y="293134"/>
                </a:cubicBezTo>
                <a:cubicBezTo>
                  <a:pt x="466710" y="287859"/>
                  <a:pt x="470332" y="283462"/>
                  <a:pt x="474860" y="281704"/>
                </a:cubicBezTo>
                <a:cubicBezTo>
                  <a:pt x="480294" y="280825"/>
                  <a:pt x="484822" y="283462"/>
                  <a:pt x="485728" y="289617"/>
                </a:cubicBezTo>
                <a:cubicBezTo>
                  <a:pt x="487540" y="295772"/>
                  <a:pt x="494784" y="295772"/>
                  <a:pt x="494784" y="295772"/>
                </a:cubicBezTo>
                <a:cubicBezTo>
                  <a:pt x="505652" y="296651"/>
                  <a:pt x="512898" y="289617"/>
                  <a:pt x="513802" y="279945"/>
                </a:cubicBezTo>
                <a:cubicBezTo>
                  <a:pt x="513802" y="271153"/>
                  <a:pt x="506558" y="263239"/>
                  <a:pt x="497502" y="263239"/>
                </a:cubicBezTo>
                <a:lnTo>
                  <a:pt x="496596" y="263239"/>
                </a:lnTo>
                <a:cubicBezTo>
                  <a:pt x="478482" y="261481"/>
                  <a:pt x="463086" y="245654"/>
                  <a:pt x="463992" y="226311"/>
                </a:cubicBezTo>
                <a:cubicBezTo>
                  <a:pt x="463992" y="217518"/>
                  <a:pt x="468520" y="208726"/>
                  <a:pt x="475766" y="202571"/>
                </a:cubicBezTo>
                <a:cubicBezTo>
                  <a:pt x="479388" y="199054"/>
                  <a:pt x="484822" y="196416"/>
                  <a:pt x="488444" y="194657"/>
                </a:cubicBezTo>
                <a:lnTo>
                  <a:pt x="488444" y="182348"/>
                </a:lnTo>
                <a:cubicBezTo>
                  <a:pt x="488444" y="177072"/>
                  <a:pt x="492974" y="172676"/>
                  <a:pt x="498406" y="172676"/>
                </a:cubicBezTo>
                <a:close/>
                <a:moveTo>
                  <a:pt x="498406" y="132530"/>
                </a:moveTo>
                <a:cubicBezTo>
                  <a:pt x="430876" y="132530"/>
                  <a:pt x="375784" y="186902"/>
                  <a:pt x="375784" y="254646"/>
                </a:cubicBezTo>
                <a:cubicBezTo>
                  <a:pt x="375784" y="322389"/>
                  <a:pt x="430876" y="376762"/>
                  <a:pt x="498406" y="376762"/>
                </a:cubicBezTo>
                <a:cubicBezTo>
                  <a:pt x="565048" y="376762"/>
                  <a:pt x="621026" y="322389"/>
                  <a:pt x="621026" y="254646"/>
                </a:cubicBezTo>
                <a:cubicBezTo>
                  <a:pt x="621026" y="186902"/>
                  <a:pt x="565048" y="132530"/>
                  <a:pt x="498406" y="132530"/>
                </a:cubicBezTo>
                <a:close/>
                <a:moveTo>
                  <a:pt x="389366" y="115950"/>
                </a:moveTo>
                <a:cubicBezTo>
                  <a:pt x="339756" y="142708"/>
                  <a:pt x="305206" y="195331"/>
                  <a:pt x="305206" y="255090"/>
                </a:cubicBezTo>
                <a:cubicBezTo>
                  <a:pt x="305206" y="315741"/>
                  <a:pt x="339756" y="368364"/>
                  <a:pt x="389366" y="394230"/>
                </a:cubicBezTo>
                <a:cubicBezTo>
                  <a:pt x="347728" y="362121"/>
                  <a:pt x="320266" y="312173"/>
                  <a:pt x="320266" y="255090"/>
                </a:cubicBezTo>
                <a:cubicBezTo>
                  <a:pt x="320266" y="198007"/>
                  <a:pt x="347728" y="148059"/>
                  <a:pt x="389366" y="115950"/>
                </a:cubicBezTo>
                <a:close/>
                <a:moveTo>
                  <a:pt x="498406" y="113811"/>
                </a:moveTo>
                <a:cubicBezTo>
                  <a:pt x="575710" y="113811"/>
                  <a:pt x="638798" y="177098"/>
                  <a:pt x="638798" y="254646"/>
                </a:cubicBezTo>
                <a:cubicBezTo>
                  <a:pt x="638798" y="333085"/>
                  <a:pt x="575710" y="395481"/>
                  <a:pt x="498406" y="395481"/>
                </a:cubicBezTo>
                <a:cubicBezTo>
                  <a:pt x="421102" y="395481"/>
                  <a:pt x="357126" y="333085"/>
                  <a:pt x="357126" y="254646"/>
                </a:cubicBezTo>
                <a:cubicBezTo>
                  <a:pt x="357126" y="177098"/>
                  <a:pt x="421102" y="113811"/>
                  <a:pt x="498406" y="113811"/>
                </a:cubicBezTo>
                <a:close/>
                <a:moveTo>
                  <a:pt x="359246" y="113274"/>
                </a:moveTo>
                <a:cubicBezTo>
                  <a:pt x="306978" y="139140"/>
                  <a:pt x="270656" y="192655"/>
                  <a:pt x="270656" y="255090"/>
                </a:cubicBezTo>
                <a:cubicBezTo>
                  <a:pt x="270656" y="318417"/>
                  <a:pt x="306978" y="371040"/>
                  <a:pt x="359246" y="397798"/>
                </a:cubicBezTo>
                <a:cubicBezTo>
                  <a:pt x="315836" y="365689"/>
                  <a:pt x="287488" y="313065"/>
                  <a:pt x="287488" y="255090"/>
                </a:cubicBezTo>
                <a:cubicBezTo>
                  <a:pt x="287488" y="196223"/>
                  <a:pt x="315836" y="145383"/>
                  <a:pt x="359246" y="113274"/>
                </a:cubicBezTo>
                <a:close/>
                <a:moveTo>
                  <a:pt x="495674" y="97219"/>
                </a:moveTo>
                <a:cubicBezTo>
                  <a:pt x="408856" y="97219"/>
                  <a:pt x="339756" y="168573"/>
                  <a:pt x="339756" y="255090"/>
                </a:cubicBezTo>
                <a:cubicBezTo>
                  <a:pt x="339756" y="342499"/>
                  <a:pt x="408856" y="412961"/>
                  <a:pt x="495674" y="412961"/>
                </a:cubicBezTo>
                <a:cubicBezTo>
                  <a:pt x="581606" y="412961"/>
                  <a:pt x="651592" y="342499"/>
                  <a:pt x="651592" y="255090"/>
                </a:cubicBezTo>
                <a:cubicBezTo>
                  <a:pt x="651592" y="168573"/>
                  <a:pt x="581606" y="97219"/>
                  <a:pt x="495674" y="97219"/>
                </a:cubicBezTo>
                <a:close/>
                <a:moveTo>
                  <a:pt x="426574" y="78489"/>
                </a:moveTo>
                <a:cubicBezTo>
                  <a:pt x="432776" y="78489"/>
                  <a:pt x="438090" y="80273"/>
                  <a:pt x="444292" y="80273"/>
                </a:cubicBezTo>
                <a:cubicBezTo>
                  <a:pt x="450494" y="80273"/>
                  <a:pt x="455808" y="78489"/>
                  <a:pt x="462010" y="78489"/>
                </a:cubicBezTo>
                <a:cubicBezTo>
                  <a:pt x="467326" y="78489"/>
                  <a:pt x="473526" y="80273"/>
                  <a:pt x="478842" y="80273"/>
                </a:cubicBezTo>
                <a:cubicBezTo>
                  <a:pt x="484158" y="80273"/>
                  <a:pt x="490358" y="78489"/>
                  <a:pt x="495674" y="78489"/>
                </a:cubicBezTo>
                <a:cubicBezTo>
                  <a:pt x="591352" y="78489"/>
                  <a:pt x="670196" y="158762"/>
                  <a:pt x="670196" y="255090"/>
                </a:cubicBezTo>
                <a:cubicBezTo>
                  <a:pt x="670196" y="352310"/>
                  <a:pt x="591352" y="430799"/>
                  <a:pt x="495674" y="430799"/>
                </a:cubicBezTo>
                <a:cubicBezTo>
                  <a:pt x="490358" y="430799"/>
                  <a:pt x="484158" y="430799"/>
                  <a:pt x="478842" y="429907"/>
                </a:cubicBezTo>
                <a:cubicBezTo>
                  <a:pt x="473526" y="430799"/>
                  <a:pt x="467326" y="430799"/>
                  <a:pt x="462010" y="430799"/>
                </a:cubicBezTo>
                <a:cubicBezTo>
                  <a:pt x="455808" y="430799"/>
                  <a:pt x="450494" y="430799"/>
                  <a:pt x="444292" y="429907"/>
                </a:cubicBezTo>
                <a:cubicBezTo>
                  <a:pt x="438090" y="430799"/>
                  <a:pt x="432776" y="430799"/>
                  <a:pt x="426574" y="430799"/>
                </a:cubicBezTo>
                <a:cubicBezTo>
                  <a:pt x="330010" y="430799"/>
                  <a:pt x="251166" y="352310"/>
                  <a:pt x="251166" y="255090"/>
                </a:cubicBezTo>
                <a:cubicBezTo>
                  <a:pt x="251166" y="158762"/>
                  <a:pt x="330010" y="78489"/>
                  <a:pt x="426574" y="78489"/>
                </a:cubicBezTo>
                <a:close/>
                <a:moveTo>
                  <a:pt x="43676" y="28455"/>
                </a:moveTo>
                <a:cubicBezTo>
                  <a:pt x="34762" y="28455"/>
                  <a:pt x="27632" y="34680"/>
                  <a:pt x="27632" y="43572"/>
                </a:cubicBezTo>
                <a:lnTo>
                  <a:pt x="27632" y="472181"/>
                </a:lnTo>
                <a:lnTo>
                  <a:pt x="735356" y="472181"/>
                </a:lnTo>
                <a:lnTo>
                  <a:pt x="735356" y="354803"/>
                </a:lnTo>
                <a:cubicBezTo>
                  <a:pt x="735356" y="337907"/>
                  <a:pt x="749618" y="324569"/>
                  <a:pt x="765662" y="324569"/>
                </a:cubicBezTo>
                <a:lnTo>
                  <a:pt x="914516" y="324569"/>
                </a:lnTo>
                <a:lnTo>
                  <a:pt x="914516" y="43572"/>
                </a:lnTo>
                <a:cubicBezTo>
                  <a:pt x="914516" y="34680"/>
                  <a:pt x="908276" y="28455"/>
                  <a:pt x="899362" y="28455"/>
                </a:cubicBezTo>
                <a:close/>
                <a:moveTo>
                  <a:pt x="43676" y="0"/>
                </a:moveTo>
                <a:lnTo>
                  <a:pt x="899362" y="0"/>
                </a:lnTo>
                <a:cubicBezTo>
                  <a:pt x="923428" y="0"/>
                  <a:pt x="942148" y="19563"/>
                  <a:pt x="942148" y="43572"/>
                </a:cubicBezTo>
                <a:lnTo>
                  <a:pt x="942148" y="324569"/>
                </a:lnTo>
                <a:lnTo>
                  <a:pt x="1059804" y="324569"/>
                </a:lnTo>
                <a:cubicBezTo>
                  <a:pt x="1076740" y="324569"/>
                  <a:pt x="1090110" y="337907"/>
                  <a:pt x="1090110" y="354803"/>
                </a:cubicBezTo>
                <a:lnTo>
                  <a:pt x="1090110" y="851882"/>
                </a:lnTo>
                <a:cubicBezTo>
                  <a:pt x="1090110" y="868777"/>
                  <a:pt x="1076740" y="882116"/>
                  <a:pt x="1059804" y="882116"/>
                </a:cubicBezTo>
                <a:lnTo>
                  <a:pt x="765662" y="882116"/>
                </a:lnTo>
                <a:cubicBezTo>
                  <a:pt x="749618" y="882116"/>
                  <a:pt x="735356" y="868777"/>
                  <a:pt x="735356" y="851882"/>
                </a:cubicBezTo>
                <a:lnTo>
                  <a:pt x="735356" y="781633"/>
                </a:lnTo>
                <a:cubicBezTo>
                  <a:pt x="735356" y="780744"/>
                  <a:pt x="735356" y="780744"/>
                  <a:pt x="735356" y="779854"/>
                </a:cubicBezTo>
                <a:lnTo>
                  <a:pt x="735356" y="778965"/>
                </a:lnTo>
                <a:lnTo>
                  <a:pt x="735356" y="646470"/>
                </a:lnTo>
                <a:lnTo>
                  <a:pt x="607002" y="646470"/>
                </a:lnTo>
                <a:cubicBezTo>
                  <a:pt x="600764" y="657141"/>
                  <a:pt x="600764" y="706048"/>
                  <a:pt x="614134" y="768294"/>
                </a:cubicBezTo>
                <a:cubicBezTo>
                  <a:pt x="627504" y="826984"/>
                  <a:pt x="643548" y="851882"/>
                  <a:pt x="649788" y="854550"/>
                </a:cubicBezTo>
                <a:lnTo>
                  <a:pt x="692572" y="854550"/>
                </a:lnTo>
                <a:cubicBezTo>
                  <a:pt x="700594" y="854550"/>
                  <a:pt x="706834" y="860774"/>
                  <a:pt x="706834" y="868777"/>
                </a:cubicBezTo>
                <a:cubicBezTo>
                  <a:pt x="706834" y="875891"/>
                  <a:pt x="700594" y="882116"/>
                  <a:pt x="692572" y="882116"/>
                </a:cubicBezTo>
                <a:lnTo>
                  <a:pt x="648896" y="882116"/>
                </a:lnTo>
                <a:lnTo>
                  <a:pt x="294142" y="882116"/>
                </a:lnTo>
                <a:lnTo>
                  <a:pt x="250466" y="882116"/>
                </a:lnTo>
                <a:cubicBezTo>
                  <a:pt x="242444" y="882116"/>
                  <a:pt x="235314" y="875891"/>
                  <a:pt x="235314" y="868777"/>
                </a:cubicBezTo>
                <a:cubicBezTo>
                  <a:pt x="235314" y="860774"/>
                  <a:pt x="242444" y="854550"/>
                  <a:pt x="250466" y="854550"/>
                </a:cubicBezTo>
                <a:lnTo>
                  <a:pt x="293252" y="854550"/>
                </a:lnTo>
                <a:cubicBezTo>
                  <a:pt x="298600" y="851882"/>
                  <a:pt x="313752" y="826984"/>
                  <a:pt x="328014" y="768294"/>
                </a:cubicBezTo>
                <a:cubicBezTo>
                  <a:pt x="342274" y="706048"/>
                  <a:pt x="342274" y="657141"/>
                  <a:pt x="336926" y="646470"/>
                </a:cubicBezTo>
                <a:lnTo>
                  <a:pt x="43676" y="646470"/>
                </a:lnTo>
                <a:cubicBezTo>
                  <a:pt x="18718" y="646470"/>
                  <a:pt x="0" y="626907"/>
                  <a:pt x="0" y="603787"/>
                </a:cubicBezTo>
                <a:lnTo>
                  <a:pt x="0" y="43572"/>
                </a:lnTo>
                <a:cubicBezTo>
                  <a:pt x="0" y="19563"/>
                  <a:pt x="18718" y="0"/>
                  <a:pt x="436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77DE75E8-6FCE-4116-B06A-1D449A37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568" y="6393181"/>
            <a:ext cx="4611578" cy="3480434"/>
          </a:xfrm>
          <a:prstGeom prst="roundRect">
            <a:avLst>
              <a:gd name="adj" fmla="val 15141"/>
            </a:avLst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16D0A338-BB6E-48BF-916F-CF44C77C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8785" y="6518535"/>
            <a:ext cx="4360080" cy="3229832"/>
          </a:xfrm>
          <a:prstGeom prst="roundRect">
            <a:avLst>
              <a:gd name="adj" fmla="val 12137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7" name="Freeform 18">
            <a:extLst>
              <a:ext uri="{FF2B5EF4-FFF2-40B4-BE49-F238E27FC236}">
                <a16:creationId xmlns:a16="http://schemas.microsoft.com/office/drawing/2014/main" id="{41A7ED7C-6507-47B8-AC61-E4DDEE8F5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825" y="3283154"/>
            <a:ext cx="6616308" cy="2867710"/>
          </a:xfrm>
          <a:prstGeom prst="roundRect">
            <a:avLst>
              <a:gd name="adj" fmla="val 2322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9" name="Freeform 80">
            <a:extLst>
              <a:ext uri="{FF2B5EF4-FFF2-40B4-BE49-F238E27FC236}">
                <a16:creationId xmlns:a16="http://schemas.microsoft.com/office/drawing/2014/main" id="{3C0D5B70-092F-4020-ACB8-6B2DF69C0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8444" y="3414283"/>
            <a:ext cx="6416498" cy="2613692"/>
          </a:xfrm>
          <a:prstGeom prst="roundRect">
            <a:avLst>
              <a:gd name="adj" fmla="val 20632"/>
            </a:avLst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38F19D-131F-4C22-B3D8-659E1B177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1872" y="4289439"/>
            <a:ext cx="838944" cy="866414"/>
          </a:xfrm>
          <a:custGeom>
            <a:avLst/>
            <a:gdLst>
              <a:gd name="connsiteX0" fmla="*/ 684144 w 838944"/>
              <a:gd name="connsiteY0" fmla="*/ 282046 h 866414"/>
              <a:gd name="connsiteX1" fmla="*/ 641440 w 838944"/>
              <a:gd name="connsiteY1" fmla="*/ 313272 h 866414"/>
              <a:gd name="connsiteX2" fmla="*/ 618310 w 838944"/>
              <a:gd name="connsiteY2" fmla="*/ 307919 h 866414"/>
              <a:gd name="connsiteX3" fmla="*/ 618310 w 838944"/>
              <a:gd name="connsiteY3" fmla="*/ 428361 h 866414"/>
              <a:gd name="connsiteX4" fmla="*/ 598738 w 838944"/>
              <a:gd name="connsiteY4" fmla="*/ 475646 h 866414"/>
              <a:gd name="connsiteX5" fmla="*/ 537352 w 838944"/>
              <a:gd name="connsiteY5" fmla="*/ 535421 h 866414"/>
              <a:gd name="connsiteX6" fmla="*/ 537352 w 838944"/>
              <a:gd name="connsiteY6" fmla="*/ 562186 h 866414"/>
              <a:gd name="connsiteX7" fmla="*/ 539130 w 838944"/>
              <a:gd name="connsiteY7" fmla="*/ 562186 h 866414"/>
              <a:gd name="connsiteX8" fmla="*/ 731296 w 838944"/>
              <a:gd name="connsiteY8" fmla="*/ 562186 h 866414"/>
              <a:gd name="connsiteX9" fmla="*/ 761544 w 838944"/>
              <a:gd name="connsiteY9" fmla="*/ 359664 h 866414"/>
              <a:gd name="connsiteX10" fmla="*/ 776668 w 838944"/>
              <a:gd name="connsiteY10" fmla="*/ 348066 h 866414"/>
              <a:gd name="connsiteX11" fmla="*/ 788234 w 838944"/>
              <a:gd name="connsiteY11" fmla="*/ 364125 h 866414"/>
              <a:gd name="connsiteX12" fmla="*/ 762434 w 838944"/>
              <a:gd name="connsiteY12" fmla="*/ 538097 h 866414"/>
              <a:gd name="connsiteX13" fmla="*/ 799800 w 838944"/>
              <a:gd name="connsiteY13" fmla="*/ 501519 h 866414"/>
              <a:gd name="connsiteX14" fmla="*/ 811364 w 838944"/>
              <a:gd name="connsiteY14" fmla="*/ 473861 h 866414"/>
              <a:gd name="connsiteX15" fmla="*/ 811364 w 838944"/>
              <a:gd name="connsiteY15" fmla="*/ 332899 h 866414"/>
              <a:gd name="connsiteX16" fmla="*/ 789124 w 838944"/>
              <a:gd name="connsiteY16" fmla="*/ 299889 h 866414"/>
              <a:gd name="connsiteX17" fmla="*/ 757986 w 838944"/>
              <a:gd name="connsiteY17" fmla="*/ 291860 h 866414"/>
              <a:gd name="connsiteX18" fmla="*/ 686814 w 838944"/>
              <a:gd name="connsiteY18" fmla="*/ 282046 h 866414"/>
              <a:gd name="connsiteX19" fmla="*/ 153020 w 838944"/>
              <a:gd name="connsiteY19" fmla="*/ 282046 h 866414"/>
              <a:gd name="connsiteX20" fmla="*/ 80958 w 838944"/>
              <a:gd name="connsiteY20" fmla="*/ 291860 h 866414"/>
              <a:gd name="connsiteX21" fmla="*/ 49820 w 838944"/>
              <a:gd name="connsiteY21" fmla="*/ 299889 h 866414"/>
              <a:gd name="connsiteX22" fmla="*/ 27578 w 838944"/>
              <a:gd name="connsiteY22" fmla="*/ 332899 h 866414"/>
              <a:gd name="connsiteX23" fmla="*/ 27578 w 838944"/>
              <a:gd name="connsiteY23" fmla="*/ 473861 h 866414"/>
              <a:gd name="connsiteX24" fmla="*/ 39144 w 838944"/>
              <a:gd name="connsiteY24" fmla="*/ 501519 h 866414"/>
              <a:gd name="connsiteX25" fmla="*/ 76510 w 838944"/>
              <a:gd name="connsiteY25" fmla="*/ 538097 h 866414"/>
              <a:gd name="connsiteX26" fmla="*/ 50710 w 838944"/>
              <a:gd name="connsiteY26" fmla="*/ 364125 h 866414"/>
              <a:gd name="connsiteX27" fmla="*/ 62274 w 838944"/>
              <a:gd name="connsiteY27" fmla="*/ 348066 h 866414"/>
              <a:gd name="connsiteX28" fmla="*/ 77400 w 838944"/>
              <a:gd name="connsiteY28" fmla="*/ 359664 h 866414"/>
              <a:gd name="connsiteX29" fmla="*/ 107648 w 838944"/>
              <a:gd name="connsiteY29" fmla="*/ 562186 h 866414"/>
              <a:gd name="connsiteX30" fmla="*/ 299812 w 838944"/>
              <a:gd name="connsiteY30" fmla="*/ 562186 h 866414"/>
              <a:gd name="connsiteX31" fmla="*/ 305150 w 838944"/>
              <a:gd name="connsiteY31" fmla="*/ 563078 h 866414"/>
              <a:gd name="connsiteX32" fmla="*/ 305150 w 838944"/>
              <a:gd name="connsiteY32" fmla="*/ 535421 h 866414"/>
              <a:gd name="connsiteX33" fmla="*/ 242876 w 838944"/>
              <a:gd name="connsiteY33" fmla="*/ 475646 h 866414"/>
              <a:gd name="connsiteX34" fmla="*/ 222412 w 838944"/>
              <a:gd name="connsiteY34" fmla="*/ 428361 h 866414"/>
              <a:gd name="connsiteX35" fmla="*/ 222412 w 838944"/>
              <a:gd name="connsiteY35" fmla="*/ 306134 h 866414"/>
              <a:gd name="connsiteX36" fmla="*/ 198392 w 838944"/>
              <a:gd name="connsiteY36" fmla="*/ 313272 h 866414"/>
              <a:gd name="connsiteX37" fmla="*/ 153910 w 838944"/>
              <a:gd name="connsiteY37" fmla="*/ 282046 h 866414"/>
              <a:gd name="connsiteX38" fmla="*/ 375434 w 838944"/>
              <a:gd name="connsiteY38" fmla="*/ 235653 h 866414"/>
              <a:gd name="connsiteX39" fmla="*/ 303372 w 838944"/>
              <a:gd name="connsiteY39" fmla="*/ 245467 h 866414"/>
              <a:gd name="connsiteX40" fmla="*/ 273124 w 838944"/>
              <a:gd name="connsiteY40" fmla="*/ 254389 h 866414"/>
              <a:gd name="connsiteX41" fmla="*/ 249992 w 838944"/>
              <a:gd name="connsiteY41" fmla="*/ 286507 h 866414"/>
              <a:gd name="connsiteX42" fmla="*/ 249992 w 838944"/>
              <a:gd name="connsiteY42" fmla="*/ 428361 h 866414"/>
              <a:gd name="connsiteX43" fmla="*/ 262448 w 838944"/>
              <a:gd name="connsiteY43" fmla="*/ 456018 h 866414"/>
              <a:gd name="connsiteX44" fmla="*/ 298924 w 838944"/>
              <a:gd name="connsiteY44" fmla="*/ 491705 h 866414"/>
              <a:gd name="connsiteX45" fmla="*/ 274012 w 838944"/>
              <a:gd name="connsiteY45" fmla="*/ 317733 h 866414"/>
              <a:gd name="connsiteX46" fmla="*/ 284688 w 838944"/>
              <a:gd name="connsiteY46" fmla="*/ 302566 h 866414"/>
              <a:gd name="connsiteX47" fmla="*/ 301592 w 838944"/>
              <a:gd name="connsiteY47" fmla="*/ 314164 h 866414"/>
              <a:gd name="connsiteX48" fmla="*/ 330950 w 838944"/>
              <a:gd name="connsiteY48" fmla="*/ 514901 h 866414"/>
              <a:gd name="connsiteX49" fmla="*/ 511552 w 838944"/>
              <a:gd name="connsiteY49" fmla="*/ 514901 h 866414"/>
              <a:gd name="connsiteX50" fmla="*/ 540910 w 838944"/>
              <a:gd name="connsiteY50" fmla="*/ 310595 h 866414"/>
              <a:gd name="connsiteX51" fmla="*/ 556924 w 838944"/>
              <a:gd name="connsiteY51" fmla="*/ 298997 h 866414"/>
              <a:gd name="connsiteX52" fmla="*/ 568488 w 838944"/>
              <a:gd name="connsiteY52" fmla="*/ 315056 h 866414"/>
              <a:gd name="connsiteX53" fmla="*/ 542688 w 838944"/>
              <a:gd name="connsiteY53" fmla="*/ 491705 h 866414"/>
              <a:gd name="connsiteX54" fmla="*/ 580054 w 838944"/>
              <a:gd name="connsiteY54" fmla="*/ 456018 h 866414"/>
              <a:gd name="connsiteX55" fmla="*/ 591620 w 838944"/>
              <a:gd name="connsiteY55" fmla="*/ 428361 h 866414"/>
              <a:gd name="connsiteX56" fmla="*/ 591620 w 838944"/>
              <a:gd name="connsiteY56" fmla="*/ 286507 h 866414"/>
              <a:gd name="connsiteX57" fmla="*/ 569378 w 838944"/>
              <a:gd name="connsiteY57" fmla="*/ 254389 h 866414"/>
              <a:gd name="connsiteX58" fmla="*/ 538240 w 838944"/>
              <a:gd name="connsiteY58" fmla="*/ 245467 h 866414"/>
              <a:gd name="connsiteX59" fmla="*/ 466178 w 838944"/>
              <a:gd name="connsiteY59" fmla="*/ 235653 h 866414"/>
              <a:gd name="connsiteX60" fmla="*/ 465288 w 838944"/>
              <a:gd name="connsiteY60" fmla="*/ 235653 h 866414"/>
              <a:gd name="connsiteX61" fmla="*/ 442158 w 838944"/>
              <a:gd name="connsiteY61" fmla="*/ 262418 h 866414"/>
              <a:gd name="connsiteX62" fmla="*/ 460840 w 838944"/>
              <a:gd name="connsiteY62" fmla="*/ 414979 h 866414"/>
              <a:gd name="connsiteX63" fmla="*/ 452834 w 838944"/>
              <a:gd name="connsiteY63" fmla="*/ 437283 h 866414"/>
              <a:gd name="connsiteX64" fmla="*/ 429702 w 838944"/>
              <a:gd name="connsiteY64" fmla="*/ 461371 h 866414"/>
              <a:gd name="connsiteX65" fmla="*/ 411020 w 838944"/>
              <a:gd name="connsiteY65" fmla="*/ 461371 h 866414"/>
              <a:gd name="connsiteX66" fmla="*/ 388778 w 838944"/>
              <a:gd name="connsiteY66" fmla="*/ 437283 h 866414"/>
              <a:gd name="connsiteX67" fmla="*/ 380772 w 838944"/>
              <a:gd name="connsiteY67" fmla="*/ 414979 h 866414"/>
              <a:gd name="connsiteX68" fmla="*/ 399454 w 838944"/>
              <a:gd name="connsiteY68" fmla="*/ 262418 h 866414"/>
              <a:gd name="connsiteX69" fmla="*/ 377214 w 838944"/>
              <a:gd name="connsiteY69" fmla="*/ 235653 h 866414"/>
              <a:gd name="connsiteX70" fmla="*/ 375434 w 838944"/>
              <a:gd name="connsiteY70" fmla="*/ 207996 h 866414"/>
              <a:gd name="connsiteX71" fmla="*/ 466178 w 838944"/>
              <a:gd name="connsiteY71" fmla="*/ 207996 h 866414"/>
              <a:gd name="connsiteX72" fmla="*/ 545358 w 838944"/>
              <a:gd name="connsiteY72" fmla="*/ 218702 h 866414"/>
              <a:gd name="connsiteX73" fmla="*/ 577386 w 838944"/>
              <a:gd name="connsiteY73" fmla="*/ 227624 h 866414"/>
              <a:gd name="connsiteX74" fmla="*/ 578276 w 838944"/>
              <a:gd name="connsiteY74" fmla="*/ 227624 h 866414"/>
              <a:gd name="connsiteX75" fmla="*/ 609414 w 838944"/>
              <a:gd name="connsiteY75" fmla="*/ 254389 h 866414"/>
              <a:gd name="connsiteX76" fmla="*/ 686814 w 838944"/>
              <a:gd name="connsiteY76" fmla="*/ 254389 h 866414"/>
              <a:gd name="connsiteX77" fmla="*/ 765992 w 838944"/>
              <a:gd name="connsiteY77" fmla="*/ 265095 h 866414"/>
              <a:gd name="connsiteX78" fmla="*/ 797130 w 838944"/>
              <a:gd name="connsiteY78" fmla="*/ 274016 h 866414"/>
              <a:gd name="connsiteX79" fmla="*/ 798910 w 838944"/>
              <a:gd name="connsiteY79" fmla="*/ 274016 h 866414"/>
              <a:gd name="connsiteX80" fmla="*/ 838944 w 838944"/>
              <a:gd name="connsiteY80" fmla="*/ 332899 h 866414"/>
              <a:gd name="connsiteX81" fmla="*/ 838944 w 838944"/>
              <a:gd name="connsiteY81" fmla="*/ 473861 h 866414"/>
              <a:gd name="connsiteX82" fmla="*/ 819372 w 838944"/>
              <a:gd name="connsiteY82" fmla="*/ 521146 h 866414"/>
              <a:gd name="connsiteX83" fmla="*/ 757096 w 838944"/>
              <a:gd name="connsiteY83" fmla="*/ 581813 h 866414"/>
              <a:gd name="connsiteX84" fmla="*/ 757096 w 838944"/>
              <a:gd name="connsiteY84" fmla="*/ 779874 h 866414"/>
              <a:gd name="connsiteX85" fmla="*/ 742862 w 838944"/>
              <a:gd name="connsiteY85" fmla="*/ 793257 h 866414"/>
              <a:gd name="connsiteX86" fmla="*/ 729516 w 838944"/>
              <a:gd name="connsiteY86" fmla="*/ 779874 h 866414"/>
              <a:gd name="connsiteX87" fmla="*/ 729516 w 838944"/>
              <a:gd name="connsiteY87" fmla="*/ 589843 h 866414"/>
              <a:gd name="connsiteX88" fmla="*/ 653006 w 838944"/>
              <a:gd name="connsiteY88" fmla="*/ 589843 h 866414"/>
              <a:gd name="connsiteX89" fmla="*/ 653006 w 838944"/>
              <a:gd name="connsiteY89" fmla="*/ 825374 h 866414"/>
              <a:gd name="connsiteX90" fmla="*/ 639662 w 838944"/>
              <a:gd name="connsiteY90" fmla="*/ 839649 h 866414"/>
              <a:gd name="connsiteX91" fmla="*/ 625428 w 838944"/>
              <a:gd name="connsiteY91" fmla="*/ 825374 h 866414"/>
              <a:gd name="connsiteX92" fmla="*/ 625428 w 838944"/>
              <a:gd name="connsiteY92" fmla="*/ 589843 h 866414"/>
              <a:gd name="connsiteX93" fmla="*/ 539130 w 838944"/>
              <a:gd name="connsiteY93" fmla="*/ 589843 h 866414"/>
              <a:gd name="connsiteX94" fmla="*/ 537352 w 838944"/>
              <a:gd name="connsiteY94" fmla="*/ 589843 h 866414"/>
              <a:gd name="connsiteX95" fmla="*/ 537352 w 838944"/>
              <a:gd name="connsiteY95" fmla="*/ 853032 h 866414"/>
              <a:gd name="connsiteX96" fmla="*/ 523116 w 838944"/>
              <a:gd name="connsiteY96" fmla="*/ 866414 h 866414"/>
              <a:gd name="connsiteX97" fmla="*/ 508882 w 838944"/>
              <a:gd name="connsiteY97" fmla="*/ 853032 h 866414"/>
              <a:gd name="connsiteX98" fmla="*/ 508882 w 838944"/>
              <a:gd name="connsiteY98" fmla="*/ 543450 h 866414"/>
              <a:gd name="connsiteX99" fmla="*/ 435930 w 838944"/>
              <a:gd name="connsiteY99" fmla="*/ 543450 h 866414"/>
              <a:gd name="connsiteX100" fmla="*/ 435930 w 838944"/>
              <a:gd name="connsiteY100" fmla="*/ 853032 h 866414"/>
              <a:gd name="connsiteX101" fmla="*/ 422586 w 838944"/>
              <a:gd name="connsiteY101" fmla="*/ 866414 h 866414"/>
              <a:gd name="connsiteX102" fmla="*/ 408350 w 838944"/>
              <a:gd name="connsiteY102" fmla="*/ 853032 h 866414"/>
              <a:gd name="connsiteX103" fmla="*/ 408350 w 838944"/>
              <a:gd name="connsiteY103" fmla="*/ 543450 h 866414"/>
              <a:gd name="connsiteX104" fmla="*/ 331840 w 838944"/>
              <a:gd name="connsiteY104" fmla="*/ 543450 h 866414"/>
              <a:gd name="connsiteX105" fmla="*/ 331840 w 838944"/>
              <a:gd name="connsiteY105" fmla="*/ 853032 h 866414"/>
              <a:gd name="connsiteX106" fmla="*/ 318496 w 838944"/>
              <a:gd name="connsiteY106" fmla="*/ 866414 h 866414"/>
              <a:gd name="connsiteX107" fmla="*/ 305150 w 838944"/>
              <a:gd name="connsiteY107" fmla="*/ 853032 h 866414"/>
              <a:gd name="connsiteX108" fmla="*/ 305150 w 838944"/>
              <a:gd name="connsiteY108" fmla="*/ 588951 h 866414"/>
              <a:gd name="connsiteX109" fmla="*/ 299812 w 838944"/>
              <a:gd name="connsiteY109" fmla="*/ 589843 h 866414"/>
              <a:gd name="connsiteX110" fmla="*/ 213516 w 838944"/>
              <a:gd name="connsiteY110" fmla="*/ 589843 h 866414"/>
              <a:gd name="connsiteX111" fmla="*/ 213516 w 838944"/>
              <a:gd name="connsiteY111" fmla="*/ 825374 h 866414"/>
              <a:gd name="connsiteX112" fmla="*/ 200172 w 838944"/>
              <a:gd name="connsiteY112" fmla="*/ 839649 h 866414"/>
              <a:gd name="connsiteX113" fmla="*/ 185048 w 838944"/>
              <a:gd name="connsiteY113" fmla="*/ 825374 h 866414"/>
              <a:gd name="connsiteX114" fmla="*/ 185048 w 838944"/>
              <a:gd name="connsiteY114" fmla="*/ 589843 h 866414"/>
              <a:gd name="connsiteX115" fmla="*/ 109426 w 838944"/>
              <a:gd name="connsiteY115" fmla="*/ 589843 h 866414"/>
              <a:gd name="connsiteX116" fmla="*/ 109426 w 838944"/>
              <a:gd name="connsiteY116" fmla="*/ 779874 h 866414"/>
              <a:gd name="connsiteX117" fmla="*/ 95192 w 838944"/>
              <a:gd name="connsiteY117" fmla="*/ 793257 h 866414"/>
              <a:gd name="connsiteX118" fmla="*/ 81848 w 838944"/>
              <a:gd name="connsiteY118" fmla="*/ 779874 h 866414"/>
              <a:gd name="connsiteX119" fmla="*/ 81848 w 838944"/>
              <a:gd name="connsiteY119" fmla="*/ 581813 h 866414"/>
              <a:gd name="connsiteX120" fmla="*/ 20462 w 838944"/>
              <a:gd name="connsiteY120" fmla="*/ 521146 h 866414"/>
              <a:gd name="connsiteX121" fmla="*/ 0 w 838944"/>
              <a:gd name="connsiteY121" fmla="*/ 473861 h 866414"/>
              <a:gd name="connsiteX122" fmla="*/ 0 w 838944"/>
              <a:gd name="connsiteY122" fmla="*/ 332899 h 866414"/>
              <a:gd name="connsiteX123" fmla="*/ 40924 w 838944"/>
              <a:gd name="connsiteY123" fmla="*/ 274016 h 866414"/>
              <a:gd name="connsiteX124" fmla="*/ 41812 w 838944"/>
              <a:gd name="connsiteY124" fmla="*/ 274016 h 866414"/>
              <a:gd name="connsiteX125" fmla="*/ 73840 w 838944"/>
              <a:gd name="connsiteY125" fmla="*/ 265095 h 866414"/>
              <a:gd name="connsiteX126" fmla="*/ 153020 w 838944"/>
              <a:gd name="connsiteY126" fmla="*/ 254389 h 866414"/>
              <a:gd name="connsiteX127" fmla="*/ 232200 w 838944"/>
              <a:gd name="connsiteY127" fmla="*/ 254389 h 866414"/>
              <a:gd name="connsiteX128" fmla="*/ 264226 w 838944"/>
              <a:gd name="connsiteY128" fmla="*/ 227624 h 866414"/>
              <a:gd name="connsiteX129" fmla="*/ 296254 w 838944"/>
              <a:gd name="connsiteY129" fmla="*/ 218702 h 866414"/>
              <a:gd name="connsiteX130" fmla="*/ 375434 w 838944"/>
              <a:gd name="connsiteY130" fmla="*/ 207996 h 866414"/>
              <a:gd name="connsiteX131" fmla="*/ 643612 w 838944"/>
              <a:gd name="connsiteY131" fmla="*/ 70904 h 866414"/>
              <a:gd name="connsiteX132" fmla="*/ 585152 w 838944"/>
              <a:gd name="connsiteY132" fmla="*/ 129059 h 866414"/>
              <a:gd name="connsiteX133" fmla="*/ 643612 w 838944"/>
              <a:gd name="connsiteY133" fmla="*/ 187214 h 866414"/>
              <a:gd name="connsiteX134" fmla="*/ 701170 w 838944"/>
              <a:gd name="connsiteY134" fmla="*/ 129059 h 866414"/>
              <a:gd name="connsiteX135" fmla="*/ 643612 w 838944"/>
              <a:gd name="connsiteY135" fmla="*/ 70904 h 866414"/>
              <a:gd name="connsiteX136" fmla="*/ 200148 w 838944"/>
              <a:gd name="connsiteY136" fmla="*/ 70904 h 866414"/>
              <a:gd name="connsiteX137" fmla="*/ 141690 w 838944"/>
              <a:gd name="connsiteY137" fmla="*/ 129059 h 866414"/>
              <a:gd name="connsiteX138" fmla="*/ 200148 w 838944"/>
              <a:gd name="connsiteY138" fmla="*/ 187214 h 866414"/>
              <a:gd name="connsiteX139" fmla="*/ 257706 w 838944"/>
              <a:gd name="connsiteY139" fmla="*/ 129059 h 866414"/>
              <a:gd name="connsiteX140" fmla="*/ 200148 w 838944"/>
              <a:gd name="connsiteY140" fmla="*/ 70904 h 866414"/>
              <a:gd name="connsiteX141" fmla="*/ 643612 w 838944"/>
              <a:gd name="connsiteY141" fmla="*/ 43168 h 866414"/>
              <a:gd name="connsiteX142" fmla="*/ 729050 w 838944"/>
              <a:gd name="connsiteY142" fmla="*/ 129059 h 866414"/>
              <a:gd name="connsiteX143" fmla="*/ 643612 w 838944"/>
              <a:gd name="connsiteY143" fmla="*/ 214950 h 866414"/>
              <a:gd name="connsiteX144" fmla="*/ 557272 w 838944"/>
              <a:gd name="connsiteY144" fmla="*/ 129059 h 866414"/>
              <a:gd name="connsiteX145" fmla="*/ 643612 w 838944"/>
              <a:gd name="connsiteY145" fmla="*/ 43168 h 866414"/>
              <a:gd name="connsiteX146" fmla="*/ 200148 w 838944"/>
              <a:gd name="connsiteY146" fmla="*/ 43168 h 866414"/>
              <a:gd name="connsiteX147" fmla="*/ 285586 w 838944"/>
              <a:gd name="connsiteY147" fmla="*/ 129059 h 866414"/>
              <a:gd name="connsiteX148" fmla="*/ 200148 w 838944"/>
              <a:gd name="connsiteY148" fmla="*/ 214950 h 866414"/>
              <a:gd name="connsiteX149" fmla="*/ 113810 w 838944"/>
              <a:gd name="connsiteY149" fmla="*/ 129059 h 866414"/>
              <a:gd name="connsiteX150" fmla="*/ 200148 w 838944"/>
              <a:gd name="connsiteY150" fmla="*/ 43168 h 866414"/>
              <a:gd name="connsiteX151" fmla="*/ 423394 w 838944"/>
              <a:gd name="connsiteY151" fmla="*/ 27735 h 866414"/>
              <a:gd name="connsiteX152" fmla="*/ 366134 w 838944"/>
              <a:gd name="connsiteY152" fmla="*/ 85891 h 866414"/>
              <a:gd name="connsiteX153" fmla="*/ 423394 w 838944"/>
              <a:gd name="connsiteY153" fmla="*/ 143151 h 866414"/>
              <a:gd name="connsiteX154" fmla="*/ 481548 w 838944"/>
              <a:gd name="connsiteY154" fmla="*/ 85891 h 866414"/>
              <a:gd name="connsiteX155" fmla="*/ 423394 w 838944"/>
              <a:gd name="connsiteY155" fmla="*/ 27735 h 866414"/>
              <a:gd name="connsiteX156" fmla="*/ 423394 w 838944"/>
              <a:gd name="connsiteY156" fmla="*/ 0 h 866414"/>
              <a:gd name="connsiteX157" fmla="*/ 509284 w 838944"/>
              <a:gd name="connsiteY157" fmla="*/ 85891 h 866414"/>
              <a:gd name="connsiteX158" fmla="*/ 423394 w 838944"/>
              <a:gd name="connsiteY158" fmla="*/ 171782 h 866414"/>
              <a:gd name="connsiteX159" fmla="*/ 337504 w 838944"/>
              <a:gd name="connsiteY159" fmla="*/ 85891 h 866414"/>
              <a:gd name="connsiteX160" fmla="*/ 423394 w 838944"/>
              <a:gd name="connsiteY160" fmla="*/ 0 h 8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838944" h="866414">
                <a:moveTo>
                  <a:pt x="684144" y="282046"/>
                </a:moveTo>
                <a:cubicBezTo>
                  <a:pt x="677916" y="299889"/>
                  <a:pt x="661902" y="313272"/>
                  <a:pt x="641440" y="313272"/>
                </a:cubicBezTo>
                <a:cubicBezTo>
                  <a:pt x="632544" y="313272"/>
                  <a:pt x="625428" y="310595"/>
                  <a:pt x="618310" y="307919"/>
                </a:cubicBezTo>
                <a:lnTo>
                  <a:pt x="618310" y="428361"/>
                </a:lnTo>
                <a:cubicBezTo>
                  <a:pt x="618310" y="446204"/>
                  <a:pt x="612082" y="463155"/>
                  <a:pt x="598738" y="475646"/>
                </a:cubicBezTo>
                <a:lnTo>
                  <a:pt x="537352" y="535421"/>
                </a:lnTo>
                <a:lnTo>
                  <a:pt x="537352" y="562186"/>
                </a:lnTo>
                <a:cubicBezTo>
                  <a:pt x="537352" y="562186"/>
                  <a:pt x="538240" y="562186"/>
                  <a:pt x="539130" y="562186"/>
                </a:cubicBezTo>
                <a:lnTo>
                  <a:pt x="731296" y="562186"/>
                </a:lnTo>
                <a:lnTo>
                  <a:pt x="761544" y="359664"/>
                </a:lnTo>
                <a:cubicBezTo>
                  <a:pt x="761544" y="352527"/>
                  <a:pt x="768662" y="347174"/>
                  <a:pt x="776668" y="348066"/>
                </a:cubicBezTo>
                <a:cubicBezTo>
                  <a:pt x="783786" y="349850"/>
                  <a:pt x="789124" y="356096"/>
                  <a:pt x="788234" y="364125"/>
                </a:cubicBezTo>
                <a:lnTo>
                  <a:pt x="762434" y="538097"/>
                </a:lnTo>
                <a:lnTo>
                  <a:pt x="799800" y="501519"/>
                </a:lnTo>
                <a:cubicBezTo>
                  <a:pt x="806916" y="494381"/>
                  <a:pt x="811364" y="484567"/>
                  <a:pt x="811364" y="473861"/>
                </a:cubicBezTo>
                <a:lnTo>
                  <a:pt x="811364" y="332899"/>
                </a:lnTo>
                <a:cubicBezTo>
                  <a:pt x="811364" y="318625"/>
                  <a:pt x="802468" y="305242"/>
                  <a:pt x="789124" y="299889"/>
                </a:cubicBezTo>
                <a:lnTo>
                  <a:pt x="757986" y="291860"/>
                </a:lnTo>
                <a:cubicBezTo>
                  <a:pt x="734854" y="285615"/>
                  <a:pt x="709944" y="282046"/>
                  <a:pt x="686814" y="282046"/>
                </a:cubicBezTo>
                <a:close/>
                <a:moveTo>
                  <a:pt x="153020" y="282046"/>
                </a:moveTo>
                <a:cubicBezTo>
                  <a:pt x="128110" y="282046"/>
                  <a:pt x="104088" y="285615"/>
                  <a:pt x="80958" y="291860"/>
                </a:cubicBezTo>
                <a:lnTo>
                  <a:pt x="49820" y="299889"/>
                </a:lnTo>
                <a:cubicBezTo>
                  <a:pt x="36474" y="305242"/>
                  <a:pt x="27578" y="318625"/>
                  <a:pt x="27578" y="332899"/>
                </a:cubicBezTo>
                <a:lnTo>
                  <a:pt x="27578" y="473861"/>
                </a:lnTo>
                <a:cubicBezTo>
                  <a:pt x="27578" y="484567"/>
                  <a:pt x="31136" y="494381"/>
                  <a:pt x="39144" y="501519"/>
                </a:cubicBezTo>
                <a:lnTo>
                  <a:pt x="76510" y="538097"/>
                </a:lnTo>
                <a:lnTo>
                  <a:pt x="50710" y="364125"/>
                </a:lnTo>
                <a:cubicBezTo>
                  <a:pt x="49820" y="356096"/>
                  <a:pt x="55158" y="349850"/>
                  <a:pt x="62274" y="348066"/>
                </a:cubicBezTo>
                <a:cubicBezTo>
                  <a:pt x="69392" y="347174"/>
                  <a:pt x="77400" y="352527"/>
                  <a:pt x="77400" y="359664"/>
                </a:cubicBezTo>
                <a:lnTo>
                  <a:pt x="107648" y="562186"/>
                </a:lnTo>
                <a:lnTo>
                  <a:pt x="299812" y="562186"/>
                </a:lnTo>
                <a:cubicBezTo>
                  <a:pt x="301592" y="562186"/>
                  <a:pt x="303372" y="562186"/>
                  <a:pt x="305150" y="563078"/>
                </a:cubicBezTo>
                <a:lnTo>
                  <a:pt x="305150" y="535421"/>
                </a:lnTo>
                <a:lnTo>
                  <a:pt x="242876" y="475646"/>
                </a:lnTo>
                <a:cubicBezTo>
                  <a:pt x="230420" y="463155"/>
                  <a:pt x="222412" y="446204"/>
                  <a:pt x="222412" y="428361"/>
                </a:cubicBezTo>
                <a:lnTo>
                  <a:pt x="222412" y="306134"/>
                </a:lnTo>
                <a:cubicBezTo>
                  <a:pt x="216186" y="310595"/>
                  <a:pt x="207288" y="313272"/>
                  <a:pt x="198392" y="313272"/>
                </a:cubicBezTo>
                <a:cubicBezTo>
                  <a:pt x="177930" y="313272"/>
                  <a:pt x="161026" y="299889"/>
                  <a:pt x="153910" y="282046"/>
                </a:cubicBezTo>
                <a:close/>
                <a:moveTo>
                  <a:pt x="375434" y="235653"/>
                </a:moveTo>
                <a:cubicBezTo>
                  <a:pt x="351412" y="235653"/>
                  <a:pt x="327392" y="239222"/>
                  <a:pt x="303372" y="245467"/>
                </a:cubicBezTo>
                <a:lnTo>
                  <a:pt x="273124" y="254389"/>
                </a:lnTo>
                <a:cubicBezTo>
                  <a:pt x="258888" y="259742"/>
                  <a:pt x="249992" y="272232"/>
                  <a:pt x="249992" y="286507"/>
                </a:cubicBezTo>
                <a:lnTo>
                  <a:pt x="249992" y="428361"/>
                </a:lnTo>
                <a:cubicBezTo>
                  <a:pt x="249992" y="438175"/>
                  <a:pt x="254440" y="447989"/>
                  <a:pt x="262448" y="456018"/>
                </a:cubicBezTo>
                <a:lnTo>
                  <a:pt x="298924" y="491705"/>
                </a:lnTo>
                <a:lnTo>
                  <a:pt x="274012" y="317733"/>
                </a:lnTo>
                <a:cubicBezTo>
                  <a:pt x="272234" y="309703"/>
                  <a:pt x="277572" y="303458"/>
                  <a:pt x="284688" y="302566"/>
                </a:cubicBezTo>
                <a:cubicBezTo>
                  <a:pt x="292696" y="300781"/>
                  <a:pt x="299812" y="306134"/>
                  <a:pt x="301592" y="314164"/>
                </a:cubicBezTo>
                <a:lnTo>
                  <a:pt x="330950" y="514901"/>
                </a:lnTo>
                <a:lnTo>
                  <a:pt x="511552" y="514901"/>
                </a:lnTo>
                <a:lnTo>
                  <a:pt x="540910" y="310595"/>
                </a:lnTo>
                <a:cubicBezTo>
                  <a:pt x="542688" y="303458"/>
                  <a:pt x="549806" y="298105"/>
                  <a:pt x="556924" y="298997"/>
                </a:cubicBezTo>
                <a:cubicBezTo>
                  <a:pt x="564930" y="299889"/>
                  <a:pt x="569378" y="307919"/>
                  <a:pt x="568488" y="315056"/>
                </a:cubicBezTo>
                <a:lnTo>
                  <a:pt x="542688" y="491705"/>
                </a:lnTo>
                <a:lnTo>
                  <a:pt x="580054" y="456018"/>
                </a:lnTo>
                <a:cubicBezTo>
                  <a:pt x="586282" y="447989"/>
                  <a:pt x="591620" y="438175"/>
                  <a:pt x="591620" y="428361"/>
                </a:cubicBezTo>
                <a:lnTo>
                  <a:pt x="591620" y="286507"/>
                </a:lnTo>
                <a:cubicBezTo>
                  <a:pt x="591620" y="272232"/>
                  <a:pt x="582724" y="259742"/>
                  <a:pt x="569378" y="254389"/>
                </a:cubicBezTo>
                <a:lnTo>
                  <a:pt x="538240" y="245467"/>
                </a:lnTo>
                <a:cubicBezTo>
                  <a:pt x="514220" y="239222"/>
                  <a:pt x="490200" y="235653"/>
                  <a:pt x="466178" y="235653"/>
                </a:cubicBezTo>
                <a:lnTo>
                  <a:pt x="465288" y="235653"/>
                </a:lnTo>
                <a:cubicBezTo>
                  <a:pt x="460840" y="247252"/>
                  <a:pt x="452834" y="256173"/>
                  <a:pt x="442158" y="262418"/>
                </a:cubicBezTo>
                <a:lnTo>
                  <a:pt x="460840" y="414979"/>
                </a:lnTo>
                <a:cubicBezTo>
                  <a:pt x="461730" y="423008"/>
                  <a:pt x="459062" y="431930"/>
                  <a:pt x="452834" y="437283"/>
                </a:cubicBezTo>
                <a:lnTo>
                  <a:pt x="429702" y="461371"/>
                </a:lnTo>
                <a:cubicBezTo>
                  <a:pt x="424364" y="465832"/>
                  <a:pt x="417248" y="465832"/>
                  <a:pt x="411020" y="461371"/>
                </a:cubicBezTo>
                <a:lnTo>
                  <a:pt x="388778" y="437283"/>
                </a:lnTo>
                <a:cubicBezTo>
                  <a:pt x="382550" y="431930"/>
                  <a:pt x="379882" y="423008"/>
                  <a:pt x="380772" y="414979"/>
                </a:cubicBezTo>
                <a:lnTo>
                  <a:pt x="399454" y="262418"/>
                </a:lnTo>
                <a:cubicBezTo>
                  <a:pt x="389668" y="256173"/>
                  <a:pt x="380772" y="247252"/>
                  <a:pt x="377214" y="235653"/>
                </a:cubicBezTo>
                <a:close/>
                <a:moveTo>
                  <a:pt x="375434" y="207996"/>
                </a:moveTo>
                <a:lnTo>
                  <a:pt x="466178" y="207996"/>
                </a:lnTo>
                <a:cubicBezTo>
                  <a:pt x="492868" y="207996"/>
                  <a:pt x="519558" y="211565"/>
                  <a:pt x="545358" y="218702"/>
                </a:cubicBezTo>
                <a:lnTo>
                  <a:pt x="577386" y="227624"/>
                </a:lnTo>
                <a:cubicBezTo>
                  <a:pt x="577386" y="227624"/>
                  <a:pt x="577386" y="227624"/>
                  <a:pt x="578276" y="227624"/>
                </a:cubicBezTo>
                <a:cubicBezTo>
                  <a:pt x="591620" y="232977"/>
                  <a:pt x="602296" y="242791"/>
                  <a:pt x="609414" y="254389"/>
                </a:cubicBezTo>
                <a:lnTo>
                  <a:pt x="686814" y="254389"/>
                </a:lnTo>
                <a:cubicBezTo>
                  <a:pt x="713502" y="254389"/>
                  <a:pt x="740192" y="257957"/>
                  <a:pt x="765992" y="265095"/>
                </a:cubicBezTo>
                <a:lnTo>
                  <a:pt x="797130" y="274016"/>
                </a:lnTo>
                <a:cubicBezTo>
                  <a:pt x="798020" y="274016"/>
                  <a:pt x="798020" y="274016"/>
                  <a:pt x="798910" y="274016"/>
                </a:cubicBezTo>
                <a:cubicBezTo>
                  <a:pt x="822930" y="282938"/>
                  <a:pt x="838944" y="307027"/>
                  <a:pt x="838944" y="332899"/>
                </a:cubicBezTo>
                <a:lnTo>
                  <a:pt x="838944" y="473861"/>
                </a:lnTo>
                <a:cubicBezTo>
                  <a:pt x="838944" y="491705"/>
                  <a:pt x="831828" y="509548"/>
                  <a:pt x="819372" y="521146"/>
                </a:cubicBezTo>
                <a:lnTo>
                  <a:pt x="757096" y="581813"/>
                </a:lnTo>
                <a:lnTo>
                  <a:pt x="757096" y="779874"/>
                </a:lnTo>
                <a:cubicBezTo>
                  <a:pt x="757096" y="787011"/>
                  <a:pt x="750868" y="793257"/>
                  <a:pt x="742862" y="793257"/>
                </a:cubicBezTo>
                <a:cubicBezTo>
                  <a:pt x="735744" y="793257"/>
                  <a:pt x="729516" y="787011"/>
                  <a:pt x="729516" y="779874"/>
                </a:cubicBezTo>
                <a:lnTo>
                  <a:pt x="729516" y="589843"/>
                </a:lnTo>
                <a:lnTo>
                  <a:pt x="653006" y="589843"/>
                </a:lnTo>
                <a:lnTo>
                  <a:pt x="653006" y="825374"/>
                </a:lnTo>
                <a:cubicBezTo>
                  <a:pt x="653006" y="833404"/>
                  <a:pt x="646778" y="839649"/>
                  <a:pt x="639662" y="839649"/>
                </a:cubicBezTo>
                <a:cubicBezTo>
                  <a:pt x="631654" y="839649"/>
                  <a:pt x="625428" y="833404"/>
                  <a:pt x="625428" y="825374"/>
                </a:cubicBezTo>
                <a:lnTo>
                  <a:pt x="625428" y="589843"/>
                </a:lnTo>
                <a:lnTo>
                  <a:pt x="539130" y="589843"/>
                </a:lnTo>
                <a:cubicBezTo>
                  <a:pt x="538240" y="589843"/>
                  <a:pt x="537352" y="589843"/>
                  <a:pt x="537352" y="589843"/>
                </a:cubicBezTo>
                <a:lnTo>
                  <a:pt x="537352" y="853032"/>
                </a:lnTo>
                <a:cubicBezTo>
                  <a:pt x="537352" y="861061"/>
                  <a:pt x="530234" y="866414"/>
                  <a:pt x="523116" y="866414"/>
                </a:cubicBezTo>
                <a:cubicBezTo>
                  <a:pt x="515110" y="866414"/>
                  <a:pt x="508882" y="861061"/>
                  <a:pt x="508882" y="853032"/>
                </a:cubicBezTo>
                <a:lnTo>
                  <a:pt x="508882" y="543450"/>
                </a:lnTo>
                <a:lnTo>
                  <a:pt x="435930" y="543450"/>
                </a:lnTo>
                <a:lnTo>
                  <a:pt x="435930" y="853032"/>
                </a:lnTo>
                <a:cubicBezTo>
                  <a:pt x="435930" y="861061"/>
                  <a:pt x="429702" y="866414"/>
                  <a:pt x="422586" y="866414"/>
                </a:cubicBezTo>
                <a:cubicBezTo>
                  <a:pt x="414578" y="866414"/>
                  <a:pt x="408350" y="861061"/>
                  <a:pt x="408350" y="853032"/>
                </a:cubicBezTo>
                <a:lnTo>
                  <a:pt x="408350" y="543450"/>
                </a:lnTo>
                <a:lnTo>
                  <a:pt x="331840" y="543450"/>
                </a:lnTo>
                <a:lnTo>
                  <a:pt x="331840" y="853032"/>
                </a:lnTo>
                <a:cubicBezTo>
                  <a:pt x="331840" y="861061"/>
                  <a:pt x="326502" y="866414"/>
                  <a:pt x="318496" y="866414"/>
                </a:cubicBezTo>
                <a:cubicBezTo>
                  <a:pt x="311378" y="866414"/>
                  <a:pt x="305150" y="861061"/>
                  <a:pt x="305150" y="853032"/>
                </a:cubicBezTo>
                <a:lnTo>
                  <a:pt x="305150" y="588951"/>
                </a:lnTo>
                <a:cubicBezTo>
                  <a:pt x="303372" y="589843"/>
                  <a:pt x="301592" y="589843"/>
                  <a:pt x="299812" y="589843"/>
                </a:cubicBezTo>
                <a:lnTo>
                  <a:pt x="213516" y="589843"/>
                </a:lnTo>
                <a:lnTo>
                  <a:pt x="213516" y="825374"/>
                </a:lnTo>
                <a:cubicBezTo>
                  <a:pt x="213516" y="833404"/>
                  <a:pt x="207288" y="839649"/>
                  <a:pt x="200172" y="839649"/>
                </a:cubicBezTo>
                <a:cubicBezTo>
                  <a:pt x="191274" y="839649"/>
                  <a:pt x="185048" y="833404"/>
                  <a:pt x="185048" y="825374"/>
                </a:cubicBezTo>
                <a:lnTo>
                  <a:pt x="185048" y="589843"/>
                </a:lnTo>
                <a:lnTo>
                  <a:pt x="109426" y="589843"/>
                </a:lnTo>
                <a:lnTo>
                  <a:pt x="109426" y="779874"/>
                </a:lnTo>
                <a:cubicBezTo>
                  <a:pt x="109426" y="787011"/>
                  <a:pt x="103200" y="793257"/>
                  <a:pt x="95192" y="793257"/>
                </a:cubicBezTo>
                <a:cubicBezTo>
                  <a:pt x="88074" y="793257"/>
                  <a:pt x="81848" y="787011"/>
                  <a:pt x="81848" y="779874"/>
                </a:cubicBezTo>
                <a:lnTo>
                  <a:pt x="81848" y="581813"/>
                </a:lnTo>
                <a:lnTo>
                  <a:pt x="20462" y="521146"/>
                </a:lnTo>
                <a:cubicBezTo>
                  <a:pt x="7116" y="509548"/>
                  <a:pt x="0" y="491705"/>
                  <a:pt x="0" y="473861"/>
                </a:cubicBezTo>
                <a:lnTo>
                  <a:pt x="0" y="332899"/>
                </a:lnTo>
                <a:cubicBezTo>
                  <a:pt x="0" y="307027"/>
                  <a:pt x="16012" y="282938"/>
                  <a:pt x="40924" y="274016"/>
                </a:cubicBezTo>
                <a:cubicBezTo>
                  <a:pt x="41812" y="274016"/>
                  <a:pt x="41812" y="274016"/>
                  <a:pt x="41812" y="274016"/>
                </a:cubicBezTo>
                <a:lnTo>
                  <a:pt x="73840" y="265095"/>
                </a:lnTo>
                <a:cubicBezTo>
                  <a:pt x="99640" y="257957"/>
                  <a:pt x="126330" y="254389"/>
                  <a:pt x="153020" y="254389"/>
                </a:cubicBezTo>
                <a:lnTo>
                  <a:pt x="232200" y="254389"/>
                </a:lnTo>
                <a:cubicBezTo>
                  <a:pt x="239316" y="242791"/>
                  <a:pt x="249992" y="232977"/>
                  <a:pt x="264226" y="227624"/>
                </a:cubicBezTo>
                <a:lnTo>
                  <a:pt x="296254" y="218702"/>
                </a:lnTo>
                <a:cubicBezTo>
                  <a:pt x="322944" y="211565"/>
                  <a:pt x="348744" y="207996"/>
                  <a:pt x="375434" y="207996"/>
                </a:cubicBezTo>
                <a:close/>
                <a:moveTo>
                  <a:pt x="643612" y="70904"/>
                </a:moveTo>
                <a:cubicBezTo>
                  <a:pt x="611234" y="70904"/>
                  <a:pt x="585152" y="96850"/>
                  <a:pt x="585152" y="129059"/>
                </a:cubicBezTo>
                <a:cubicBezTo>
                  <a:pt x="585152" y="161268"/>
                  <a:pt x="611234" y="187214"/>
                  <a:pt x="643612" y="187214"/>
                </a:cubicBezTo>
                <a:cubicBezTo>
                  <a:pt x="675088" y="187214"/>
                  <a:pt x="701170" y="161268"/>
                  <a:pt x="701170" y="129059"/>
                </a:cubicBezTo>
                <a:cubicBezTo>
                  <a:pt x="701170" y="96850"/>
                  <a:pt x="675088" y="70904"/>
                  <a:pt x="643612" y="70904"/>
                </a:cubicBezTo>
                <a:close/>
                <a:moveTo>
                  <a:pt x="200148" y="70904"/>
                </a:moveTo>
                <a:cubicBezTo>
                  <a:pt x="167772" y="70904"/>
                  <a:pt x="141690" y="96850"/>
                  <a:pt x="141690" y="129059"/>
                </a:cubicBezTo>
                <a:cubicBezTo>
                  <a:pt x="141690" y="161268"/>
                  <a:pt x="167772" y="187214"/>
                  <a:pt x="200148" y="187214"/>
                </a:cubicBezTo>
                <a:cubicBezTo>
                  <a:pt x="231626" y="187214"/>
                  <a:pt x="257706" y="161268"/>
                  <a:pt x="257706" y="129059"/>
                </a:cubicBezTo>
                <a:cubicBezTo>
                  <a:pt x="257706" y="96850"/>
                  <a:pt x="231626" y="70904"/>
                  <a:pt x="200148" y="70904"/>
                </a:cubicBezTo>
                <a:close/>
                <a:moveTo>
                  <a:pt x="643612" y="43168"/>
                </a:moveTo>
                <a:cubicBezTo>
                  <a:pt x="691276" y="43168"/>
                  <a:pt x="729050" y="81640"/>
                  <a:pt x="729050" y="129059"/>
                </a:cubicBezTo>
                <a:cubicBezTo>
                  <a:pt x="729050" y="176478"/>
                  <a:pt x="691276" y="214950"/>
                  <a:pt x="643612" y="214950"/>
                </a:cubicBezTo>
                <a:cubicBezTo>
                  <a:pt x="595946" y="214950"/>
                  <a:pt x="557272" y="176478"/>
                  <a:pt x="557272" y="129059"/>
                </a:cubicBezTo>
                <a:cubicBezTo>
                  <a:pt x="557272" y="81640"/>
                  <a:pt x="595946" y="43168"/>
                  <a:pt x="643612" y="43168"/>
                </a:cubicBezTo>
                <a:close/>
                <a:moveTo>
                  <a:pt x="200148" y="43168"/>
                </a:moveTo>
                <a:cubicBezTo>
                  <a:pt x="246914" y="43168"/>
                  <a:pt x="285586" y="81640"/>
                  <a:pt x="285586" y="129059"/>
                </a:cubicBezTo>
                <a:cubicBezTo>
                  <a:pt x="285586" y="176478"/>
                  <a:pt x="246914" y="214950"/>
                  <a:pt x="200148" y="214950"/>
                </a:cubicBezTo>
                <a:cubicBezTo>
                  <a:pt x="152482" y="214950"/>
                  <a:pt x="113810" y="176478"/>
                  <a:pt x="113810" y="129059"/>
                </a:cubicBezTo>
                <a:cubicBezTo>
                  <a:pt x="113810" y="81640"/>
                  <a:pt x="152482" y="43168"/>
                  <a:pt x="200148" y="43168"/>
                </a:cubicBezTo>
                <a:close/>
                <a:moveTo>
                  <a:pt x="423394" y="27735"/>
                </a:moveTo>
                <a:cubicBezTo>
                  <a:pt x="391184" y="27735"/>
                  <a:pt x="366134" y="53682"/>
                  <a:pt x="366134" y="85891"/>
                </a:cubicBezTo>
                <a:cubicBezTo>
                  <a:pt x="366134" y="117205"/>
                  <a:pt x="391184" y="143151"/>
                  <a:pt x="423394" y="143151"/>
                </a:cubicBezTo>
                <a:cubicBezTo>
                  <a:pt x="455602" y="143151"/>
                  <a:pt x="481548" y="117205"/>
                  <a:pt x="481548" y="85891"/>
                </a:cubicBezTo>
                <a:cubicBezTo>
                  <a:pt x="481548" y="53682"/>
                  <a:pt x="455602" y="27735"/>
                  <a:pt x="423394" y="27735"/>
                </a:cubicBezTo>
                <a:close/>
                <a:moveTo>
                  <a:pt x="423394" y="0"/>
                </a:moveTo>
                <a:cubicBezTo>
                  <a:pt x="470812" y="0"/>
                  <a:pt x="509284" y="37577"/>
                  <a:pt x="509284" y="85891"/>
                </a:cubicBezTo>
                <a:cubicBezTo>
                  <a:pt x="509284" y="132415"/>
                  <a:pt x="470812" y="171782"/>
                  <a:pt x="423394" y="171782"/>
                </a:cubicBezTo>
                <a:cubicBezTo>
                  <a:pt x="375974" y="171782"/>
                  <a:pt x="337504" y="132415"/>
                  <a:pt x="337504" y="85891"/>
                </a:cubicBezTo>
                <a:cubicBezTo>
                  <a:pt x="337504" y="37577"/>
                  <a:pt x="375974" y="0"/>
                  <a:pt x="4233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7999A-52E1-45A2-87DA-B0CC2D21ED12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3EB38-A471-4A64-B5AE-46246AD66069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E6D31-9A73-4C61-AC04-1BC6DFF32D8D}"/>
              </a:ext>
            </a:extLst>
          </p:cNvPr>
          <p:cNvSpPr txBox="1"/>
          <p:nvPr/>
        </p:nvSpPr>
        <p:spPr>
          <a:xfrm>
            <a:off x="5609821" y="3629702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C599E-C3D5-4C23-BF92-CE6194BC91D5}"/>
              </a:ext>
            </a:extLst>
          </p:cNvPr>
          <p:cNvSpPr txBox="1"/>
          <p:nvPr/>
        </p:nvSpPr>
        <p:spPr>
          <a:xfrm>
            <a:off x="5609822" y="4300884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E794D-4945-4BBA-8817-019FCD7C176C}"/>
              </a:ext>
            </a:extLst>
          </p:cNvPr>
          <p:cNvSpPr txBox="1"/>
          <p:nvPr/>
        </p:nvSpPr>
        <p:spPr>
          <a:xfrm>
            <a:off x="3997429" y="7026384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STRATEGY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34956-61CE-489E-8B35-649D7717A60A}"/>
              </a:ext>
            </a:extLst>
          </p:cNvPr>
          <p:cNvSpPr txBox="1"/>
          <p:nvPr/>
        </p:nvSpPr>
        <p:spPr>
          <a:xfrm>
            <a:off x="3997430" y="7697566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47425-CB2A-407C-9F64-5C7A1908D8CD}"/>
              </a:ext>
            </a:extLst>
          </p:cNvPr>
          <p:cNvSpPr txBox="1"/>
          <p:nvPr/>
        </p:nvSpPr>
        <p:spPr>
          <a:xfrm>
            <a:off x="5609823" y="10430686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7ECD0-C879-4719-BE1C-4A15518F8E3F}"/>
              </a:ext>
            </a:extLst>
          </p:cNvPr>
          <p:cNvSpPr txBox="1"/>
          <p:nvPr/>
        </p:nvSpPr>
        <p:spPr>
          <a:xfrm>
            <a:off x="5609824" y="11101868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BE3E25-82CD-4A82-BC95-1389FF293588}"/>
              </a:ext>
            </a:extLst>
          </p:cNvPr>
          <p:cNvSpPr txBox="1"/>
          <p:nvPr/>
        </p:nvSpPr>
        <p:spPr>
          <a:xfrm>
            <a:off x="14489833" y="3629702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63D72-EBF6-4055-B480-ACED23A1B7D6}"/>
              </a:ext>
            </a:extLst>
          </p:cNvPr>
          <p:cNvSpPr txBox="1"/>
          <p:nvPr/>
        </p:nvSpPr>
        <p:spPr>
          <a:xfrm>
            <a:off x="14489834" y="4300884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681579-1458-4146-818F-A760E9A3369F}"/>
              </a:ext>
            </a:extLst>
          </p:cNvPr>
          <p:cNvSpPr txBox="1"/>
          <p:nvPr/>
        </p:nvSpPr>
        <p:spPr>
          <a:xfrm>
            <a:off x="14489834" y="10430686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SYSTEMS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4C9AD-4C81-4353-9B92-5E1939CE012D}"/>
              </a:ext>
            </a:extLst>
          </p:cNvPr>
          <p:cNvSpPr txBox="1"/>
          <p:nvPr/>
        </p:nvSpPr>
        <p:spPr>
          <a:xfrm>
            <a:off x="14489835" y="11101868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5B7EBE-DC7A-4B9C-B25B-5605D4A72990}"/>
              </a:ext>
            </a:extLst>
          </p:cNvPr>
          <p:cNvSpPr txBox="1"/>
          <p:nvPr/>
        </p:nvSpPr>
        <p:spPr>
          <a:xfrm>
            <a:off x="16094605" y="7026384"/>
            <a:ext cx="426529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8DE238-65FC-424D-8456-28E8FB16008A}"/>
              </a:ext>
            </a:extLst>
          </p:cNvPr>
          <p:cNvSpPr txBox="1"/>
          <p:nvPr/>
        </p:nvSpPr>
        <p:spPr>
          <a:xfrm>
            <a:off x="16094606" y="7697566"/>
            <a:ext cx="426529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CFDACD-2234-4346-BA77-22478436C68D}"/>
              </a:ext>
            </a:extLst>
          </p:cNvPr>
          <p:cNvSpPr txBox="1"/>
          <p:nvPr/>
        </p:nvSpPr>
        <p:spPr>
          <a:xfrm>
            <a:off x="10082521" y="7034989"/>
            <a:ext cx="421260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SHARED 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1A88E-64B6-4284-9EF4-6941A45ACE84}"/>
              </a:ext>
            </a:extLst>
          </p:cNvPr>
          <p:cNvSpPr txBox="1"/>
          <p:nvPr/>
        </p:nvSpPr>
        <p:spPr>
          <a:xfrm>
            <a:off x="10082523" y="7706171"/>
            <a:ext cx="421259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9F9DAAB5-F746-40BA-A855-B7A87BC12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6779" y="4687242"/>
            <a:ext cx="5839201" cy="6992061"/>
          </a:xfrm>
          <a:custGeom>
            <a:avLst/>
            <a:gdLst>
              <a:gd name="connsiteX0" fmla="*/ 2623550 w 5839201"/>
              <a:gd name="connsiteY0" fmla="*/ 6574107 h 6992061"/>
              <a:gd name="connsiteX1" fmla="*/ 2834290 w 5839201"/>
              <a:gd name="connsiteY1" fmla="*/ 6964921 h 6992061"/>
              <a:gd name="connsiteX2" fmla="*/ 2826150 w 5839201"/>
              <a:gd name="connsiteY2" fmla="*/ 6969445 h 6992061"/>
              <a:gd name="connsiteX3" fmla="*/ 2837004 w 5839201"/>
              <a:gd name="connsiteY3" fmla="*/ 6976682 h 6992061"/>
              <a:gd name="connsiteX4" fmla="*/ 2903934 w 5839201"/>
              <a:gd name="connsiteY4" fmla="*/ 6934163 h 6992061"/>
              <a:gd name="connsiteX5" fmla="*/ 2911170 w 5839201"/>
              <a:gd name="connsiteY5" fmla="*/ 6945019 h 6992061"/>
              <a:gd name="connsiteX6" fmla="*/ 2837004 w 5839201"/>
              <a:gd name="connsiteY6" fmla="*/ 6992061 h 6992061"/>
              <a:gd name="connsiteX7" fmla="*/ 2533104 w 5839201"/>
              <a:gd name="connsiteY7" fmla="*/ 6789417 h 6992061"/>
              <a:gd name="connsiteX8" fmla="*/ 2540340 w 5839201"/>
              <a:gd name="connsiteY8" fmla="*/ 6778561 h 6992061"/>
              <a:gd name="connsiteX9" fmla="*/ 2819819 w 5839201"/>
              <a:gd name="connsiteY9" fmla="*/ 6964921 h 6992061"/>
              <a:gd name="connsiteX10" fmla="*/ 2612697 w 5839201"/>
              <a:gd name="connsiteY10" fmla="*/ 6580440 h 6992061"/>
              <a:gd name="connsiteX11" fmla="*/ 3494357 w 5839201"/>
              <a:gd name="connsiteY11" fmla="*/ 6562138 h 6992061"/>
              <a:gd name="connsiteX12" fmla="*/ 3501566 w 5839201"/>
              <a:gd name="connsiteY12" fmla="*/ 6572930 h 6992061"/>
              <a:gd name="connsiteX13" fmla="*/ 3125817 w 5839201"/>
              <a:gd name="connsiteY13" fmla="*/ 6808566 h 6992061"/>
              <a:gd name="connsiteX14" fmla="*/ 3119509 w 5839201"/>
              <a:gd name="connsiteY14" fmla="*/ 6797773 h 6992061"/>
              <a:gd name="connsiteX15" fmla="*/ 3167596 w 5839201"/>
              <a:gd name="connsiteY15" fmla="*/ 6390606 h 6992061"/>
              <a:gd name="connsiteX16" fmla="*/ 3178441 w 5839201"/>
              <a:gd name="connsiteY16" fmla="*/ 6396961 h 6992061"/>
              <a:gd name="connsiteX17" fmla="*/ 2958820 w 5839201"/>
              <a:gd name="connsiteY17" fmla="*/ 6784622 h 6992061"/>
              <a:gd name="connsiteX18" fmla="*/ 2947975 w 5839201"/>
              <a:gd name="connsiteY18" fmla="*/ 6777359 h 6992061"/>
              <a:gd name="connsiteX19" fmla="*/ 1961042 w 5839201"/>
              <a:gd name="connsiteY19" fmla="*/ 6390606 h 6992061"/>
              <a:gd name="connsiteX20" fmla="*/ 2332738 w 5839201"/>
              <a:gd name="connsiteY20" fmla="*/ 6638072 h 6992061"/>
              <a:gd name="connsiteX21" fmla="*/ 2325468 w 5839201"/>
              <a:gd name="connsiteY21" fmla="*/ 6648989 h 6992061"/>
              <a:gd name="connsiteX22" fmla="*/ 1954680 w 5839201"/>
              <a:gd name="connsiteY22" fmla="*/ 6401524 h 6992061"/>
              <a:gd name="connsiteX23" fmla="*/ 4084750 w 5839201"/>
              <a:gd name="connsiteY23" fmla="*/ 6191149 h 6992061"/>
              <a:gd name="connsiteX24" fmla="*/ 4091959 w 5839201"/>
              <a:gd name="connsiteY24" fmla="*/ 6201941 h 6992061"/>
              <a:gd name="connsiteX25" fmla="*/ 3717111 w 5839201"/>
              <a:gd name="connsiteY25" fmla="*/ 6437577 h 6992061"/>
              <a:gd name="connsiteX26" fmla="*/ 3709902 w 5839201"/>
              <a:gd name="connsiteY26" fmla="*/ 6427684 h 6992061"/>
              <a:gd name="connsiteX27" fmla="*/ 1379535 w 5839201"/>
              <a:gd name="connsiteY27" fmla="*/ 6003658 h 6992061"/>
              <a:gd name="connsiteX28" fmla="*/ 1750323 w 5839201"/>
              <a:gd name="connsiteY28" fmla="*/ 6251126 h 6992061"/>
              <a:gd name="connsiteX29" fmla="*/ 1743962 w 5839201"/>
              <a:gd name="connsiteY29" fmla="*/ 6262043 h 6992061"/>
              <a:gd name="connsiteX30" fmla="*/ 1372265 w 5839201"/>
              <a:gd name="connsiteY30" fmla="*/ 6014576 h 6992061"/>
              <a:gd name="connsiteX31" fmla="*/ 2292686 w 5839201"/>
              <a:gd name="connsiteY31" fmla="*/ 5959779 h 6992061"/>
              <a:gd name="connsiteX32" fmla="*/ 2504273 w 5839201"/>
              <a:gd name="connsiteY32" fmla="*/ 6352332 h 6992061"/>
              <a:gd name="connsiteX33" fmla="*/ 2493376 w 5839201"/>
              <a:gd name="connsiteY33" fmla="*/ 6357784 h 6992061"/>
              <a:gd name="connsiteX34" fmla="*/ 2281789 w 5839201"/>
              <a:gd name="connsiteY34" fmla="*/ 5965231 h 6992061"/>
              <a:gd name="connsiteX35" fmla="*/ 4676027 w 5839201"/>
              <a:gd name="connsiteY35" fmla="*/ 5816170 h 6992061"/>
              <a:gd name="connsiteX36" fmla="*/ 4682350 w 5839201"/>
              <a:gd name="connsiteY36" fmla="*/ 5826962 h 6992061"/>
              <a:gd name="connsiteX37" fmla="*/ 4306617 w 5839201"/>
              <a:gd name="connsiteY37" fmla="*/ 6062598 h 6992061"/>
              <a:gd name="connsiteX38" fmla="*/ 4300295 w 5839201"/>
              <a:gd name="connsiteY38" fmla="*/ 6052705 h 6992061"/>
              <a:gd name="connsiteX39" fmla="*/ 3514697 w 5839201"/>
              <a:gd name="connsiteY39" fmla="*/ 5784257 h 6992061"/>
              <a:gd name="connsiteX40" fmla="*/ 3525501 w 5839201"/>
              <a:gd name="connsiteY40" fmla="*/ 5790562 h 6992061"/>
              <a:gd name="connsiteX41" fmla="*/ 3306735 w 5839201"/>
              <a:gd name="connsiteY41" fmla="*/ 6174292 h 6992061"/>
              <a:gd name="connsiteX42" fmla="*/ 3295031 w 5839201"/>
              <a:gd name="connsiteY42" fmla="*/ 6167987 h 6992061"/>
              <a:gd name="connsiteX43" fmla="*/ 797103 w 5839201"/>
              <a:gd name="connsiteY43" fmla="*/ 5616713 h 6992061"/>
              <a:gd name="connsiteX44" fmla="*/ 1167910 w 5839201"/>
              <a:gd name="connsiteY44" fmla="*/ 5864179 h 6992061"/>
              <a:gd name="connsiteX45" fmla="*/ 1160657 w 5839201"/>
              <a:gd name="connsiteY45" fmla="*/ 5875096 h 6992061"/>
              <a:gd name="connsiteX46" fmla="*/ 789850 w 5839201"/>
              <a:gd name="connsiteY46" fmla="*/ 5626721 h 6992061"/>
              <a:gd name="connsiteX47" fmla="*/ 5265536 w 5839201"/>
              <a:gd name="connsiteY47" fmla="*/ 5445178 h 6992061"/>
              <a:gd name="connsiteX48" fmla="*/ 5272745 w 5839201"/>
              <a:gd name="connsiteY48" fmla="*/ 5455970 h 6992061"/>
              <a:gd name="connsiteX49" fmla="*/ 4897897 w 5839201"/>
              <a:gd name="connsiteY49" fmla="*/ 5691606 h 6992061"/>
              <a:gd name="connsiteX50" fmla="*/ 4890688 w 5839201"/>
              <a:gd name="connsiteY50" fmla="*/ 5681713 h 6992061"/>
              <a:gd name="connsiteX51" fmla="*/ 1962494 w 5839201"/>
              <a:gd name="connsiteY51" fmla="*/ 5341460 h 6992061"/>
              <a:gd name="connsiteX52" fmla="*/ 2173173 w 5839201"/>
              <a:gd name="connsiteY52" fmla="*/ 5733137 h 6992061"/>
              <a:gd name="connsiteX53" fmla="*/ 2162276 w 5839201"/>
              <a:gd name="connsiteY53" fmla="*/ 5739469 h 6992061"/>
              <a:gd name="connsiteX54" fmla="*/ 1950689 w 5839201"/>
              <a:gd name="connsiteY54" fmla="*/ 5347792 h 6992061"/>
              <a:gd name="connsiteX55" fmla="*/ 214688 w 5839201"/>
              <a:gd name="connsiteY55" fmla="*/ 5229765 h 6992061"/>
              <a:gd name="connsiteX56" fmla="*/ 585495 w 5839201"/>
              <a:gd name="connsiteY56" fmla="*/ 5477274 h 6992061"/>
              <a:gd name="connsiteX57" fmla="*/ 577336 w 5839201"/>
              <a:gd name="connsiteY57" fmla="*/ 5488153 h 6992061"/>
              <a:gd name="connsiteX58" fmla="*/ 207435 w 5839201"/>
              <a:gd name="connsiteY58" fmla="*/ 5240645 h 6992061"/>
              <a:gd name="connsiteX59" fmla="*/ 3861752 w 5839201"/>
              <a:gd name="connsiteY59" fmla="*/ 5177907 h 6992061"/>
              <a:gd name="connsiteX60" fmla="*/ 3872556 w 5839201"/>
              <a:gd name="connsiteY60" fmla="*/ 5184212 h 6992061"/>
              <a:gd name="connsiteX61" fmla="*/ 3652889 w 5839201"/>
              <a:gd name="connsiteY61" fmla="*/ 5567942 h 6992061"/>
              <a:gd name="connsiteX62" fmla="*/ 3642086 w 5839201"/>
              <a:gd name="connsiteY62" fmla="*/ 5562538 h 6992061"/>
              <a:gd name="connsiteX63" fmla="*/ 5321516 w 5839201"/>
              <a:gd name="connsiteY63" fmla="*/ 5094134 h 6992061"/>
              <a:gd name="connsiteX64" fmla="*/ 5767394 w 5839201"/>
              <a:gd name="connsiteY64" fmla="*/ 5094134 h 6992061"/>
              <a:gd name="connsiteX65" fmla="*/ 5767394 w 5839201"/>
              <a:gd name="connsiteY65" fmla="*/ 5105305 h 6992061"/>
              <a:gd name="connsiteX66" fmla="*/ 5321516 w 5839201"/>
              <a:gd name="connsiteY66" fmla="*/ 5105305 h 6992061"/>
              <a:gd name="connsiteX67" fmla="*/ 4627405 w 5839201"/>
              <a:gd name="connsiteY67" fmla="*/ 5094134 h 6992061"/>
              <a:gd name="connsiteX68" fmla="*/ 5073281 w 5839201"/>
              <a:gd name="connsiteY68" fmla="*/ 5094134 h 6992061"/>
              <a:gd name="connsiteX69" fmla="*/ 5073281 w 5839201"/>
              <a:gd name="connsiteY69" fmla="*/ 5105305 h 6992061"/>
              <a:gd name="connsiteX70" fmla="*/ 4627405 w 5839201"/>
              <a:gd name="connsiteY70" fmla="*/ 5105305 h 6992061"/>
              <a:gd name="connsiteX71" fmla="*/ 3925316 w 5839201"/>
              <a:gd name="connsiteY71" fmla="*/ 5094134 h 6992061"/>
              <a:gd name="connsiteX72" fmla="*/ 4371192 w 5839201"/>
              <a:gd name="connsiteY72" fmla="*/ 5094134 h 6992061"/>
              <a:gd name="connsiteX73" fmla="*/ 4371192 w 5839201"/>
              <a:gd name="connsiteY73" fmla="*/ 5105305 h 6992061"/>
              <a:gd name="connsiteX74" fmla="*/ 3925316 w 5839201"/>
              <a:gd name="connsiteY74" fmla="*/ 5105305 h 6992061"/>
              <a:gd name="connsiteX75" fmla="*/ 3227215 w 5839201"/>
              <a:gd name="connsiteY75" fmla="*/ 5094134 h 6992061"/>
              <a:gd name="connsiteX76" fmla="*/ 3673093 w 5839201"/>
              <a:gd name="connsiteY76" fmla="*/ 5094134 h 6992061"/>
              <a:gd name="connsiteX77" fmla="*/ 3673093 w 5839201"/>
              <a:gd name="connsiteY77" fmla="*/ 5105305 h 6992061"/>
              <a:gd name="connsiteX78" fmla="*/ 3227215 w 5839201"/>
              <a:gd name="connsiteY78" fmla="*/ 5105305 h 6992061"/>
              <a:gd name="connsiteX79" fmla="*/ 2533104 w 5839201"/>
              <a:gd name="connsiteY79" fmla="*/ 5094134 h 6992061"/>
              <a:gd name="connsiteX80" fmla="*/ 2974998 w 5839201"/>
              <a:gd name="connsiteY80" fmla="*/ 5094134 h 6992061"/>
              <a:gd name="connsiteX81" fmla="*/ 2974998 w 5839201"/>
              <a:gd name="connsiteY81" fmla="*/ 5105305 h 6992061"/>
              <a:gd name="connsiteX82" fmla="*/ 2533104 w 5839201"/>
              <a:gd name="connsiteY82" fmla="*/ 5105305 h 6992061"/>
              <a:gd name="connsiteX83" fmla="*/ 1132916 w 5839201"/>
              <a:gd name="connsiteY83" fmla="*/ 5094134 h 6992061"/>
              <a:gd name="connsiteX84" fmla="*/ 1578794 w 5839201"/>
              <a:gd name="connsiteY84" fmla="*/ 5094134 h 6992061"/>
              <a:gd name="connsiteX85" fmla="*/ 1578794 w 5839201"/>
              <a:gd name="connsiteY85" fmla="*/ 5105305 h 6992061"/>
              <a:gd name="connsiteX86" fmla="*/ 1132916 w 5839201"/>
              <a:gd name="connsiteY86" fmla="*/ 5105305 h 6992061"/>
              <a:gd name="connsiteX87" fmla="*/ 434815 w 5839201"/>
              <a:gd name="connsiteY87" fmla="*/ 5094134 h 6992061"/>
              <a:gd name="connsiteX88" fmla="*/ 880691 w 5839201"/>
              <a:gd name="connsiteY88" fmla="*/ 5094134 h 6992061"/>
              <a:gd name="connsiteX89" fmla="*/ 880691 w 5839201"/>
              <a:gd name="connsiteY89" fmla="*/ 5105305 h 6992061"/>
              <a:gd name="connsiteX90" fmla="*/ 434815 w 5839201"/>
              <a:gd name="connsiteY90" fmla="*/ 5105305 h 6992061"/>
              <a:gd name="connsiteX91" fmla="*/ 5455511 w 5839201"/>
              <a:gd name="connsiteY91" fmla="*/ 4878720 h 6992061"/>
              <a:gd name="connsiteX92" fmla="*/ 5821615 w 5839201"/>
              <a:gd name="connsiteY92" fmla="*/ 5089747 h 6992061"/>
              <a:gd name="connsiteX93" fmla="*/ 5821615 w 5839201"/>
              <a:gd name="connsiteY93" fmla="*/ 5061790 h 6992061"/>
              <a:gd name="connsiteX94" fmla="*/ 5835208 w 5839201"/>
              <a:gd name="connsiteY94" fmla="*/ 5061790 h 6992061"/>
              <a:gd name="connsiteX95" fmla="*/ 5835208 w 5839201"/>
              <a:gd name="connsiteY95" fmla="*/ 5104176 h 6992061"/>
              <a:gd name="connsiteX96" fmla="*/ 5488134 w 5839201"/>
              <a:gd name="connsiteY96" fmla="*/ 5320614 h 6992061"/>
              <a:gd name="connsiteX97" fmla="*/ 5481791 w 5839201"/>
              <a:gd name="connsiteY97" fmla="*/ 5310694 h 6992061"/>
              <a:gd name="connsiteX98" fmla="*/ 5816178 w 5839201"/>
              <a:gd name="connsiteY98" fmla="*/ 5100569 h 6992061"/>
              <a:gd name="connsiteX99" fmla="*/ 5449168 w 5839201"/>
              <a:gd name="connsiteY99" fmla="*/ 4890444 h 6992061"/>
              <a:gd name="connsiteX100" fmla="*/ 1630442 w 5839201"/>
              <a:gd name="connsiteY100" fmla="*/ 4731123 h 6992061"/>
              <a:gd name="connsiteX101" fmla="*/ 1832967 w 5839201"/>
              <a:gd name="connsiteY101" fmla="*/ 5107371 h 6992061"/>
              <a:gd name="connsiteX102" fmla="*/ 1832967 w 5839201"/>
              <a:gd name="connsiteY102" fmla="*/ 5097399 h 6992061"/>
              <a:gd name="connsiteX103" fmla="*/ 2276895 w 5839201"/>
              <a:gd name="connsiteY103" fmla="*/ 5097399 h 6992061"/>
              <a:gd name="connsiteX104" fmla="*/ 2276895 w 5839201"/>
              <a:gd name="connsiteY104" fmla="*/ 5110091 h 6992061"/>
              <a:gd name="connsiteX105" fmla="*/ 1833871 w 5839201"/>
              <a:gd name="connsiteY105" fmla="*/ 5110091 h 6992061"/>
              <a:gd name="connsiteX106" fmla="*/ 1841104 w 5839201"/>
              <a:gd name="connsiteY106" fmla="*/ 5122784 h 6992061"/>
              <a:gd name="connsiteX107" fmla="*/ 1830254 w 5839201"/>
              <a:gd name="connsiteY107" fmla="*/ 5129130 h 6992061"/>
              <a:gd name="connsiteX108" fmla="*/ 1619592 w 5839201"/>
              <a:gd name="connsiteY108" fmla="*/ 4736563 h 6992061"/>
              <a:gd name="connsiteX109" fmla="*/ 4535 w 5839201"/>
              <a:gd name="connsiteY109" fmla="*/ 4643362 h 6992061"/>
              <a:gd name="connsiteX110" fmla="*/ 17234 w 5839201"/>
              <a:gd name="connsiteY110" fmla="*/ 4643362 h 6992061"/>
              <a:gd name="connsiteX111" fmla="*/ 17234 w 5839201"/>
              <a:gd name="connsiteY111" fmla="*/ 5078371 h 6992061"/>
              <a:gd name="connsiteX112" fmla="*/ 141499 w 5839201"/>
              <a:gd name="connsiteY112" fmla="*/ 4860866 h 6992061"/>
              <a:gd name="connsiteX113" fmla="*/ 153290 w 5839201"/>
              <a:gd name="connsiteY113" fmla="*/ 4867210 h 6992061"/>
              <a:gd name="connsiteX114" fmla="*/ 28118 w 5839201"/>
              <a:gd name="connsiteY114" fmla="*/ 5085621 h 6992061"/>
              <a:gd name="connsiteX115" fmla="*/ 383680 w 5839201"/>
              <a:gd name="connsiteY115" fmla="*/ 4879898 h 6992061"/>
              <a:gd name="connsiteX116" fmla="*/ 390029 w 5839201"/>
              <a:gd name="connsiteY116" fmla="*/ 4891679 h 6992061"/>
              <a:gd name="connsiteX117" fmla="*/ 35375 w 5839201"/>
              <a:gd name="connsiteY117" fmla="*/ 5096496 h 6992061"/>
              <a:gd name="connsiteX118" fmla="*/ 180502 w 5839201"/>
              <a:gd name="connsiteY118" fmla="*/ 5096496 h 6992061"/>
              <a:gd name="connsiteX119" fmla="*/ 180502 w 5839201"/>
              <a:gd name="connsiteY119" fmla="*/ 5109184 h 6992061"/>
              <a:gd name="connsiteX120" fmla="*/ 0 w 5839201"/>
              <a:gd name="connsiteY120" fmla="*/ 5109184 h 6992061"/>
              <a:gd name="connsiteX121" fmla="*/ 11792 w 5839201"/>
              <a:gd name="connsiteY121" fmla="*/ 5088340 h 6992061"/>
              <a:gd name="connsiteX122" fmla="*/ 4535 w 5839201"/>
              <a:gd name="connsiteY122" fmla="*/ 5088340 h 6992061"/>
              <a:gd name="connsiteX123" fmla="*/ 4207908 w 5839201"/>
              <a:gd name="connsiteY123" fmla="*/ 4571557 h 6992061"/>
              <a:gd name="connsiteX124" fmla="*/ 4219612 w 5839201"/>
              <a:gd name="connsiteY124" fmla="*/ 4577862 h 6992061"/>
              <a:gd name="connsiteX125" fmla="*/ 4000846 w 5839201"/>
              <a:gd name="connsiteY125" fmla="*/ 4961592 h 6992061"/>
              <a:gd name="connsiteX126" fmla="*/ 3989142 w 5839201"/>
              <a:gd name="connsiteY126" fmla="*/ 4955287 h 6992061"/>
              <a:gd name="connsiteX127" fmla="*/ 5519849 w 5839201"/>
              <a:gd name="connsiteY127" fmla="*/ 4543632 h 6992061"/>
              <a:gd name="connsiteX128" fmla="*/ 5739470 w 5839201"/>
              <a:gd name="connsiteY128" fmla="*/ 4930387 h 6992061"/>
              <a:gd name="connsiteX129" fmla="*/ 5728625 w 5839201"/>
              <a:gd name="connsiteY129" fmla="*/ 4937650 h 6992061"/>
              <a:gd name="connsiteX130" fmla="*/ 5509004 w 5839201"/>
              <a:gd name="connsiteY130" fmla="*/ 4549987 h 6992061"/>
              <a:gd name="connsiteX131" fmla="*/ 4852224 w 5839201"/>
              <a:gd name="connsiteY131" fmla="*/ 4531666 h 6992061"/>
              <a:gd name="connsiteX132" fmla="*/ 5236840 w 5839201"/>
              <a:gd name="connsiteY132" fmla="*/ 4755165 h 6992061"/>
              <a:gd name="connsiteX133" fmla="*/ 5230520 w 5839201"/>
              <a:gd name="connsiteY133" fmla="*/ 4766112 h 6992061"/>
              <a:gd name="connsiteX134" fmla="*/ 4846807 w 5839201"/>
              <a:gd name="connsiteY134" fmla="*/ 4542613 h 6992061"/>
              <a:gd name="connsiteX135" fmla="*/ 986089 w 5839201"/>
              <a:gd name="connsiteY135" fmla="*/ 4531666 h 6992061"/>
              <a:gd name="connsiteX136" fmla="*/ 992394 w 5839201"/>
              <a:gd name="connsiteY136" fmla="*/ 4542613 h 6992061"/>
              <a:gd name="connsiteX137" fmla="*/ 609565 w 5839201"/>
              <a:gd name="connsiteY137" fmla="*/ 4766112 h 6992061"/>
              <a:gd name="connsiteX138" fmla="*/ 602359 w 5839201"/>
              <a:gd name="connsiteY138" fmla="*/ 4755165 h 6992061"/>
              <a:gd name="connsiteX139" fmla="*/ 5824148 w 5839201"/>
              <a:gd name="connsiteY139" fmla="*/ 4364122 h 6992061"/>
              <a:gd name="connsiteX140" fmla="*/ 5839108 w 5839201"/>
              <a:gd name="connsiteY140" fmla="*/ 4364122 h 6992061"/>
              <a:gd name="connsiteX141" fmla="*/ 5839108 w 5839201"/>
              <a:gd name="connsiteY141" fmla="*/ 4809998 h 6992061"/>
              <a:gd name="connsiteX142" fmla="*/ 5824148 w 5839201"/>
              <a:gd name="connsiteY142" fmla="*/ 4809998 h 6992061"/>
              <a:gd name="connsiteX143" fmla="*/ 490883 w 5839201"/>
              <a:gd name="connsiteY143" fmla="*/ 4252426 h 6992061"/>
              <a:gd name="connsiteX144" fmla="*/ 501728 w 5839201"/>
              <a:gd name="connsiteY144" fmla="*/ 4258781 h 6992061"/>
              <a:gd name="connsiteX145" fmla="*/ 281204 w 5839201"/>
              <a:gd name="connsiteY145" fmla="*/ 4646442 h 6992061"/>
              <a:gd name="connsiteX146" fmla="*/ 271262 w 5839201"/>
              <a:gd name="connsiteY146" fmla="*/ 4639179 h 6992061"/>
              <a:gd name="connsiteX147" fmla="*/ 1297886 w 5839201"/>
              <a:gd name="connsiteY147" fmla="*/ 4112805 h 6992061"/>
              <a:gd name="connsiteX148" fmla="*/ 1394268 w 5839201"/>
              <a:gd name="connsiteY148" fmla="*/ 4294130 h 6992061"/>
              <a:gd name="connsiteX149" fmla="*/ 1591538 w 5839201"/>
              <a:gd name="connsiteY149" fmla="*/ 4178988 h 6992061"/>
              <a:gd name="connsiteX150" fmla="*/ 1598744 w 5839201"/>
              <a:gd name="connsiteY150" fmla="*/ 4190775 h 6992061"/>
              <a:gd name="connsiteX151" fmla="*/ 1400574 w 5839201"/>
              <a:gd name="connsiteY151" fmla="*/ 4305009 h 6992061"/>
              <a:gd name="connsiteX152" fmla="*/ 1507766 w 5839201"/>
              <a:gd name="connsiteY152" fmla="*/ 4505373 h 6992061"/>
              <a:gd name="connsiteX153" fmla="*/ 1496957 w 5839201"/>
              <a:gd name="connsiteY153" fmla="*/ 4510812 h 6992061"/>
              <a:gd name="connsiteX154" fmla="*/ 1389765 w 5839201"/>
              <a:gd name="connsiteY154" fmla="*/ 4312262 h 6992061"/>
              <a:gd name="connsiteX155" fmla="*/ 1215915 w 5839201"/>
              <a:gd name="connsiteY155" fmla="*/ 4412897 h 6992061"/>
              <a:gd name="connsiteX156" fmla="*/ 1208709 w 5839201"/>
              <a:gd name="connsiteY156" fmla="*/ 4402018 h 6992061"/>
              <a:gd name="connsiteX157" fmla="*/ 1384360 w 5839201"/>
              <a:gd name="connsiteY157" fmla="*/ 4300476 h 6992061"/>
              <a:gd name="connsiteX158" fmla="*/ 1287076 w 5839201"/>
              <a:gd name="connsiteY158" fmla="*/ 4118245 h 6992061"/>
              <a:gd name="connsiteX159" fmla="*/ 4551224 w 5839201"/>
              <a:gd name="connsiteY159" fmla="*/ 3965208 h 6992061"/>
              <a:gd name="connsiteX160" fmla="*/ 4562033 w 5839201"/>
              <a:gd name="connsiteY160" fmla="*/ 3971544 h 6992061"/>
              <a:gd name="connsiteX161" fmla="*/ 4393589 w 5839201"/>
              <a:gd name="connsiteY161" fmla="*/ 4267533 h 6992061"/>
              <a:gd name="connsiteX162" fmla="*/ 4630492 w 5839201"/>
              <a:gd name="connsiteY162" fmla="*/ 4404213 h 6992061"/>
              <a:gd name="connsiteX163" fmla="*/ 4623286 w 5839201"/>
              <a:gd name="connsiteY163" fmla="*/ 4415075 h 6992061"/>
              <a:gd name="connsiteX164" fmla="*/ 4388184 w 5839201"/>
              <a:gd name="connsiteY164" fmla="*/ 4278395 h 6992061"/>
              <a:gd name="connsiteX165" fmla="*/ 4343145 w 5839201"/>
              <a:gd name="connsiteY165" fmla="*/ 4357144 h 6992061"/>
              <a:gd name="connsiteX166" fmla="*/ 4332336 w 5839201"/>
              <a:gd name="connsiteY166" fmla="*/ 4350808 h 6992061"/>
              <a:gd name="connsiteX167" fmla="*/ 4377375 w 5839201"/>
              <a:gd name="connsiteY167" fmla="*/ 4272059 h 6992061"/>
              <a:gd name="connsiteX168" fmla="*/ 4240457 w 5839201"/>
              <a:gd name="connsiteY168" fmla="*/ 4193310 h 6992061"/>
              <a:gd name="connsiteX169" fmla="*/ 4247663 w 5839201"/>
              <a:gd name="connsiteY169" fmla="*/ 4181542 h 6992061"/>
              <a:gd name="connsiteX170" fmla="*/ 4382779 w 5839201"/>
              <a:gd name="connsiteY170" fmla="*/ 4261197 h 6992061"/>
              <a:gd name="connsiteX171" fmla="*/ 3988 w 5839201"/>
              <a:gd name="connsiteY171" fmla="*/ 3945261 h 6992061"/>
              <a:gd name="connsiteX172" fmla="*/ 15159 w 5839201"/>
              <a:gd name="connsiteY172" fmla="*/ 3945261 h 6992061"/>
              <a:gd name="connsiteX173" fmla="*/ 15159 w 5839201"/>
              <a:gd name="connsiteY173" fmla="*/ 4391139 h 6992061"/>
              <a:gd name="connsiteX174" fmla="*/ 3988 w 5839201"/>
              <a:gd name="connsiteY174" fmla="*/ 4391139 h 6992061"/>
              <a:gd name="connsiteX175" fmla="*/ 5172753 w 5839201"/>
              <a:gd name="connsiteY175" fmla="*/ 3937282 h 6992061"/>
              <a:gd name="connsiteX176" fmla="*/ 5392420 w 5839201"/>
              <a:gd name="connsiteY176" fmla="*/ 4324945 h 6992061"/>
              <a:gd name="connsiteX177" fmla="*/ 5381616 w 5839201"/>
              <a:gd name="connsiteY177" fmla="*/ 4331300 h 6992061"/>
              <a:gd name="connsiteX178" fmla="*/ 5161950 w 5839201"/>
              <a:gd name="connsiteY178" fmla="*/ 3944545 h 6992061"/>
              <a:gd name="connsiteX179" fmla="*/ 3645304 w 5839201"/>
              <a:gd name="connsiteY179" fmla="*/ 3829577 h 6992061"/>
              <a:gd name="connsiteX180" fmla="*/ 4028133 w 5839201"/>
              <a:gd name="connsiteY180" fmla="*/ 4053122 h 6992061"/>
              <a:gd name="connsiteX181" fmla="*/ 4021828 w 5839201"/>
              <a:gd name="connsiteY181" fmla="*/ 4064026 h 6992061"/>
              <a:gd name="connsiteX182" fmla="*/ 3638098 w 5839201"/>
              <a:gd name="connsiteY182" fmla="*/ 3841390 h 6992061"/>
              <a:gd name="connsiteX183" fmla="*/ 2198788 w 5839201"/>
              <a:gd name="connsiteY183" fmla="*/ 3829577 h 6992061"/>
              <a:gd name="connsiteX184" fmla="*/ 2205093 w 5839201"/>
              <a:gd name="connsiteY184" fmla="*/ 3841390 h 6992061"/>
              <a:gd name="connsiteX185" fmla="*/ 1821363 w 5839201"/>
              <a:gd name="connsiteY185" fmla="*/ 4064026 h 6992061"/>
              <a:gd name="connsiteX186" fmla="*/ 1815058 w 5839201"/>
              <a:gd name="connsiteY186" fmla="*/ 4053122 h 6992061"/>
              <a:gd name="connsiteX187" fmla="*/ 5824148 w 5839201"/>
              <a:gd name="connsiteY187" fmla="*/ 3666021 h 6992061"/>
              <a:gd name="connsiteX188" fmla="*/ 5839108 w 5839201"/>
              <a:gd name="connsiteY188" fmla="*/ 3666021 h 6992061"/>
              <a:gd name="connsiteX189" fmla="*/ 5839108 w 5839201"/>
              <a:gd name="connsiteY189" fmla="*/ 4111897 h 6992061"/>
              <a:gd name="connsiteX190" fmla="*/ 5824148 w 5839201"/>
              <a:gd name="connsiteY190" fmla="*/ 4111897 h 6992061"/>
              <a:gd name="connsiteX191" fmla="*/ 833994 w 5839201"/>
              <a:gd name="connsiteY191" fmla="*/ 3646076 h 6992061"/>
              <a:gd name="connsiteX192" fmla="*/ 844798 w 5839201"/>
              <a:gd name="connsiteY192" fmla="*/ 3652381 h 6992061"/>
              <a:gd name="connsiteX193" fmla="*/ 626032 w 5839201"/>
              <a:gd name="connsiteY193" fmla="*/ 4036111 h 6992061"/>
              <a:gd name="connsiteX194" fmla="*/ 614328 w 5839201"/>
              <a:gd name="connsiteY194" fmla="*/ 4029806 h 6992061"/>
              <a:gd name="connsiteX195" fmla="*/ 969199 w 5839201"/>
              <a:gd name="connsiteY195" fmla="*/ 3498477 h 6992061"/>
              <a:gd name="connsiteX196" fmla="*/ 1179878 w 5839201"/>
              <a:gd name="connsiteY196" fmla="*/ 3890154 h 6992061"/>
              <a:gd name="connsiteX197" fmla="*/ 1168981 w 5839201"/>
              <a:gd name="connsiteY197" fmla="*/ 3896486 h 6992061"/>
              <a:gd name="connsiteX198" fmla="*/ 957394 w 5839201"/>
              <a:gd name="connsiteY198" fmla="*/ 3504809 h 6992061"/>
              <a:gd name="connsiteX199" fmla="*/ 3037165 w 5839201"/>
              <a:gd name="connsiteY199" fmla="*/ 3482520 h 6992061"/>
              <a:gd name="connsiteX200" fmla="*/ 3421781 w 5839201"/>
              <a:gd name="connsiteY200" fmla="*/ 3706022 h 6992061"/>
              <a:gd name="connsiteX201" fmla="*/ 3415461 w 5839201"/>
              <a:gd name="connsiteY201" fmla="*/ 3716969 h 6992061"/>
              <a:gd name="connsiteX202" fmla="*/ 3031748 w 5839201"/>
              <a:gd name="connsiteY202" fmla="*/ 3492555 h 6992061"/>
              <a:gd name="connsiteX203" fmla="*/ 2801133 w 5839201"/>
              <a:gd name="connsiteY203" fmla="*/ 3482520 h 6992061"/>
              <a:gd name="connsiteX204" fmla="*/ 2807453 w 5839201"/>
              <a:gd name="connsiteY204" fmla="*/ 3492555 h 6992061"/>
              <a:gd name="connsiteX205" fmla="*/ 2423740 w 5839201"/>
              <a:gd name="connsiteY205" fmla="*/ 3716969 h 6992061"/>
              <a:gd name="connsiteX206" fmla="*/ 2417420 w 5839201"/>
              <a:gd name="connsiteY206" fmla="*/ 3706022 h 6992061"/>
              <a:gd name="connsiteX207" fmla="*/ 4825342 w 5839201"/>
              <a:gd name="connsiteY207" fmla="*/ 3330933 h 6992061"/>
              <a:gd name="connsiteX208" fmla="*/ 4869526 w 5839201"/>
              <a:gd name="connsiteY208" fmla="*/ 3409072 h 6992061"/>
              <a:gd name="connsiteX209" fmla="*/ 4899283 w 5839201"/>
              <a:gd name="connsiteY209" fmla="*/ 3355465 h 6992061"/>
              <a:gd name="connsiteX210" fmla="*/ 4910104 w 5839201"/>
              <a:gd name="connsiteY210" fmla="*/ 3361825 h 6992061"/>
              <a:gd name="connsiteX211" fmla="*/ 4876740 w 5839201"/>
              <a:gd name="connsiteY211" fmla="*/ 3420883 h 6992061"/>
              <a:gd name="connsiteX212" fmla="*/ 5045362 w 5839201"/>
              <a:gd name="connsiteY212" fmla="*/ 3718902 h 6992061"/>
              <a:gd name="connsiteX213" fmla="*/ 5033640 w 5839201"/>
              <a:gd name="connsiteY213" fmla="*/ 3725262 h 6992061"/>
              <a:gd name="connsiteX214" fmla="*/ 4869526 w 5839201"/>
              <a:gd name="connsiteY214" fmla="*/ 3433604 h 6992061"/>
              <a:gd name="connsiteX215" fmla="*/ 4690985 w 5839201"/>
              <a:gd name="connsiteY215" fmla="*/ 3748885 h 6992061"/>
              <a:gd name="connsiteX216" fmla="*/ 4679263 w 5839201"/>
              <a:gd name="connsiteY216" fmla="*/ 3743434 h 6992061"/>
              <a:gd name="connsiteX217" fmla="*/ 4861411 w 5839201"/>
              <a:gd name="connsiteY217" fmla="*/ 3420883 h 6992061"/>
              <a:gd name="connsiteX218" fmla="*/ 4814521 w 5839201"/>
              <a:gd name="connsiteY218" fmla="*/ 3338201 h 6992061"/>
              <a:gd name="connsiteX219" fmla="*/ 3988 w 5839201"/>
              <a:gd name="connsiteY219" fmla="*/ 3247162 h 6992061"/>
              <a:gd name="connsiteX220" fmla="*/ 15159 w 5839201"/>
              <a:gd name="connsiteY220" fmla="*/ 3247162 h 6992061"/>
              <a:gd name="connsiteX221" fmla="*/ 15159 w 5839201"/>
              <a:gd name="connsiteY221" fmla="*/ 3693038 h 6992061"/>
              <a:gd name="connsiteX222" fmla="*/ 3988 w 5839201"/>
              <a:gd name="connsiteY222" fmla="*/ 3693038 h 6992061"/>
              <a:gd name="connsiteX223" fmla="*/ 3407483 w 5839201"/>
              <a:gd name="connsiteY223" fmla="*/ 3131476 h 6992061"/>
              <a:gd name="connsiteX224" fmla="*/ 3413803 w 5839201"/>
              <a:gd name="connsiteY224" fmla="*/ 3143244 h 6992061"/>
              <a:gd name="connsiteX225" fmla="*/ 3029187 w 5839201"/>
              <a:gd name="connsiteY225" fmla="*/ 3365932 h 6992061"/>
              <a:gd name="connsiteX226" fmla="*/ 3023770 w 5839201"/>
              <a:gd name="connsiteY226" fmla="*/ 3354163 h 6992061"/>
              <a:gd name="connsiteX227" fmla="*/ 2435706 w 5839201"/>
              <a:gd name="connsiteY227" fmla="*/ 3131476 h 6992061"/>
              <a:gd name="connsiteX228" fmla="*/ 2819419 w 5839201"/>
              <a:gd name="connsiteY228" fmla="*/ 3354163 h 6992061"/>
              <a:gd name="connsiteX229" fmla="*/ 2813099 w 5839201"/>
              <a:gd name="connsiteY229" fmla="*/ 3365932 h 6992061"/>
              <a:gd name="connsiteX230" fmla="*/ 2429386 w 5839201"/>
              <a:gd name="connsiteY230" fmla="*/ 3143244 h 6992061"/>
              <a:gd name="connsiteX231" fmla="*/ 1181048 w 5839201"/>
              <a:gd name="connsiteY231" fmla="*/ 3039727 h 6992061"/>
              <a:gd name="connsiteX232" fmla="*/ 1191852 w 5839201"/>
              <a:gd name="connsiteY232" fmla="*/ 3046082 h 6992061"/>
              <a:gd name="connsiteX233" fmla="*/ 973086 w 5839201"/>
              <a:gd name="connsiteY233" fmla="*/ 3433743 h 6992061"/>
              <a:gd name="connsiteX234" fmla="*/ 961382 w 5839201"/>
              <a:gd name="connsiteY234" fmla="*/ 3427388 h 6992061"/>
              <a:gd name="connsiteX235" fmla="*/ 5824148 w 5839201"/>
              <a:gd name="connsiteY235" fmla="*/ 2967922 h 6992061"/>
              <a:gd name="connsiteX236" fmla="*/ 5839108 w 5839201"/>
              <a:gd name="connsiteY236" fmla="*/ 2967922 h 6992061"/>
              <a:gd name="connsiteX237" fmla="*/ 5839108 w 5839201"/>
              <a:gd name="connsiteY237" fmla="*/ 3413800 h 6992061"/>
              <a:gd name="connsiteX238" fmla="*/ 5824148 w 5839201"/>
              <a:gd name="connsiteY238" fmla="*/ 3413800 h 6992061"/>
              <a:gd name="connsiteX239" fmla="*/ 638099 w 5839201"/>
              <a:gd name="connsiteY239" fmla="*/ 2884149 h 6992061"/>
              <a:gd name="connsiteX240" fmla="*/ 848778 w 5839201"/>
              <a:gd name="connsiteY240" fmla="*/ 3276702 h 6992061"/>
              <a:gd name="connsiteX241" fmla="*/ 837881 w 5839201"/>
              <a:gd name="connsiteY241" fmla="*/ 3282154 h 6992061"/>
              <a:gd name="connsiteX242" fmla="*/ 626294 w 5839201"/>
              <a:gd name="connsiteY242" fmla="*/ 2889601 h 6992061"/>
              <a:gd name="connsiteX243" fmla="*/ 4010745 w 5839201"/>
              <a:gd name="connsiteY243" fmla="*/ 2784422 h 6992061"/>
              <a:gd name="connsiteX244" fmla="*/ 4016162 w 5839201"/>
              <a:gd name="connsiteY244" fmla="*/ 2795369 h 6992061"/>
              <a:gd name="connsiteX245" fmla="*/ 3632449 w 5839201"/>
              <a:gd name="connsiteY245" fmla="*/ 3018868 h 6992061"/>
              <a:gd name="connsiteX246" fmla="*/ 3626129 w 5839201"/>
              <a:gd name="connsiteY246" fmla="*/ 3008833 h 6992061"/>
              <a:gd name="connsiteX247" fmla="*/ 1829342 w 5839201"/>
              <a:gd name="connsiteY247" fmla="*/ 2784422 h 6992061"/>
              <a:gd name="connsiteX248" fmla="*/ 2213072 w 5839201"/>
              <a:gd name="connsiteY248" fmla="*/ 3008833 h 6992061"/>
              <a:gd name="connsiteX249" fmla="*/ 2206767 w 5839201"/>
              <a:gd name="connsiteY249" fmla="*/ 3018868 h 6992061"/>
              <a:gd name="connsiteX250" fmla="*/ 1823037 w 5839201"/>
              <a:gd name="connsiteY250" fmla="*/ 2795369 h 6992061"/>
              <a:gd name="connsiteX251" fmla="*/ 5246844 w 5839201"/>
              <a:gd name="connsiteY251" fmla="*/ 2752508 h 6992061"/>
              <a:gd name="connsiteX252" fmla="*/ 5256785 w 5839201"/>
              <a:gd name="connsiteY252" fmla="*/ 2758813 h 6992061"/>
              <a:gd name="connsiteX253" fmla="*/ 5037164 w 5839201"/>
              <a:gd name="connsiteY253" fmla="*/ 3142543 h 6992061"/>
              <a:gd name="connsiteX254" fmla="*/ 5026319 w 5839201"/>
              <a:gd name="connsiteY254" fmla="*/ 3137138 h 6992061"/>
              <a:gd name="connsiteX255" fmla="*/ 4478642 w 5839201"/>
              <a:gd name="connsiteY255" fmla="*/ 2728574 h 6992061"/>
              <a:gd name="connsiteX256" fmla="*/ 4698309 w 5839201"/>
              <a:gd name="connsiteY256" fmla="*/ 3113190 h 6992061"/>
              <a:gd name="connsiteX257" fmla="*/ 4686605 w 5839201"/>
              <a:gd name="connsiteY257" fmla="*/ 3118607 h 6992061"/>
              <a:gd name="connsiteX258" fmla="*/ 4467839 w 5839201"/>
              <a:gd name="connsiteY258" fmla="*/ 2733991 h 6992061"/>
              <a:gd name="connsiteX259" fmla="*/ 3988 w 5839201"/>
              <a:gd name="connsiteY259" fmla="*/ 2549061 h 6992061"/>
              <a:gd name="connsiteX260" fmla="*/ 15159 w 5839201"/>
              <a:gd name="connsiteY260" fmla="*/ 2549061 h 6992061"/>
              <a:gd name="connsiteX261" fmla="*/ 15159 w 5839201"/>
              <a:gd name="connsiteY261" fmla="*/ 2994939 h 6992061"/>
              <a:gd name="connsiteX262" fmla="*/ 3988 w 5839201"/>
              <a:gd name="connsiteY262" fmla="*/ 2994939 h 6992061"/>
              <a:gd name="connsiteX263" fmla="*/ 4616192 w 5839201"/>
              <a:gd name="connsiteY263" fmla="*/ 2433377 h 6992061"/>
              <a:gd name="connsiteX264" fmla="*/ 4622512 w 5839201"/>
              <a:gd name="connsiteY264" fmla="*/ 2444281 h 6992061"/>
              <a:gd name="connsiteX265" fmla="*/ 4238799 w 5839201"/>
              <a:gd name="connsiteY265" fmla="*/ 2667826 h 6992061"/>
              <a:gd name="connsiteX266" fmla="*/ 4232479 w 5839201"/>
              <a:gd name="connsiteY266" fmla="*/ 2656013 h 6992061"/>
              <a:gd name="connsiteX267" fmla="*/ 1530356 w 5839201"/>
              <a:gd name="connsiteY267" fmla="*/ 2433377 h 6992061"/>
              <a:gd name="connsiteX268" fmla="*/ 1541190 w 5839201"/>
              <a:gd name="connsiteY268" fmla="*/ 2440640 h 6992061"/>
              <a:gd name="connsiteX269" fmla="*/ 1466253 w 5839201"/>
              <a:gd name="connsiteY269" fmla="*/ 2573189 h 6992061"/>
              <a:gd name="connsiteX270" fmla="*/ 1610710 w 5839201"/>
              <a:gd name="connsiteY270" fmla="*/ 2656713 h 6992061"/>
              <a:gd name="connsiteX271" fmla="*/ 1604390 w 5839201"/>
              <a:gd name="connsiteY271" fmla="*/ 2668515 h 6992061"/>
              <a:gd name="connsiteX272" fmla="*/ 1459933 w 5839201"/>
              <a:gd name="connsiteY272" fmla="*/ 2584083 h 6992061"/>
              <a:gd name="connsiteX273" fmla="*/ 1321797 w 5839201"/>
              <a:gd name="connsiteY273" fmla="*/ 2827393 h 6992061"/>
              <a:gd name="connsiteX274" fmla="*/ 1310060 w 5839201"/>
              <a:gd name="connsiteY274" fmla="*/ 2821038 h 6992061"/>
              <a:gd name="connsiteX275" fmla="*/ 1448196 w 5839201"/>
              <a:gd name="connsiteY275" fmla="*/ 2577728 h 6992061"/>
              <a:gd name="connsiteX276" fmla="*/ 1220677 w 5839201"/>
              <a:gd name="connsiteY276" fmla="*/ 2445179 h 6992061"/>
              <a:gd name="connsiteX277" fmla="*/ 1226094 w 5839201"/>
              <a:gd name="connsiteY277" fmla="*/ 2434285 h 6992061"/>
              <a:gd name="connsiteX278" fmla="*/ 1455419 w 5839201"/>
              <a:gd name="connsiteY278" fmla="*/ 2565926 h 6992061"/>
              <a:gd name="connsiteX279" fmla="*/ 5824148 w 5839201"/>
              <a:gd name="connsiteY279" fmla="*/ 2269821 h 6992061"/>
              <a:gd name="connsiteX280" fmla="*/ 5839108 w 5839201"/>
              <a:gd name="connsiteY280" fmla="*/ 2269821 h 6992061"/>
              <a:gd name="connsiteX281" fmla="*/ 5839108 w 5839201"/>
              <a:gd name="connsiteY281" fmla="*/ 2715697 h 6992061"/>
              <a:gd name="connsiteX282" fmla="*/ 5824148 w 5839201"/>
              <a:gd name="connsiteY282" fmla="*/ 2715697 h 6992061"/>
              <a:gd name="connsiteX283" fmla="*/ 303011 w 5839201"/>
              <a:gd name="connsiteY283" fmla="*/ 2269821 h 6992061"/>
              <a:gd name="connsiteX284" fmla="*/ 513690 w 5839201"/>
              <a:gd name="connsiteY284" fmla="*/ 2661482 h 6992061"/>
              <a:gd name="connsiteX285" fmla="*/ 503701 w 5839201"/>
              <a:gd name="connsiteY285" fmla="*/ 2667828 h 6992061"/>
              <a:gd name="connsiteX286" fmla="*/ 291206 w 5839201"/>
              <a:gd name="connsiteY286" fmla="*/ 2276167 h 6992061"/>
              <a:gd name="connsiteX287" fmla="*/ 5592139 w 5839201"/>
              <a:gd name="connsiteY287" fmla="*/ 2146159 h 6992061"/>
              <a:gd name="connsiteX288" fmla="*/ 5603843 w 5839201"/>
              <a:gd name="connsiteY288" fmla="*/ 2153365 h 6992061"/>
              <a:gd name="connsiteX289" fmla="*/ 5385077 w 5839201"/>
              <a:gd name="connsiteY289" fmla="*/ 2536194 h 6992061"/>
              <a:gd name="connsiteX290" fmla="*/ 5373373 w 5839201"/>
              <a:gd name="connsiteY290" fmla="*/ 2529889 h 6992061"/>
              <a:gd name="connsiteX291" fmla="*/ 4131586 w 5839201"/>
              <a:gd name="connsiteY291" fmla="*/ 2122224 h 6992061"/>
              <a:gd name="connsiteX292" fmla="*/ 4351253 w 5839201"/>
              <a:gd name="connsiteY292" fmla="*/ 2505053 h 6992061"/>
              <a:gd name="connsiteX293" fmla="*/ 4339549 w 5839201"/>
              <a:gd name="connsiteY293" fmla="*/ 2512259 h 6992061"/>
              <a:gd name="connsiteX294" fmla="*/ 4120783 w 5839201"/>
              <a:gd name="connsiteY294" fmla="*/ 2128529 h 6992061"/>
              <a:gd name="connsiteX295" fmla="*/ 5218570 w 5839201"/>
              <a:gd name="connsiteY295" fmla="*/ 2086320 h 6992061"/>
              <a:gd name="connsiteX296" fmla="*/ 5224875 w 5839201"/>
              <a:gd name="connsiteY296" fmla="*/ 2097267 h 6992061"/>
              <a:gd name="connsiteX297" fmla="*/ 4841145 w 5839201"/>
              <a:gd name="connsiteY297" fmla="*/ 2320769 h 6992061"/>
              <a:gd name="connsiteX298" fmla="*/ 4834840 w 5839201"/>
              <a:gd name="connsiteY298" fmla="*/ 2308909 h 6992061"/>
              <a:gd name="connsiteX299" fmla="*/ 620633 w 5839201"/>
              <a:gd name="connsiteY299" fmla="*/ 2086320 h 6992061"/>
              <a:gd name="connsiteX300" fmla="*/ 1004363 w 5839201"/>
              <a:gd name="connsiteY300" fmla="*/ 2308909 h 6992061"/>
              <a:gd name="connsiteX301" fmla="*/ 997157 w 5839201"/>
              <a:gd name="connsiteY301" fmla="*/ 2320769 h 6992061"/>
              <a:gd name="connsiteX302" fmla="*/ 614328 w 5839201"/>
              <a:gd name="connsiteY302" fmla="*/ 2097267 h 6992061"/>
              <a:gd name="connsiteX303" fmla="*/ 3988 w 5839201"/>
              <a:gd name="connsiteY303" fmla="*/ 1850962 h 6992061"/>
              <a:gd name="connsiteX304" fmla="*/ 15159 w 5839201"/>
              <a:gd name="connsiteY304" fmla="*/ 1850962 h 6992061"/>
              <a:gd name="connsiteX305" fmla="*/ 15159 w 5839201"/>
              <a:gd name="connsiteY305" fmla="*/ 2296838 h 6992061"/>
              <a:gd name="connsiteX306" fmla="*/ 3988 w 5839201"/>
              <a:gd name="connsiteY306" fmla="*/ 2296838 h 6992061"/>
              <a:gd name="connsiteX307" fmla="*/ 1876060 w 5839201"/>
              <a:gd name="connsiteY307" fmla="*/ 1831015 h 6992061"/>
              <a:gd name="connsiteX308" fmla="*/ 1885963 w 5839201"/>
              <a:gd name="connsiteY308" fmla="*/ 1836444 h 6992061"/>
              <a:gd name="connsiteX309" fmla="*/ 1667197 w 5839201"/>
              <a:gd name="connsiteY309" fmla="*/ 2221046 h 6992061"/>
              <a:gd name="connsiteX310" fmla="*/ 1655493 w 5839201"/>
              <a:gd name="connsiteY310" fmla="*/ 2215616 h 6992061"/>
              <a:gd name="connsiteX311" fmla="*/ 4898667 w 5839201"/>
              <a:gd name="connsiteY311" fmla="*/ 1735276 h 6992061"/>
              <a:gd name="connsiteX312" fmla="*/ 5344543 w 5839201"/>
              <a:gd name="connsiteY312" fmla="*/ 1735276 h 6992061"/>
              <a:gd name="connsiteX313" fmla="*/ 5344543 w 5839201"/>
              <a:gd name="connsiteY313" fmla="*/ 1746447 h 6992061"/>
              <a:gd name="connsiteX314" fmla="*/ 4898667 w 5839201"/>
              <a:gd name="connsiteY314" fmla="*/ 1746447 h 6992061"/>
              <a:gd name="connsiteX315" fmla="*/ 4200565 w 5839201"/>
              <a:gd name="connsiteY315" fmla="*/ 1735276 h 6992061"/>
              <a:gd name="connsiteX316" fmla="*/ 4646441 w 5839201"/>
              <a:gd name="connsiteY316" fmla="*/ 1735276 h 6992061"/>
              <a:gd name="connsiteX317" fmla="*/ 4646441 w 5839201"/>
              <a:gd name="connsiteY317" fmla="*/ 1746447 h 6992061"/>
              <a:gd name="connsiteX318" fmla="*/ 4200565 w 5839201"/>
              <a:gd name="connsiteY318" fmla="*/ 1746447 h 6992061"/>
              <a:gd name="connsiteX319" fmla="*/ 2804366 w 5839201"/>
              <a:gd name="connsiteY319" fmla="*/ 1735276 h 6992061"/>
              <a:gd name="connsiteX320" fmla="*/ 3246260 w 5839201"/>
              <a:gd name="connsiteY320" fmla="*/ 1735276 h 6992061"/>
              <a:gd name="connsiteX321" fmla="*/ 3246260 w 5839201"/>
              <a:gd name="connsiteY321" fmla="*/ 1746447 h 6992061"/>
              <a:gd name="connsiteX322" fmla="*/ 2804366 w 5839201"/>
              <a:gd name="connsiteY322" fmla="*/ 1746447 h 6992061"/>
              <a:gd name="connsiteX323" fmla="*/ 2106267 w 5839201"/>
              <a:gd name="connsiteY323" fmla="*/ 1735276 h 6992061"/>
              <a:gd name="connsiteX324" fmla="*/ 2552143 w 5839201"/>
              <a:gd name="connsiteY324" fmla="*/ 1735276 h 6992061"/>
              <a:gd name="connsiteX325" fmla="*/ 2552143 w 5839201"/>
              <a:gd name="connsiteY325" fmla="*/ 1746447 h 6992061"/>
              <a:gd name="connsiteX326" fmla="*/ 2106267 w 5839201"/>
              <a:gd name="connsiteY326" fmla="*/ 1746447 h 6992061"/>
              <a:gd name="connsiteX327" fmla="*/ 1408166 w 5839201"/>
              <a:gd name="connsiteY327" fmla="*/ 1735276 h 6992061"/>
              <a:gd name="connsiteX328" fmla="*/ 1854042 w 5839201"/>
              <a:gd name="connsiteY328" fmla="*/ 1735276 h 6992061"/>
              <a:gd name="connsiteX329" fmla="*/ 1854042 w 5839201"/>
              <a:gd name="connsiteY329" fmla="*/ 1746447 h 6992061"/>
              <a:gd name="connsiteX330" fmla="*/ 1408166 w 5839201"/>
              <a:gd name="connsiteY330" fmla="*/ 1746447 h 6992061"/>
              <a:gd name="connsiteX331" fmla="*/ 710067 w 5839201"/>
              <a:gd name="connsiteY331" fmla="*/ 1735276 h 6992061"/>
              <a:gd name="connsiteX332" fmla="*/ 1155943 w 5839201"/>
              <a:gd name="connsiteY332" fmla="*/ 1735276 h 6992061"/>
              <a:gd name="connsiteX333" fmla="*/ 1155943 w 5839201"/>
              <a:gd name="connsiteY333" fmla="*/ 1746447 h 6992061"/>
              <a:gd name="connsiteX334" fmla="*/ 710067 w 5839201"/>
              <a:gd name="connsiteY334" fmla="*/ 1746447 h 6992061"/>
              <a:gd name="connsiteX335" fmla="*/ 0 w 5839201"/>
              <a:gd name="connsiteY335" fmla="*/ 1735276 h 6992061"/>
              <a:gd name="connsiteX336" fmla="*/ 457842 w 5839201"/>
              <a:gd name="connsiteY336" fmla="*/ 1735276 h 6992061"/>
              <a:gd name="connsiteX337" fmla="*/ 457842 w 5839201"/>
              <a:gd name="connsiteY337" fmla="*/ 1748005 h 6992061"/>
              <a:gd name="connsiteX338" fmla="*/ 35428 w 5839201"/>
              <a:gd name="connsiteY338" fmla="*/ 1748005 h 6992061"/>
              <a:gd name="connsiteX339" fmla="*/ 400611 w 5839201"/>
              <a:gd name="connsiteY339" fmla="*/ 1959849 h 6992061"/>
              <a:gd name="connsiteX340" fmla="*/ 394252 w 5839201"/>
              <a:gd name="connsiteY340" fmla="*/ 1969851 h 6992061"/>
              <a:gd name="connsiteX341" fmla="*/ 27252 w 5839201"/>
              <a:gd name="connsiteY341" fmla="*/ 1758006 h 6992061"/>
              <a:gd name="connsiteX342" fmla="*/ 183500 w 5839201"/>
              <a:gd name="connsiteY342" fmla="*/ 2048042 h 6992061"/>
              <a:gd name="connsiteX343" fmla="*/ 172599 w 5839201"/>
              <a:gd name="connsiteY343" fmla="*/ 2053498 h 6992061"/>
              <a:gd name="connsiteX344" fmla="*/ 5683968 w 5839201"/>
              <a:gd name="connsiteY344" fmla="*/ 1651505 h 6992061"/>
              <a:gd name="connsiteX345" fmla="*/ 5829274 w 5839201"/>
              <a:gd name="connsiteY345" fmla="*/ 1738498 h 6992061"/>
              <a:gd name="connsiteX346" fmla="*/ 5839201 w 5839201"/>
              <a:gd name="connsiteY346" fmla="*/ 1738498 h 6992061"/>
              <a:gd name="connsiteX347" fmla="*/ 5834689 w 5839201"/>
              <a:gd name="connsiteY347" fmla="*/ 1746653 h 6992061"/>
              <a:gd name="connsiteX348" fmla="*/ 5834689 w 5839201"/>
              <a:gd name="connsiteY348" fmla="*/ 2017600 h 6992061"/>
              <a:gd name="connsiteX349" fmla="*/ 5821151 w 5839201"/>
              <a:gd name="connsiteY349" fmla="*/ 2017600 h 6992061"/>
              <a:gd name="connsiteX350" fmla="*/ 5821151 w 5839201"/>
              <a:gd name="connsiteY350" fmla="*/ 1769308 h 6992061"/>
              <a:gd name="connsiteX351" fmla="*/ 5728191 w 5839201"/>
              <a:gd name="connsiteY351" fmla="*/ 1933325 h 6992061"/>
              <a:gd name="connsiteX352" fmla="*/ 5717361 w 5839201"/>
              <a:gd name="connsiteY352" fmla="*/ 1926982 h 6992061"/>
              <a:gd name="connsiteX353" fmla="*/ 5810321 w 5839201"/>
              <a:gd name="connsiteY353" fmla="*/ 1762058 h 6992061"/>
              <a:gd name="connsiteX354" fmla="*/ 5447508 w 5839201"/>
              <a:gd name="connsiteY354" fmla="*/ 1972291 h 6992061"/>
              <a:gd name="connsiteX355" fmla="*/ 5441190 w 5839201"/>
              <a:gd name="connsiteY355" fmla="*/ 1962323 h 6992061"/>
              <a:gd name="connsiteX356" fmla="*/ 5804003 w 5839201"/>
              <a:gd name="connsiteY356" fmla="*/ 1751184 h 6992061"/>
              <a:gd name="connsiteX357" fmla="*/ 5597326 w 5839201"/>
              <a:gd name="connsiteY357" fmla="*/ 1751184 h 6992061"/>
              <a:gd name="connsiteX358" fmla="*/ 5597326 w 5839201"/>
              <a:gd name="connsiteY358" fmla="*/ 1738498 h 6992061"/>
              <a:gd name="connsiteX359" fmla="*/ 5804906 w 5839201"/>
              <a:gd name="connsiteY359" fmla="*/ 1738498 h 6992061"/>
              <a:gd name="connsiteX360" fmla="*/ 5677650 w 5839201"/>
              <a:gd name="connsiteY360" fmla="*/ 1662379 h 6992061"/>
              <a:gd name="connsiteX361" fmla="*/ 3785738 w 5839201"/>
              <a:gd name="connsiteY361" fmla="*/ 1515874 h 6992061"/>
              <a:gd name="connsiteX362" fmla="*/ 3913755 w 5839201"/>
              <a:gd name="connsiteY362" fmla="*/ 1736563 h 6992061"/>
              <a:gd name="connsiteX363" fmla="*/ 3948256 w 5839201"/>
              <a:gd name="connsiteY363" fmla="*/ 1736563 h 6992061"/>
              <a:gd name="connsiteX364" fmla="*/ 3948256 w 5839201"/>
              <a:gd name="connsiteY364" fmla="*/ 1749174 h 6992061"/>
              <a:gd name="connsiteX365" fmla="*/ 3921019 w 5839201"/>
              <a:gd name="connsiteY365" fmla="*/ 1749174 h 6992061"/>
              <a:gd name="connsiteX366" fmla="*/ 4008179 w 5839201"/>
              <a:gd name="connsiteY366" fmla="*/ 1899604 h 6992061"/>
              <a:gd name="connsiteX367" fmla="*/ 3996376 w 5839201"/>
              <a:gd name="connsiteY367" fmla="*/ 1905909 h 6992061"/>
              <a:gd name="connsiteX368" fmla="*/ 3906492 w 5839201"/>
              <a:gd name="connsiteY368" fmla="*/ 1749174 h 6992061"/>
              <a:gd name="connsiteX369" fmla="*/ 3502467 w 5839201"/>
              <a:gd name="connsiteY369" fmla="*/ 1749174 h 6992061"/>
              <a:gd name="connsiteX370" fmla="*/ 3502467 w 5839201"/>
              <a:gd name="connsiteY370" fmla="*/ 1736563 h 6992061"/>
              <a:gd name="connsiteX371" fmla="*/ 3898321 w 5839201"/>
              <a:gd name="connsiteY371" fmla="*/ 1736563 h 6992061"/>
              <a:gd name="connsiteX372" fmla="*/ 3775751 w 5839201"/>
              <a:gd name="connsiteY372" fmla="*/ 1522179 h 6992061"/>
              <a:gd name="connsiteX373" fmla="*/ 519311 w 5839201"/>
              <a:gd name="connsiteY373" fmla="*/ 1436092 h 6992061"/>
              <a:gd name="connsiteX374" fmla="*/ 525660 w 5839201"/>
              <a:gd name="connsiteY374" fmla="*/ 1446971 h 6992061"/>
              <a:gd name="connsiteX375" fmla="*/ 142887 w 5839201"/>
              <a:gd name="connsiteY375" fmla="*/ 1674534 h 6992061"/>
              <a:gd name="connsiteX376" fmla="*/ 135631 w 5839201"/>
              <a:gd name="connsiteY376" fmla="*/ 1663655 h 6992061"/>
              <a:gd name="connsiteX377" fmla="*/ 5083632 w 5839201"/>
              <a:gd name="connsiteY377" fmla="*/ 1292482 h 6992061"/>
              <a:gd name="connsiteX378" fmla="*/ 5468204 w 5839201"/>
              <a:gd name="connsiteY378" fmla="*/ 1520045 h 6992061"/>
              <a:gd name="connsiteX379" fmla="*/ 5461840 w 5839201"/>
              <a:gd name="connsiteY379" fmla="*/ 1530924 h 6992061"/>
              <a:gd name="connsiteX380" fmla="*/ 5078177 w 5839201"/>
              <a:gd name="connsiteY380" fmla="*/ 1303361 h 6992061"/>
              <a:gd name="connsiteX381" fmla="*/ 2223116 w 5839201"/>
              <a:gd name="connsiteY381" fmla="*/ 1224666 h 6992061"/>
              <a:gd name="connsiteX382" fmla="*/ 2233019 w 5839201"/>
              <a:gd name="connsiteY382" fmla="*/ 1231021 h 6992061"/>
              <a:gd name="connsiteX383" fmla="*/ 2014253 w 5839201"/>
              <a:gd name="connsiteY383" fmla="*/ 1618684 h 6992061"/>
              <a:gd name="connsiteX384" fmla="*/ 2002549 w 5839201"/>
              <a:gd name="connsiteY384" fmla="*/ 1612329 h 6992061"/>
              <a:gd name="connsiteX385" fmla="*/ 1117682 w 5839201"/>
              <a:gd name="connsiteY385" fmla="*/ 1077069 h 6992061"/>
              <a:gd name="connsiteX386" fmla="*/ 1124031 w 5839201"/>
              <a:gd name="connsiteY386" fmla="*/ 1088810 h 6992061"/>
              <a:gd name="connsiteX387" fmla="*/ 741258 w 5839201"/>
              <a:gd name="connsiteY387" fmla="*/ 1315515 h 6992061"/>
              <a:gd name="connsiteX388" fmla="*/ 734002 w 5839201"/>
              <a:gd name="connsiteY388" fmla="*/ 1303773 h 6992061"/>
              <a:gd name="connsiteX389" fmla="*/ 4486154 w 5839201"/>
              <a:gd name="connsiteY389" fmla="*/ 937448 h 6992061"/>
              <a:gd name="connsiteX390" fmla="*/ 4869834 w 5839201"/>
              <a:gd name="connsiteY390" fmla="*/ 1164152 h 6992061"/>
              <a:gd name="connsiteX391" fmla="*/ 4862578 w 5839201"/>
              <a:gd name="connsiteY391" fmla="*/ 1175894 h 6992061"/>
              <a:gd name="connsiteX392" fmla="*/ 4479805 w 5839201"/>
              <a:gd name="connsiteY392" fmla="*/ 948286 h 6992061"/>
              <a:gd name="connsiteX393" fmla="*/ 3440565 w 5839201"/>
              <a:gd name="connsiteY393" fmla="*/ 909525 h 6992061"/>
              <a:gd name="connsiteX394" fmla="*/ 3661132 w 5839201"/>
              <a:gd name="connsiteY394" fmla="*/ 1293255 h 6992061"/>
              <a:gd name="connsiteX395" fmla="*/ 3649428 w 5839201"/>
              <a:gd name="connsiteY395" fmla="*/ 1299560 h 6992061"/>
              <a:gd name="connsiteX396" fmla="*/ 3430662 w 5839201"/>
              <a:gd name="connsiteY396" fmla="*/ 915830 h 6992061"/>
              <a:gd name="connsiteX397" fmla="*/ 1720933 w 5839201"/>
              <a:gd name="connsiteY397" fmla="*/ 722034 h 6992061"/>
              <a:gd name="connsiteX398" fmla="*/ 1726388 w 5839201"/>
              <a:gd name="connsiteY398" fmla="*/ 732913 h 6992061"/>
              <a:gd name="connsiteX399" fmla="*/ 1342725 w 5839201"/>
              <a:gd name="connsiteY399" fmla="*/ 960476 h 6992061"/>
              <a:gd name="connsiteX400" fmla="*/ 1336361 w 5839201"/>
              <a:gd name="connsiteY400" fmla="*/ 949597 h 6992061"/>
              <a:gd name="connsiteX401" fmla="*/ 2569269 w 5839201"/>
              <a:gd name="connsiteY401" fmla="*/ 618316 h 6992061"/>
              <a:gd name="connsiteX402" fmla="*/ 2580073 w 5839201"/>
              <a:gd name="connsiteY402" fmla="*/ 624671 h 6992061"/>
              <a:gd name="connsiteX403" fmla="*/ 2360406 w 5839201"/>
              <a:gd name="connsiteY403" fmla="*/ 1012334 h 6992061"/>
              <a:gd name="connsiteX404" fmla="*/ 2349603 w 5839201"/>
              <a:gd name="connsiteY404" fmla="*/ 1005071 h 6992061"/>
              <a:gd name="connsiteX405" fmla="*/ 3883795 w 5839201"/>
              <a:gd name="connsiteY405" fmla="*/ 578425 h 6992061"/>
              <a:gd name="connsiteX406" fmla="*/ 4267475 w 5839201"/>
              <a:gd name="connsiteY406" fmla="*/ 806853 h 6992061"/>
              <a:gd name="connsiteX407" fmla="*/ 4260219 w 5839201"/>
              <a:gd name="connsiteY407" fmla="*/ 816864 h 6992061"/>
              <a:gd name="connsiteX408" fmla="*/ 3877446 w 5839201"/>
              <a:gd name="connsiteY408" fmla="*/ 588436 h 6992061"/>
              <a:gd name="connsiteX409" fmla="*/ 2318413 w 5839201"/>
              <a:gd name="connsiteY409" fmla="*/ 367001 h 6992061"/>
              <a:gd name="connsiteX410" fmla="*/ 2324762 w 5839201"/>
              <a:gd name="connsiteY410" fmla="*/ 377880 h 6992061"/>
              <a:gd name="connsiteX411" fmla="*/ 1941989 w 5839201"/>
              <a:gd name="connsiteY411" fmla="*/ 605443 h 6992061"/>
              <a:gd name="connsiteX412" fmla="*/ 1934733 w 5839201"/>
              <a:gd name="connsiteY412" fmla="*/ 594564 h 6992061"/>
              <a:gd name="connsiteX413" fmla="*/ 3094409 w 5839201"/>
              <a:gd name="connsiteY413" fmla="*/ 303175 h 6992061"/>
              <a:gd name="connsiteX414" fmla="*/ 3314076 w 5839201"/>
              <a:gd name="connsiteY414" fmla="*/ 690836 h 6992061"/>
              <a:gd name="connsiteX415" fmla="*/ 3303272 w 5839201"/>
              <a:gd name="connsiteY415" fmla="*/ 697191 h 6992061"/>
              <a:gd name="connsiteX416" fmla="*/ 3083606 w 5839201"/>
              <a:gd name="connsiteY416" fmla="*/ 310438 h 6992061"/>
              <a:gd name="connsiteX417" fmla="*/ 3284530 w 5839201"/>
              <a:gd name="connsiteY417" fmla="*/ 223392 h 6992061"/>
              <a:gd name="connsiteX418" fmla="*/ 3669102 w 5839201"/>
              <a:gd name="connsiteY418" fmla="*/ 450999 h 6992061"/>
              <a:gd name="connsiteX419" fmla="*/ 3662738 w 5839201"/>
              <a:gd name="connsiteY419" fmla="*/ 461838 h 6992061"/>
              <a:gd name="connsiteX420" fmla="*/ 3279075 w 5839201"/>
              <a:gd name="connsiteY420" fmla="*/ 235133 h 6992061"/>
              <a:gd name="connsiteX421" fmla="*/ 2922131 w 5839201"/>
              <a:gd name="connsiteY421" fmla="*/ 0 h 6992061"/>
              <a:gd name="connsiteX422" fmla="*/ 2926650 w 5839201"/>
              <a:gd name="connsiteY422" fmla="*/ 7243 h 6992061"/>
              <a:gd name="connsiteX423" fmla="*/ 3066745 w 5839201"/>
              <a:gd name="connsiteY423" fmla="*/ 91445 h 6992061"/>
              <a:gd name="connsiteX424" fmla="*/ 3059514 w 5839201"/>
              <a:gd name="connsiteY424" fmla="*/ 102310 h 6992061"/>
              <a:gd name="connsiteX425" fmla="*/ 2938400 w 5839201"/>
              <a:gd name="connsiteY425" fmla="*/ 29878 h 6992061"/>
              <a:gd name="connsiteX426" fmla="*/ 2967323 w 5839201"/>
              <a:gd name="connsiteY426" fmla="*/ 80580 h 6992061"/>
              <a:gd name="connsiteX427" fmla="*/ 2956477 w 5839201"/>
              <a:gd name="connsiteY427" fmla="*/ 86918 h 6992061"/>
              <a:gd name="connsiteX428" fmla="*/ 2922131 w 5839201"/>
              <a:gd name="connsiteY428" fmla="*/ 24445 h 6992061"/>
              <a:gd name="connsiteX429" fmla="*/ 2707016 w 5839201"/>
              <a:gd name="connsiteY429" fmla="*/ 401996 h 6992061"/>
              <a:gd name="connsiteX430" fmla="*/ 2696170 w 5839201"/>
              <a:gd name="connsiteY430" fmla="*/ 395659 h 6992061"/>
              <a:gd name="connsiteX431" fmla="*/ 2904054 w 5839201"/>
              <a:gd name="connsiteY431" fmla="*/ 29878 h 6992061"/>
              <a:gd name="connsiteX432" fmla="*/ 2543421 w 5839201"/>
              <a:gd name="connsiteY432" fmla="*/ 245363 h 6992061"/>
              <a:gd name="connsiteX433" fmla="*/ 2537094 w 5839201"/>
              <a:gd name="connsiteY433" fmla="*/ 233592 h 6992061"/>
              <a:gd name="connsiteX434" fmla="*/ 2917611 w 5839201"/>
              <a:gd name="connsiteY434" fmla="*/ 7243 h 6992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</a:cxnLst>
            <a:rect l="l" t="t" r="r" b="b"/>
            <a:pathLst>
              <a:path w="5839201" h="6992061">
                <a:moveTo>
                  <a:pt x="2623550" y="6574107"/>
                </a:moveTo>
                <a:lnTo>
                  <a:pt x="2834290" y="6964921"/>
                </a:lnTo>
                <a:lnTo>
                  <a:pt x="2826150" y="6969445"/>
                </a:lnTo>
                <a:lnTo>
                  <a:pt x="2837004" y="6976682"/>
                </a:lnTo>
                <a:lnTo>
                  <a:pt x="2903934" y="6934163"/>
                </a:lnTo>
                <a:lnTo>
                  <a:pt x="2911170" y="6945019"/>
                </a:lnTo>
                <a:lnTo>
                  <a:pt x="2837004" y="6992061"/>
                </a:lnTo>
                <a:lnTo>
                  <a:pt x="2533104" y="6789417"/>
                </a:lnTo>
                <a:lnTo>
                  <a:pt x="2540340" y="6778561"/>
                </a:lnTo>
                <a:lnTo>
                  <a:pt x="2819819" y="6964921"/>
                </a:lnTo>
                <a:lnTo>
                  <a:pt x="2612697" y="6580440"/>
                </a:lnTo>
                <a:close/>
                <a:moveTo>
                  <a:pt x="3494357" y="6562138"/>
                </a:moveTo>
                <a:lnTo>
                  <a:pt x="3501566" y="6572930"/>
                </a:lnTo>
                <a:lnTo>
                  <a:pt x="3125817" y="6808566"/>
                </a:lnTo>
                <a:lnTo>
                  <a:pt x="3119509" y="6797773"/>
                </a:lnTo>
                <a:close/>
                <a:moveTo>
                  <a:pt x="3167596" y="6390606"/>
                </a:moveTo>
                <a:lnTo>
                  <a:pt x="3178441" y="6396961"/>
                </a:lnTo>
                <a:lnTo>
                  <a:pt x="2958820" y="6784622"/>
                </a:lnTo>
                <a:lnTo>
                  <a:pt x="2947975" y="6777359"/>
                </a:lnTo>
                <a:close/>
                <a:moveTo>
                  <a:pt x="1961042" y="6390606"/>
                </a:moveTo>
                <a:lnTo>
                  <a:pt x="2332738" y="6638072"/>
                </a:lnTo>
                <a:lnTo>
                  <a:pt x="2325468" y="6648989"/>
                </a:lnTo>
                <a:lnTo>
                  <a:pt x="1954680" y="6401524"/>
                </a:lnTo>
                <a:close/>
                <a:moveTo>
                  <a:pt x="4084750" y="6191149"/>
                </a:moveTo>
                <a:lnTo>
                  <a:pt x="4091959" y="6201941"/>
                </a:lnTo>
                <a:lnTo>
                  <a:pt x="3717111" y="6437577"/>
                </a:lnTo>
                <a:lnTo>
                  <a:pt x="3709902" y="6427684"/>
                </a:lnTo>
                <a:close/>
                <a:moveTo>
                  <a:pt x="1379535" y="6003658"/>
                </a:moveTo>
                <a:lnTo>
                  <a:pt x="1750323" y="6251126"/>
                </a:lnTo>
                <a:lnTo>
                  <a:pt x="1743962" y="6262043"/>
                </a:lnTo>
                <a:lnTo>
                  <a:pt x="1372265" y="6014576"/>
                </a:lnTo>
                <a:close/>
                <a:moveTo>
                  <a:pt x="2292686" y="5959779"/>
                </a:moveTo>
                <a:lnTo>
                  <a:pt x="2504273" y="6352332"/>
                </a:lnTo>
                <a:lnTo>
                  <a:pt x="2493376" y="6357784"/>
                </a:lnTo>
                <a:lnTo>
                  <a:pt x="2281789" y="5965231"/>
                </a:lnTo>
                <a:close/>
                <a:moveTo>
                  <a:pt x="4676027" y="5816170"/>
                </a:moveTo>
                <a:lnTo>
                  <a:pt x="4682350" y="5826962"/>
                </a:lnTo>
                <a:lnTo>
                  <a:pt x="4306617" y="6062598"/>
                </a:lnTo>
                <a:lnTo>
                  <a:pt x="4300295" y="6052705"/>
                </a:lnTo>
                <a:close/>
                <a:moveTo>
                  <a:pt x="3514697" y="5784257"/>
                </a:moveTo>
                <a:lnTo>
                  <a:pt x="3525501" y="5790562"/>
                </a:lnTo>
                <a:lnTo>
                  <a:pt x="3306735" y="6174292"/>
                </a:lnTo>
                <a:lnTo>
                  <a:pt x="3295031" y="6167987"/>
                </a:lnTo>
                <a:close/>
                <a:moveTo>
                  <a:pt x="797103" y="5616713"/>
                </a:moveTo>
                <a:lnTo>
                  <a:pt x="1167910" y="5864179"/>
                </a:lnTo>
                <a:lnTo>
                  <a:pt x="1160657" y="5875096"/>
                </a:lnTo>
                <a:lnTo>
                  <a:pt x="789850" y="5626721"/>
                </a:lnTo>
                <a:close/>
                <a:moveTo>
                  <a:pt x="5265536" y="5445178"/>
                </a:moveTo>
                <a:lnTo>
                  <a:pt x="5272745" y="5455970"/>
                </a:lnTo>
                <a:lnTo>
                  <a:pt x="4897897" y="5691606"/>
                </a:lnTo>
                <a:lnTo>
                  <a:pt x="4890688" y="5681713"/>
                </a:lnTo>
                <a:close/>
                <a:moveTo>
                  <a:pt x="1962494" y="5341460"/>
                </a:moveTo>
                <a:lnTo>
                  <a:pt x="2173173" y="5733137"/>
                </a:lnTo>
                <a:lnTo>
                  <a:pt x="2162276" y="5739469"/>
                </a:lnTo>
                <a:lnTo>
                  <a:pt x="1950689" y="5347792"/>
                </a:lnTo>
                <a:close/>
                <a:moveTo>
                  <a:pt x="214688" y="5229765"/>
                </a:moveTo>
                <a:lnTo>
                  <a:pt x="585495" y="5477274"/>
                </a:lnTo>
                <a:lnTo>
                  <a:pt x="577336" y="5488153"/>
                </a:lnTo>
                <a:lnTo>
                  <a:pt x="207435" y="5240645"/>
                </a:lnTo>
                <a:close/>
                <a:moveTo>
                  <a:pt x="3861752" y="5177907"/>
                </a:moveTo>
                <a:lnTo>
                  <a:pt x="3872556" y="5184212"/>
                </a:lnTo>
                <a:lnTo>
                  <a:pt x="3652889" y="5567942"/>
                </a:lnTo>
                <a:lnTo>
                  <a:pt x="3642086" y="5562538"/>
                </a:lnTo>
                <a:close/>
                <a:moveTo>
                  <a:pt x="5321516" y="5094134"/>
                </a:moveTo>
                <a:lnTo>
                  <a:pt x="5767394" y="5094134"/>
                </a:lnTo>
                <a:lnTo>
                  <a:pt x="5767394" y="5105305"/>
                </a:lnTo>
                <a:lnTo>
                  <a:pt x="5321516" y="5105305"/>
                </a:lnTo>
                <a:close/>
                <a:moveTo>
                  <a:pt x="4627405" y="5094134"/>
                </a:moveTo>
                <a:lnTo>
                  <a:pt x="5073281" y="5094134"/>
                </a:lnTo>
                <a:lnTo>
                  <a:pt x="5073281" y="5105305"/>
                </a:lnTo>
                <a:lnTo>
                  <a:pt x="4627405" y="5105305"/>
                </a:lnTo>
                <a:close/>
                <a:moveTo>
                  <a:pt x="3925316" y="5094134"/>
                </a:moveTo>
                <a:lnTo>
                  <a:pt x="4371192" y="5094134"/>
                </a:lnTo>
                <a:lnTo>
                  <a:pt x="4371192" y="5105305"/>
                </a:lnTo>
                <a:lnTo>
                  <a:pt x="3925316" y="5105305"/>
                </a:lnTo>
                <a:close/>
                <a:moveTo>
                  <a:pt x="3227215" y="5094134"/>
                </a:moveTo>
                <a:lnTo>
                  <a:pt x="3673093" y="5094134"/>
                </a:lnTo>
                <a:lnTo>
                  <a:pt x="3673093" y="5105305"/>
                </a:lnTo>
                <a:lnTo>
                  <a:pt x="3227215" y="5105305"/>
                </a:lnTo>
                <a:close/>
                <a:moveTo>
                  <a:pt x="2533104" y="5094134"/>
                </a:moveTo>
                <a:lnTo>
                  <a:pt x="2974998" y="5094134"/>
                </a:lnTo>
                <a:lnTo>
                  <a:pt x="2974998" y="5105305"/>
                </a:lnTo>
                <a:lnTo>
                  <a:pt x="2533104" y="5105305"/>
                </a:lnTo>
                <a:close/>
                <a:moveTo>
                  <a:pt x="1132916" y="5094134"/>
                </a:moveTo>
                <a:lnTo>
                  <a:pt x="1578794" y="5094134"/>
                </a:lnTo>
                <a:lnTo>
                  <a:pt x="1578794" y="5105305"/>
                </a:lnTo>
                <a:lnTo>
                  <a:pt x="1132916" y="5105305"/>
                </a:lnTo>
                <a:close/>
                <a:moveTo>
                  <a:pt x="434815" y="5094134"/>
                </a:moveTo>
                <a:lnTo>
                  <a:pt x="880691" y="5094134"/>
                </a:lnTo>
                <a:lnTo>
                  <a:pt x="880691" y="5105305"/>
                </a:lnTo>
                <a:lnTo>
                  <a:pt x="434815" y="5105305"/>
                </a:lnTo>
                <a:close/>
                <a:moveTo>
                  <a:pt x="5455511" y="4878720"/>
                </a:moveTo>
                <a:lnTo>
                  <a:pt x="5821615" y="5089747"/>
                </a:lnTo>
                <a:lnTo>
                  <a:pt x="5821615" y="5061790"/>
                </a:lnTo>
                <a:lnTo>
                  <a:pt x="5835208" y="5061790"/>
                </a:lnTo>
                <a:lnTo>
                  <a:pt x="5835208" y="5104176"/>
                </a:lnTo>
                <a:lnTo>
                  <a:pt x="5488134" y="5320614"/>
                </a:lnTo>
                <a:lnTo>
                  <a:pt x="5481791" y="5310694"/>
                </a:lnTo>
                <a:lnTo>
                  <a:pt x="5816178" y="5100569"/>
                </a:lnTo>
                <a:lnTo>
                  <a:pt x="5449168" y="4890444"/>
                </a:lnTo>
                <a:close/>
                <a:moveTo>
                  <a:pt x="1630442" y="4731123"/>
                </a:moveTo>
                <a:lnTo>
                  <a:pt x="1832967" y="5107371"/>
                </a:lnTo>
                <a:lnTo>
                  <a:pt x="1832967" y="5097399"/>
                </a:lnTo>
                <a:lnTo>
                  <a:pt x="2276895" y="5097399"/>
                </a:lnTo>
                <a:lnTo>
                  <a:pt x="2276895" y="5110091"/>
                </a:lnTo>
                <a:lnTo>
                  <a:pt x="1833871" y="5110091"/>
                </a:lnTo>
                <a:lnTo>
                  <a:pt x="1841104" y="5122784"/>
                </a:lnTo>
                <a:lnTo>
                  <a:pt x="1830254" y="5129130"/>
                </a:lnTo>
                <a:lnTo>
                  <a:pt x="1619592" y="4736563"/>
                </a:lnTo>
                <a:close/>
                <a:moveTo>
                  <a:pt x="4535" y="4643362"/>
                </a:moveTo>
                <a:lnTo>
                  <a:pt x="17234" y="4643362"/>
                </a:lnTo>
                <a:lnTo>
                  <a:pt x="17234" y="5078371"/>
                </a:lnTo>
                <a:lnTo>
                  <a:pt x="141499" y="4860866"/>
                </a:lnTo>
                <a:lnTo>
                  <a:pt x="153290" y="4867210"/>
                </a:lnTo>
                <a:lnTo>
                  <a:pt x="28118" y="5085621"/>
                </a:lnTo>
                <a:lnTo>
                  <a:pt x="383680" y="4879898"/>
                </a:lnTo>
                <a:lnTo>
                  <a:pt x="390029" y="4891679"/>
                </a:lnTo>
                <a:lnTo>
                  <a:pt x="35375" y="5096496"/>
                </a:lnTo>
                <a:lnTo>
                  <a:pt x="180502" y="5096496"/>
                </a:lnTo>
                <a:lnTo>
                  <a:pt x="180502" y="5109184"/>
                </a:lnTo>
                <a:lnTo>
                  <a:pt x="0" y="5109184"/>
                </a:lnTo>
                <a:lnTo>
                  <a:pt x="11792" y="5088340"/>
                </a:lnTo>
                <a:lnTo>
                  <a:pt x="4535" y="5088340"/>
                </a:lnTo>
                <a:close/>
                <a:moveTo>
                  <a:pt x="4207908" y="4571557"/>
                </a:moveTo>
                <a:lnTo>
                  <a:pt x="4219612" y="4577862"/>
                </a:lnTo>
                <a:lnTo>
                  <a:pt x="4000846" y="4961592"/>
                </a:lnTo>
                <a:lnTo>
                  <a:pt x="3989142" y="4955287"/>
                </a:lnTo>
                <a:close/>
                <a:moveTo>
                  <a:pt x="5519849" y="4543632"/>
                </a:moveTo>
                <a:lnTo>
                  <a:pt x="5739470" y="4930387"/>
                </a:lnTo>
                <a:lnTo>
                  <a:pt x="5728625" y="4937650"/>
                </a:lnTo>
                <a:lnTo>
                  <a:pt x="5509004" y="4549987"/>
                </a:lnTo>
                <a:close/>
                <a:moveTo>
                  <a:pt x="4852224" y="4531666"/>
                </a:moveTo>
                <a:lnTo>
                  <a:pt x="5236840" y="4755165"/>
                </a:lnTo>
                <a:lnTo>
                  <a:pt x="5230520" y="4766112"/>
                </a:lnTo>
                <a:lnTo>
                  <a:pt x="4846807" y="4542613"/>
                </a:lnTo>
                <a:close/>
                <a:moveTo>
                  <a:pt x="986089" y="4531666"/>
                </a:moveTo>
                <a:lnTo>
                  <a:pt x="992394" y="4542613"/>
                </a:lnTo>
                <a:lnTo>
                  <a:pt x="609565" y="4766112"/>
                </a:lnTo>
                <a:lnTo>
                  <a:pt x="602359" y="4755165"/>
                </a:lnTo>
                <a:close/>
                <a:moveTo>
                  <a:pt x="5824148" y="4364122"/>
                </a:moveTo>
                <a:lnTo>
                  <a:pt x="5839108" y="4364122"/>
                </a:lnTo>
                <a:lnTo>
                  <a:pt x="5839108" y="4809998"/>
                </a:lnTo>
                <a:lnTo>
                  <a:pt x="5824148" y="4809998"/>
                </a:lnTo>
                <a:close/>
                <a:moveTo>
                  <a:pt x="490883" y="4252426"/>
                </a:moveTo>
                <a:lnTo>
                  <a:pt x="501728" y="4258781"/>
                </a:lnTo>
                <a:lnTo>
                  <a:pt x="281204" y="4646442"/>
                </a:lnTo>
                <a:lnTo>
                  <a:pt x="271262" y="4639179"/>
                </a:lnTo>
                <a:close/>
                <a:moveTo>
                  <a:pt x="1297886" y="4112805"/>
                </a:moveTo>
                <a:lnTo>
                  <a:pt x="1394268" y="4294130"/>
                </a:lnTo>
                <a:lnTo>
                  <a:pt x="1591538" y="4178988"/>
                </a:lnTo>
                <a:lnTo>
                  <a:pt x="1598744" y="4190775"/>
                </a:lnTo>
                <a:lnTo>
                  <a:pt x="1400574" y="4305009"/>
                </a:lnTo>
                <a:lnTo>
                  <a:pt x="1507766" y="4505373"/>
                </a:lnTo>
                <a:lnTo>
                  <a:pt x="1496957" y="4510812"/>
                </a:lnTo>
                <a:lnTo>
                  <a:pt x="1389765" y="4312262"/>
                </a:lnTo>
                <a:lnTo>
                  <a:pt x="1215915" y="4412897"/>
                </a:lnTo>
                <a:lnTo>
                  <a:pt x="1208709" y="4402018"/>
                </a:lnTo>
                <a:lnTo>
                  <a:pt x="1384360" y="4300476"/>
                </a:lnTo>
                <a:lnTo>
                  <a:pt x="1287076" y="4118245"/>
                </a:lnTo>
                <a:close/>
                <a:moveTo>
                  <a:pt x="4551224" y="3965208"/>
                </a:moveTo>
                <a:lnTo>
                  <a:pt x="4562033" y="3971544"/>
                </a:lnTo>
                <a:lnTo>
                  <a:pt x="4393589" y="4267533"/>
                </a:lnTo>
                <a:lnTo>
                  <a:pt x="4630492" y="4404213"/>
                </a:lnTo>
                <a:lnTo>
                  <a:pt x="4623286" y="4415075"/>
                </a:lnTo>
                <a:lnTo>
                  <a:pt x="4388184" y="4278395"/>
                </a:lnTo>
                <a:lnTo>
                  <a:pt x="4343145" y="4357144"/>
                </a:lnTo>
                <a:lnTo>
                  <a:pt x="4332336" y="4350808"/>
                </a:lnTo>
                <a:lnTo>
                  <a:pt x="4377375" y="4272059"/>
                </a:lnTo>
                <a:lnTo>
                  <a:pt x="4240457" y="4193310"/>
                </a:lnTo>
                <a:lnTo>
                  <a:pt x="4247663" y="4181542"/>
                </a:lnTo>
                <a:lnTo>
                  <a:pt x="4382779" y="4261197"/>
                </a:lnTo>
                <a:close/>
                <a:moveTo>
                  <a:pt x="3988" y="3945261"/>
                </a:moveTo>
                <a:lnTo>
                  <a:pt x="15159" y="3945261"/>
                </a:lnTo>
                <a:lnTo>
                  <a:pt x="15159" y="4391139"/>
                </a:lnTo>
                <a:lnTo>
                  <a:pt x="3988" y="4391139"/>
                </a:lnTo>
                <a:close/>
                <a:moveTo>
                  <a:pt x="5172753" y="3937282"/>
                </a:moveTo>
                <a:lnTo>
                  <a:pt x="5392420" y="4324945"/>
                </a:lnTo>
                <a:lnTo>
                  <a:pt x="5381616" y="4331300"/>
                </a:lnTo>
                <a:lnTo>
                  <a:pt x="5161950" y="3944545"/>
                </a:lnTo>
                <a:close/>
                <a:moveTo>
                  <a:pt x="3645304" y="3829577"/>
                </a:moveTo>
                <a:lnTo>
                  <a:pt x="4028133" y="4053122"/>
                </a:lnTo>
                <a:lnTo>
                  <a:pt x="4021828" y="4064026"/>
                </a:lnTo>
                <a:lnTo>
                  <a:pt x="3638098" y="3841390"/>
                </a:lnTo>
                <a:close/>
                <a:moveTo>
                  <a:pt x="2198788" y="3829577"/>
                </a:moveTo>
                <a:lnTo>
                  <a:pt x="2205093" y="3841390"/>
                </a:lnTo>
                <a:lnTo>
                  <a:pt x="1821363" y="4064026"/>
                </a:lnTo>
                <a:lnTo>
                  <a:pt x="1815058" y="4053122"/>
                </a:lnTo>
                <a:close/>
                <a:moveTo>
                  <a:pt x="5824148" y="3666021"/>
                </a:moveTo>
                <a:lnTo>
                  <a:pt x="5839108" y="3666021"/>
                </a:lnTo>
                <a:lnTo>
                  <a:pt x="5839108" y="4111897"/>
                </a:lnTo>
                <a:lnTo>
                  <a:pt x="5824148" y="4111897"/>
                </a:lnTo>
                <a:close/>
                <a:moveTo>
                  <a:pt x="833994" y="3646076"/>
                </a:moveTo>
                <a:lnTo>
                  <a:pt x="844798" y="3652381"/>
                </a:lnTo>
                <a:lnTo>
                  <a:pt x="626032" y="4036111"/>
                </a:lnTo>
                <a:lnTo>
                  <a:pt x="614328" y="4029806"/>
                </a:lnTo>
                <a:close/>
                <a:moveTo>
                  <a:pt x="969199" y="3498477"/>
                </a:moveTo>
                <a:lnTo>
                  <a:pt x="1179878" y="3890154"/>
                </a:lnTo>
                <a:lnTo>
                  <a:pt x="1168981" y="3896486"/>
                </a:lnTo>
                <a:lnTo>
                  <a:pt x="957394" y="3504809"/>
                </a:lnTo>
                <a:close/>
                <a:moveTo>
                  <a:pt x="3037165" y="3482520"/>
                </a:moveTo>
                <a:lnTo>
                  <a:pt x="3421781" y="3706022"/>
                </a:lnTo>
                <a:lnTo>
                  <a:pt x="3415461" y="3716969"/>
                </a:lnTo>
                <a:lnTo>
                  <a:pt x="3031748" y="3492555"/>
                </a:lnTo>
                <a:close/>
                <a:moveTo>
                  <a:pt x="2801133" y="3482520"/>
                </a:moveTo>
                <a:lnTo>
                  <a:pt x="2807453" y="3492555"/>
                </a:lnTo>
                <a:lnTo>
                  <a:pt x="2423740" y="3716969"/>
                </a:lnTo>
                <a:lnTo>
                  <a:pt x="2417420" y="3706022"/>
                </a:lnTo>
                <a:close/>
                <a:moveTo>
                  <a:pt x="4825342" y="3330933"/>
                </a:moveTo>
                <a:lnTo>
                  <a:pt x="4869526" y="3409072"/>
                </a:lnTo>
                <a:lnTo>
                  <a:pt x="4899283" y="3355465"/>
                </a:lnTo>
                <a:lnTo>
                  <a:pt x="4910104" y="3361825"/>
                </a:lnTo>
                <a:lnTo>
                  <a:pt x="4876740" y="3420883"/>
                </a:lnTo>
                <a:lnTo>
                  <a:pt x="5045362" y="3718902"/>
                </a:lnTo>
                <a:lnTo>
                  <a:pt x="5033640" y="3725262"/>
                </a:lnTo>
                <a:lnTo>
                  <a:pt x="4869526" y="3433604"/>
                </a:lnTo>
                <a:lnTo>
                  <a:pt x="4690985" y="3748885"/>
                </a:lnTo>
                <a:lnTo>
                  <a:pt x="4679263" y="3743434"/>
                </a:lnTo>
                <a:lnTo>
                  <a:pt x="4861411" y="3420883"/>
                </a:lnTo>
                <a:lnTo>
                  <a:pt x="4814521" y="3338201"/>
                </a:lnTo>
                <a:close/>
                <a:moveTo>
                  <a:pt x="3988" y="3247162"/>
                </a:moveTo>
                <a:lnTo>
                  <a:pt x="15159" y="3247162"/>
                </a:lnTo>
                <a:lnTo>
                  <a:pt x="15159" y="3693038"/>
                </a:lnTo>
                <a:lnTo>
                  <a:pt x="3988" y="3693038"/>
                </a:lnTo>
                <a:close/>
                <a:moveTo>
                  <a:pt x="3407483" y="3131476"/>
                </a:moveTo>
                <a:lnTo>
                  <a:pt x="3413803" y="3143244"/>
                </a:lnTo>
                <a:lnTo>
                  <a:pt x="3029187" y="3365932"/>
                </a:lnTo>
                <a:lnTo>
                  <a:pt x="3023770" y="3354163"/>
                </a:lnTo>
                <a:close/>
                <a:moveTo>
                  <a:pt x="2435706" y="3131476"/>
                </a:moveTo>
                <a:lnTo>
                  <a:pt x="2819419" y="3354163"/>
                </a:lnTo>
                <a:lnTo>
                  <a:pt x="2813099" y="3365932"/>
                </a:lnTo>
                <a:lnTo>
                  <a:pt x="2429386" y="3143244"/>
                </a:lnTo>
                <a:close/>
                <a:moveTo>
                  <a:pt x="1181048" y="3039727"/>
                </a:moveTo>
                <a:lnTo>
                  <a:pt x="1191852" y="3046082"/>
                </a:lnTo>
                <a:lnTo>
                  <a:pt x="973086" y="3433743"/>
                </a:lnTo>
                <a:lnTo>
                  <a:pt x="961382" y="3427388"/>
                </a:lnTo>
                <a:close/>
                <a:moveTo>
                  <a:pt x="5824148" y="2967922"/>
                </a:moveTo>
                <a:lnTo>
                  <a:pt x="5839108" y="2967922"/>
                </a:lnTo>
                <a:lnTo>
                  <a:pt x="5839108" y="3413800"/>
                </a:lnTo>
                <a:lnTo>
                  <a:pt x="5824148" y="3413800"/>
                </a:lnTo>
                <a:close/>
                <a:moveTo>
                  <a:pt x="638099" y="2884149"/>
                </a:moveTo>
                <a:lnTo>
                  <a:pt x="848778" y="3276702"/>
                </a:lnTo>
                <a:lnTo>
                  <a:pt x="837881" y="3282154"/>
                </a:lnTo>
                <a:lnTo>
                  <a:pt x="626294" y="2889601"/>
                </a:lnTo>
                <a:close/>
                <a:moveTo>
                  <a:pt x="4010745" y="2784422"/>
                </a:moveTo>
                <a:lnTo>
                  <a:pt x="4016162" y="2795369"/>
                </a:lnTo>
                <a:lnTo>
                  <a:pt x="3632449" y="3018868"/>
                </a:lnTo>
                <a:lnTo>
                  <a:pt x="3626129" y="3008833"/>
                </a:lnTo>
                <a:close/>
                <a:moveTo>
                  <a:pt x="1829342" y="2784422"/>
                </a:moveTo>
                <a:lnTo>
                  <a:pt x="2213072" y="3008833"/>
                </a:lnTo>
                <a:lnTo>
                  <a:pt x="2206767" y="3018868"/>
                </a:lnTo>
                <a:lnTo>
                  <a:pt x="1823037" y="2795369"/>
                </a:lnTo>
                <a:close/>
                <a:moveTo>
                  <a:pt x="5246844" y="2752508"/>
                </a:moveTo>
                <a:lnTo>
                  <a:pt x="5256785" y="2758813"/>
                </a:lnTo>
                <a:lnTo>
                  <a:pt x="5037164" y="3142543"/>
                </a:lnTo>
                <a:lnTo>
                  <a:pt x="5026319" y="3137138"/>
                </a:lnTo>
                <a:close/>
                <a:moveTo>
                  <a:pt x="4478642" y="2728574"/>
                </a:moveTo>
                <a:lnTo>
                  <a:pt x="4698309" y="3113190"/>
                </a:lnTo>
                <a:lnTo>
                  <a:pt x="4686605" y="3118607"/>
                </a:lnTo>
                <a:lnTo>
                  <a:pt x="4467839" y="2733991"/>
                </a:lnTo>
                <a:close/>
                <a:moveTo>
                  <a:pt x="3988" y="2549061"/>
                </a:moveTo>
                <a:lnTo>
                  <a:pt x="15159" y="2549061"/>
                </a:lnTo>
                <a:lnTo>
                  <a:pt x="15159" y="2994939"/>
                </a:lnTo>
                <a:lnTo>
                  <a:pt x="3988" y="2994939"/>
                </a:lnTo>
                <a:close/>
                <a:moveTo>
                  <a:pt x="4616192" y="2433377"/>
                </a:moveTo>
                <a:lnTo>
                  <a:pt x="4622512" y="2444281"/>
                </a:lnTo>
                <a:lnTo>
                  <a:pt x="4238799" y="2667826"/>
                </a:lnTo>
                <a:lnTo>
                  <a:pt x="4232479" y="2656013"/>
                </a:lnTo>
                <a:close/>
                <a:moveTo>
                  <a:pt x="1530356" y="2433377"/>
                </a:moveTo>
                <a:lnTo>
                  <a:pt x="1541190" y="2440640"/>
                </a:lnTo>
                <a:lnTo>
                  <a:pt x="1466253" y="2573189"/>
                </a:lnTo>
                <a:lnTo>
                  <a:pt x="1610710" y="2656713"/>
                </a:lnTo>
                <a:lnTo>
                  <a:pt x="1604390" y="2668515"/>
                </a:lnTo>
                <a:lnTo>
                  <a:pt x="1459933" y="2584083"/>
                </a:lnTo>
                <a:lnTo>
                  <a:pt x="1321797" y="2827393"/>
                </a:lnTo>
                <a:lnTo>
                  <a:pt x="1310060" y="2821038"/>
                </a:lnTo>
                <a:lnTo>
                  <a:pt x="1448196" y="2577728"/>
                </a:lnTo>
                <a:lnTo>
                  <a:pt x="1220677" y="2445179"/>
                </a:lnTo>
                <a:lnTo>
                  <a:pt x="1226094" y="2434285"/>
                </a:lnTo>
                <a:lnTo>
                  <a:pt x="1455419" y="2565926"/>
                </a:lnTo>
                <a:close/>
                <a:moveTo>
                  <a:pt x="5824148" y="2269821"/>
                </a:moveTo>
                <a:lnTo>
                  <a:pt x="5839108" y="2269821"/>
                </a:lnTo>
                <a:lnTo>
                  <a:pt x="5839108" y="2715697"/>
                </a:lnTo>
                <a:lnTo>
                  <a:pt x="5824148" y="2715697"/>
                </a:lnTo>
                <a:close/>
                <a:moveTo>
                  <a:pt x="303011" y="2269821"/>
                </a:moveTo>
                <a:lnTo>
                  <a:pt x="513690" y="2661482"/>
                </a:lnTo>
                <a:lnTo>
                  <a:pt x="503701" y="2667828"/>
                </a:lnTo>
                <a:lnTo>
                  <a:pt x="291206" y="2276167"/>
                </a:lnTo>
                <a:close/>
                <a:moveTo>
                  <a:pt x="5592139" y="2146159"/>
                </a:moveTo>
                <a:lnTo>
                  <a:pt x="5603843" y="2153365"/>
                </a:lnTo>
                <a:lnTo>
                  <a:pt x="5385077" y="2536194"/>
                </a:lnTo>
                <a:lnTo>
                  <a:pt x="5373373" y="2529889"/>
                </a:lnTo>
                <a:close/>
                <a:moveTo>
                  <a:pt x="4131586" y="2122224"/>
                </a:moveTo>
                <a:lnTo>
                  <a:pt x="4351253" y="2505053"/>
                </a:lnTo>
                <a:lnTo>
                  <a:pt x="4339549" y="2512259"/>
                </a:lnTo>
                <a:lnTo>
                  <a:pt x="4120783" y="2128529"/>
                </a:lnTo>
                <a:close/>
                <a:moveTo>
                  <a:pt x="5218570" y="2086320"/>
                </a:moveTo>
                <a:lnTo>
                  <a:pt x="5224875" y="2097267"/>
                </a:lnTo>
                <a:lnTo>
                  <a:pt x="4841145" y="2320769"/>
                </a:lnTo>
                <a:lnTo>
                  <a:pt x="4834840" y="2308909"/>
                </a:lnTo>
                <a:close/>
                <a:moveTo>
                  <a:pt x="620633" y="2086320"/>
                </a:moveTo>
                <a:lnTo>
                  <a:pt x="1004363" y="2308909"/>
                </a:lnTo>
                <a:lnTo>
                  <a:pt x="997157" y="2320769"/>
                </a:lnTo>
                <a:lnTo>
                  <a:pt x="614328" y="2097267"/>
                </a:lnTo>
                <a:close/>
                <a:moveTo>
                  <a:pt x="3988" y="1850962"/>
                </a:moveTo>
                <a:lnTo>
                  <a:pt x="15159" y="1850962"/>
                </a:lnTo>
                <a:lnTo>
                  <a:pt x="15159" y="2296838"/>
                </a:lnTo>
                <a:lnTo>
                  <a:pt x="3988" y="2296838"/>
                </a:lnTo>
                <a:close/>
                <a:moveTo>
                  <a:pt x="1876060" y="1831015"/>
                </a:moveTo>
                <a:lnTo>
                  <a:pt x="1885963" y="1836444"/>
                </a:lnTo>
                <a:lnTo>
                  <a:pt x="1667197" y="2221046"/>
                </a:lnTo>
                <a:lnTo>
                  <a:pt x="1655493" y="2215616"/>
                </a:lnTo>
                <a:close/>
                <a:moveTo>
                  <a:pt x="4898667" y="1735276"/>
                </a:moveTo>
                <a:lnTo>
                  <a:pt x="5344543" y="1735276"/>
                </a:lnTo>
                <a:lnTo>
                  <a:pt x="5344543" y="1746447"/>
                </a:lnTo>
                <a:lnTo>
                  <a:pt x="4898667" y="1746447"/>
                </a:lnTo>
                <a:close/>
                <a:moveTo>
                  <a:pt x="4200565" y="1735276"/>
                </a:moveTo>
                <a:lnTo>
                  <a:pt x="4646441" y="1735276"/>
                </a:lnTo>
                <a:lnTo>
                  <a:pt x="4646441" y="1746447"/>
                </a:lnTo>
                <a:lnTo>
                  <a:pt x="4200565" y="1746447"/>
                </a:lnTo>
                <a:close/>
                <a:moveTo>
                  <a:pt x="2804366" y="1735276"/>
                </a:moveTo>
                <a:lnTo>
                  <a:pt x="3246260" y="1735276"/>
                </a:lnTo>
                <a:lnTo>
                  <a:pt x="3246260" y="1746447"/>
                </a:lnTo>
                <a:lnTo>
                  <a:pt x="2804366" y="1746447"/>
                </a:lnTo>
                <a:close/>
                <a:moveTo>
                  <a:pt x="2106267" y="1735276"/>
                </a:moveTo>
                <a:lnTo>
                  <a:pt x="2552143" y="1735276"/>
                </a:lnTo>
                <a:lnTo>
                  <a:pt x="2552143" y="1746447"/>
                </a:lnTo>
                <a:lnTo>
                  <a:pt x="2106267" y="1746447"/>
                </a:lnTo>
                <a:close/>
                <a:moveTo>
                  <a:pt x="1408166" y="1735276"/>
                </a:moveTo>
                <a:lnTo>
                  <a:pt x="1854042" y="1735276"/>
                </a:lnTo>
                <a:lnTo>
                  <a:pt x="1854042" y="1746447"/>
                </a:lnTo>
                <a:lnTo>
                  <a:pt x="1408166" y="1746447"/>
                </a:lnTo>
                <a:close/>
                <a:moveTo>
                  <a:pt x="710067" y="1735276"/>
                </a:moveTo>
                <a:lnTo>
                  <a:pt x="1155943" y="1735276"/>
                </a:lnTo>
                <a:lnTo>
                  <a:pt x="1155943" y="1746447"/>
                </a:lnTo>
                <a:lnTo>
                  <a:pt x="710067" y="1746447"/>
                </a:lnTo>
                <a:close/>
                <a:moveTo>
                  <a:pt x="0" y="1735276"/>
                </a:moveTo>
                <a:lnTo>
                  <a:pt x="457842" y="1735276"/>
                </a:lnTo>
                <a:lnTo>
                  <a:pt x="457842" y="1748005"/>
                </a:lnTo>
                <a:lnTo>
                  <a:pt x="35428" y="1748005"/>
                </a:lnTo>
                <a:lnTo>
                  <a:pt x="400611" y="1959849"/>
                </a:lnTo>
                <a:lnTo>
                  <a:pt x="394252" y="1969851"/>
                </a:lnTo>
                <a:lnTo>
                  <a:pt x="27252" y="1758006"/>
                </a:lnTo>
                <a:lnTo>
                  <a:pt x="183500" y="2048042"/>
                </a:lnTo>
                <a:lnTo>
                  <a:pt x="172599" y="2053498"/>
                </a:lnTo>
                <a:close/>
                <a:moveTo>
                  <a:pt x="5683968" y="1651505"/>
                </a:moveTo>
                <a:lnTo>
                  <a:pt x="5829274" y="1738498"/>
                </a:lnTo>
                <a:lnTo>
                  <a:pt x="5839201" y="1738498"/>
                </a:lnTo>
                <a:lnTo>
                  <a:pt x="5834689" y="1746653"/>
                </a:lnTo>
                <a:lnTo>
                  <a:pt x="5834689" y="2017600"/>
                </a:lnTo>
                <a:lnTo>
                  <a:pt x="5821151" y="2017600"/>
                </a:lnTo>
                <a:lnTo>
                  <a:pt x="5821151" y="1769308"/>
                </a:lnTo>
                <a:lnTo>
                  <a:pt x="5728191" y="1933325"/>
                </a:lnTo>
                <a:lnTo>
                  <a:pt x="5717361" y="1926982"/>
                </a:lnTo>
                <a:lnTo>
                  <a:pt x="5810321" y="1762058"/>
                </a:lnTo>
                <a:lnTo>
                  <a:pt x="5447508" y="1972291"/>
                </a:lnTo>
                <a:lnTo>
                  <a:pt x="5441190" y="1962323"/>
                </a:lnTo>
                <a:lnTo>
                  <a:pt x="5804003" y="1751184"/>
                </a:lnTo>
                <a:lnTo>
                  <a:pt x="5597326" y="1751184"/>
                </a:lnTo>
                <a:lnTo>
                  <a:pt x="5597326" y="1738498"/>
                </a:lnTo>
                <a:lnTo>
                  <a:pt x="5804906" y="1738498"/>
                </a:lnTo>
                <a:lnTo>
                  <a:pt x="5677650" y="1662379"/>
                </a:lnTo>
                <a:close/>
                <a:moveTo>
                  <a:pt x="3785738" y="1515874"/>
                </a:moveTo>
                <a:lnTo>
                  <a:pt x="3913755" y="1736563"/>
                </a:lnTo>
                <a:lnTo>
                  <a:pt x="3948256" y="1736563"/>
                </a:lnTo>
                <a:lnTo>
                  <a:pt x="3948256" y="1749174"/>
                </a:lnTo>
                <a:lnTo>
                  <a:pt x="3921019" y="1749174"/>
                </a:lnTo>
                <a:lnTo>
                  <a:pt x="4008179" y="1899604"/>
                </a:lnTo>
                <a:lnTo>
                  <a:pt x="3996376" y="1905909"/>
                </a:lnTo>
                <a:lnTo>
                  <a:pt x="3906492" y="1749174"/>
                </a:lnTo>
                <a:lnTo>
                  <a:pt x="3502467" y="1749174"/>
                </a:lnTo>
                <a:lnTo>
                  <a:pt x="3502467" y="1736563"/>
                </a:lnTo>
                <a:lnTo>
                  <a:pt x="3898321" y="1736563"/>
                </a:lnTo>
                <a:lnTo>
                  <a:pt x="3775751" y="1522179"/>
                </a:lnTo>
                <a:close/>
                <a:moveTo>
                  <a:pt x="519311" y="1436092"/>
                </a:moveTo>
                <a:lnTo>
                  <a:pt x="525660" y="1446971"/>
                </a:lnTo>
                <a:lnTo>
                  <a:pt x="142887" y="1674534"/>
                </a:lnTo>
                <a:lnTo>
                  <a:pt x="135631" y="1663655"/>
                </a:lnTo>
                <a:close/>
                <a:moveTo>
                  <a:pt x="5083632" y="1292482"/>
                </a:moveTo>
                <a:lnTo>
                  <a:pt x="5468204" y="1520045"/>
                </a:lnTo>
                <a:lnTo>
                  <a:pt x="5461840" y="1530924"/>
                </a:lnTo>
                <a:lnTo>
                  <a:pt x="5078177" y="1303361"/>
                </a:lnTo>
                <a:close/>
                <a:moveTo>
                  <a:pt x="2223116" y="1224666"/>
                </a:moveTo>
                <a:lnTo>
                  <a:pt x="2233019" y="1231021"/>
                </a:lnTo>
                <a:lnTo>
                  <a:pt x="2014253" y="1618684"/>
                </a:lnTo>
                <a:lnTo>
                  <a:pt x="2002549" y="1612329"/>
                </a:lnTo>
                <a:close/>
                <a:moveTo>
                  <a:pt x="1117682" y="1077069"/>
                </a:moveTo>
                <a:lnTo>
                  <a:pt x="1124031" y="1088810"/>
                </a:lnTo>
                <a:lnTo>
                  <a:pt x="741258" y="1315515"/>
                </a:lnTo>
                <a:lnTo>
                  <a:pt x="734002" y="1303773"/>
                </a:lnTo>
                <a:close/>
                <a:moveTo>
                  <a:pt x="4486154" y="937448"/>
                </a:moveTo>
                <a:lnTo>
                  <a:pt x="4869834" y="1164152"/>
                </a:lnTo>
                <a:lnTo>
                  <a:pt x="4862578" y="1175894"/>
                </a:lnTo>
                <a:lnTo>
                  <a:pt x="4479805" y="948286"/>
                </a:lnTo>
                <a:close/>
                <a:moveTo>
                  <a:pt x="3440565" y="909525"/>
                </a:moveTo>
                <a:lnTo>
                  <a:pt x="3661132" y="1293255"/>
                </a:lnTo>
                <a:lnTo>
                  <a:pt x="3649428" y="1299560"/>
                </a:lnTo>
                <a:lnTo>
                  <a:pt x="3430662" y="915830"/>
                </a:lnTo>
                <a:close/>
                <a:moveTo>
                  <a:pt x="1720933" y="722034"/>
                </a:moveTo>
                <a:lnTo>
                  <a:pt x="1726388" y="732913"/>
                </a:lnTo>
                <a:lnTo>
                  <a:pt x="1342725" y="960476"/>
                </a:lnTo>
                <a:lnTo>
                  <a:pt x="1336361" y="949597"/>
                </a:lnTo>
                <a:close/>
                <a:moveTo>
                  <a:pt x="2569269" y="618316"/>
                </a:moveTo>
                <a:lnTo>
                  <a:pt x="2580073" y="624671"/>
                </a:lnTo>
                <a:lnTo>
                  <a:pt x="2360406" y="1012334"/>
                </a:lnTo>
                <a:lnTo>
                  <a:pt x="2349603" y="1005071"/>
                </a:lnTo>
                <a:close/>
                <a:moveTo>
                  <a:pt x="3883795" y="578425"/>
                </a:moveTo>
                <a:lnTo>
                  <a:pt x="4267475" y="806853"/>
                </a:lnTo>
                <a:lnTo>
                  <a:pt x="4260219" y="816864"/>
                </a:lnTo>
                <a:lnTo>
                  <a:pt x="3877446" y="588436"/>
                </a:lnTo>
                <a:close/>
                <a:moveTo>
                  <a:pt x="2318413" y="367001"/>
                </a:moveTo>
                <a:lnTo>
                  <a:pt x="2324762" y="377880"/>
                </a:lnTo>
                <a:lnTo>
                  <a:pt x="1941989" y="605443"/>
                </a:lnTo>
                <a:lnTo>
                  <a:pt x="1934733" y="594564"/>
                </a:lnTo>
                <a:close/>
                <a:moveTo>
                  <a:pt x="3094409" y="303175"/>
                </a:moveTo>
                <a:lnTo>
                  <a:pt x="3314076" y="690836"/>
                </a:lnTo>
                <a:lnTo>
                  <a:pt x="3303272" y="697191"/>
                </a:lnTo>
                <a:lnTo>
                  <a:pt x="3083606" y="310438"/>
                </a:lnTo>
                <a:close/>
                <a:moveTo>
                  <a:pt x="3284530" y="223392"/>
                </a:moveTo>
                <a:lnTo>
                  <a:pt x="3669102" y="450999"/>
                </a:lnTo>
                <a:lnTo>
                  <a:pt x="3662738" y="461838"/>
                </a:lnTo>
                <a:lnTo>
                  <a:pt x="3279075" y="235133"/>
                </a:lnTo>
                <a:close/>
                <a:moveTo>
                  <a:pt x="2922131" y="0"/>
                </a:moveTo>
                <a:lnTo>
                  <a:pt x="2926650" y="7243"/>
                </a:lnTo>
                <a:lnTo>
                  <a:pt x="3066745" y="91445"/>
                </a:lnTo>
                <a:lnTo>
                  <a:pt x="3059514" y="102310"/>
                </a:lnTo>
                <a:lnTo>
                  <a:pt x="2938400" y="29878"/>
                </a:lnTo>
                <a:lnTo>
                  <a:pt x="2967323" y="80580"/>
                </a:lnTo>
                <a:lnTo>
                  <a:pt x="2956477" y="86918"/>
                </a:lnTo>
                <a:lnTo>
                  <a:pt x="2922131" y="24445"/>
                </a:lnTo>
                <a:lnTo>
                  <a:pt x="2707016" y="401996"/>
                </a:lnTo>
                <a:lnTo>
                  <a:pt x="2696170" y="395659"/>
                </a:lnTo>
                <a:lnTo>
                  <a:pt x="2904054" y="29878"/>
                </a:lnTo>
                <a:lnTo>
                  <a:pt x="2543421" y="245363"/>
                </a:lnTo>
                <a:lnTo>
                  <a:pt x="2537094" y="233592"/>
                </a:lnTo>
                <a:lnTo>
                  <a:pt x="2917611" y="72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1" name="Freeform 90">
            <a:extLst>
              <a:ext uri="{FF2B5EF4-FFF2-40B4-BE49-F238E27FC236}">
                <a16:creationId xmlns:a16="http://schemas.microsoft.com/office/drawing/2014/main" id="{BD0AB7DA-FED8-42DE-AE6A-1FE710CD1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8284" y="3482521"/>
            <a:ext cx="2541082" cy="2541082"/>
          </a:xfrm>
          <a:custGeom>
            <a:avLst/>
            <a:gdLst>
              <a:gd name="T0" fmla="*/ 1404 w 2808"/>
              <a:gd name="T1" fmla="*/ 0 h 2808"/>
              <a:gd name="T2" fmla="*/ 1404 w 2808"/>
              <a:gd name="T3" fmla="*/ 0 h 2808"/>
              <a:gd name="T4" fmla="*/ 0 w 2808"/>
              <a:gd name="T5" fmla="*/ 1404 h 2808"/>
              <a:gd name="T6" fmla="*/ 0 w 2808"/>
              <a:gd name="T7" fmla="*/ 1404 h 2808"/>
              <a:gd name="T8" fmla="*/ 35 w 2808"/>
              <a:gd name="T9" fmla="*/ 1716 h 2808"/>
              <a:gd name="T10" fmla="*/ 35 w 2808"/>
              <a:gd name="T11" fmla="*/ 1716 h 2808"/>
              <a:gd name="T12" fmla="*/ 1404 w 2808"/>
              <a:gd name="T13" fmla="*/ 2807 h 2808"/>
              <a:gd name="T14" fmla="*/ 1404 w 2808"/>
              <a:gd name="T15" fmla="*/ 2807 h 2808"/>
              <a:gd name="T16" fmla="*/ 2771 w 2808"/>
              <a:gd name="T17" fmla="*/ 1716 h 2808"/>
              <a:gd name="T18" fmla="*/ 2771 w 2808"/>
              <a:gd name="T19" fmla="*/ 1716 h 2808"/>
              <a:gd name="T20" fmla="*/ 2807 w 2808"/>
              <a:gd name="T21" fmla="*/ 1404 h 2808"/>
              <a:gd name="T22" fmla="*/ 2807 w 2808"/>
              <a:gd name="T23" fmla="*/ 1404 h 2808"/>
              <a:gd name="T24" fmla="*/ 1404 w 2808"/>
              <a:gd name="T25" fmla="*/ 0 h 2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08" h="2808">
                <a:moveTo>
                  <a:pt x="1404" y="0"/>
                </a:moveTo>
                <a:lnTo>
                  <a:pt x="1404" y="0"/>
                </a:lnTo>
                <a:cubicBezTo>
                  <a:pt x="629" y="0"/>
                  <a:pt x="0" y="628"/>
                  <a:pt x="0" y="1404"/>
                </a:cubicBezTo>
                <a:lnTo>
                  <a:pt x="0" y="1404"/>
                </a:lnTo>
                <a:cubicBezTo>
                  <a:pt x="0" y="1511"/>
                  <a:pt x="13" y="1615"/>
                  <a:pt x="35" y="1716"/>
                </a:cubicBezTo>
                <a:lnTo>
                  <a:pt x="35" y="1716"/>
                </a:lnTo>
                <a:cubicBezTo>
                  <a:pt x="177" y="2341"/>
                  <a:pt x="736" y="2807"/>
                  <a:pt x="1404" y="2807"/>
                </a:cubicBezTo>
                <a:lnTo>
                  <a:pt x="1404" y="2807"/>
                </a:lnTo>
                <a:cubicBezTo>
                  <a:pt x="2071" y="2807"/>
                  <a:pt x="2630" y="2341"/>
                  <a:pt x="2771" y="1716"/>
                </a:cubicBezTo>
                <a:lnTo>
                  <a:pt x="2771" y="1716"/>
                </a:lnTo>
                <a:cubicBezTo>
                  <a:pt x="2794" y="1615"/>
                  <a:pt x="2807" y="1511"/>
                  <a:pt x="2807" y="1404"/>
                </a:cubicBezTo>
                <a:lnTo>
                  <a:pt x="2807" y="1404"/>
                </a:lnTo>
                <a:cubicBezTo>
                  <a:pt x="2807" y="628"/>
                  <a:pt x="2178" y="0"/>
                  <a:pt x="1404" y="0"/>
                </a:cubicBezTo>
              </a:path>
            </a:pathLst>
          </a:custGeom>
          <a:solidFill>
            <a:schemeClr val="bg2"/>
          </a:solidFill>
          <a:ln w="76200" cap="flat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2" name="Freeform 91">
            <a:extLst>
              <a:ext uri="{FF2B5EF4-FFF2-40B4-BE49-F238E27FC236}">
                <a16:creationId xmlns:a16="http://schemas.microsoft.com/office/drawing/2014/main" id="{62E5080C-562B-4409-BCBC-60EDDD5D3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9546" y="3753782"/>
            <a:ext cx="1998559" cy="1998561"/>
          </a:xfrm>
          <a:custGeom>
            <a:avLst/>
            <a:gdLst>
              <a:gd name="T0" fmla="*/ 1105 w 2210"/>
              <a:gd name="T1" fmla="*/ 0 h 2210"/>
              <a:gd name="T2" fmla="*/ 1105 w 2210"/>
              <a:gd name="T3" fmla="*/ 0 h 2210"/>
              <a:gd name="T4" fmla="*/ 0 w 2210"/>
              <a:gd name="T5" fmla="*/ 1105 h 2210"/>
              <a:gd name="T6" fmla="*/ 0 w 2210"/>
              <a:gd name="T7" fmla="*/ 1105 h 2210"/>
              <a:gd name="T8" fmla="*/ 28 w 2210"/>
              <a:gd name="T9" fmla="*/ 1351 h 2210"/>
              <a:gd name="T10" fmla="*/ 28 w 2210"/>
              <a:gd name="T11" fmla="*/ 1351 h 2210"/>
              <a:gd name="T12" fmla="*/ 1105 w 2210"/>
              <a:gd name="T13" fmla="*/ 2209 h 2210"/>
              <a:gd name="T14" fmla="*/ 1105 w 2210"/>
              <a:gd name="T15" fmla="*/ 2209 h 2210"/>
              <a:gd name="T16" fmla="*/ 2181 w 2210"/>
              <a:gd name="T17" fmla="*/ 1351 h 2210"/>
              <a:gd name="T18" fmla="*/ 2181 w 2210"/>
              <a:gd name="T19" fmla="*/ 1351 h 2210"/>
              <a:gd name="T20" fmla="*/ 2209 w 2210"/>
              <a:gd name="T21" fmla="*/ 1105 h 2210"/>
              <a:gd name="T22" fmla="*/ 2209 w 2210"/>
              <a:gd name="T23" fmla="*/ 1105 h 2210"/>
              <a:gd name="T24" fmla="*/ 1105 w 2210"/>
              <a:gd name="T25" fmla="*/ 0 h 2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10">
                <a:moveTo>
                  <a:pt x="1105" y="0"/>
                </a:moveTo>
                <a:lnTo>
                  <a:pt x="1105" y="0"/>
                </a:lnTo>
                <a:cubicBezTo>
                  <a:pt x="495" y="0"/>
                  <a:pt x="0" y="494"/>
                  <a:pt x="0" y="1105"/>
                </a:cubicBezTo>
                <a:lnTo>
                  <a:pt x="0" y="1105"/>
                </a:lnTo>
                <a:cubicBezTo>
                  <a:pt x="0" y="1189"/>
                  <a:pt x="10" y="1272"/>
                  <a:pt x="28" y="1351"/>
                </a:cubicBezTo>
                <a:lnTo>
                  <a:pt x="28" y="1351"/>
                </a:lnTo>
                <a:cubicBezTo>
                  <a:pt x="140" y="1842"/>
                  <a:pt x="579" y="2209"/>
                  <a:pt x="1105" y="2209"/>
                </a:cubicBezTo>
                <a:lnTo>
                  <a:pt x="1105" y="2209"/>
                </a:lnTo>
                <a:cubicBezTo>
                  <a:pt x="1630" y="2209"/>
                  <a:pt x="2069" y="1842"/>
                  <a:pt x="2181" y="1351"/>
                </a:cubicBezTo>
                <a:lnTo>
                  <a:pt x="2181" y="1351"/>
                </a:lnTo>
                <a:cubicBezTo>
                  <a:pt x="2198" y="1272"/>
                  <a:pt x="2209" y="1189"/>
                  <a:pt x="2209" y="1105"/>
                </a:cubicBezTo>
                <a:lnTo>
                  <a:pt x="2209" y="1105"/>
                </a:lnTo>
                <a:cubicBezTo>
                  <a:pt x="2209" y="494"/>
                  <a:pt x="1713" y="0"/>
                  <a:pt x="1105" y="0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68C1DCBE-5D7F-4B38-A115-A2E334066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8722" y="4350610"/>
            <a:ext cx="1060207" cy="804904"/>
          </a:xfrm>
          <a:custGeom>
            <a:avLst/>
            <a:gdLst>
              <a:gd name="connsiteX0" fmla="*/ 843819 w 1060207"/>
              <a:gd name="connsiteY0" fmla="*/ 465131 h 804904"/>
              <a:gd name="connsiteX1" fmla="*/ 823901 w 1060207"/>
              <a:gd name="connsiteY1" fmla="*/ 472360 h 804904"/>
              <a:gd name="connsiteX2" fmla="*/ 823901 w 1060207"/>
              <a:gd name="connsiteY2" fmla="*/ 745263 h 804904"/>
              <a:gd name="connsiteX3" fmla="*/ 1002262 w 1060207"/>
              <a:gd name="connsiteY3" fmla="*/ 745263 h 804904"/>
              <a:gd name="connsiteX4" fmla="*/ 1002262 w 1060207"/>
              <a:gd name="connsiteY4" fmla="*/ 471456 h 804904"/>
              <a:gd name="connsiteX5" fmla="*/ 982343 w 1060207"/>
              <a:gd name="connsiteY5" fmla="*/ 465131 h 804904"/>
              <a:gd name="connsiteX6" fmla="*/ 313263 w 1060207"/>
              <a:gd name="connsiteY6" fmla="*/ 435310 h 804904"/>
              <a:gd name="connsiteX7" fmla="*/ 293345 w 1060207"/>
              <a:gd name="connsiteY7" fmla="*/ 459709 h 804904"/>
              <a:gd name="connsiteX8" fmla="*/ 293345 w 1060207"/>
              <a:gd name="connsiteY8" fmla="*/ 745263 h 804904"/>
              <a:gd name="connsiteX9" fmla="*/ 472611 w 1060207"/>
              <a:gd name="connsiteY9" fmla="*/ 745263 h 804904"/>
              <a:gd name="connsiteX10" fmla="*/ 472611 w 1060207"/>
              <a:gd name="connsiteY10" fmla="*/ 459709 h 804904"/>
              <a:gd name="connsiteX11" fmla="*/ 452693 w 1060207"/>
              <a:gd name="connsiteY11" fmla="*/ 435310 h 804904"/>
              <a:gd name="connsiteX12" fmla="*/ 914468 w 1060207"/>
              <a:gd name="connsiteY12" fmla="*/ 312468 h 804904"/>
              <a:gd name="connsiteX13" fmla="*/ 885479 w 1060207"/>
              <a:gd name="connsiteY13" fmla="*/ 342184 h 804904"/>
              <a:gd name="connsiteX14" fmla="*/ 914468 w 1060207"/>
              <a:gd name="connsiteY14" fmla="*/ 370999 h 804904"/>
              <a:gd name="connsiteX15" fmla="*/ 944362 w 1060207"/>
              <a:gd name="connsiteY15" fmla="*/ 342184 h 804904"/>
              <a:gd name="connsiteX16" fmla="*/ 914468 w 1060207"/>
              <a:gd name="connsiteY16" fmla="*/ 312468 h 804904"/>
              <a:gd name="connsiteX17" fmla="*/ 578541 w 1060207"/>
              <a:gd name="connsiteY17" fmla="*/ 288015 h 804904"/>
              <a:gd name="connsiteX18" fmla="*/ 557718 w 1060207"/>
              <a:gd name="connsiteY18" fmla="*/ 306088 h 804904"/>
              <a:gd name="connsiteX19" fmla="*/ 557718 w 1060207"/>
              <a:gd name="connsiteY19" fmla="*/ 745263 h 804904"/>
              <a:gd name="connsiteX20" fmla="*/ 736984 w 1060207"/>
              <a:gd name="connsiteY20" fmla="*/ 745263 h 804904"/>
              <a:gd name="connsiteX21" fmla="*/ 736984 w 1060207"/>
              <a:gd name="connsiteY21" fmla="*/ 306088 h 804904"/>
              <a:gd name="connsiteX22" fmla="*/ 717065 w 1060207"/>
              <a:gd name="connsiteY22" fmla="*/ 288015 h 804904"/>
              <a:gd name="connsiteX23" fmla="*/ 383620 w 1060207"/>
              <a:gd name="connsiteY23" fmla="*/ 261140 h 804904"/>
              <a:gd name="connsiteX24" fmla="*/ 354632 w 1060207"/>
              <a:gd name="connsiteY24" fmla="*/ 290856 h 804904"/>
              <a:gd name="connsiteX25" fmla="*/ 383620 w 1060207"/>
              <a:gd name="connsiteY25" fmla="*/ 320572 h 804904"/>
              <a:gd name="connsiteX26" fmla="*/ 413514 w 1060207"/>
              <a:gd name="connsiteY26" fmla="*/ 290856 h 804904"/>
              <a:gd name="connsiteX27" fmla="*/ 383620 w 1060207"/>
              <a:gd name="connsiteY27" fmla="*/ 261140 h 804904"/>
              <a:gd name="connsiteX28" fmla="*/ 75147 w 1060207"/>
              <a:gd name="connsiteY28" fmla="*/ 227470 h 804904"/>
              <a:gd name="connsiteX29" fmla="*/ 57945 w 1060207"/>
              <a:gd name="connsiteY29" fmla="*/ 247351 h 804904"/>
              <a:gd name="connsiteX30" fmla="*/ 57945 w 1060207"/>
              <a:gd name="connsiteY30" fmla="*/ 745263 h 804904"/>
              <a:gd name="connsiteX31" fmla="*/ 223630 w 1060207"/>
              <a:gd name="connsiteY31" fmla="*/ 745263 h 804904"/>
              <a:gd name="connsiteX32" fmla="*/ 223630 w 1060207"/>
              <a:gd name="connsiteY32" fmla="*/ 247351 h 804904"/>
              <a:gd name="connsiteX33" fmla="*/ 205523 w 1060207"/>
              <a:gd name="connsiteY33" fmla="*/ 227470 h 804904"/>
              <a:gd name="connsiteX34" fmla="*/ 75147 w 1060207"/>
              <a:gd name="connsiteY34" fmla="*/ 199457 h 804904"/>
              <a:gd name="connsiteX35" fmla="*/ 205523 w 1060207"/>
              <a:gd name="connsiteY35" fmla="*/ 199457 h 804904"/>
              <a:gd name="connsiteX36" fmla="*/ 251697 w 1060207"/>
              <a:gd name="connsiteY36" fmla="*/ 247351 h 804904"/>
              <a:gd name="connsiteX37" fmla="*/ 251697 w 1060207"/>
              <a:gd name="connsiteY37" fmla="*/ 745263 h 804904"/>
              <a:gd name="connsiteX38" fmla="*/ 266183 w 1060207"/>
              <a:gd name="connsiteY38" fmla="*/ 745263 h 804904"/>
              <a:gd name="connsiteX39" fmla="*/ 266183 w 1060207"/>
              <a:gd name="connsiteY39" fmla="*/ 459709 h 804904"/>
              <a:gd name="connsiteX40" fmla="*/ 313263 w 1060207"/>
              <a:gd name="connsiteY40" fmla="*/ 407297 h 804904"/>
              <a:gd name="connsiteX41" fmla="*/ 452693 w 1060207"/>
              <a:gd name="connsiteY41" fmla="*/ 407297 h 804904"/>
              <a:gd name="connsiteX42" fmla="*/ 499773 w 1060207"/>
              <a:gd name="connsiteY42" fmla="*/ 459709 h 804904"/>
              <a:gd name="connsiteX43" fmla="*/ 499773 w 1060207"/>
              <a:gd name="connsiteY43" fmla="*/ 745263 h 804904"/>
              <a:gd name="connsiteX44" fmla="*/ 531461 w 1060207"/>
              <a:gd name="connsiteY44" fmla="*/ 745263 h 804904"/>
              <a:gd name="connsiteX45" fmla="*/ 531461 w 1060207"/>
              <a:gd name="connsiteY45" fmla="*/ 306088 h 804904"/>
              <a:gd name="connsiteX46" fmla="*/ 578541 w 1060207"/>
              <a:gd name="connsiteY46" fmla="*/ 260906 h 804904"/>
              <a:gd name="connsiteX47" fmla="*/ 717065 w 1060207"/>
              <a:gd name="connsiteY47" fmla="*/ 260906 h 804904"/>
              <a:gd name="connsiteX48" fmla="*/ 764146 w 1060207"/>
              <a:gd name="connsiteY48" fmla="*/ 306088 h 804904"/>
              <a:gd name="connsiteX49" fmla="*/ 764146 w 1060207"/>
              <a:gd name="connsiteY49" fmla="*/ 745263 h 804904"/>
              <a:gd name="connsiteX50" fmla="*/ 795834 w 1060207"/>
              <a:gd name="connsiteY50" fmla="*/ 745263 h 804904"/>
              <a:gd name="connsiteX51" fmla="*/ 795834 w 1060207"/>
              <a:gd name="connsiteY51" fmla="*/ 471456 h 804904"/>
              <a:gd name="connsiteX52" fmla="*/ 843819 w 1060207"/>
              <a:gd name="connsiteY52" fmla="*/ 437118 h 804904"/>
              <a:gd name="connsiteX53" fmla="*/ 982343 w 1060207"/>
              <a:gd name="connsiteY53" fmla="*/ 437118 h 804904"/>
              <a:gd name="connsiteX54" fmla="*/ 1029424 w 1060207"/>
              <a:gd name="connsiteY54" fmla="*/ 471456 h 804904"/>
              <a:gd name="connsiteX55" fmla="*/ 1029424 w 1060207"/>
              <a:gd name="connsiteY55" fmla="*/ 745263 h 804904"/>
              <a:gd name="connsiteX56" fmla="*/ 1033950 w 1060207"/>
              <a:gd name="connsiteY56" fmla="*/ 745263 h 804904"/>
              <a:gd name="connsiteX57" fmla="*/ 1060207 w 1060207"/>
              <a:gd name="connsiteY57" fmla="*/ 773276 h 804904"/>
              <a:gd name="connsiteX58" fmla="*/ 1060207 w 1060207"/>
              <a:gd name="connsiteY58" fmla="*/ 777794 h 804904"/>
              <a:gd name="connsiteX59" fmla="*/ 1033950 w 1060207"/>
              <a:gd name="connsiteY59" fmla="*/ 804904 h 804904"/>
              <a:gd name="connsiteX60" fmla="*/ 26256 w 1060207"/>
              <a:gd name="connsiteY60" fmla="*/ 804904 h 804904"/>
              <a:gd name="connsiteX61" fmla="*/ 0 w 1060207"/>
              <a:gd name="connsiteY61" fmla="*/ 777794 h 804904"/>
              <a:gd name="connsiteX62" fmla="*/ 0 w 1060207"/>
              <a:gd name="connsiteY62" fmla="*/ 773276 h 804904"/>
              <a:gd name="connsiteX63" fmla="*/ 26256 w 1060207"/>
              <a:gd name="connsiteY63" fmla="*/ 745263 h 804904"/>
              <a:gd name="connsiteX64" fmla="*/ 29878 w 1060207"/>
              <a:gd name="connsiteY64" fmla="*/ 745263 h 804904"/>
              <a:gd name="connsiteX65" fmla="*/ 29878 w 1060207"/>
              <a:gd name="connsiteY65" fmla="*/ 247351 h 804904"/>
              <a:gd name="connsiteX66" fmla="*/ 75147 w 1060207"/>
              <a:gd name="connsiteY66" fmla="*/ 199457 h 804904"/>
              <a:gd name="connsiteX67" fmla="*/ 649044 w 1060207"/>
              <a:gd name="connsiteY67" fmla="*/ 56731 h 804904"/>
              <a:gd name="connsiteX68" fmla="*/ 619150 w 1060207"/>
              <a:gd name="connsiteY68" fmla="*/ 86447 h 804904"/>
              <a:gd name="connsiteX69" fmla="*/ 649044 w 1060207"/>
              <a:gd name="connsiteY69" fmla="*/ 116163 h 804904"/>
              <a:gd name="connsiteX70" fmla="*/ 678938 w 1060207"/>
              <a:gd name="connsiteY70" fmla="*/ 86447 h 804904"/>
              <a:gd name="connsiteX71" fmla="*/ 649044 w 1060207"/>
              <a:gd name="connsiteY71" fmla="*/ 56731 h 804904"/>
              <a:gd name="connsiteX72" fmla="*/ 141750 w 1060207"/>
              <a:gd name="connsiteY72" fmla="*/ 27015 h 804904"/>
              <a:gd name="connsiteX73" fmla="*/ 112761 w 1060207"/>
              <a:gd name="connsiteY73" fmla="*/ 56731 h 804904"/>
              <a:gd name="connsiteX74" fmla="*/ 141750 w 1060207"/>
              <a:gd name="connsiteY74" fmla="*/ 86447 h 804904"/>
              <a:gd name="connsiteX75" fmla="*/ 172550 w 1060207"/>
              <a:gd name="connsiteY75" fmla="*/ 56731 h 804904"/>
              <a:gd name="connsiteX76" fmla="*/ 141750 w 1060207"/>
              <a:gd name="connsiteY76" fmla="*/ 27015 h 804904"/>
              <a:gd name="connsiteX77" fmla="*/ 141750 w 1060207"/>
              <a:gd name="connsiteY77" fmla="*/ 0 h 804904"/>
              <a:gd name="connsiteX78" fmla="*/ 199726 w 1060207"/>
              <a:gd name="connsiteY78" fmla="*/ 56731 h 804904"/>
              <a:gd name="connsiteX79" fmla="*/ 191573 w 1060207"/>
              <a:gd name="connsiteY79" fmla="*/ 85546 h 804904"/>
              <a:gd name="connsiteX80" fmla="*/ 353726 w 1060207"/>
              <a:gd name="connsiteY80" fmla="*/ 242230 h 804904"/>
              <a:gd name="connsiteX81" fmla="*/ 383620 w 1060207"/>
              <a:gd name="connsiteY81" fmla="*/ 233225 h 804904"/>
              <a:gd name="connsiteX82" fmla="*/ 419856 w 1060207"/>
              <a:gd name="connsiteY82" fmla="*/ 245832 h 804904"/>
              <a:gd name="connsiteX83" fmla="*/ 596503 w 1060207"/>
              <a:gd name="connsiteY83" fmla="*/ 108959 h 804904"/>
              <a:gd name="connsiteX84" fmla="*/ 591973 w 1060207"/>
              <a:gd name="connsiteY84" fmla="*/ 86447 h 804904"/>
              <a:gd name="connsiteX85" fmla="*/ 649044 w 1060207"/>
              <a:gd name="connsiteY85" fmla="*/ 28816 h 804904"/>
              <a:gd name="connsiteX86" fmla="*/ 707020 w 1060207"/>
              <a:gd name="connsiteY86" fmla="*/ 86447 h 804904"/>
              <a:gd name="connsiteX87" fmla="*/ 701585 w 1060207"/>
              <a:gd name="connsiteY87" fmla="*/ 109859 h 804904"/>
              <a:gd name="connsiteX88" fmla="*/ 880950 w 1060207"/>
              <a:gd name="connsiteY88" fmla="*/ 296259 h 804904"/>
              <a:gd name="connsiteX89" fmla="*/ 914468 w 1060207"/>
              <a:gd name="connsiteY89" fmla="*/ 284553 h 804904"/>
              <a:gd name="connsiteX90" fmla="*/ 972444 w 1060207"/>
              <a:gd name="connsiteY90" fmla="*/ 342184 h 804904"/>
              <a:gd name="connsiteX91" fmla="*/ 914468 w 1060207"/>
              <a:gd name="connsiteY91" fmla="*/ 398014 h 804904"/>
              <a:gd name="connsiteX92" fmla="*/ 857397 w 1060207"/>
              <a:gd name="connsiteY92" fmla="*/ 342184 h 804904"/>
              <a:gd name="connsiteX93" fmla="*/ 862832 w 1060207"/>
              <a:gd name="connsiteY93" fmla="*/ 317871 h 804904"/>
              <a:gd name="connsiteX94" fmla="*/ 683468 w 1060207"/>
              <a:gd name="connsiteY94" fmla="*/ 131471 h 804904"/>
              <a:gd name="connsiteX95" fmla="*/ 649044 w 1060207"/>
              <a:gd name="connsiteY95" fmla="*/ 143177 h 804904"/>
              <a:gd name="connsiteX96" fmla="*/ 613714 w 1060207"/>
              <a:gd name="connsiteY96" fmla="*/ 130570 h 804904"/>
              <a:gd name="connsiteX97" fmla="*/ 437067 w 1060207"/>
              <a:gd name="connsiteY97" fmla="*/ 268344 h 804904"/>
              <a:gd name="connsiteX98" fmla="*/ 441597 w 1060207"/>
              <a:gd name="connsiteY98" fmla="*/ 290856 h 804904"/>
              <a:gd name="connsiteX99" fmla="*/ 383620 w 1060207"/>
              <a:gd name="connsiteY99" fmla="*/ 347587 h 804904"/>
              <a:gd name="connsiteX100" fmla="*/ 325644 w 1060207"/>
              <a:gd name="connsiteY100" fmla="*/ 290856 h 804904"/>
              <a:gd name="connsiteX101" fmla="*/ 334703 w 1060207"/>
              <a:gd name="connsiteY101" fmla="*/ 262041 h 804904"/>
              <a:gd name="connsiteX102" fmla="*/ 172550 w 1060207"/>
              <a:gd name="connsiteY102" fmla="*/ 105357 h 804904"/>
              <a:gd name="connsiteX103" fmla="*/ 141750 w 1060207"/>
              <a:gd name="connsiteY103" fmla="*/ 113461 h 804904"/>
              <a:gd name="connsiteX104" fmla="*/ 83773 w 1060207"/>
              <a:gd name="connsiteY104" fmla="*/ 56731 h 804904"/>
              <a:gd name="connsiteX105" fmla="*/ 141750 w 1060207"/>
              <a:gd name="connsiteY105" fmla="*/ 0 h 80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060207" h="804904">
                <a:moveTo>
                  <a:pt x="843819" y="465131"/>
                </a:moveTo>
                <a:cubicBezTo>
                  <a:pt x="831144" y="465131"/>
                  <a:pt x="823901" y="469649"/>
                  <a:pt x="823901" y="472360"/>
                </a:cubicBezTo>
                <a:lnTo>
                  <a:pt x="823901" y="745263"/>
                </a:lnTo>
                <a:lnTo>
                  <a:pt x="1002262" y="745263"/>
                </a:lnTo>
                <a:lnTo>
                  <a:pt x="1002262" y="471456"/>
                </a:lnTo>
                <a:cubicBezTo>
                  <a:pt x="1001357" y="469649"/>
                  <a:pt x="995019" y="465131"/>
                  <a:pt x="982343" y="465131"/>
                </a:cubicBezTo>
                <a:close/>
                <a:moveTo>
                  <a:pt x="313263" y="435310"/>
                </a:moveTo>
                <a:cubicBezTo>
                  <a:pt x="302399" y="435310"/>
                  <a:pt x="293345" y="446154"/>
                  <a:pt x="293345" y="459709"/>
                </a:cubicBezTo>
                <a:lnTo>
                  <a:pt x="293345" y="745263"/>
                </a:lnTo>
                <a:lnTo>
                  <a:pt x="472611" y="745263"/>
                </a:lnTo>
                <a:lnTo>
                  <a:pt x="472611" y="459709"/>
                </a:lnTo>
                <a:cubicBezTo>
                  <a:pt x="472611" y="446154"/>
                  <a:pt x="463557" y="435310"/>
                  <a:pt x="452693" y="435310"/>
                </a:cubicBezTo>
                <a:close/>
                <a:moveTo>
                  <a:pt x="914468" y="312468"/>
                </a:moveTo>
                <a:cubicBezTo>
                  <a:pt x="898162" y="312468"/>
                  <a:pt x="885479" y="325075"/>
                  <a:pt x="885479" y="342184"/>
                </a:cubicBezTo>
                <a:cubicBezTo>
                  <a:pt x="885479" y="357492"/>
                  <a:pt x="898162" y="370999"/>
                  <a:pt x="914468" y="370999"/>
                </a:cubicBezTo>
                <a:cubicBezTo>
                  <a:pt x="930774" y="370999"/>
                  <a:pt x="944362" y="357492"/>
                  <a:pt x="944362" y="342184"/>
                </a:cubicBezTo>
                <a:cubicBezTo>
                  <a:pt x="944362" y="325075"/>
                  <a:pt x="930774" y="312468"/>
                  <a:pt x="914468" y="312468"/>
                </a:cubicBezTo>
                <a:close/>
                <a:moveTo>
                  <a:pt x="578541" y="288015"/>
                </a:moveTo>
                <a:cubicBezTo>
                  <a:pt x="566771" y="288015"/>
                  <a:pt x="557718" y="296148"/>
                  <a:pt x="557718" y="306088"/>
                </a:cubicBezTo>
                <a:lnTo>
                  <a:pt x="557718" y="745263"/>
                </a:lnTo>
                <a:lnTo>
                  <a:pt x="736984" y="745263"/>
                </a:lnTo>
                <a:lnTo>
                  <a:pt x="736984" y="306088"/>
                </a:lnTo>
                <a:cubicBezTo>
                  <a:pt x="736984" y="296148"/>
                  <a:pt x="727930" y="288015"/>
                  <a:pt x="717065" y="288015"/>
                </a:cubicBezTo>
                <a:close/>
                <a:moveTo>
                  <a:pt x="383620" y="261140"/>
                </a:moveTo>
                <a:cubicBezTo>
                  <a:pt x="367314" y="261140"/>
                  <a:pt x="354632" y="273747"/>
                  <a:pt x="354632" y="290856"/>
                </a:cubicBezTo>
                <a:cubicBezTo>
                  <a:pt x="354632" y="307065"/>
                  <a:pt x="367314" y="320572"/>
                  <a:pt x="383620" y="320572"/>
                </a:cubicBezTo>
                <a:cubicBezTo>
                  <a:pt x="399926" y="320572"/>
                  <a:pt x="413514" y="307065"/>
                  <a:pt x="413514" y="290856"/>
                </a:cubicBezTo>
                <a:cubicBezTo>
                  <a:pt x="413514" y="273747"/>
                  <a:pt x="399926" y="261140"/>
                  <a:pt x="383620" y="261140"/>
                </a:cubicBezTo>
                <a:close/>
                <a:moveTo>
                  <a:pt x="75147" y="227470"/>
                </a:moveTo>
                <a:cubicBezTo>
                  <a:pt x="65188" y="227470"/>
                  <a:pt x="57945" y="236507"/>
                  <a:pt x="57945" y="247351"/>
                </a:cubicBezTo>
                <a:lnTo>
                  <a:pt x="57945" y="745263"/>
                </a:lnTo>
                <a:lnTo>
                  <a:pt x="223630" y="745263"/>
                </a:lnTo>
                <a:lnTo>
                  <a:pt x="223630" y="247351"/>
                </a:lnTo>
                <a:cubicBezTo>
                  <a:pt x="223630" y="236507"/>
                  <a:pt x="215482" y="227470"/>
                  <a:pt x="205523" y="227470"/>
                </a:cubicBezTo>
                <a:close/>
                <a:moveTo>
                  <a:pt x="75147" y="199457"/>
                </a:moveTo>
                <a:lnTo>
                  <a:pt x="205523" y="199457"/>
                </a:lnTo>
                <a:cubicBezTo>
                  <a:pt x="230873" y="199457"/>
                  <a:pt x="251697" y="221145"/>
                  <a:pt x="251697" y="247351"/>
                </a:cubicBezTo>
                <a:lnTo>
                  <a:pt x="251697" y="745263"/>
                </a:lnTo>
                <a:lnTo>
                  <a:pt x="266183" y="745263"/>
                </a:lnTo>
                <a:lnTo>
                  <a:pt x="266183" y="459709"/>
                </a:lnTo>
                <a:cubicBezTo>
                  <a:pt x="266183" y="431696"/>
                  <a:pt x="287007" y="407297"/>
                  <a:pt x="313263" y="407297"/>
                </a:cubicBezTo>
                <a:lnTo>
                  <a:pt x="452693" y="407297"/>
                </a:lnTo>
                <a:cubicBezTo>
                  <a:pt x="478949" y="407297"/>
                  <a:pt x="499773" y="431696"/>
                  <a:pt x="499773" y="459709"/>
                </a:cubicBezTo>
                <a:lnTo>
                  <a:pt x="499773" y="745263"/>
                </a:lnTo>
                <a:lnTo>
                  <a:pt x="531461" y="745263"/>
                </a:lnTo>
                <a:lnTo>
                  <a:pt x="531461" y="306088"/>
                </a:lnTo>
                <a:cubicBezTo>
                  <a:pt x="531461" y="281690"/>
                  <a:pt x="551380" y="260906"/>
                  <a:pt x="578541" y="260906"/>
                </a:cubicBezTo>
                <a:lnTo>
                  <a:pt x="717065" y="260906"/>
                </a:lnTo>
                <a:cubicBezTo>
                  <a:pt x="743322" y="260906"/>
                  <a:pt x="764146" y="281690"/>
                  <a:pt x="764146" y="306088"/>
                </a:cubicBezTo>
                <a:lnTo>
                  <a:pt x="764146" y="745263"/>
                </a:lnTo>
                <a:lnTo>
                  <a:pt x="795834" y="745263"/>
                </a:lnTo>
                <a:lnTo>
                  <a:pt x="795834" y="471456"/>
                </a:lnTo>
                <a:cubicBezTo>
                  <a:pt x="795834" y="452480"/>
                  <a:pt x="816658" y="437118"/>
                  <a:pt x="843819" y="437118"/>
                </a:cubicBezTo>
                <a:lnTo>
                  <a:pt x="982343" y="437118"/>
                </a:lnTo>
                <a:cubicBezTo>
                  <a:pt x="1009505" y="437118"/>
                  <a:pt x="1029424" y="452480"/>
                  <a:pt x="1029424" y="471456"/>
                </a:cubicBezTo>
                <a:lnTo>
                  <a:pt x="1029424" y="745263"/>
                </a:lnTo>
                <a:lnTo>
                  <a:pt x="1033950" y="745263"/>
                </a:lnTo>
                <a:cubicBezTo>
                  <a:pt x="1047531" y="745263"/>
                  <a:pt x="1060207" y="757914"/>
                  <a:pt x="1060207" y="773276"/>
                </a:cubicBezTo>
                <a:lnTo>
                  <a:pt x="1060207" y="777794"/>
                </a:lnTo>
                <a:cubicBezTo>
                  <a:pt x="1060207" y="792252"/>
                  <a:pt x="1047531" y="804904"/>
                  <a:pt x="1033950" y="804904"/>
                </a:cubicBezTo>
                <a:lnTo>
                  <a:pt x="26256" y="804904"/>
                </a:lnTo>
                <a:cubicBezTo>
                  <a:pt x="10865" y="804904"/>
                  <a:pt x="0" y="792252"/>
                  <a:pt x="0" y="777794"/>
                </a:cubicBezTo>
                <a:lnTo>
                  <a:pt x="0" y="773276"/>
                </a:lnTo>
                <a:cubicBezTo>
                  <a:pt x="0" y="757914"/>
                  <a:pt x="10865" y="745263"/>
                  <a:pt x="26256" y="745263"/>
                </a:cubicBezTo>
                <a:lnTo>
                  <a:pt x="29878" y="745263"/>
                </a:lnTo>
                <a:lnTo>
                  <a:pt x="29878" y="247351"/>
                </a:lnTo>
                <a:cubicBezTo>
                  <a:pt x="29878" y="221145"/>
                  <a:pt x="49796" y="199457"/>
                  <a:pt x="75147" y="199457"/>
                </a:cubicBezTo>
                <a:close/>
                <a:moveTo>
                  <a:pt x="649044" y="56731"/>
                </a:moveTo>
                <a:cubicBezTo>
                  <a:pt x="632738" y="56731"/>
                  <a:pt x="619150" y="69337"/>
                  <a:pt x="619150" y="86447"/>
                </a:cubicBezTo>
                <a:cubicBezTo>
                  <a:pt x="619150" y="101755"/>
                  <a:pt x="632738" y="116163"/>
                  <a:pt x="649044" y="116163"/>
                </a:cubicBezTo>
                <a:cubicBezTo>
                  <a:pt x="665350" y="116163"/>
                  <a:pt x="678938" y="101755"/>
                  <a:pt x="678938" y="86447"/>
                </a:cubicBezTo>
                <a:cubicBezTo>
                  <a:pt x="678938" y="69337"/>
                  <a:pt x="665350" y="56731"/>
                  <a:pt x="649044" y="56731"/>
                </a:cubicBezTo>
                <a:close/>
                <a:moveTo>
                  <a:pt x="141750" y="27015"/>
                </a:moveTo>
                <a:cubicBezTo>
                  <a:pt x="125444" y="27015"/>
                  <a:pt x="112761" y="40522"/>
                  <a:pt x="112761" y="56731"/>
                </a:cubicBezTo>
                <a:cubicBezTo>
                  <a:pt x="112761" y="72039"/>
                  <a:pt x="125444" y="86447"/>
                  <a:pt x="141750" y="86447"/>
                </a:cubicBezTo>
                <a:cubicBezTo>
                  <a:pt x="158055" y="86447"/>
                  <a:pt x="172550" y="72039"/>
                  <a:pt x="172550" y="56731"/>
                </a:cubicBezTo>
                <a:cubicBezTo>
                  <a:pt x="172550" y="40522"/>
                  <a:pt x="158055" y="27015"/>
                  <a:pt x="141750" y="27015"/>
                </a:cubicBezTo>
                <a:close/>
                <a:moveTo>
                  <a:pt x="141750" y="0"/>
                </a:moveTo>
                <a:cubicBezTo>
                  <a:pt x="173455" y="0"/>
                  <a:pt x="199726" y="25214"/>
                  <a:pt x="199726" y="56731"/>
                </a:cubicBezTo>
                <a:cubicBezTo>
                  <a:pt x="199726" y="66636"/>
                  <a:pt x="196102" y="77442"/>
                  <a:pt x="191573" y="85546"/>
                </a:cubicBezTo>
                <a:lnTo>
                  <a:pt x="353726" y="242230"/>
                </a:lnTo>
                <a:cubicBezTo>
                  <a:pt x="362785" y="236827"/>
                  <a:pt x="372750" y="233225"/>
                  <a:pt x="383620" y="233225"/>
                </a:cubicBezTo>
                <a:cubicBezTo>
                  <a:pt x="398114" y="233225"/>
                  <a:pt x="409891" y="238628"/>
                  <a:pt x="419856" y="245832"/>
                </a:cubicBezTo>
                <a:lnTo>
                  <a:pt x="596503" y="108959"/>
                </a:lnTo>
                <a:cubicBezTo>
                  <a:pt x="593785" y="101755"/>
                  <a:pt x="591973" y="94551"/>
                  <a:pt x="591973" y="86447"/>
                </a:cubicBezTo>
                <a:cubicBezTo>
                  <a:pt x="591973" y="54029"/>
                  <a:pt x="617338" y="28816"/>
                  <a:pt x="649044" y="28816"/>
                </a:cubicBezTo>
                <a:cubicBezTo>
                  <a:pt x="680750" y="28816"/>
                  <a:pt x="707020" y="54029"/>
                  <a:pt x="707020" y="86447"/>
                </a:cubicBezTo>
                <a:cubicBezTo>
                  <a:pt x="707020" y="94551"/>
                  <a:pt x="704303" y="102655"/>
                  <a:pt x="701585" y="109859"/>
                </a:cubicBezTo>
                <a:lnTo>
                  <a:pt x="880950" y="296259"/>
                </a:lnTo>
                <a:cubicBezTo>
                  <a:pt x="890009" y="288155"/>
                  <a:pt x="901785" y="284553"/>
                  <a:pt x="914468" y="284553"/>
                </a:cubicBezTo>
                <a:cubicBezTo>
                  <a:pt x="946174" y="284553"/>
                  <a:pt x="972444" y="309766"/>
                  <a:pt x="972444" y="342184"/>
                </a:cubicBezTo>
                <a:cubicBezTo>
                  <a:pt x="972444" y="372800"/>
                  <a:pt x="946174" y="398014"/>
                  <a:pt x="914468" y="398014"/>
                </a:cubicBezTo>
                <a:cubicBezTo>
                  <a:pt x="882762" y="398014"/>
                  <a:pt x="857397" y="372800"/>
                  <a:pt x="857397" y="342184"/>
                </a:cubicBezTo>
                <a:cubicBezTo>
                  <a:pt x="857397" y="333179"/>
                  <a:pt x="859209" y="325075"/>
                  <a:pt x="862832" y="317871"/>
                </a:cubicBezTo>
                <a:lnTo>
                  <a:pt x="683468" y="131471"/>
                </a:lnTo>
                <a:cubicBezTo>
                  <a:pt x="674409" y="138675"/>
                  <a:pt x="662632" y="143177"/>
                  <a:pt x="649044" y="143177"/>
                </a:cubicBezTo>
                <a:cubicBezTo>
                  <a:pt x="635456" y="143177"/>
                  <a:pt x="623679" y="138675"/>
                  <a:pt x="613714" y="130570"/>
                </a:cubicBezTo>
                <a:lnTo>
                  <a:pt x="437067" y="268344"/>
                </a:lnTo>
                <a:cubicBezTo>
                  <a:pt x="439785" y="274648"/>
                  <a:pt x="441597" y="282752"/>
                  <a:pt x="441597" y="290856"/>
                </a:cubicBezTo>
                <a:cubicBezTo>
                  <a:pt x="441597" y="322373"/>
                  <a:pt x="415326" y="347587"/>
                  <a:pt x="383620" y="347587"/>
                </a:cubicBezTo>
                <a:cubicBezTo>
                  <a:pt x="351914" y="347587"/>
                  <a:pt x="325644" y="322373"/>
                  <a:pt x="325644" y="290856"/>
                </a:cubicBezTo>
                <a:cubicBezTo>
                  <a:pt x="325644" y="280050"/>
                  <a:pt x="329267" y="270145"/>
                  <a:pt x="334703" y="262041"/>
                </a:cubicBezTo>
                <a:lnTo>
                  <a:pt x="172550" y="105357"/>
                </a:lnTo>
                <a:cubicBezTo>
                  <a:pt x="163491" y="110760"/>
                  <a:pt x="152620" y="113461"/>
                  <a:pt x="141750" y="113461"/>
                </a:cubicBezTo>
                <a:cubicBezTo>
                  <a:pt x="110044" y="113461"/>
                  <a:pt x="83773" y="87347"/>
                  <a:pt x="83773" y="56731"/>
                </a:cubicBezTo>
                <a:cubicBezTo>
                  <a:pt x="83773" y="25214"/>
                  <a:pt x="110044" y="0"/>
                  <a:pt x="1417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7" name="Freeform 90">
            <a:extLst>
              <a:ext uri="{FF2B5EF4-FFF2-40B4-BE49-F238E27FC236}">
                <a16:creationId xmlns:a16="http://schemas.microsoft.com/office/drawing/2014/main" id="{45CF908F-5FF6-4484-BD2D-0976B87BD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524" y="5160537"/>
            <a:ext cx="2541082" cy="2541082"/>
          </a:xfrm>
          <a:custGeom>
            <a:avLst/>
            <a:gdLst>
              <a:gd name="T0" fmla="*/ 1404 w 2808"/>
              <a:gd name="T1" fmla="*/ 0 h 2808"/>
              <a:gd name="T2" fmla="*/ 1404 w 2808"/>
              <a:gd name="T3" fmla="*/ 0 h 2808"/>
              <a:gd name="T4" fmla="*/ 0 w 2808"/>
              <a:gd name="T5" fmla="*/ 1404 h 2808"/>
              <a:gd name="T6" fmla="*/ 0 w 2808"/>
              <a:gd name="T7" fmla="*/ 1404 h 2808"/>
              <a:gd name="T8" fmla="*/ 35 w 2808"/>
              <a:gd name="T9" fmla="*/ 1716 h 2808"/>
              <a:gd name="T10" fmla="*/ 35 w 2808"/>
              <a:gd name="T11" fmla="*/ 1716 h 2808"/>
              <a:gd name="T12" fmla="*/ 1404 w 2808"/>
              <a:gd name="T13" fmla="*/ 2807 h 2808"/>
              <a:gd name="T14" fmla="*/ 1404 w 2808"/>
              <a:gd name="T15" fmla="*/ 2807 h 2808"/>
              <a:gd name="T16" fmla="*/ 2771 w 2808"/>
              <a:gd name="T17" fmla="*/ 1716 h 2808"/>
              <a:gd name="T18" fmla="*/ 2771 w 2808"/>
              <a:gd name="T19" fmla="*/ 1716 h 2808"/>
              <a:gd name="T20" fmla="*/ 2807 w 2808"/>
              <a:gd name="T21" fmla="*/ 1404 h 2808"/>
              <a:gd name="T22" fmla="*/ 2807 w 2808"/>
              <a:gd name="T23" fmla="*/ 1404 h 2808"/>
              <a:gd name="T24" fmla="*/ 1404 w 2808"/>
              <a:gd name="T25" fmla="*/ 0 h 2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08" h="2808">
                <a:moveTo>
                  <a:pt x="1404" y="0"/>
                </a:moveTo>
                <a:lnTo>
                  <a:pt x="1404" y="0"/>
                </a:lnTo>
                <a:cubicBezTo>
                  <a:pt x="629" y="0"/>
                  <a:pt x="0" y="628"/>
                  <a:pt x="0" y="1404"/>
                </a:cubicBezTo>
                <a:lnTo>
                  <a:pt x="0" y="1404"/>
                </a:lnTo>
                <a:cubicBezTo>
                  <a:pt x="0" y="1511"/>
                  <a:pt x="13" y="1615"/>
                  <a:pt x="35" y="1716"/>
                </a:cubicBezTo>
                <a:lnTo>
                  <a:pt x="35" y="1716"/>
                </a:lnTo>
                <a:cubicBezTo>
                  <a:pt x="177" y="2341"/>
                  <a:pt x="736" y="2807"/>
                  <a:pt x="1404" y="2807"/>
                </a:cubicBezTo>
                <a:lnTo>
                  <a:pt x="1404" y="2807"/>
                </a:lnTo>
                <a:cubicBezTo>
                  <a:pt x="2071" y="2807"/>
                  <a:pt x="2630" y="2341"/>
                  <a:pt x="2771" y="1716"/>
                </a:cubicBezTo>
                <a:lnTo>
                  <a:pt x="2771" y="1716"/>
                </a:lnTo>
                <a:cubicBezTo>
                  <a:pt x="2794" y="1615"/>
                  <a:pt x="2807" y="1511"/>
                  <a:pt x="2807" y="1404"/>
                </a:cubicBezTo>
                <a:lnTo>
                  <a:pt x="2807" y="1404"/>
                </a:lnTo>
                <a:cubicBezTo>
                  <a:pt x="2807" y="628"/>
                  <a:pt x="2178" y="0"/>
                  <a:pt x="1404" y="0"/>
                </a:cubicBezTo>
              </a:path>
            </a:pathLst>
          </a:custGeom>
          <a:solidFill>
            <a:schemeClr val="bg2"/>
          </a:solidFill>
          <a:ln w="762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1" name="Freeform 94">
            <a:extLst>
              <a:ext uri="{FF2B5EF4-FFF2-40B4-BE49-F238E27FC236}">
                <a16:creationId xmlns:a16="http://schemas.microsoft.com/office/drawing/2014/main" id="{285103BE-DE0F-4425-A85B-663F95ECF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784" y="5431798"/>
            <a:ext cx="1998562" cy="1998561"/>
          </a:xfrm>
          <a:custGeom>
            <a:avLst/>
            <a:gdLst>
              <a:gd name="T0" fmla="*/ 1104 w 2210"/>
              <a:gd name="T1" fmla="*/ 0 h 2208"/>
              <a:gd name="T2" fmla="*/ 1104 w 2210"/>
              <a:gd name="T3" fmla="*/ 0 h 2208"/>
              <a:gd name="T4" fmla="*/ 0 w 2210"/>
              <a:gd name="T5" fmla="*/ 1104 h 2208"/>
              <a:gd name="T6" fmla="*/ 0 w 2210"/>
              <a:gd name="T7" fmla="*/ 1104 h 2208"/>
              <a:gd name="T8" fmla="*/ 27 w 2210"/>
              <a:gd name="T9" fmla="*/ 1350 h 2208"/>
              <a:gd name="T10" fmla="*/ 27 w 2210"/>
              <a:gd name="T11" fmla="*/ 1350 h 2208"/>
              <a:gd name="T12" fmla="*/ 1104 w 2210"/>
              <a:gd name="T13" fmla="*/ 2207 h 2208"/>
              <a:gd name="T14" fmla="*/ 1104 w 2210"/>
              <a:gd name="T15" fmla="*/ 2207 h 2208"/>
              <a:gd name="T16" fmla="*/ 2181 w 2210"/>
              <a:gd name="T17" fmla="*/ 1350 h 2208"/>
              <a:gd name="T18" fmla="*/ 2181 w 2210"/>
              <a:gd name="T19" fmla="*/ 1350 h 2208"/>
              <a:gd name="T20" fmla="*/ 2209 w 2210"/>
              <a:gd name="T21" fmla="*/ 1104 h 2208"/>
              <a:gd name="T22" fmla="*/ 2209 w 2210"/>
              <a:gd name="T23" fmla="*/ 1104 h 2208"/>
              <a:gd name="T24" fmla="*/ 1104 w 2210"/>
              <a:gd name="T25" fmla="*/ 0 h 2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08">
                <a:moveTo>
                  <a:pt x="1104" y="0"/>
                </a:moveTo>
                <a:lnTo>
                  <a:pt x="1104" y="0"/>
                </a:lnTo>
                <a:cubicBezTo>
                  <a:pt x="494" y="0"/>
                  <a:pt x="0" y="494"/>
                  <a:pt x="0" y="1104"/>
                </a:cubicBezTo>
                <a:lnTo>
                  <a:pt x="0" y="1104"/>
                </a:lnTo>
                <a:cubicBezTo>
                  <a:pt x="0" y="1189"/>
                  <a:pt x="9" y="1270"/>
                  <a:pt x="27" y="1350"/>
                </a:cubicBezTo>
                <a:lnTo>
                  <a:pt x="27" y="1350"/>
                </a:lnTo>
                <a:cubicBezTo>
                  <a:pt x="139" y="1840"/>
                  <a:pt x="578" y="2207"/>
                  <a:pt x="1104" y="2207"/>
                </a:cubicBezTo>
                <a:lnTo>
                  <a:pt x="1104" y="2207"/>
                </a:lnTo>
                <a:cubicBezTo>
                  <a:pt x="1630" y="2207"/>
                  <a:pt x="2070" y="1840"/>
                  <a:pt x="2181" y="1350"/>
                </a:cubicBezTo>
                <a:lnTo>
                  <a:pt x="2181" y="1350"/>
                </a:lnTo>
                <a:cubicBezTo>
                  <a:pt x="2199" y="1270"/>
                  <a:pt x="2209" y="1189"/>
                  <a:pt x="2209" y="1104"/>
                </a:cubicBezTo>
                <a:lnTo>
                  <a:pt x="2209" y="1104"/>
                </a:lnTo>
                <a:cubicBezTo>
                  <a:pt x="2209" y="494"/>
                  <a:pt x="1714" y="0"/>
                  <a:pt x="1104" y="0"/>
                </a:cubicBezTo>
              </a:path>
            </a:pathLst>
          </a:custGeom>
          <a:noFill/>
          <a:ln w="12700" cap="flat">
            <a:solidFill>
              <a:schemeClr val="accent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3DAB3653-97AF-459C-8C8A-F0DBBF703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1980" y="5962068"/>
            <a:ext cx="1002170" cy="938020"/>
          </a:xfrm>
          <a:custGeom>
            <a:avLst/>
            <a:gdLst>
              <a:gd name="connsiteX0" fmla="*/ 175987 w 1002170"/>
              <a:gd name="connsiteY0" fmla="*/ 188964 h 938020"/>
              <a:gd name="connsiteX1" fmla="*/ 231999 w 1002170"/>
              <a:gd name="connsiteY1" fmla="*/ 188964 h 938020"/>
              <a:gd name="connsiteX2" fmla="*/ 238323 w 1002170"/>
              <a:gd name="connsiteY2" fmla="*/ 197185 h 938020"/>
              <a:gd name="connsiteX3" fmla="*/ 234709 w 1002170"/>
              <a:gd name="connsiteY3" fmla="*/ 208146 h 938020"/>
              <a:gd name="connsiteX4" fmla="*/ 267232 w 1002170"/>
              <a:gd name="connsiteY4" fmla="*/ 232807 h 938020"/>
              <a:gd name="connsiteX5" fmla="*/ 283494 w 1002170"/>
              <a:gd name="connsiteY5" fmla="*/ 216366 h 938020"/>
              <a:gd name="connsiteX6" fmla="*/ 283494 w 1002170"/>
              <a:gd name="connsiteY6" fmla="*/ 198098 h 938020"/>
              <a:gd name="connsiteX7" fmla="*/ 288915 w 1002170"/>
              <a:gd name="connsiteY7" fmla="*/ 188964 h 938020"/>
              <a:gd name="connsiteX8" fmla="*/ 344927 w 1002170"/>
              <a:gd name="connsiteY8" fmla="*/ 188964 h 938020"/>
              <a:gd name="connsiteX9" fmla="*/ 366609 w 1002170"/>
              <a:gd name="connsiteY9" fmla="*/ 210886 h 938020"/>
              <a:gd name="connsiteX10" fmla="*/ 366609 w 1002170"/>
              <a:gd name="connsiteY10" fmla="*/ 270257 h 938020"/>
              <a:gd name="connsiteX11" fmla="*/ 393711 w 1002170"/>
              <a:gd name="connsiteY11" fmla="*/ 262949 h 938020"/>
              <a:gd name="connsiteX12" fmla="*/ 409069 w 1002170"/>
              <a:gd name="connsiteY12" fmla="*/ 280304 h 938020"/>
              <a:gd name="connsiteX13" fmla="*/ 385581 w 1002170"/>
              <a:gd name="connsiteY13" fmla="*/ 312273 h 938020"/>
              <a:gd name="connsiteX14" fmla="*/ 366609 w 1002170"/>
              <a:gd name="connsiteY14" fmla="*/ 303139 h 938020"/>
              <a:gd name="connsiteX15" fmla="*/ 366609 w 1002170"/>
              <a:gd name="connsiteY15" fmla="*/ 362510 h 938020"/>
              <a:gd name="connsiteX16" fmla="*/ 344927 w 1002170"/>
              <a:gd name="connsiteY16" fmla="*/ 383518 h 938020"/>
              <a:gd name="connsiteX17" fmla="*/ 288915 w 1002170"/>
              <a:gd name="connsiteY17" fmla="*/ 383518 h 938020"/>
              <a:gd name="connsiteX18" fmla="*/ 283494 w 1002170"/>
              <a:gd name="connsiteY18" fmla="*/ 376211 h 938020"/>
              <a:gd name="connsiteX19" fmla="*/ 285301 w 1002170"/>
              <a:gd name="connsiteY19" fmla="*/ 365250 h 938020"/>
              <a:gd name="connsiteX20" fmla="*/ 253681 w 1002170"/>
              <a:gd name="connsiteY20" fmla="*/ 340588 h 938020"/>
              <a:gd name="connsiteX21" fmla="*/ 236516 w 1002170"/>
              <a:gd name="connsiteY21" fmla="*/ 357029 h 938020"/>
              <a:gd name="connsiteX22" fmla="*/ 238323 w 1002170"/>
              <a:gd name="connsiteY22" fmla="*/ 375297 h 938020"/>
              <a:gd name="connsiteX23" fmla="*/ 232902 w 1002170"/>
              <a:gd name="connsiteY23" fmla="*/ 383518 h 938020"/>
              <a:gd name="connsiteX24" fmla="*/ 175987 w 1002170"/>
              <a:gd name="connsiteY24" fmla="*/ 383518 h 938020"/>
              <a:gd name="connsiteX25" fmla="*/ 154305 w 1002170"/>
              <a:gd name="connsiteY25" fmla="*/ 362510 h 938020"/>
              <a:gd name="connsiteX26" fmla="*/ 154305 w 1002170"/>
              <a:gd name="connsiteY26" fmla="*/ 302225 h 938020"/>
              <a:gd name="connsiteX27" fmla="*/ 135333 w 1002170"/>
              <a:gd name="connsiteY27" fmla="*/ 312273 h 938020"/>
              <a:gd name="connsiteX28" fmla="*/ 111844 w 1002170"/>
              <a:gd name="connsiteY28" fmla="*/ 280304 h 938020"/>
              <a:gd name="connsiteX29" fmla="*/ 128106 w 1002170"/>
              <a:gd name="connsiteY29" fmla="*/ 262949 h 938020"/>
              <a:gd name="connsiteX30" fmla="*/ 154305 w 1002170"/>
              <a:gd name="connsiteY30" fmla="*/ 271170 h 938020"/>
              <a:gd name="connsiteX31" fmla="*/ 154305 w 1002170"/>
              <a:gd name="connsiteY31" fmla="*/ 210886 h 938020"/>
              <a:gd name="connsiteX32" fmla="*/ 175987 w 1002170"/>
              <a:gd name="connsiteY32" fmla="*/ 188964 h 938020"/>
              <a:gd name="connsiteX33" fmla="*/ 258796 w 1002170"/>
              <a:gd name="connsiteY33" fmla="*/ 84696 h 938020"/>
              <a:gd name="connsiteX34" fmla="*/ 231666 w 1002170"/>
              <a:gd name="connsiteY34" fmla="*/ 85599 h 938020"/>
              <a:gd name="connsiteX35" fmla="*/ 29092 w 1002170"/>
              <a:gd name="connsiteY35" fmla="*/ 289675 h 938020"/>
              <a:gd name="connsiteX36" fmla="*/ 71596 w 1002170"/>
              <a:gd name="connsiteY36" fmla="*/ 449504 h 938020"/>
              <a:gd name="connsiteX37" fmla="*/ 88779 w 1002170"/>
              <a:gd name="connsiteY37" fmla="*/ 658094 h 938020"/>
              <a:gd name="connsiteX38" fmla="*/ 88779 w 1002170"/>
              <a:gd name="connsiteY38" fmla="*/ 884744 h 938020"/>
              <a:gd name="connsiteX39" fmla="*/ 116814 w 1002170"/>
              <a:gd name="connsiteY39" fmla="*/ 910931 h 938020"/>
              <a:gd name="connsiteX40" fmla="*/ 309440 w 1002170"/>
              <a:gd name="connsiteY40" fmla="*/ 910931 h 938020"/>
              <a:gd name="connsiteX41" fmla="*/ 333857 w 1002170"/>
              <a:gd name="connsiteY41" fmla="*/ 893774 h 938020"/>
              <a:gd name="connsiteX42" fmla="*/ 334761 w 1002170"/>
              <a:gd name="connsiteY42" fmla="*/ 892871 h 938020"/>
              <a:gd name="connsiteX43" fmla="*/ 336570 w 1002170"/>
              <a:gd name="connsiteY43" fmla="*/ 888356 h 938020"/>
              <a:gd name="connsiteX44" fmla="*/ 336570 w 1002170"/>
              <a:gd name="connsiteY44" fmla="*/ 884744 h 938020"/>
              <a:gd name="connsiteX45" fmla="*/ 336570 w 1002170"/>
              <a:gd name="connsiteY45" fmla="*/ 774579 h 938020"/>
              <a:gd name="connsiteX46" fmla="*/ 337474 w 1002170"/>
              <a:gd name="connsiteY46" fmla="*/ 768259 h 938020"/>
              <a:gd name="connsiteX47" fmla="*/ 339283 w 1002170"/>
              <a:gd name="connsiteY47" fmla="*/ 763744 h 938020"/>
              <a:gd name="connsiteX48" fmla="*/ 339283 w 1002170"/>
              <a:gd name="connsiteY48" fmla="*/ 762841 h 938020"/>
              <a:gd name="connsiteX49" fmla="*/ 341092 w 1002170"/>
              <a:gd name="connsiteY49" fmla="*/ 758326 h 938020"/>
              <a:gd name="connsiteX50" fmla="*/ 341996 w 1002170"/>
              <a:gd name="connsiteY50" fmla="*/ 756520 h 938020"/>
              <a:gd name="connsiteX51" fmla="*/ 344709 w 1002170"/>
              <a:gd name="connsiteY51" fmla="*/ 753811 h 938020"/>
              <a:gd name="connsiteX52" fmla="*/ 346518 w 1002170"/>
              <a:gd name="connsiteY52" fmla="*/ 752005 h 938020"/>
              <a:gd name="connsiteX53" fmla="*/ 349231 w 1002170"/>
              <a:gd name="connsiteY53" fmla="*/ 749296 h 938020"/>
              <a:gd name="connsiteX54" fmla="*/ 351944 w 1002170"/>
              <a:gd name="connsiteY54" fmla="*/ 748393 h 938020"/>
              <a:gd name="connsiteX55" fmla="*/ 366414 w 1002170"/>
              <a:gd name="connsiteY55" fmla="*/ 743878 h 938020"/>
              <a:gd name="connsiteX56" fmla="*/ 370031 w 1002170"/>
              <a:gd name="connsiteY56" fmla="*/ 743878 h 938020"/>
              <a:gd name="connsiteX57" fmla="*/ 379074 w 1002170"/>
              <a:gd name="connsiteY57" fmla="*/ 743878 h 938020"/>
              <a:gd name="connsiteX58" fmla="*/ 455040 w 1002170"/>
              <a:gd name="connsiteY58" fmla="*/ 743878 h 938020"/>
              <a:gd name="connsiteX59" fmla="*/ 489405 w 1002170"/>
              <a:gd name="connsiteY59" fmla="*/ 709564 h 938020"/>
              <a:gd name="connsiteX60" fmla="*/ 489405 w 1002170"/>
              <a:gd name="connsiteY60" fmla="*/ 636422 h 938020"/>
              <a:gd name="connsiteX61" fmla="*/ 474935 w 1002170"/>
              <a:gd name="connsiteY61" fmla="*/ 636422 h 938020"/>
              <a:gd name="connsiteX62" fmla="*/ 423387 w 1002170"/>
              <a:gd name="connsiteY62" fmla="*/ 629198 h 938020"/>
              <a:gd name="connsiteX63" fmla="*/ 413440 w 1002170"/>
              <a:gd name="connsiteY63" fmla="*/ 612945 h 938020"/>
              <a:gd name="connsiteX64" fmla="*/ 430622 w 1002170"/>
              <a:gd name="connsiteY64" fmla="*/ 603915 h 938020"/>
              <a:gd name="connsiteX65" fmla="*/ 489405 w 1002170"/>
              <a:gd name="connsiteY65" fmla="*/ 608430 h 938020"/>
              <a:gd name="connsiteX66" fmla="*/ 489405 w 1002170"/>
              <a:gd name="connsiteY66" fmla="*/ 549736 h 938020"/>
              <a:gd name="connsiteX67" fmla="*/ 490309 w 1002170"/>
              <a:gd name="connsiteY67" fmla="*/ 542512 h 938020"/>
              <a:gd name="connsiteX68" fmla="*/ 521961 w 1002170"/>
              <a:gd name="connsiteY68" fmla="*/ 518131 h 938020"/>
              <a:gd name="connsiteX69" fmla="*/ 547283 w 1002170"/>
              <a:gd name="connsiteY69" fmla="*/ 518131 h 938020"/>
              <a:gd name="connsiteX70" fmla="*/ 559040 w 1002170"/>
              <a:gd name="connsiteY70" fmla="*/ 510907 h 938020"/>
              <a:gd name="connsiteX71" fmla="*/ 560848 w 1002170"/>
              <a:gd name="connsiteY71" fmla="*/ 503683 h 938020"/>
              <a:gd name="connsiteX72" fmla="*/ 559944 w 1002170"/>
              <a:gd name="connsiteY72" fmla="*/ 499168 h 938020"/>
              <a:gd name="connsiteX73" fmla="*/ 559040 w 1002170"/>
              <a:gd name="connsiteY73" fmla="*/ 497362 h 938020"/>
              <a:gd name="connsiteX74" fmla="*/ 501161 w 1002170"/>
              <a:gd name="connsiteY74" fmla="*/ 398937 h 938020"/>
              <a:gd name="connsiteX75" fmla="*/ 489405 w 1002170"/>
              <a:gd name="connsiteY75" fmla="*/ 356496 h 938020"/>
              <a:gd name="connsiteX76" fmla="*/ 489405 w 1002170"/>
              <a:gd name="connsiteY76" fmla="*/ 314959 h 938020"/>
              <a:gd name="connsiteX77" fmla="*/ 489405 w 1002170"/>
              <a:gd name="connsiteY77" fmla="*/ 298705 h 938020"/>
              <a:gd name="connsiteX78" fmla="*/ 487596 w 1002170"/>
              <a:gd name="connsiteY78" fmla="*/ 293287 h 938020"/>
              <a:gd name="connsiteX79" fmla="*/ 486692 w 1002170"/>
              <a:gd name="connsiteY79" fmla="*/ 281548 h 938020"/>
              <a:gd name="connsiteX80" fmla="*/ 484883 w 1002170"/>
              <a:gd name="connsiteY80" fmla="*/ 271615 h 938020"/>
              <a:gd name="connsiteX81" fmla="*/ 483979 w 1002170"/>
              <a:gd name="connsiteY81" fmla="*/ 264392 h 938020"/>
              <a:gd name="connsiteX82" fmla="*/ 481266 w 1002170"/>
              <a:gd name="connsiteY82" fmla="*/ 254459 h 938020"/>
              <a:gd name="connsiteX83" fmla="*/ 481266 w 1002170"/>
              <a:gd name="connsiteY83" fmla="*/ 253556 h 938020"/>
              <a:gd name="connsiteX84" fmla="*/ 412535 w 1002170"/>
              <a:gd name="connsiteY84" fmla="*/ 142488 h 938020"/>
              <a:gd name="connsiteX85" fmla="*/ 378170 w 1002170"/>
              <a:gd name="connsiteY85" fmla="*/ 118107 h 938020"/>
              <a:gd name="connsiteX86" fmla="*/ 369127 w 1002170"/>
              <a:gd name="connsiteY86" fmla="*/ 112689 h 938020"/>
              <a:gd name="connsiteX87" fmla="*/ 361892 w 1002170"/>
              <a:gd name="connsiteY87" fmla="*/ 109077 h 938020"/>
              <a:gd name="connsiteX88" fmla="*/ 345614 w 1002170"/>
              <a:gd name="connsiteY88" fmla="*/ 101853 h 938020"/>
              <a:gd name="connsiteX89" fmla="*/ 345614 w 1002170"/>
              <a:gd name="connsiteY89" fmla="*/ 100950 h 938020"/>
              <a:gd name="connsiteX90" fmla="*/ 328431 w 1002170"/>
              <a:gd name="connsiteY90" fmla="*/ 95532 h 938020"/>
              <a:gd name="connsiteX91" fmla="*/ 326622 w 1002170"/>
              <a:gd name="connsiteY91" fmla="*/ 94629 h 938020"/>
              <a:gd name="connsiteX92" fmla="*/ 320292 w 1002170"/>
              <a:gd name="connsiteY92" fmla="*/ 92823 h 938020"/>
              <a:gd name="connsiteX93" fmla="*/ 258796 w 1002170"/>
              <a:gd name="connsiteY93" fmla="*/ 84696 h 938020"/>
              <a:gd name="connsiteX94" fmla="*/ 484318 w 1002170"/>
              <a:gd name="connsiteY94" fmla="*/ 56591 h 938020"/>
              <a:gd name="connsiteX95" fmla="*/ 439666 w 1002170"/>
              <a:gd name="connsiteY95" fmla="*/ 56704 h 938020"/>
              <a:gd name="connsiteX96" fmla="*/ 364605 w 1002170"/>
              <a:gd name="connsiteY96" fmla="*/ 79279 h 938020"/>
              <a:gd name="connsiteX97" fmla="*/ 380883 w 1002170"/>
              <a:gd name="connsiteY97" fmla="*/ 87405 h 938020"/>
              <a:gd name="connsiteX98" fmla="*/ 381787 w 1002170"/>
              <a:gd name="connsiteY98" fmla="*/ 87405 h 938020"/>
              <a:gd name="connsiteX99" fmla="*/ 395353 w 1002170"/>
              <a:gd name="connsiteY99" fmla="*/ 95532 h 938020"/>
              <a:gd name="connsiteX100" fmla="*/ 400779 w 1002170"/>
              <a:gd name="connsiteY100" fmla="*/ 99144 h 938020"/>
              <a:gd name="connsiteX101" fmla="*/ 409822 w 1002170"/>
              <a:gd name="connsiteY101" fmla="*/ 104562 h 938020"/>
              <a:gd name="connsiteX102" fmla="*/ 507492 w 1002170"/>
              <a:gd name="connsiteY102" fmla="*/ 247235 h 938020"/>
              <a:gd name="connsiteX103" fmla="*/ 507492 w 1002170"/>
              <a:gd name="connsiteY103" fmla="*/ 248138 h 938020"/>
              <a:gd name="connsiteX104" fmla="*/ 512918 w 1002170"/>
              <a:gd name="connsiteY104" fmla="*/ 269809 h 938020"/>
              <a:gd name="connsiteX105" fmla="*/ 513822 w 1002170"/>
              <a:gd name="connsiteY105" fmla="*/ 274324 h 938020"/>
              <a:gd name="connsiteX106" fmla="*/ 514727 w 1002170"/>
              <a:gd name="connsiteY106" fmla="*/ 281548 h 938020"/>
              <a:gd name="connsiteX107" fmla="*/ 516535 w 1002170"/>
              <a:gd name="connsiteY107" fmla="*/ 292384 h 938020"/>
              <a:gd name="connsiteX108" fmla="*/ 516535 w 1002170"/>
              <a:gd name="connsiteY108" fmla="*/ 297802 h 938020"/>
              <a:gd name="connsiteX109" fmla="*/ 517440 w 1002170"/>
              <a:gd name="connsiteY109" fmla="*/ 314959 h 938020"/>
              <a:gd name="connsiteX110" fmla="*/ 517440 w 1002170"/>
              <a:gd name="connsiteY110" fmla="*/ 356496 h 938020"/>
              <a:gd name="connsiteX111" fmla="*/ 524674 w 1002170"/>
              <a:gd name="connsiteY111" fmla="*/ 385392 h 938020"/>
              <a:gd name="connsiteX112" fmla="*/ 582553 w 1002170"/>
              <a:gd name="connsiteY112" fmla="*/ 483817 h 938020"/>
              <a:gd name="connsiteX113" fmla="*/ 588883 w 1002170"/>
              <a:gd name="connsiteY113" fmla="*/ 503683 h 938020"/>
              <a:gd name="connsiteX114" fmla="*/ 583457 w 1002170"/>
              <a:gd name="connsiteY114" fmla="*/ 524452 h 938020"/>
              <a:gd name="connsiteX115" fmla="*/ 558135 w 1002170"/>
              <a:gd name="connsiteY115" fmla="*/ 543415 h 938020"/>
              <a:gd name="connsiteX116" fmla="*/ 547283 w 1002170"/>
              <a:gd name="connsiteY116" fmla="*/ 545221 h 938020"/>
              <a:gd name="connsiteX117" fmla="*/ 521961 w 1002170"/>
              <a:gd name="connsiteY117" fmla="*/ 545221 h 938020"/>
              <a:gd name="connsiteX118" fmla="*/ 517440 w 1002170"/>
              <a:gd name="connsiteY118" fmla="*/ 549736 h 938020"/>
              <a:gd name="connsiteX119" fmla="*/ 517440 w 1002170"/>
              <a:gd name="connsiteY119" fmla="*/ 709564 h 938020"/>
              <a:gd name="connsiteX120" fmla="*/ 455040 w 1002170"/>
              <a:gd name="connsiteY120" fmla="*/ 770968 h 938020"/>
              <a:gd name="connsiteX121" fmla="*/ 379074 w 1002170"/>
              <a:gd name="connsiteY121" fmla="*/ 770968 h 938020"/>
              <a:gd name="connsiteX122" fmla="*/ 368222 w 1002170"/>
              <a:gd name="connsiteY122" fmla="*/ 770968 h 938020"/>
              <a:gd name="connsiteX123" fmla="*/ 366414 w 1002170"/>
              <a:gd name="connsiteY123" fmla="*/ 770968 h 938020"/>
              <a:gd name="connsiteX124" fmla="*/ 365509 w 1002170"/>
              <a:gd name="connsiteY124" fmla="*/ 771871 h 938020"/>
              <a:gd name="connsiteX125" fmla="*/ 363700 w 1002170"/>
              <a:gd name="connsiteY125" fmla="*/ 774579 h 938020"/>
              <a:gd name="connsiteX126" fmla="*/ 363700 w 1002170"/>
              <a:gd name="connsiteY126" fmla="*/ 882938 h 938020"/>
              <a:gd name="connsiteX127" fmla="*/ 516535 w 1002170"/>
              <a:gd name="connsiteY127" fmla="*/ 882938 h 938020"/>
              <a:gd name="connsiteX128" fmla="*/ 541857 w 1002170"/>
              <a:gd name="connsiteY128" fmla="*/ 866684 h 938020"/>
              <a:gd name="connsiteX129" fmla="*/ 541857 w 1002170"/>
              <a:gd name="connsiteY129" fmla="*/ 863975 h 938020"/>
              <a:gd name="connsiteX130" fmla="*/ 542761 w 1002170"/>
              <a:gd name="connsiteY130" fmla="*/ 860363 h 938020"/>
              <a:gd name="connsiteX131" fmla="*/ 543666 w 1002170"/>
              <a:gd name="connsiteY131" fmla="*/ 854945 h 938020"/>
              <a:gd name="connsiteX132" fmla="*/ 543666 w 1002170"/>
              <a:gd name="connsiteY132" fmla="*/ 745684 h 938020"/>
              <a:gd name="connsiteX133" fmla="*/ 553614 w 1002170"/>
              <a:gd name="connsiteY133" fmla="*/ 723109 h 938020"/>
              <a:gd name="connsiteX134" fmla="*/ 577127 w 1002170"/>
              <a:gd name="connsiteY134" fmla="*/ 714982 h 938020"/>
              <a:gd name="connsiteX135" fmla="*/ 586170 w 1002170"/>
              <a:gd name="connsiteY135" fmla="*/ 714982 h 938020"/>
              <a:gd name="connsiteX136" fmla="*/ 662135 w 1002170"/>
              <a:gd name="connsiteY136" fmla="*/ 714982 h 938020"/>
              <a:gd name="connsiteX137" fmla="*/ 696500 w 1002170"/>
              <a:gd name="connsiteY137" fmla="*/ 680669 h 938020"/>
              <a:gd name="connsiteX138" fmla="*/ 696500 w 1002170"/>
              <a:gd name="connsiteY138" fmla="*/ 607527 h 938020"/>
              <a:gd name="connsiteX139" fmla="*/ 682031 w 1002170"/>
              <a:gd name="connsiteY139" fmla="*/ 608430 h 938020"/>
              <a:gd name="connsiteX140" fmla="*/ 629579 w 1002170"/>
              <a:gd name="connsiteY140" fmla="*/ 601206 h 938020"/>
              <a:gd name="connsiteX141" fmla="*/ 620535 w 1002170"/>
              <a:gd name="connsiteY141" fmla="*/ 584049 h 938020"/>
              <a:gd name="connsiteX142" fmla="*/ 636814 w 1002170"/>
              <a:gd name="connsiteY142" fmla="*/ 575019 h 938020"/>
              <a:gd name="connsiteX143" fmla="*/ 696500 w 1002170"/>
              <a:gd name="connsiteY143" fmla="*/ 580437 h 938020"/>
              <a:gd name="connsiteX144" fmla="*/ 696500 w 1002170"/>
              <a:gd name="connsiteY144" fmla="*/ 520840 h 938020"/>
              <a:gd name="connsiteX145" fmla="*/ 729057 w 1002170"/>
              <a:gd name="connsiteY145" fmla="*/ 489235 h 938020"/>
              <a:gd name="connsiteX146" fmla="*/ 754379 w 1002170"/>
              <a:gd name="connsiteY146" fmla="*/ 489235 h 938020"/>
              <a:gd name="connsiteX147" fmla="*/ 766135 w 1002170"/>
              <a:gd name="connsiteY147" fmla="*/ 482012 h 938020"/>
              <a:gd name="connsiteX148" fmla="*/ 766135 w 1002170"/>
              <a:gd name="connsiteY148" fmla="*/ 468467 h 938020"/>
              <a:gd name="connsiteX149" fmla="*/ 708257 w 1002170"/>
              <a:gd name="connsiteY149" fmla="*/ 370944 h 938020"/>
              <a:gd name="connsiteX150" fmla="*/ 696500 w 1002170"/>
              <a:gd name="connsiteY150" fmla="*/ 327601 h 938020"/>
              <a:gd name="connsiteX151" fmla="*/ 696500 w 1002170"/>
              <a:gd name="connsiteY151" fmla="*/ 286063 h 938020"/>
              <a:gd name="connsiteX152" fmla="*/ 695596 w 1002170"/>
              <a:gd name="connsiteY152" fmla="*/ 269809 h 938020"/>
              <a:gd name="connsiteX153" fmla="*/ 695596 w 1002170"/>
              <a:gd name="connsiteY153" fmla="*/ 264392 h 938020"/>
              <a:gd name="connsiteX154" fmla="*/ 693787 w 1002170"/>
              <a:gd name="connsiteY154" fmla="*/ 252653 h 938020"/>
              <a:gd name="connsiteX155" fmla="*/ 691979 w 1002170"/>
              <a:gd name="connsiteY155" fmla="*/ 242720 h 938020"/>
              <a:gd name="connsiteX156" fmla="*/ 690170 w 1002170"/>
              <a:gd name="connsiteY156" fmla="*/ 235496 h 938020"/>
              <a:gd name="connsiteX157" fmla="*/ 688361 w 1002170"/>
              <a:gd name="connsiteY157" fmla="*/ 226466 h 938020"/>
              <a:gd name="connsiteX158" fmla="*/ 688361 w 1002170"/>
              <a:gd name="connsiteY158" fmla="*/ 225563 h 938020"/>
              <a:gd name="connsiteX159" fmla="*/ 619631 w 1002170"/>
              <a:gd name="connsiteY159" fmla="*/ 114495 h 938020"/>
              <a:gd name="connsiteX160" fmla="*/ 609683 w 1002170"/>
              <a:gd name="connsiteY160" fmla="*/ 106368 h 938020"/>
              <a:gd name="connsiteX161" fmla="*/ 596118 w 1002170"/>
              <a:gd name="connsiteY161" fmla="*/ 96435 h 938020"/>
              <a:gd name="connsiteX162" fmla="*/ 587074 w 1002170"/>
              <a:gd name="connsiteY162" fmla="*/ 90114 h 938020"/>
              <a:gd name="connsiteX163" fmla="*/ 584361 w 1002170"/>
              <a:gd name="connsiteY163" fmla="*/ 88308 h 938020"/>
              <a:gd name="connsiteX164" fmla="*/ 534622 w 1002170"/>
              <a:gd name="connsiteY164" fmla="*/ 65734 h 938020"/>
              <a:gd name="connsiteX165" fmla="*/ 528292 w 1002170"/>
              <a:gd name="connsiteY165" fmla="*/ 63928 h 938020"/>
              <a:gd name="connsiteX166" fmla="*/ 484318 w 1002170"/>
              <a:gd name="connsiteY166" fmla="*/ 56591 h 938020"/>
              <a:gd name="connsiteX167" fmla="*/ 695723 w 1002170"/>
              <a:gd name="connsiteY167" fmla="*/ 28330 h 938020"/>
              <a:gd name="connsiteX168" fmla="*/ 646761 w 1002170"/>
              <a:gd name="connsiteY168" fmla="*/ 28711 h 938020"/>
              <a:gd name="connsiteX169" fmla="*/ 570796 w 1002170"/>
              <a:gd name="connsiteY169" fmla="*/ 51286 h 938020"/>
              <a:gd name="connsiteX170" fmla="*/ 587979 w 1002170"/>
              <a:gd name="connsiteY170" fmla="*/ 59413 h 938020"/>
              <a:gd name="connsiteX171" fmla="*/ 588883 w 1002170"/>
              <a:gd name="connsiteY171" fmla="*/ 59413 h 938020"/>
              <a:gd name="connsiteX172" fmla="*/ 602448 w 1002170"/>
              <a:gd name="connsiteY172" fmla="*/ 66637 h 938020"/>
              <a:gd name="connsiteX173" fmla="*/ 605161 w 1002170"/>
              <a:gd name="connsiteY173" fmla="*/ 69346 h 938020"/>
              <a:gd name="connsiteX174" fmla="*/ 616918 w 1002170"/>
              <a:gd name="connsiteY174" fmla="*/ 76570 h 938020"/>
              <a:gd name="connsiteX175" fmla="*/ 714587 w 1002170"/>
              <a:gd name="connsiteY175" fmla="*/ 219242 h 938020"/>
              <a:gd name="connsiteX176" fmla="*/ 714587 w 1002170"/>
              <a:gd name="connsiteY176" fmla="*/ 220145 h 938020"/>
              <a:gd name="connsiteX177" fmla="*/ 720014 w 1002170"/>
              <a:gd name="connsiteY177" fmla="*/ 240914 h 938020"/>
              <a:gd name="connsiteX178" fmla="*/ 720918 w 1002170"/>
              <a:gd name="connsiteY178" fmla="*/ 245429 h 938020"/>
              <a:gd name="connsiteX179" fmla="*/ 721822 w 1002170"/>
              <a:gd name="connsiteY179" fmla="*/ 253556 h 938020"/>
              <a:gd name="connsiteX180" fmla="*/ 722726 w 1002170"/>
              <a:gd name="connsiteY180" fmla="*/ 264392 h 938020"/>
              <a:gd name="connsiteX181" fmla="*/ 723631 w 1002170"/>
              <a:gd name="connsiteY181" fmla="*/ 268906 h 938020"/>
              <a:gd name="connsiteX182" fmla="*/ 724535 w 1002170"/>
              <a:gd name="connsiteY182" fmla="*/ 286063 h 938020"/>
              <a:gd name="connsiteX183" fmla="*/ 724535 w 1002170"/>
              <a:gd name="connsiteY183" fmla="*/ 327601 h 938020"/>
              <a:gd name="connsiteX184" fmla="*/ 725440 w 1002170"/>
              <a:gd name="connsiteY184" fmla="*/ 335728 h 938020"/>
              <a:gd name="connsiteX185" fmla="*/ 731770 w 1002170"/>
              <a:gd name="connsiteY185" fmla="*/ 356496 h 938020"/>
              <a:gd name="connsiteX186" fmla="*/ 789648 w 1002170"/>
              <a:gd name="connsiteY186" fmla="*/ 454922 h 938020"/>
              <a:gd name="connsiteX187" fmla="*/ 794170 w 1002170"/>
              <a:gd name="connsiteY187" fmla="*/ 485623 h 938020"/>
              <a:gd name="connsiteX188" fmla="*/ 789648 w 1002170"/>
              <a:gd name="connsiteY188" fmla="*/ 495556 h 938020"/>
              <a:gd name="connsiteX189" fmla="*/ 754379 w 1002170"/>
              <a:gd name="connsiteY189" fmla="*/ 516325 h 938020"/>
              <a:gd name="connsiteX190" fmla="*/ 729057 w 1002170"/>
              <a:gd name="connsiteY190" fmla="*/ 516325 h 938020"/>
              <a:gd name="connsiteX191" fmla="*/ 724535 w 1002170"/>
              <a:gd name="connsiteY191" fmla="*/ 520840 h 938020"/>
              <a:gd name="connsiteX192" fmla="*/ 724535 w 1002170"/>
              <a:gd name="connsiteY192" fmla="*/ 680669 h 938020"/>
              <a:gd name="connsiteX193" fmla="*/ 662135 w 1002170"/>
              <a:gd name="connsiteY193" fmla="*/ 742975 h 938020"/>
              <a:gd name="connsiteX194" fmla="*/ 586170 w 1002170"/>
              <a:gd name="connsiteY194" fmla="*/ 742975 h 938020"/>
              <a:gd name="connsiteX195" fmla="*/ 575318 w 1002170"/>
              <a:gd name="connsiteY195" fmla="*/ 742072 h 938020"/>
              <a:gd name="connsiteX196" fmla="*/ 572605 w 1002170"/>
              <a:gd name="connsiteY196" fmla="*/ 743878 h 938020"/>
              <a:gd name="connsiteX197" fmla="*/ 570796 w 1002170"/>
              <a:gd name="connsiteY197" fmla="*/ 745684 h 938020"/>
              <a:gd name="connsiteX198" fmla="*/ 570796 w 1002170"/>
              <a:gd name="connsiteY198" fmla="*/ 854945 h 938020"/>
              <a:gd name="connsiteX199" fmla="*/ 723631 w 1002170"/>
              <a:gd name="connsiteY199" fmla="*/ 854945 h 938020"/>
              <a:gd name="connsiteX200" fmla="*/ 750761 w 1002170"/>
              <a:gd name="connsiteY200" fmla="*/ 826953 h 938020"/>
              <a:gd name="connsiteX201" fmla="*/ 750761 w 1002170"/>
              <a:gd name="connsiteY201" fmla="*/ 717691 h 938020"/>
              <a:gd name="connsiteX202" fmla="*/ 760709 w 1002170"/>
              <a:gd name="connsiteY202" fmla="*/ 695117 h 938020"/>
              <a:gd name="connsiteX203" fmla="*/ 784222 w 1002170"/>
              <a:gd name="connsiteY203" fmla="*/ 686087 h 938020"/>
              <a:gd name="connsiteX204" fmla="*/ 792361 w 1002170"/>
              <a:gd name="connsiteY204" fmla="*/ 686087 h 938020"/>
              <a:gd name="connsiteX205" fmla="*/ 869231 w 1002170"/>
              <a:gd name="connsiteY205" fmla="*/ 686087 h 938020"/>
              <a:gd name="connsiteX206" fmla="*/ 902692 w 1002170"/>
              <a:gd name="connsiteY206" fmla="*/ 652676 h 938020"/>
              <a:gd name="connsiteX207" fmla="*/ 902692 w 1002170"/>
              <a:gd name="connsiteY207" fmla="*/ 579534 h 938020"/>
              <a:gd name="connsiteX208" fmla="*/ 889126 w 1002170"/>
              <a:gd name="connsiteY208" fmla="*/ 579534 h 938020"/>
              <a:gd name="connsiteX209" fmla="*/ 836674 w 1002170"/>
              <a:gd name="connsiteY209" fmla="*/ 572310 h 938020"/>
              <a:gd name="connsiteX210" fmla="*/ 827631 w 1002170"/>
              <a:gd name="connsiteY210" fmla="*/ 556056 h 938020"/>
              <a:gd name="connsiteX211" fmla="*/ 844813 w 1002170"/>
              <a:gd name="connsiteY211" fmla="*/ 546124 h 938020"/>
              <a:gd name="connsiteX212" fmla="*/ 902692 w 1002170"/>
              <a:gd name="connsiteY212" fmla="*/ 551542 h 938020"/>
              <a:gd name="connsiteX213" fmla="*/ 902692 w 1002170"/>
              <a:gd name="connsiteY213" fmla="*/ 491944 h 938020"/>
              <a:gd name="connsiteX214" fmla="*/ 935248 w 1002170"/>
              <a:gd name="connsiteY214" fmla="*/ 460340 h 938020"/>
              <a:gd name="connsiteX215" fmla="*/ 961474 w 1002170"/>
              <a:gd name="connsiteY215" fmla="*/ 460340 h 938020"/>
              <a:gd name="connsiteX216" fmla="*/ 973231 w 1002170"/>
              <a:gd name="connsiteY216" fmla="*/ 454019 h 938020"/>
              <a:gd name="connsiteX217" fmla="*/ 973231 w 1002170"/>
              <a:gd name="connsiteY217" fmla="*/ 440474 h 938020"/>
              <a:gd name="connsiteX218" fmla="*/ 915353 w 1002170"/>
              <a:gd name="connsiteY218" fmla="*/ 342048 h 938020"/>
              <a:gd name="connsiteX219" fmla="*/ 902692 w 1002170"/>
              <a:gd name="connsiteY219" fmla="*/ 299608 h 938020"/>
              <a:gd name="connsiteX220" fmla="*/ 902692 w 1002170"/>
              <a:gd name="connsiteY220" fmla="*/ 258071 h 938020"/>
              <a:gd name="connsiteX221" fmla="*/ 825822 w 1002170"/>
              <a:gd name="connsiteY221" fmla="*/ 85599 h 938020"/>
              <a:gd name="connsiteX222" fmla="*/ 695723 w 1002170"/>
              <a:gd name="connsiteY222" fmla="*/ 28330 h 938020"/>
              <a:gd name="connsiteX223" fmla="*/ 698564 w 1002170"/>
              <a:gd name="connsiteY223" fmla="*/ 1227 h 938020"/>
              <a:gd name="connsiteX224" fmla="*/ 844813 w 1002170"/>
              <a:gd name="connsiteY224" fmla="*/ 65734 h 938020"/>
              <a:gd name="connsiteX225" fmla="*/ 931631 w 1002170"/>
              <a:gd name="connsiteY225" fmla="*/ 258071 h 938020"/>
              <a:gd name="connsiteX226" fmla="*/ 931631 w 1002170"/>
              <a:gd name="connsiteY226" fmla="*/ 299608 h 938020"/>
              <a:gd name="connsiteX227" fmla="*/ 938866 w 1002170"/>
              <a:gd name="connsiteY227" fmla="*/ 328504 h 938020"/>
              <a:gd name="connsiteX228" fmla="*/ 996744 w 1002170"/>
              <a:gd name="connsiteY228" fmla="*/ 426026 h 938020"/>
              <a:gd name="connsiteX229" fmla="*/ 996744 w 1002170"/>
              <a:gd name="connsiteY229" fmla="*/ 467564 h 938020"/>
              <a:gd name="connsiteX230" fmla="*/ 961474 w 1002170"/>
              <a:gd name="connsiteY230" fmla="*/ 488332 h 938020"/>
              <a:gd name="connsiteX231" fmla="*/ 935248 w 1002170"/>
              <a:gd name="connsiteY231" fmla="*/ 488332 h 938020"/>
              <a:gd name="connsiteX232" fmla="*/ 931631 w 1002170"/>
              <a:gd name="connsiteY232" fmla="*/ 491944 h 938020"/>
              <a:gd name="connsiteX233" fmla="*/ 931631 w 1002170"/>
              <a:gd name="connsiteY233" fmla="*/ 652676 h 938020"/>
              <a:gd name="connsiteX234" fmla="*/ 869231 w 1002170"/>
              <a:gd name="connsiteY234" fmla="*/ 714079 h 938020"/>
              <a:gd name="connsiteX235" fmla="*/ 792361 w 1002170"/>
              <a:gd name="connsiteY235" fmla="*/ 714079 h 938020"/>
              <a:gd name="connsiteX236" fmla="*/ 783318 w 1002170"/>
              <a:gd name="connsiteY236" fmla="*/ 714079 h 938020"/>
              <a:gd name="connsiteX237" fmla="*/ 778796 w 1002170"/>
              <a:gd name="connsiteY237" fmla="*/ 714982 h 938020"/>
              <a:gd name="connsiteX238" fmla="*/ 777892 w 1002170"/>
              <a:gd name="connsiteY238" fmla="*/ 717691 h 938020"/>
              <a:gd name="connsiteX239" fmla="*/ 777892 w 1002170"/>
              <a:gd name="connsiteY239" fmla="*/ 826953 h 938020"/>
              <a:gd name="connsiteX240" fmla="*/ 723631 w 1002170"/>
              <a:gd name="connsiteY240" fmla="*/ 882035 h 938020"/>
              <a:gd name="connsiteX241" fmla="*/ 564466 w 1002170"/>
              <a:gd name="connsiteY241" fmla="*/ 882035 h 938020"/>
              <a:gd name="connsiteX242" fmla="*/ 516535 w 1002170"/>
              <a:gd name="connsiteY242" fmla="*/ 909125 h 938020"/>
              <a:gd name="connsiteX243" fmla="*/ 357370 w 1002170"/>
              <a:gd name="connsiteY243" fmla="*/ 909125 h 938020"/>
              <a:gd name="connsiteX244" fmla="*/ 309440 w 1002170"/>
              <a:gd name="connsiteY244" fmla="*/ 938020 h 938020"/>
              <a:gd name="connsiteX245" fmla="*/ 116814 w 1002170"/>
              <a:gd name="connsiteY245" fmla="*/ 938020 h 938020"/>
              <a:gd name="connsiteX246" fmla="*/ 61648 w 1002170"/>
              <a:gd name="connsiteY246" fmla="*/ 884744 h 938020"/>
              <a:gd name="connsiteX247" fmla="*/ 61648 w 1002170"/>
              <a:gd name="connsiteY247" fmla="*/ 658094 h 938020"/>
              <a:gd name="connsiteX248" fmla="*/ 48988 w 1002170"/>
              <a:gd name="connsiteY248" fmla="*/ 464855 h 938020"/>
              <a:gd name="connsiteX249" fmla="*/ 1057 w 1002170"/>
              <a:gd name="connsiteY249" fmla="*/ 286966 h 938020"/>
              <a:gd name="connsiteX250" fmla="*/ 228953 w 1002170"/>
              <a:gd name="connsiteY250" fmla="*/ 58510 h 938020"/>
              <a:gd name="connsiteX251" fmla="*/ 330240 w 1002170"/>
              <a:gd name="connsiteY251" fmla="*/ 66637 h 938020"/>
              <a:gd name="connsiteX252" fmla="*/ 436048 w 1002170"/>
              <a:gd name="connsiteY252" fmla="*/ 29614 h 938020"/>
              <a:gd name="connsiteX253" fmla="*/ 537335 w 1002170"/>
              <a:gd name="connsiteY253" fmla="*/ 37741 h 938020"/>
              <a:gd name="connsiteX254" fmla="*/ 643144 w 1002170"/>
              <a:gd name="connsiteY254" fmla="*/ 1622 h 938020"/>
              <a:gd name="connsiteX255" fmla="*/ 698564 w 1002170"/>
              <a:gd name="connsiteY255" fmla="*/ 1227 h 938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002170" h="938020">
                <a:moveTo>
                  <a:pt x="175987" y="188964"/>
                </a:moveTo>
                <a:lnTo>
                  <a:pt x="231999" y="188964"/>
                </a:lnTo>
                <a:cubicBezTo>
                  <a:pt x="236516" y="188964"/>
                  <a:pt x="239226" y="193531"/>
                  <a:pt x="238323" y="197185"/>
                </a:cubicBezTo>
                <a:cubicBezTo>
                  <a:pt x="236516" y="201752"/>
                  <a:pt x="234709" y="204492"/>
                  <a:pt x="234709" y="208146"/>
                </a:cubicBezTo>
                <a:cubicBezTo>
                  <a:pt x="234709" y="224587"/>
                  <a:pt x="250067" y="237374"/>
                  <a:pt x="267232" y="232807"/>
                </a:cubicBezTo>
                <a:cubicBezTo>
                  <a:pt x="275363" y="230981"/>
                  <a:pt x="281687" y="224587"/>
                  <a:pt x="283494" y="216366"/>
                </a:cubicBezTo>
                <a:cubicBezTo>
                  <a:pt x="286204" y="209972"/>
                  <a:pt x="285301" y="203579"/>
                  <a:pt x="283494" y="198098"/>
                </a:cubicBezTo>
                <a:cubicBezTo>
                  <a:pt x="280784" y="194445"/>
                  <a:pt x="283494" y="188964"/>
                  <a:pt x="288915" y="188964"/>
                </a:cubicBezTo>
                <a:lnTo>
                  <a:pt x="344927" y="188964"/>
                </a:lnTo>
                <a:cubicBezTo>
                  <a:pt x="357574" y="188964"/>
                  <a:pt x="366609" y="199012"/>
                  <a:pt x="366609" y="210886"/>
                </a:cubicBezTo>
                <a:lnTo>
                  <a:pt x="366609" y="270257"/>
                </a:lnTo>
                <a:cubicBezTo>
                  <a:pt x="372933" y="263863"/>
                  <a:pt x="382870" y="260209"/>
                  <a:pt x="393711" y="262949"/>
                </a:cubicBezTo>
                <a:cubicBezTo>
                  <a:pt x="400939" y="264776"/>
                  <a:pt x="407263" y="272083"/>
                  <a:pt x="409069" y="280304"/>
                </a:cubicBezTo>
                <a:cubicBezTo>
                  <a:pt x="413587" y="296745"/>
                  <a:pt x="401842" y="312273"/>
                  <a:pt x="385581" y="312273"/>
                </a:cubicBezTo>
                <a:cubicBezTo>
                  <a:pt x="378353" y="312273"/>
                  <a:pt x="371126" y="308619"/>
                  <a:pt x="366609" y="303139"/>
                </a:cubicBezTo>
                <a:lnTo>
                  <a:pt x="366609" y="362510"/>
                </a:lnTo>
                <a:cubicBezTo>
                  <a:pt x="366609" y="374384"/>
                  <a:pt x="357574" y="383518"/>
                  <a:pt x="344927" y="383518"/>
                </a:cubicBezTo>
                <a:lnTo>
                  <a:pt x="288915" y="383518"/>
                </a:lnTo>
                <a:cubicBezTo>
                  <a:pt x="284397" y="383518"/>
                  <a:pt x="280784" y="379864"/>
                  <a:pt x="283494" y="376211"/>
                </a:cubicBezTo>
                <a:cubicBezTo>
                  <a:pt x="284397" y="372557"/>
                  <a:pt x="285301" y="368903"/>
                  <a:pt x="285301" y="365250"/>
                </a:cubicBezTo>
                <a:cubicBezTo>
                  <a:pt x="285301" y="348809"/>
                  <a:pt x="269943" y="336021"/>
                  <a:pt x="253681" y="340588"/>
                </a:cubicBezTo>
                <a:cubicBezTo>
                  <a:pt x="245550" y="342415"/>
                  <a:pt x="239226" y="348809"/>
                  <a:pt x="236516" y="357029"/>
                </a:cubicBezTo>
                <a:cubicBezTo>
                  <a:pt x="234709" y="363423"/>
                  <a:pt x="235613" y="369817"/>
                  <a:pt x="238323" y="375297"/>
                </a:cubicBezTo>
                <a:cubicBezTo>
                  <a:pt x="239226" y="378951"/>
                  <a:pt x="237420" y="383518"/>
                  <a:pt x="232902" y="383518"/>
                </a:cubicBezTo>
                <a:lnTo>
                  <a:pt x="175987" y="383518"/>
                </a:lnTo>
                <a:cubicBezTo>
                  <a:pt x="164242" y="383518"/>
                  <a:pt x="154305" y="374384"/>
                  <a:pt x="154305" y="362510"/>
                </a:cubicBezTo>
                <a:lnTo>
                  <a:pt x="154305" y="302225"/>
                </a:lnTo>
                <a:cubicBezTo>
                  <a:pt x="150691" y="308619"/>
                  <a:pt x="142560" y="312273"/>
                  <a:pt x="135333" y="312273"/>
                </a:cubicBezTo>
                <a:cubicBezTo>
                  <a:pt x="119975" y="312273"/>
                  <a:pt x="107327" y="296745"/>
                  <a:pt x="111844" y="280304"/>
                </a:cubicBezTo>
                <a:cubicBezTo>
                  <a:pt x="113651" y="271170"/>
                  <a:pt x="119975" y="264776"/>
                  <a:pt x="128106" y="262949"/>
                </a:cubicBezTo>
                <a:cubicBezTo>
                  <a:pt x="138947" y="260209"/>
                  <a:pt x="148884" y="263863"/>
                  <a:pt x="154305" y="271170"/>
                </a:cubicBezTo>
                <a:lnTo>
                  <a:pt x="154305" y="210886"/>
                </a:lnTo>
                <a:cubicBezTo>
                  <a:pt x="154305" y="199012"/>
                  <a:pt x="164242" y="188964"/>
                  <a:pt x="175987" y="188964"/>
                </a:cubicBezTo>
                <a:close/>
                <a:moveTo>
                  <a:pt x="258796" y="84696"/>
                </a:moveTo>
                <a:cubicBezTo>
                  <a:pt x="249753" y="84696"/>
                  <a:pt x="241614" y="84696"/>
                  <a:pt x="231666" y="85599"/>
                </a:cubicBezTo>
                <a:cubicBezTo>
                  <a:pt x="125857" y="98241"/>
                  <a:pt x="39944" y="183122"/>
                  <a:pt x="29092" y="289675"/>
                </a:cubicBezTo>
                <a:cubicBezTo>
                  <a:pt x="23666" y="346563"/>
                  <a:pt x="38135" y="403452"/>
                  <a:pt x="71596" y="449504"/>
                </a:cubicBezTo>
                <a:cubicBezTo>
                  <a:pt x="85161" y="468467"/>
                  <a:pt x="88779" y="657191"/>
                  <a:pt x="88779" y="658094"/>
                </a:cubicBezTo>
                <a:lnTo>
                  <a:pt x="88779" y="884744"/>
                </a:lnTo>
                <a:cubicBezTo>
                  <a:pt x="88779" y="898289"/>
                  <a:pt x="101440" y="910931"/>
                  <a:pt x="116814" y="910931"/>
                </a:cubicBezTo>
                <a:lnTo>
                  <a:pt x="309440" y="910931"/>
                </a:lnTo>
                <a:cubicBezTo>
                  <a:pt x="320292" y="910931"/>
                  <a:pt x="329335" y="903707"/>
                  <a:pt x="333857" y="893774"/>
                </a:cubicBezTo>
                <a:lnTo>
                  <a:pt x="334761" y="892871"/>
                </a:lnTo>
                <a:cubicBezTo>
                  <a:pt x="335666" y="891065"/>
                  <a:pt x="335666" y="890162"/>
                  <a:pt x="336570" y="888356"/>
                </a:cubicBezTo>
                <a:cubicBezTo>
                  <a:pt x="336570" y="887453"/>
                  <a:pt x="336570" y="885647"/>
                  <a:pt x="336570" y="884744"/>
                </a:cubicBezTo>
                <a:lnTo>
                  <a:pt x="336570" y="774579"/>
                </a:lnTo>
                <a:cubicBezTo>
                  <a:pt x="336570" y="772774"/>
                  <a:pt x="336570" y="770065"/>
                  <a:pt x="337474" y="768259"/>
                </a:cubicBezTo>
                <a:cubicBezTo>
                  <a:pt x="337474" y="766453"/>
                  <a:pt x="337474" y="764647"/>
                  <a:pt x="339283" y="763744"/>
                </a:cubicBezTo>
                <a:cubicBezTo>
                  <a:pt x="339283" y="762841"/>
                  <a:pt x="339283" y="762841"/>
                  <a:pt x="339283" y="762841"/>
                </a:cubicBezTo>
                <a:cubicBezTo>
                  <a:pt x="339283" y="761035"/>
                  <a:pt x="340187" y="760132"/>
                  <a:pt x="341092" y="758326"/>
                </a:cubicBezTo>
                <a:cubicBezTo>
                  <a:pt x="341996" y="758326"/>
                  <a:pt x="341996" y="757423"/>
                  <a:pt x="341996" y="756520"/>
                </a:cubicBezTo>
                <a:cubicBezTo>
                  <a:pt x="342900" y="755617"/>
                  <a:pt x="343805" y="754714"/>
                  <a:pt x="344709" y="753811"/>
                </a:cubicBezTo>
                <a:cubicBezTo>
                  <a:pt x="345614" y="753811"/>
                  <a:pt x="345614" y="752908"/>
                  <a:pt x="346518" y="752005"/>
                </a:cubicBezTo>
                <a:cubicBezTo>
                  <a:pt x="347422" y="751102"/>
                  <a:pt x="348327" y="750199"/>
                  <a:pt x="349231" y="749296"/>
                </a:cubicBezTo>
                <a:cubicBezTo>
                  <a:pt x="350135" y="749296"/>
                  <a:pt x="351040" y="748393"/>
                  <a:pt x="351944" y="748393"/>
                </a:cubicBezTo>
                <a:cubicBezTo>
                  <a:pt x="356466" y="744781"/>
                  <a:pt x="360987" y="743878"/>
                  <a:pt x="366414" y="743878"/>
                </a:cubicBezTo>
                <a:cubicBezTo>
                  <a:pt x="367318" y="743878"/>
                  <a:pt x="369127" y="743878"/>
                  <a:pt x="370031" y="743878"/>
                </a:cubicBezTo>
                <a:cubicBezTo>
                  <a:pt x="372744" y="743878"/>
                  <a:pt x="376361" y="743878"/>
                  <a:pt x="379074" y="743878"/>
                </a:cubicBezTo>
                <a:lnTo>
                  <a:pt x="455040" y="743878"/>
                </a:lnTo>
                <a:cubicBezTo>
                  <a:pt x="474031" y="743878"/>
                  <a:pt x="489405" y="728527"/>
                  <a:pt x="489405" y="709564"/>
                </a:cubicBezTo>
                <a:lnTo>
                  <a:pt x="489405" y="636422"/>
                </a:lnTo>
                <a:cubicBezTo>
                  <a:pt x="483979" y="636422"/>
                  <a:pt x="479457" y="636422"/>
                  <a:pt x="474935" y="636422"/>
                </a:cubicBezTo>
                <a:cubicBezTo>
                  <a:pt x="455944" y="636422"/>
                  <a:pt x="438761" y="634616"/>
                  <a:pt x="423387" y="629198"/>
                </a:cubicBezTo>
                <a:cubicBezTo>
                  <a:pt x="415248" y="628295"/>
                  <a:pt x="411631" y="620169"/>
                  <a:pt x="413440" y="612945"/>
                </a:cubicBezTo>
                <a:cubicBezTo>
                  <a:pt x="415248" y="604818"/>
                  <a:pt x="423387" y="601206"/>
                  <a:pt x="430622" y="603915"/>
                </a:cubicBezTo>
                <a:cubicBezTo>
                  <a:pt x="447805" y="608430"/>
                  <a:pt x="467700" y="610236"/>
                  <a:pt x="489405" y="608430"/>
                </a:cubicBezTo>
                <a:lnTo>
                  <a:pt x="489405" y="549736"/>
                </a:lnTo>
                <a:cubicBezTo>
                  <a:pt x="489405" y="547027"/>
                  <a:pt x="489405" y="545221"/>
                  <a:pt x="490309" y="542512"/>
                </a:cubicBezTo>
                <a:cubicBezTo>
                  <a:pt x="493022" y="528064"/>
                  <a:pt x="505683" y="518131"/>
                  <a:pt x="521961" y="518131"/>
                </a:cubicBezTo>
                <a:lnTo>
                  <a:pt x="547283" y="518131"/>
                </a:lnTo>
                <a:cubicBezTo>
                  <a:pt x="554518" y="518131"/>
                  <a:pt x="558135" y="513616"/>
                  <a:pt x="559040" y="510907"/>
                </a:cubicBezTo>
                <a:cubicBezTo>
                  <a:pt x="559944" y="509101"/>
                  <a:pt x="561753" y="507295"/>
                  <a:pt x="560848" y="503683"/>
                </a:cubicBezTo>
                <a:cubicBezTo>
                  <a:pt x="560848" y="502780"/>
                  <a:pt x="560848" y="500974"/>
                  <a:pt x="559944" y="499168"/>
                </a:cubicBezTo>
                <a:cubicBezTo>
                  <a:pt x="559944" y="499168"/>
                  <a:pt x="559944" y="497362"/>
                  <a:pt x="559040" y="497362"/>
                </a:cubicBezTo>
                <a:lnTo>
                  <a:pt x="501161" y="398937"/>
                </a:lnTo>
                <a:cubicBezTo>
                  <a:pt x="493022" y="386295"/>
                  <a:pt x="489405" y="371847"/>
                  <a:pt x="489405" y="356496"/>
                </a:cubicBezTo>
                <a:lnTo>
                  <a:pt x="489405" y="314959"/>
                </a:lnTo>
                <a:cubicBezTo>
                  <a:pt x="489405" y="309541"/>
                  <a:pt x="489405" y="304123"/>
                  <a:pt x="489405" y="298705"/>
                </a:cubicBezTo>
                <a:cubicBezTo>
                  <a:pt x="489405" y="296899"/>
                  <a:pt x="489405" y="295093"/>
                  <a:pt x="487596" y="293287"/>
                </a:cubicBezTo>
                <a:cubicBezTo>
                  <a:pt x="487596" y="289675"/>
                  <a:pt x="487596" y="285160"/>
                  <a:pt x="486692" y="281548"/>
                </a:cubicBezTo>
                <a:cubicBezTo>
                  <a:pt x="486692" y="277936"/>
                  <a:pt x="485787" y="274324"/>
                  <a:pt x="484883" y="271615"/>
                </a:cubicBezTo>
                <a:cubicBezTo>
                  <a:pt x="484883" y="268906"/>
                  <a:pt x="483979" y="267100"/>
                  <a:pt x="483979" y="264392"/>
                </a:cubicBezTo>
                <a:cubicBezTo>
                  <a:pt x="483074" y="261683"/>
                  <a:pt x="482170" y="258974"/>
                  <a:pt x="481266" y="254459"/>
                </a:cubicBezTo>
                <a:cubicBezTo>
                  <a:pt x="481266" y="254459"/>
                  <a:pt x="481266" y="254459"/>
                  <a:pt x="481266" y="253556"/>
                </a:cubicBezTo>
                <a:cubicBezTo>
                  <a:pt x="469509" y="212018"/>
                  <a:pt x="445996" y="173189"/>
                  <a:pt x="412535" y="142488"/>
                </a:cubicBezTo>
                <a:cubicBezTo>
                  <a:pt x="401683" y="134361"/>
                  <a:pt x="390831" y="125331"/>
                  <a:pt x="378170" y="118107"/>
                </a:cubicBezTo>
                <a:cubicBezTo>
                  <a:pt x="375457" y="116301"/>
                  <a:pt x="372744" y="114495"/>
                  <a:pt x="369127" y="112689"/>
                </a:cubicBezTo>
                <a:cubicBezTo>
                  <a:pt x="367318" y="111786"/>
                  <a:pt x="364605" y="109980"/>
                  <a:pt x="361892" y="109077"/>
                </a:cubicBezTo>
                <a:cubicBezTo>
                  <a:pt x="357370" y="106368"/>
                  <a:pt x="351944" y="103659"/>
                  <a:pt x="345614" y="101853"/>
                </a:cubicBezTo>
                <a:cubicBezTo>
                  <a:pt x="345614" y="100950"/>
                  <a:pt x="345614" y="100950"/>
                  <a:pt x="345614" y="100950"/>
                </a:cubicBezTo>
                <a:cubicBezTo>
                  <a:pt x="340187" y="99144"/>
                  <a:pt x="333857" y="97338"/>
                  <a:pt x="328431" y="95532"/>
                </a:cubicBezTo>
                <a:cubicBezTo>
                  <a:pt x="328431" y="95532"/>
                  <a:pt x="327527" y="95532"/>
                  <a:pt x="326622" y="94629"/>
                </a:cubicBezTo>
                <a:lnTo>
                  <a:pt x="320292" y="92823"/>
                </a:lnTo>
                <a:cubicBezTo>
                  <a:pt x="300396" y="87405"/>
                  <a:pt x="280501" y="84696"/>
                  <a:pt x="258796" y="84696"/>
                </a:cubicBezTo>
                <a:close/>
                <a:moveTo>
                  <a:pt x="484318" y="56591"/>
                </a:moveTo>
                <a:cubicBezTo>
                  <a:pt x="469509" y="55349"/>
                  <a:pt x="454588" y="55349"/>
                  <a:pt x="439666" y="56704"/>
                </a:cubicBezTo>
                <a:cubicBezTo>
                  <a:pt x="412535" y="60316"/>
                  <a:pt x="388118" y="67540"/>
                  <a:pt x="364605" y="79279"/>
                </a:cubicBezTo>
                <a:cubicBezTo>
                  <a:pt x="370031" y="81988"/>
                  <a:pt x="375457" y="84696"/>
                  <a:pt x="380883" y="87405"/>
                </a:cubicBezTo>
                <a:cubicBezTo>
                  <a:pt x="381787" y="87405"/>
                  <a:pt x="381787" y="87405"/>
                  <a:pt x="381787" y="87405"/>
                </a:cubicBezTo>
                <a:cubicBezTo>
                  <a:pt x="386309" y="90114"/>
                  <a:pt x="390831" y="92823"/>
                  <a:pt x="395353" y="95532"/>
                </a:cubicBezTo>
                <a:cubicBezTo>
                  <a:pt x="396257" y="96435"/>
                  <a:pt x="398066" y="98241"/>
                  <a:pt x="400779" y="99144"/>
                </a:cubicBezTo>
                <a:cubicBezTo>
                  <a:pt x="403492" y="100950"/>
                  <a:pt x="406205" y="103659"/>
                  <a:pt x="409822" y="104562"/>
                </a:cubicBezTo>
                <a:cubicBezTo>
                  <a:pt x="457753" y="139779"/>
                  <a:pt x="493022" y="190347"/>
                  <a:pt x="507492" y="247235"/>
                </a:cubicBezTo>
                <a:cubicBezTo>
                  <a:pt x="507492" y="248138"/>
                  <a:pt x="507492" y="248138"/>
                  <a:pt x="507492" y="248138"/>
                </a:cubicBezTo>
                <a:cubicBezTo>
                  <a:pt x="510205" y="255362"/>
                  <a:pt x="512014" y="262586"/>
                  <a:pt x="512918" y="269809"/>
                </a:cubicBezTo>
                <a:cubicBezTo>
                  <a:pt x="512918" y="271615"/>
                  <a:pt x="513822" y="272518"/>
                  <a:pt x="513822" y="274324"/>
                </a:cubicBezTo>
                <a:cubicBezTo>
                  <a:pt x="513822" y="277033"/>
                  <a:pt x="514727" y="278839"/>
                  <a:pt x="514727" y="281548"/>
                </a:cubicBezTo>
                <a:cubicBezTo>
                  <a:pt x="515631" y="285160"/>
                  <a:pt x="515631" y="288772"/>
                  <a:pt x="516535" y="292384"/>
                </a:cubicBezTo>
                <a:cubicBezTo>
                  <a:pt x="516535" y="294190"/>
                  <a:pt x="516535" y="295996"/>
                  <a:pt x="516535" y="297802"/>
                </a:cubicBezTo>
                <a:cubicBezTo>
                  <a:pt x="517440" y="303220"/>
                  <a:pt x="517440" y="309541"/>
                  <a:pt x="517440" y="314959"/>
                </a:cubicBezTo>
                <a:lnTo>
                  <a:pt x="517440" y="356496"/>
                </a:lnTo>
                <a:cubicBezTo>
                  <a:pt x="517440" y="366429"/>
                  <a:pt x="520153" y="377265"/>
                  <a:pt x="524674" y="385392"/>
                </a:cubicBezTo>
                <a:lnTo>
                  <a:pt x="582553" y="483817"/>
                </a:lnTo>
                <a:cubicBezTo>
                  <a:pt x="586170" y="489235"/>
                  <a:pt x="588883" y="496459"/>
                  <a:pt x="588883" y="503683"/>
                </a:cubicBezTo>
                <a:cubicBezTo>
                  <a:pt x="588883" y="510907"/>
                  <a:pt x="586170" y="518131"/>
                  <a:pt x="583457" y="524452"/>
                </a:cubicBezTo>
                <a:cubicBezTo>
                  <a:pt x="577127" y="534385"/>
                  <a:pt x="568987" y="541609"/>
                  <a:pt x="558135" y="543415"/>
                </a:cubicBezTo>
                <a:cubicBezTo>
                  <a:pt x="554518" y="544318"/>
                  <a:pt x="550900" y="545221"/>
                  <a:pt x="547283" y="545221"/>
                </a:cubicBezTo>
                <a:lnTo>
                  <a:pt x="521961" y="545221"/>
                </a:lnTo>
                <a:cubicBezTo>
                  <a:pt x="519248" y="545221"/>
                  <a:pt x="517440" y="547027"/>
                  <a:pt x="517440" y="549736"/>
                </a:cubicBezTo>
                <a:lnTo>
                  <a:pt x="517440" y="709564"/>
                </a:lnTo>
                <a:cubicBezTo>
                  <a:pt x="517440" y="743878"/>
                  <a:pt x="489405" y="770968"/>
                  <a:pt x="455040" y="770968"/>
                </a:cubicBezTo>
                <a:lnTo>
                  <a:pt x="379074" y="770968"/>
                </a:lnTo>
                <a:cubicBezTo>
                  <a:pt x="375457" y="770968"/>
                  <a:pt x="372744" y="770968"/>
                  <a:pt x="368222" y="770968"/>
                </a:cubicBezTo>
                <a:cubicBezTo>
                  <a:pt x="367318" y="770968"/>
                  <a:pt x="367318" y="770968"/>
                  <a:pt x="366414" y="770968"/>
                </a:cubicBezTo>
                <a:cubicBezTo>
                  <a:pt x="366414" y="771871"/>
                  <a:pt x="366414" y="771871"/>
                  <a:pt x="365509" y="771871"/>
                </a:cubicBezTo>
                <a:cubicBezTo>
                  <a:pt x="364605" y="772774"/>
                  <a:pt x="363700" y="773676"/>
                  <a:pt x="363700" y="774579"/>
                </a:cubicBezTo>
                <a:lnTo>
                  <a:pt x="363700" y="882938"/>
                </a:lnTo>
                <a:lnTo>
                  <a:pt x="516535" y="882938"/>
                </a:lnTo>
                <a:cubicBezTo>
                  <a:pt x="528292" y="882938"/>
                  <a:pt x="536431" y="875714"/>
                  <a:pt x="541857" y="866684"/>
                </a:cubicBezTo>
                <a:lnTo>
                  <a:pt x="541857" y="863975"/>
                </a:lnTo>
                <a:cubicBezTo>
                  <a:pt x="542761" y="862169"/>
                  <a:pt x="542761" y="860363"/>
                  <a:pt x="542761" y="860363"/>
                </a:cubicBezTo>
                <a:cubicBezTo>
                  <a:pt x="543666" y="858557"/>
                  <a:pt x="543666" y="856751"/>
                  <a:pt x="543666" y="854945"/>
                </a:cubicBezTo>
                <a:lnTo>
                  <a:pt x="543666" y="745684"/>
                </a:lnTo>
                <a:cubicBezTo>
                  <a:pt x="543666" y="737557"/>
                  <a:pt x="546379" y="729430"/>
                  <a:pt x="553614" y="723109"/>
                </a:cubicBezTo>
                <a:cubicBezTo>
                  <a:pt x="559944" y="717691"/>
                  <a:pt x="568083" y="714079"/>
                  <a:pt x="577127" y="714982"/>
                </a:cubicBezTo>
                <a:cubicBezTo>
                  <a:pt x="580744" y="714982"/>
                  <a:pt x="583457" y="714982"/>
                  <a:pt x="586170" y="714982"/>
                </a:cubicBezTo>
                <a:lnTo>
                  <a:pt x="662135" y="714982"/>
                </a:lnTo>
                <a:cubicBezTo>
                  <a:pt x="681127" y="714982"/>
                  <a:pt x="696500" y="699632"/>
                  <a:pt x="696500" y="680669"/>
                </a:cubicBezTo>
                <a:lnTo>
                  <a:pt x="696500" y="607527"/>
                </a:lnTo>
                <a:cubicBezTo>
                  <a:pt x="691979" y="608430"/>
                  <a:pt x="686553" y="608430"/>
                  <a:pt x="682031" y="608430"/>
                </a:cubicBezTo>
                <a:cubicBezTo>
                  <a:pt x="663040" y="608430"/>
                  <a:pt x="645857" y="605721"/>
                  <a:pt x="629579" y="601206"/>
                </a:cubicBezTo>
                <a:cubicBezTo>
                  <a:pt x="623248" y="599400"/>
                  <a:pt x="617822" y="591273"/>
                  <a:pt x="620535" y="584049"/>
                </a:cubicBezTo>
                <a:cubicBezTo>
                  <a:pt x="623248" y="576825"/>
                  <a:pt x="630483" y="572310"/>
                  <a:pt x="636814" y="575019"/>
                </a:cubicBezTo>
                <a:cubicBezTo>
                  <a:pt x="654900" y="579534"/>
                  <a:pt x="673892" y="581340"/>
                  <a:pt x="696500" y="580437"/>
                </a:cubicBezTo>
                <a:lnTo>
                  <a:pt x="696500" y="520840"/>
                </a:lnTo>
                <a:cubicBezTo>
                  <a:pt x="696500" y="502780"/>
                  <a:pt x="710066" y="489235"/>
                  <a:pt x="729057" y="489235"/>
                </a:cubicBezTo>
                <a:lnTo>
                  <a:pt x="754379" y="489235"/>
                </a:lnTo>
                <a:cubicBezTo>
                  <a:pt x="761614" y="489235"/>
                  <a:pt x="764326" y="483817"/>
                  <a:pt x="766135" y="482012"/>
                </a:cubicBezTo>
                <a:cubicBezTo>
                  <a:pt x="767040" y="480206"/>
                  <a:pt x="768848" y="474788"/>
                  <a:pt x="766135" y="468467"/>
                </a:cubicBezTo>
                <a:lnTo>
                  <a:pt x="708257" y="370944"/>
                </a:lnTo>
                <a:cubicBezTo>
                  <a:pt x="700118" y="358302"/>
                  <a:pt x="696500" y="342951"/>
                  <a:pt x="696500" y="327601"/>
                </a:cubicBezTo>
                <a:lnTo>
                  <a:pt x="696500" y="286063"/>
                </a:lnTo>
                <a:cubicBezTo>
                  <a:pt x="696500" y="280645"/>
                  <a:pt x="695596" y="275227"/>
                  <a:pt x="695596" y="269809"/>
                </a:cubicBezTo>
                <a:cubicBezTo>
                  <a:pt x="695596" y="268003"/>
                  <a:pt x="695596" y="267100"/>
                  <a:pt x="695596" y="264392"/>
                </a:cubicBezTo>
                <a:cubicBezTo>
                  <a:pt x="695596" y="260780"/>
                  <a:pt x="694692" y="256265"/>
                  <a:pt x="693787" y="252653"/>
                </a:cubicBezTo>
                <a:cubicBezTo>
                  <a:pt x="693787" y="249041"/>
                  <a:pt x="692883" y="246332"/>
                  <a:pt x="691979" y="242720"/>
                </a:cubicBezTo>
                <a:cubicBezTo>
                  <a:pt x="691979" y="240914"/>
                  <a:pt x="691979" y="239108"/>
                  <a:pt x="690170" y="235496"/>
                </a:cubicBezTo>
                <a:cubicBezTo>
                  <a:pt x="690170" y="232787"/>
                  <a:pt x="689266" y="229175"/>
                  <a:pt x="688361" y="226466"/>
                </a:cubicBezTo>
                <a:cubicBezTo>
                  <a:pt x="688361" y="225563"/>
                  <a:pt x="688361" y="225563"/>
                  <a:pt x="688361" y="225563"/>
                </a:cubicBezTo>
                <a:cubicBezTo>
                  <a:pt x="676605" y="183122"/>
                  <a:pt x="653092" y="144294"/>
                  <a:pt x="619631" y="114495"/>
                </a:cubicBezTo>
                <a:cubicBezTo>
                  <a:pt x="616918" y="111786"/>
                  <a:pt x="613300" y="109077"/>
                  <a:pt x="609683" y="106368"/>
                </a:cubicBezTo>
                <a:cubicBezTo>
                  <a:pt x="605161" y="102756"/>
                  <a:pt x="600640" y="99144"/>
                  <a:pt x="596118" y="96435"/>
                </a:cubicBezTo>
                <a:cubicBezTo>
                  <a:pt x="593405" y="94629"/>
                  <a:pt x="589787" y="91920"/>
                  <a:pt x="587074" y="90114"/>
                </a:cubicBezTo>
                <a:cubicBezTo>
                  <a:pt x="586170" y="90114"/>
                  <a:pt x="585266" y="89211"/>
                  <a:pt x="584361" y="88308"/>
                </a:cubicBezTo>
                <a:cubicBezTo>
                  <a:pt x="568987" y="79279"/>
                  <a:pt x="552709" y="72055"/>
                  <a:pt x="534622" y="65734"/>
                </a:cubicBezTo>
                <a:lnTo>
                  <a:pt x="528292" y="63928"/>
                </a:lnTo>
                <a:cubicBezTo>
                  <a:pt x="513823" y="60316"/>
                  <a:pt x="499127" y="57833"/>
                  <a:pt x="484318" y="56591"/>
                </a:cubicBezTo>
                <a:close/>
                <a:moveTo>
                  <a:pt x="695723" y="28330"/>
                </a:moveTo>
                <a:cubicBezTo>
                  <a:pt x="679657" y="26792"/>
                  <a:pt x="663265" y="26905"/>
                  <a:pt x="646761" y="28711"/>
                </a:cubicBezTo>
                <a:cubicBezTo>
                  <a:pt x="619631" y="32323"/>
                  <a:pt x="595214" y="38644"/>
                  <a:pt x="570796" y="51286"/>
                </a:cubicBezTo>
                <a:cubicBezTo>
                  <a:pt x="577127" y="53092"/>
                  <a:pt x="582553" y="56704"/>
                  <a:pt x="587979" y="59413"/>
                </a:cubicBezTo>
                <a:cubicBezTo>
                  <a:pt x="587979" y="59413"/>
                  <a:pt x="587979" y="59413"/>
                  <a:pt x="588883" y="59413"/>
                </a:cubicBezTo>
                <a:cubicBezTo>
                  <a:pt x="593405" y="61219"/>
                  <a:pt x="597927" y="64831"/>
                  <a:pt x="602448" y="66637"/>
                </a:cubicBezTo>
                <a:cubicBezTo>
                  <a:pt x="603353" y="67540"/>
                  <a:pt x="603353" y="68443"/>
                  <a:pt x="605161" y="69346"/>
                </a:cubicBezTo>
                <a:cubicBezTo>
                  <a:pt x="608779" y="71152"/>
                  <a:pt x="613300" y="73861"/>
                  <a:pt x="616918" y="76570"/>
                </a:cubicBezTo>
                <a:cubicBezTo>
                  <a:pt x="664848" y="110883"/>
                  <a:pt x="700118" y="161450"/>
                  <a:pt x="714587" y="219242"/>
                </a:cubicBezTo>
                <a:lnTo>
                  <a:pt x="714587" y="220145"/>
                </a:lnTo>
                <a:cubicBezTo>
                  <a:pt x="717300" y="226466"/>
                  <a:pt x="719109" y="233690"/>
                  <a:pt x="720014" y="240914"/>
                </a:cubicBezTo>
                <a:cubicBezTo>
                  <a:pt x="720014" y="242720"/>
                  <a:pt x="720014" y="244526"/>
                  <a:pt x="720918" y="245429"/>
                </a:cubicBezTo>
                <a:cubicBezTo>
                  <a:pt x="720918" y="248138"/>
                  <a:pt x="721822" y="250847"/>
                  <a:pt x="721822" y="253556"/>
                </a:cubicBezTo>
                <a:cubicBezTo>
                  <a:pt x="722726" y="257168"/>
                  <a:pt x="722726" y="259877"/>
                  <a:pt x="722726" y="264392"/>
                </a:cubicBezTo>
                <a:cubicBezTo>
                  <a:pt x="723631" y="265294"/>
                  <a:pt x="723631" y="267100"/>
                  <a:pt x="723631" y="268906"/>
                </a:cubicBezTo>
                <a:cubicBezTo>
                  <a:pt x="724535" y="275227"/>
                  <a:pt x="724535" y="280645"/>
                  <a:pt x="724535" y="286063"/>
                </a:cubicBezTo>
                <a:lnTo>
                  <a:pt x="724535" y="327601"/>
                </a:lnTo>
                <a:cubicBezTo>
                  <a:pt x="724535" y="331213"/>
                  <a:pt x="724535" y="333019"/>
                  <a:pt x="725440" y="335728"/>
                </a:cubicBezTo>
                <a:cubicBezTo>
                  <a:pt x="725440" y="342951"/>
                  <a:pt x="728153" y="350175"/>
                  <a:pt x="731770" y="356496"/>
                </a:cubicBezTo>
                <a:lnTo>
                  <a:pt x="789648" y="454922"/>
                </a:lnTo>
                <a:cubicBezTo>
                  <a:pt x="795074" y="464855"/>
                  <a:pt x="796883" y="474788"/>
                  <a:pt x="794170" y="485623"/>
                </a:cubicBezTo>
                <a:cubicBezTo>
                  <a:pt x="793266" y="489235"/>
                  <a:pt x="792361" y="492847"/>
                  <a:pt x="789648" y="495556"/>
                </a:cubicBezTo>
                <a:cubicBezTo>
                  <a:pt x="783318" y="508198"/>
                  <a:pt x="768848" y="516325"/>
                  <a:pt x="754379" y="516325"/>
                </a:cubicBezTo>
                <a:lnTo>
                  <a:pt x="729057" y="516325"/>
                </a:lnTo>
                <a:cubicBezTo>
                  <a:pt x="725440" y="516325"/>
                  <a:pt x="724535" y="519034"/>
                  <a:pt x="724535" y="520840"/>
                </a:cubicBezTo>
                <a:lnTo>
                  <a:pt x="724535" y="680669"/>
                </a:lnTo>
                <a:cubicBezTo>
                  <a:pt x="724535" y="714982"/>
                  <a:pt x="695596" y="742975"/>
                  <a:pt x="662135" y="742975"/>
                </a:cubicBezTo>
                <a:lnTo>
                  <a:pt x="586170" y="742975"/>
                </a:lnTo>
                <a:cubicBezTo>
                  <a:pt x="582553" y="742975"/>
                  <a:pt x="578935" y="742975"/>
                  <a:pt x="575318" y="742072"/>
                </a:cubicBezTo>
                <a:cubicBezTo>
                  <a:pt x="574414" y="742072"/>
                  <a:pt x="572605" y="742975"/>
                  <a:pt x="572605" y="743878"/>
                </a:cubicBezTo>
                <a:cubicBezTo>
                  <a:pt x="571700" y="743878"/>
                  <a:pt x="570796" y="744781"/>
                  <a:pt x="570796" y="745684"/>
                </a:cubicBezTo>
                <a:lnTo>
                  <a:pt x="570796" y="854945"/>
                </a:lnTo>
                <a:lnTo>
                  <a:pt x="723631" y="854945"/>
                </a:lnTo>
                <a:cubicBezTo>
                  <a:pt x="739005" y="854945"/>
                  <a:pt x="750761" y="841401"/>
                  <a:pt x="750761" y="826953"/>
                </a:cubicBezTo>
                <a:lnTo>
                  <a:pt x="750761" y="717691"/>
                </a:lnTo>
                <a:cubicBezTo>
                  <a:pt x="750761" y="708661"/>
                  <a:pt x="753474" y="701437"/>
                  <a:pt x="760709" y="695117"/>
                </a:cubicBezTo>
                <a:cubicBezTo>
                  <a:pt x="767040" y="688796"/>
                  <a:pt x="775179" y="686087"/>
                  <a:pt x="784222" y="686087"/>
                </a:cubicBezTo>
                <a:cubicBezTo>
                  <a:pt x="786935" y="686087"/>
                  <a:pt x="790553" y="686087"/>
                  <a:pt x="792361" y="686087"/>
                </a:cubicBezTo>
                <a:lnTo>
                  <a:pt x="869231" y="686087"/>
                </a:lnTo>
                <a:cubicBezTo>
                  <a:pt x="888222" y="686087"/>
                  <a:pt x="902692" y="671639"/>
                  <a:pt x="902692" y="652676"/>
                </a:cubicBezTo>
                <a:lnTo>
                  <a:pt x="902692" y="579534"/>
                </a:lnTo>
                <a:cubicBezTo>
                  <a:pt x="898170" y="579534"/>
                  <a:pt x="894553" y="579534"/>
                  <a:pt x="889126" y="579534"/>
                </a:cubicBezTo>
                <a:cubicBezTo>
                  <a:pt x="870135" y="579534"/>
                  <a:pt x="852953" y="576825"/>
                  <a:pt x="836674" y="572310"/>
                </a:cubicBezTo>
                <a:cubicBezTo>
                  <a:pt x="830344" y="570504"/>
                  <a:pt x="825822" y="562377"/>
                  <a:pt x="827631" y="556056"/>
                </a:cubicBezTo>
                <a:cubicBezTo>
                  <a:pt x="830344" y="547930"/>
                  <a:pt x="837579" y="544318"/>
                  <a:pt x="844813" y="546124"/>
                </a:cubicBezTo>
                <a:cubicBezTo>
                  <a:pt x="861996" y="551542"/>
                  <a:pt x="880987" y="552445"/>
                  <a:pt x="902692" y="551542"/>
                </a:cubicBezTo>
                <a:lnTo>
                  <a:pt x="902692" y="491944"/>
                </a:lnTo>
                <a:cubicBezTo>
                  <a:pt x="902692" y="474788"/>
                  <a:pt x="917161" y="460340"/>
                  <a:pt x="935248" y="460340"/>
                </a:cubicBezTo>
                <a:lnTo>
                  <a:pt x="961474" y="460340"/>
                </a:lnTo>
                <a:cubicBezTo>
                  <a:pt x="968709" y="460340"/>
                  <a:pt x="971422" y="455825"/>
                  <a:pt x="973231" y="454019"/>
                </a:cubicBezTo>
                <a:cubicBezTo>
                  <a:pt x="974135" y="451310"/>
                  <a:pt x="975944" y="446795"/>
                  <a:pt x="973231" y="440474"/>
                </a:cubicBezTo>
                <a:lnTo>
                  <a:pt x="915353" y="342048"/>
                </a:lnTo>
                <a:cubicBezTo>
                  <a:pt x="908118" y="329407"/>
                  <a:pt x="902692" y="314959"/>
                  <a:pt x="902692" y="299608"/>
                </a:cubicBezTo>
                <a:lnTo>
                  <a:pt x="902692" y="258071"/>
                </a:lnTo>
                <a:cubicBezTo>
                  <a:pt x="902692" y="192153"/>
                  <a:pt x="875561" y="128943"/>
                  <a:pt x="825822" y="85599"/>
                </a:cubicBezTo>
                <a:cubicBezTo>
                  <a:pt x="789196" y="52415"/>
                  <a:pt x="743922" y="32944"/>
                  <a:pt x="695723" y="28330"/>
                </a:cubicBezTo>
                <a:close/>
                <a:moveTo>
                  <a:pt x="698564" y="1227"/>
                </a:moveTo>
                <a:cubicBezTo>
                  <a:pt x="752909" y="6475"/>
                  <a:pt x="803439" y="28485"/>
                  <a:pt x="844813" y="65734"/>
                </a:cubicBezTo>
                <a:cubicBezTo>
                  <a:pt x="899074" y="114495"/>
                  <a:pt x="931631" y="184025"/>
                  <a:pt x="931631" y="258071"/>
                </a:cubicBezTo>
                <a:lnTo>
                  <a:pt x="931631" y="299608"/>
                </a:lnTo>
                <a:cubicBezTo>
                  <a:pt x="931631" y="309541"/>
                  <a:pt x="933440" y="319474"/>
                  <a:pt x="938866" y="328504"/>
                </a:cubicBezTo>
                <a:lnTo>
                  <a:pt x="996744" y="426026"/>
                </a:lnTo>
                <a:cubicBezTo>
                  <a:pt x="1003979" y="438668"/>
                  <a:pt x="1003979" y="454922"/>
                  <a:pt x="996744" y="467564"/>
                </a:cubicBezTo>
                <a:cubicBezTo>
                  <a:pt x="989509" y="480206"/>
                  <a:pt x="975944" y="488332"/>
                  <a:pt x="961474" y="488332"/>
                </a:cubicBezTo>
                <a:lnTo>
                  <a:pt x="935248" y="488332"/>
                </a:lnTo>
                <a:cubicBezTo>
                  <a:pt x="932535" y="488332"/>
                  <a:pt x="931631" y="489235"/>
                  <a:pt x="931631" y="491944"/>
                </a:cubicBezTo>
                <a:lnTo>
                  <a:pt x="931631" y="652676"/>
                </a:lnTo>
                <a:cubicBezTo>
                  <a:pt x="931631" y="686087"/>
                  <a:pt x="902692" y="714079"/>
                  <a:pt x="869231" y="714079"/>
                </a:cubicBezTo>
                <a:lnTo>
                  <a:pt x="792361" y="714079"/>
                </a:lnTo>
                <a:cubicBezTo>
                  <a:pt x="789648" y="714079"/>
                  <a:pt x="786031" y="714079"/>
                  <a:pt x="783318" y="714079"/>
                </a:cubicBezTo>
                <a:cubicBezTo>
                  <a:pt x="781509" y="714079"/>
                  <a:pt x="779700" y="714982"/>
                  <a:pt x="778796" y="714982"/>
                </a:cubicBezTo>
                <a:cubicBezTo>
                  <a:pt x="777892" y="715885"/>
                  <a:pt x="777892" y="715885"/>
                  <a:pt x="777892" y="717691"/>
                </a:cubicBezTo>
                <a:lnTo>
                  <a:pt x="777892" y="826953"/>
                </a:lnTo>
                <a:cubicBezTo>
                  <a:pt x="777892" y="856751"/>
                  <a:pt x="753474" y="882035"/>
                  <a:pt x="723631" y="882035"/>
                </a:cubicBezTo>
                <a:lnTo>
                  <a:pt x="564466" y="882035"/>
                </a:lnTo>
                <a:cubicBezTo>
                  <a:pt x="555422" y="897386"/>
                  <a:pt x="536431" y="909125"/>
                  <a:pt x="516535" y="909125"/>
                </a:cubicBezTo>
                <a:lnTo>
                  <a:pt x="357370" y="909125"/>
                </a:lnTo>
                <a:cubicBezTo>
                  <a:pt x="348327" y="926281"/>
                  <a:pt x="329335" y="938020"/>
                  <a:pt x="309440" y="938020"/>
                </a:cubicBezTo>
                <a:lnTo>
                  <a:pt x="116814" y="938020"/>
                </a:lnTo>
                <a:cubicBezTo>
                  <a:pt x="86066" y="938020"/>
                  <a:pt x="61648" y="913640"/>
                  <a:pt x="61648" y="884744"/>
                </a:cubicBezTo>
                <a:lnTo>
                  <a:pt x="61648" y="658094"/>
                </a:lnTo>
                <a:cubicBezTo>
                  <a:pt x="61648" y="633713"/>
                  <a:pt x="55318" y="483817"/>
                  <a:pt x="48988" y="464855"/>
                </a:cubicBezTo>
                <a:cubicBezTo>
                  <a:pt x="11005" y="413384"/>
                  <a:pt x="-4369" y="350175"/>
                  <a:pt x="1057" y="286966"/>
                </a:cubicBezTo>
                <a:cubicBezTo>
                  <a:pt x="14622" y="167771"/>
                  <a:pt x="110483" y="71152"/>
                  <a:pt x="228953" y="58510"/>
                </a:cubicBezTo>
                <a:cubicBezTo>
                  <a:pt x="264222" y="54898"/>
                  <a:pt x="297683" y="57607"/>
                  <a:pt x="330240" y="66637"/>
                </a:cubicBezTo>
                <a:cubicBezTo>
                  <a:pt x="361892" y="46771"/>
                  <a:pt x="398970" y="34129"/>
                  <a:pt x="436048" y="29614"/>
                </a:cubicBezTo>
                <a:cubicBezTo>
                  <a:pt x="470414" y="26002"/>
                  <a:pt x="504779" y="28711"/>
                  <a:pt x="537335" y="37741"/>
                </a:cubicBezTo>
                <a:cubicBezTo>
                  <a:pt x="569892" y="17875"/>
                  <a:pt x="606066" y="5234"/>
                  <a:pt x="643144" y="1622"/>
                </a:cubicBezTo>
                <a:cubicBezTo>
                  <a:pt x="661909" y="-410"/>
                  <a:pt x="680448" y="-523"/>
                  <a:pt x="698564" y="12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9" name="Freeform 90">
            <a:extLst>
              <a:ext uri="{FF2B5EF4-FFF2-40B4-BE49-F238E27FC236}">
                <a16:creationId xmlns:a16="http://schemas.microsoft.com/office/drawing/2014/main" id="{58B8237F-8179-428F-8136-236C86BF6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4044" y="5160537"/>
            <a:ext cx="2541082" cy="2541082"/>
          </a:xfrm>
          <a:custGeom>
            <a:avLst/>
            <a:gdLst>
              <a:gd name="T0" fmla="*/ 1404 w 2808"/>
              <a:gd name="T1" fmla="*/ 0 h 2808"/>
              <a:gd name="T2" fmla="*/ 1404 w 2808"/>
              <a:gd name="T3" fmla="*/ 0 h 2808"/>
              <a:gd name="T4" fmla="*/ 0 w 2808"/>
              <a:gd name="T5" fmla="*/ 1404 h 2808"/>
              <a:gd name="T6" fmla="*/ 0 w 2808"/>
              <a:gd name="T7" fmla="*/ 1404 h 2808"/>
              <a:gd name="T8" fmla="*/ 35 w 2808"/>
              <a:gd name="T9" fmla="*/ 1716 h 2808"/>
              <a:gd name="T10" fmla="*/ 35 w 2808"/>
              <a:gd name="T11" fmla="*/ 1716 h 2808"/>
              <a:gd name="T12" fmla="*/ 1404 w 2808"/>
              <a:gd name="T13" fmla="*/ 2807 h 2808"/>
              <a:gd name="T14" fmla="*/ 1404 w 2808"/>
              <a:gd name="T15" fmla="*/ 2807 h 2808"/>
              <a:gd name="T16" fmla="*/ 2771 w 2808"/>
              <a:gd name="T17" fmla="*/ 1716 h 2808"/>
              <a:gd name="T18" fmla="*/ 2771 w 2808"/>
              <a:gd name="T19" fmla="*/ 1716 h 2808"/>
              <a:gd name="T20" fmla="*/ 2807 w 2808"/>
              <a:gd name="T21" fmla="*/ 1404 h 2808"/>
              <a:gd name="T22" fmla="*/ 2807 w 2808"/>
              <a:gd name="T23" fmla="*/ 1404 h 2808"/>
              <a:gd name="T24" fmla="*/ 1404 w 2808"/>
              <a:gd name="T25" fmla="*/ 0 h 2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08" h="2808">
                <a:moveTo>
                  <a:pt x="1404" y="0"/>
                </a:moveTo>
                <a:lnTo>
                  <a:pt x="1404" y="0"/>
                </a:lnTo>
                <a:cubicBezTo>
                  <a:pt x="629" y="0"/>
                  <a:pt x="0" y="628"/>
                  <a:pt x="0" y="1404"/>
                </a:cubicBezTo>
                <a:lnTo>
                  <a:pt x="0" y="1404"/>
                </a:lnTo>
                <a:cubicBezTo>
                  <a:pt x="0" y="1511"/>
                  <a:pt x="13" y="1615"/>
                  <a:pt x="35" y="1716"/>
                </a:cubicBezTo>
                <a:lnTo>
                  <a:pt x="35" y="1716"/>
                </a:lnTo>
                <a:cubicBezTo>
                  <a:pt x="177" y="2341"/>
                  <a:pt x="736" y="2807"/>
                  <a:pt x="1404" y="2807"/>
                </a:cubicBezTo>
                <a:lnTo>
                  <a:pt x="1404" y="2807"/>
                </a:lnTo>
                <a:cubicBezTo>
                  <a:pt x="2071" y="2807"/>
                  <a:pt x="2630" y="2341"/>
                  <a:pt x="2771" y="1716"/>
                </a:cubicBezTo>
                <a:lnTo>
                  <a:pt x="2771" y="1716"/>
                </a:lnTo>
                <a:cubicBezTo>
                  <a:pt x="2794" y="1615"/>
                  <a:pt x="2807" y="1511"/>
                  <a:pt x="2807" y="1404"/>
                </a:cubicBezTo>
                <a:lnTo>
                  <a:pt x="2807" y="1404"/>
                </a:lnTo>
                <a:cubicBezTo>
                  <a:pt x="2807" y="628"/>
                  <a:pt x="2178" y="0"/>
                  <a:pt x="1404" y="0"/>
                </a:cubicBezTo>
              </a:path>
            </a:pathLst>
          </a:custGeom>
          <a:solidFill>
            <a:schemeClr val="bg2"/>
          </a:solidFill>
          <a:ln w="76200" cap="flat">
            <a:solidFill>
              <a:schemeClr val="accent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3" name="Freeform 111">
            <a:extLst>
              <a:ext uri="{FF2B5EF4-FFF2-40B4-BE49-F238E27FC236}">
                <a16:creationId xmlns:a16="http://schemas.microsoft.com/office/drawing/2014/main" id="{F8C95CA1-221A-4327-AD21-1C2B23033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5304" y="5431798"/>
            <a:ext cx="1998562" cy="1998561"/>
          </a:xfrm>
          <a:custGeom>
            <a:avLst/>
            <a:gdLst>
              <a:gd name="T0" fmla="*/ 1105 w 2210"/>
              <a:gd name="T1" fmla="*/ 0 h 2208"/>
              <a:gd name="T2" fmla="*/ 1105 w 2210"/>
              <a:gd name="T3" fmla="*/ 0 h 2208"/>
              <a:gd name="T4" fmla="*/ 0 w 2210"/>
              <a:gd name="T5" fmla="*/ 1104 h 2208"/>
              <a:gd name="T6" fmla="*/ 0 w 2210"/>
              <a:gd name="T7" fmla="*/ 1104 h 2208"/>
              <a:gd name="T8" fmla="*/ 28 w 2210"/>
              <a:gd name="T9" fmla="*/ 1350 h 2208"/>
              <a:gd name="T10" fmla="*/ 28 w 2210"/>
              <a:gd name="T11" fmla="*/ 1350 h 2208"/>
              <a:gd name="T12" fmla="*/ 1105 w 2210"/>
              <a:gd name="T13" fmla="*/ 2207 h 2208"/>
              <a:gd name="T14" fmla="*/ 1105 w 2210"/>
              <a:gd name="T15" fmla="*/ 2207 h 2208"/>
              <a:gd name="T16" fmla="*/ 2182 w 2210"/>
              <a:gd name="T17" fmla="*/ 1350 h 2208"/>
              <a:gd name="T18" fmla="*/ 2182 w 2210"/>
              <a:gd name="T19" fmla="*/ 1350 h 2208"/>
              <a:gd name="T20" fmla="*/ 2209 w 2210"/>
              <a:gd name="T21" fmla="*/ 1104 h 2208"/>
              <a:gd name="T22" fmla="*/ 2209 w 2210"/>
              <a:gd name="T23" fmla="*/ 1104 h 2208"/>
              <a:gd name="T24" fmla="*/ 1105 w 2210"/>
              <a:gd name="T25" fmla="*/ 0 h 2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08">
                <a:moveTo>
                  <a:pt x="1105" y="0"/>
                </a:moveTo>
                <a:lnTo>
                  <a:pt x="1105" y="0"/>
                </a:lnTo>
                <a:cubicBezTo>
                  <a:pt x="495" y="0"/>
                  <a:pt x="0" y="494"/>
                  <a:pt x="0" y="1104"/>
                </a:cubicBezTo>
                <a:lnTo>
                  <a:pt x="0" y="1104"/>
                </a:lnTo>
                <a:cubicBezTo>
                  <a:pt x="0" y="1189"/>
                  <a:pt x="9" y="1270"/>
                  <a:pt x="28" y="1350"/>
                </a:cubicBezTo>
                <a:lnTo>
                  <a:pt x="28" y="1350"/>
                </a:lnTo>
                <a:cubicBezTo>
                  <a:pt x="139" y="1840"/>
                  <a:pt x="579" y="2207"/>
                  <a:pt x="1105" y="2207"/>
                </a:cubicBezTo>
                <a:lnTo>
                  <a:pt x="1105" y="2207"/>
                </a:lnTo>
                <a:cubicBezTo>
                  <a:pt x="1630" y="2207"/>
                  <a:pt x="2070" y="1840"/>
                  <a:pt x="2182" y="1350"/>
                </a:cubicBezTo>
                <a:lnTo>
                  <a:pt x="2182" y="1350"/>
                </a:lnTo>
                <a:cubicBezTo>
                  <a:pt x="2200" y="1270"/>
                  <a:pt x="2209" y="1189"/>
                  <a:pt x="2209" y="1104"/>
                </a:cubicBezTo>
                <a:lnTo>
                  <a:pt x="2209" y="1104"/>
                </a:lnTo>
                <a:cubicBezTo>
                  <a:pt x="2209" y="494"/>
                  <a:pt x="1715" y="0"/>
                  <a:pt x="1105" y="0"/>
                </a:cubicBezTo>
              </a:path>
            </a:pathLst>
          </a:custGeom>
          <a:noFill/>
          <a:ln w="12700" cap="flat">
            <a:solidFill>
              <a:schemeClr val="accent4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408C4C4D-CE90-481E-B6E3-4CFE6A9C4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6177" y="5998710"/>
            <a:ext cx="836817" cy="864737"/>
          </a:xfrm>
          <a:custGeom>
            <a:avLst/>
            <a:gdLst>
              <a:gd name="connsiteX0" fmla="*/ 682453 w 836817"/>
              <a:gd name="connsiteY0" fmla="*/ 281676 h 864737"/>
              <a:gd name="connsiteX1" fmla="*/ 639123 w 836817"/>
              <a:gd name="connsiteY1" fmla="*/ 313364 h 864737"/>
              <a:gd name="connsiteX2" fmla="*/ 617457 w 836817"/>
              <a:gd name="connsiteY2" fmla="*/ 307932 h 864737"/>
              <a:gd name="connsiteX3" fmla="*/ 617457 w 836817"/>
              <a:gd name="connsiteY3" fmla="*/ 428347 h 864737"/>
              <a:gd name="connsiteX4" fmla="*/ 597598 w 836817"/>
              <a:gd name="connsiteY4" fmla="*/ 474521 h 864737"/>
              <a:gd name="connsiteX5" fmla="*/ 536213 w 836817"/>
              <a:gd name="connsiteY5" fmla="*/ 535181 h 864737"/>
              <a:gd name="connsiteX6" fmla="*/ 536213 w 836817"/>
              <a:gd name="connsiteY6" fmla="*/ 561437 h 864737"/>
              <a:gd name="connsiteX7" fmla="*/ 537116 w 836817"/>
              <a:gd name="connsiteY7" fmla="*/ 561437 h 864737"/>
              <a:gd name="connsiteX8" fmla="*/ 729394 w 836817"/>
              <a:gd name="connsiteY8" fmla="*/ 561437 h 864737"/>
              <a:gd name="connsiteX9" fmla="*/ 759184 w 836817"/>
              <a:gd name="connsiteY9" fmla="*/ 359538 h 864737"/>
              <a:gd name="connsiteX10" fmla="*/ 774530 w 836817"/>
              <a:gd name="connsiteY10" fmla="*/ 347768 h 864737"/>
              <a:gd name="connsiteX11" fmla="*/ 787168 w 836817"/>
              <a:gd name="connsiteY11" fmla="*/ 363160 h 864737"/>
              <a:gd name="connsiteX12" fmla="*/ 760989 w 836817"/>
              <a:gd name="connsiteY12" fmla="*/ 536991 h 864737"/>
              <a:gd name="connsiteX13" fmla="*/ 798000 w 836817"/>
              <a:gd name="connsiteY13" fmla="*/ 501682 h 864737"/>
              <a:gd name="connsiteX14" fmla="*/ 809736 w 836817"/>
              <a:gd name="connsiteY14" fmla="*/ 473615 h 864737"/>
              <a:gd name="connsiteX15" fmla="*/ 809736 w 836817"/>
              <a:gd name="connsiteY15" fmla="*/ 332377 h 864737"/>
              <a:gd name="connsiteX16" fmla="*/ 787168 w 836817"/>
              <a:gd name="connsiteY16" fmla="*/ 299783 h 864737"/>
              <a:gd name="connsiteX17" fmla="*/ 756476 w 836817"/>
              <a:gd name="connsiteY17" fmla="*/ 291635 h 864737"/>
              <a:gd name="connsiteX18" fmla="*/ 685161 w 836817"/>
              <a:gd name="connsiteY18" fmla="*/ 281676 h 864737"/>
              <a:gd name="connsiteX19" fmla="*/ 151656 w 836817"/>
              <a:gd name="connsiteY19" fmla="*/ 281676 h 864737"/>
              <a:gd name="connsiteX20" fmla="*/ 80342 w 836817"/>
              <a:gd name="connsiteY20" fmla="*/ 291635 h 864737"/>
              <a:gd name="connsiteX21" fmla="*/ 48747 w 836817"/>
              <a:gd name="connsiteY21" fmla="*/ 299783 h 864737"/>
              <a:gd name="connsiteX22" fmla="*/ 27081 w 836817"/>
              <a:gd name="connsiteY22" fmla="*/ 332377 h 864737"/>
              <a:gd name="connsiteX23" fmla="*/ 27081 w 836817"/>
              <a:gd name="connsiteY23" fmla="*/ 473615 h 864737"/>
              <a:gd name="connsiteX24" fmla="*/ 38817 w 836817"/>
              <a:gd name="connsiteY24" fmla="*/ 501682 h 864737"/>
              <a:gd name="connsiteX25" fmla="*/ 75828 w 836817"/>
              <a:gd name="connsiteY25" fmla="*/ 536991 h 864737"/>
              <a:gd name="connsiteX26" fmla="*/ 50552 w 836817"/>
              <a:gd name="connsiteY26" fmla="*/ 363160 h 864737"/>
              <a:gd name="connsiteX27" fmla="*/ 62287 w 836817"/>
              <a:gd name="connsiteY27" fmla="*/ 347768 h 864737"/>
              <a:gd name="connsiteX28" fmla="*/ 77634 w 836817"/>
              <a:gd name="connsiteY28" fmla="*/ 359538 h 864737"/>
              <a:gd name="connsiteX29" fmla="*/ 107423 w 836817"/>
              <a:gd name="connsiteY29" fmla="*/ 561437 h 864737"/>
              <a:gd name="connsiteX30" fmla="*/ 299702 w 836817"/>
              <a:gd name="connsiteY30" fmla="*/ 561437 h 864737"/>
              <a:gd name="connsiteX31" fmla="*/ 304215 w 836817"/>
              <a:gd name="connsiteY31" fmla="*/ 562342 h 864737"/>
              <a:gd name="connsiteX32" fmla="*/ 304215 w 836817"/>
              <a:gd name="connsiteY32" fmla="*/ 535181 h 864737"/>
              <a:gd name="connsiteX33" fmla="*/ 242830 w 836817"/>
              <a:gd name="connsiteY33" fmla="*/ 474521 h 864737"/>
              <a:gd name="connsiteX34" fmla="*/ 222068 w 836817"/>
              <a:gd name="connsiteY34" fmla="*/ 428347 h 864737"/>
              <a:gd name="connsiteX35" fmla="*/ 222068 w 836817"/>
              <a:gd name="connsiteY35" fmla="*/ 306121 h 864737"/>
              <a:gd name="connsiteX36" fmla="*/ 197695 w 836817"/>
              <a:gd name="connsiteY36" fmla="*/ 313364 h 864737"/>
              <a:gd name="connsiteX37" fmla="*/ 154364 w 836817"/>
              <a:gd name="connsiteY37" fmla="*/ 281676 h 864737"/>
              <a:gd name="connsiteX38" fmla="*/ 374627 w 836817"/>
              <a:gd name="connsiteY38" fmla="*/ 235502 h 864737"/>
              <a:gd name="connsiteX39" fmla="*/ 302410 w 836817"/>
              <a:gd name="connsiteY39" fmla="*/ 244556 h 864737"/>
              <a:gd name="connsiteX40" fmla="*/ 272620 w 836817"/>
              <a:gd name="connsiteY40" fmla="*/ 254515 h 864737"/>
              <a:gd name="connsiteX41" fmla="*/ 250052 w 836817"/>
              <a:gd name="connsiteY41" fmla="*/ 286203 h 864737"/>
              <a:gd name="connsiteX42" fmla="*/ 250052 w 836817"/>
              <a:gd name="connsiteY42" fmla="*/ 428347 h 864737"/>
              <a:gd name="connsiteX43" fmla="*/ 261788 w 836817"/>
              <a:gd name="connsiteY43" fmla="*/ 454602 h 864737"/>
              <a:gd name="connsiteX44" fmla="*/ 297896 w 836817"/>
              <a:gd name="connsiteY44" fmla="*/ 490817 h 864737"/>
              <a:gd name="connsiteX45" fmla="*/ 272620 w 836817"/>
              <a:gd name="connsiteY45" fmla="*/ 316986 h 864737"/>
              <a:gd name="connsiteX46" fmla="*/ 284355 w 836817"/>
              <a:gd name="connsiteY46" fmla="*/ 301594 h 864737"/>
              <a:gd name="connsiteX47" fmla="*/ 300604 w 836817"/>
              <a:gd name="connsiteY47" fmla="*/ 313364 h 864737"/>
              <a:gd name="connsiteX48" fmla="*/ 329491 w 836817"/>
              <a:gd name="connsiteY48" fmla="*/ 515262 h 864737"/>
              <a:gd name="connsiteX49" fmla="*/ 510034 w 836817"/>
              <a:gd name="connsiteY49" fmla="*/ 515262 h 864737"/>
              <a:gd name="connsiteX50" fmla="*/ 539824 w 836817"/>
              <a:gd name="connsiteY50" fmla="*/ 310648 h 864737"/>
              <a:gd name="connsiteX51" fmla="*/ 555170 w 836817"/>
              <a:gd name="connsiteY51" fmla="*/ 298878 h 864737"/>
              <a:gd name="connsiteX52" fmla="*/ 566905 w 836817"/>
              <a:gd name="connsiteY52" fmla="*/ 314269 h 864737"/>
              <a:gd name="connsiteX53" fmla="*/ 541629 w 836817"/>
              <a:gd name="connsiteY53" fmla="*/ 490817 h 864737"/>
              <a:gd name="connsiteX54" fmla="*/ 578641 w 836817"/>
              <a:gd name="connsiteY54" fmla="*/ 454602 h 864737"/>
              <a:gd name="connsiteX55" fmla="*/ 589473 w 836817"/>
              <a:gd name="connsiteY55" fmla="*/ 428347 h 864737"/>
              <a:gd name="connsiteX56" fmla="*/ 589473 w 836817"/>
              <a:gd name="connsiteY56" fmla="*/ 286203 h 864737"/>
              <a:gd name="connsiteX57" fmla="*/ 567808 w 836817"/>
              <a:gd name="connsiteY57" fmla="*/ 254515 h 864737"/>
              <a:gd name="connsiteX58" fmla="*/ 536213 w 836817"/>
              <a:gd name="connsiteY58" fmla="*/ 244556 h 864737"/>
              <a:gd name="connsiteX59" fmla="*/ 464898 w 836817"/>
              <a:gd name="connsiteY59" fmla="*/ 235502 h 864737"/>
              <a:gd name="connsiteX60" fmla="*/ 463996 w 836817"/>
              <a:gd name="connsiteY60" fmla="*/ 235502 h 864737"/>
              <a:gd name="connsiteX61" fmla="*/ 440525 w 836817"/>
              <a:gd name="connsiteY61" fmla="*/ 261758 h 864737"/>
              <a:gd name="connsiteX62" fmla="*/ 459482 w 836817"/>
              <a:gd name="connsiteY62" fmla="*/ 413861 h 864737"/>
              <a:gd name="connsiteX63" fmla="*/ 452260 w 836817"/>
              <a:gd name="connsiteY63" fmla="*/ 437400 h 864737"/>
              <a:gd name="connsiteX64" fmla="*/ 428790 w 836817"/>
              <a:gd name="connsiteY64" fmla="*/ 460940 h 864737"/>
              <a:gd name="connsiteX65" fmla="*/ 410736 w 836817"/>
              <a:gd name="connsiteY65" fmla="*/ 460940 h 864737"/>
              <a:gd name="connsiteX66" fmla="*/ 387265 w 836817"/>
              <a:gd name="connsiteY66" fmla="*/ 437400 h 864737"/>
              <a:gd name="connsiteX67" fmla="*/ 380043 w 836817"/>
              <a:gd name="connsiteY67" fmla="*/ 413861 h 864737"/>
              <a:gd name="connsiteX68" fmla="*/ 399000 w 836817"/>
              <a:gd name="connsiteY68" fmla="*/ 260852 h 864737"/>
              <a:gd name="connsiteX69" fmla="*/ 376432 w 836817"/>
              <a:gd name="connsiteY69" fmla="*/ 235502 h 864737"/>
              <a:gd name="connsiteX70" fmla="*/ 374627 w 836817"/>
              <a:gd name="connsiteY70" fmla="*/ 207435 h 864737"/>
              <a:gd name="connsiteX71" fmla="*/ 464898 w 836817"/>
              <a:gd name="connsiteY71" fmla="*/ 207435 h 864737"/>
              <a:gd name="connsiteX72" fmla="*/ 544337 w 836817"/>
              <a:gd name="connsiteY72" fmla="*/ 218300 h 864737"/>
              <a:gd name="connsiteX73" fmla="*/ 575030 w 836817"/>
              <a:gd name="connsiteY73" fmla="*/ 227353 h 864737"/>
              <a:gd name="connsiteX74" fmla="*/ 576835 w 836817"/>
              <a:gd name="connsiteY74" fmla="*/ 227353 h 864737"/>
              <a:gd name="connsiteX75" fmla="*/ 608430 w 836817"/>
              <a:gd name="connsiteY75" fmla="*/ 254515 h 864737"/>
              <a:gd name="connsiteX76" fmla="*/ 685161 w 836817"/>
              <a:gd name="connsiteY76" fmla="*/ 254515 h 864737"/>
              <a:gd name="connsiteX77" fmla="*/ 763697 w 836817"/>
              <a:gd name="connsiteY77" fmla="*/ 264474 h 864737"/>
              <a:gd name="connsiteX78" fmla="*/ 795292 w 836817"/>
              <a:gd name="connsiteY78" fmla="*/ 273528 h 864737"/>
              <a:gd name="connsiteX79" fmla="*/ 796195 w 836817"/>
              <a:gd name="connsiteY79" fmla="*/ 274433 h 864737"/>
              <a:gd name="connsiteX80" fmla="*/ 836817 w 836817"/>
              <a:gd name="connsiteY80" fmla="*/ 332377 h 864737"/>
              <a:gd name="connsiteX81" fmla="*/ 836817 w 836817"/>
              <a:gd name="connsiteY81" fmla="*/ 473615 h 864737"/>
              <a:gd name="connsiteX82" fmla="*/ 816958 w 836817"/>
              <a:gd name="connsiteY82" fmla="*/ 521600 h 864737"/>
              <a:gd name="connsiteX83" fmla="*/ 755573 w 836817"/>
              <a:gd name="connsiteY83" fmla="*/ 580449 h 864737"/>
              <a:gd name="connsiteX84" fmla="*/ 755573 w 836817"/>
              <a:gd name="connsiteY84" fmla="*/ 777821 h 864737"/>
              <a:gd name="connsiteX85" fmla="*/ 742032 w 836817"/>
              <a:gd name="connsiteY85" fmla="*/ 791402 h 864737"/>
              <a:gd name="connsiteX86" fmla="*/ 728491 w 836817"/>
              <a:gd name="connsiteY86" fmla="*/ 777821 h 864737"/>
              <a:gd name="connsiteX87" fmla="*/ 728491 w 836817"/>
              <a:gd name="connsiteY87" fmla="*/ 588598 h 864737"/>
              <a:gd name="connsiteX88" fmla="*/ 651761 w 836817"/>
              <a:gd name="connsiteY88" fmla="*/ 588598 h 864737"/>
              <a:gd name="connsiteX89" fmla="*/ 651761 w 836817"/>
              <a:gd name="connsiteY89" fmla="*/ 824900 h 864737"/>
              <a:gd name="connsiteX90" fmla="*/ 638220 w 836817"/>
              <a:gd name="connsiteY90" fmla="*/ 838481 h 864737"/>
              <a:gd name="connsiteX91" fmla="*/ 623776 w 836817"/>
              <a:gd name="connsiteY91" fmla="*/ 824900 h 864737"/>
              <a:gd name="connsiteX92" fmla="*/ 623776 w 836817"/>
              <a:gd name="connsiteY92" fmla="*/ 588598 h 864737"/>
              <a:gd name="connsiteX93" fmla="*/ 537116 w 836817"/>
              <a:gd name="connsiteY93" fmla="*/ 588598 h 864737"/>
              <a:gd name="connsiteX94" fmla="*/ 536213 w 836817"/>
              <a:gd name="connsiteY94" fmla="*/ 588598 h 864737"/>
              <a:gd name="connsiteX95" fmla="*/ 536213 w 836817"/>
              <a:gd name="connsiteY95" fmla="*/ 852062 h 864737"/>
              <a:gd name="connsiteX96" fmla="*/ 521770 w 836817"/>
              <a:gd name="connsiteY96" fmla="*/ 864737 h 864737"/>
              <a:gd name="connsiteX97" fmla="*/ 508229 w 836817"/>
              <a:gd name="connsiteY97" fmla="*/ 852062 h 864737"/>
              <a:gd name="connsiteX98" fmla="*/ 508229 w 836817"/>
              <a:gd name="connsiteY98" fmla="*/ 542424 h 864737"/>
              <a:gd name="connsiteX99" fmla="*/ 435109 w 836817"/>
              <a:gd name="connsiteY99" fmla="*/ 542424 h 864737"/>
              <a:gd name="connsiteX100" fmla="*/ 435109 w 836817"/>
              <a:gd name="connsiteY100" fmla="*/ 852062 h 864737"/>
              <a:gd name="connsiteX101" fmla="*/ 420665 w 836817"/>
              <a:gd name="connsiteY101" fmla="*/ 864737 h 864737"/>
              <a:gd name="connsiteX102" fmla="*/ 407125 w 836817"/>
              <a:gd name="connsiteY102" fmla="*/ 852062 h 864737"/>
              <a:gd name="connsiteX103" fmla="*/ 407125 w 836817"/>
              <a:gd name="connsiteY103" fmla="*/ 542424 h 864737"/>
              <a:gd name="connsiteX104" fmla="*/ 331297 w 836817"/>
              <a:gd name="connsiteY104" fmla="*/ 542424 h 864737"/>
              <a:gd name="connsiteX105" fmla="*/ 331297 w 836817"/>
              <a:gd name="connsiteY105" fmla="*/ 852062 h 864737"/>
              <a:gd name="connsiteX106" fmla="*/ 317756 w 836817"/>
              <a:gd name="connsiteY106" fmla="*/ 864737 h 864737"/>
              <a:gd name="connsiteX107" fmla="*/ 304215 w 836817"/>
              <a:gd name="connsiteY107" fmla="*/ 852062 h 864737"/>
              <a:gd name="connsiteX108" fmla="*/ 304215 w 836817"/>
              <a:gd name="connsiteY108" fmla="*/ 588598 h 864737"/>
              <a:gd name="connsiteX109" fmla="*/ 299702 w 836817"/>
              <a:gd name="connsiteY109" fmla="*/ 588598 h 864737"/>
              <a:gd name="connsiteX110" fmla="*/ 213041 w 836817"/>
              <a:gd name="connsiteY110" fmla="*/ 588598 h 864737"/>
              <a:gd name="connsiteX111" fmla="*/ 213041 w 836817"/>
              <a:gd name="connsiteY111" fmla="*/ 824900 h 864737"/>
              <a:gd name="connsiteX112" fmla="*/ 198597 w 836817"/>
              <a:gd name="connsiteY112" fmla="*/ 838481 h 864737"/>
              <a:gd name="connsiteX113" fmla="*/ 185057 w 836817"/>
              <a:gd name="connsiteY113" fmla="*/ 824900 h 864737"/>
              <a:gd name="connsiteX114" fmla="*/ 185057 w 836817"/>
              <a:gd name="connsiteY114" fmla="*/ 588598 h 864737"/>
              <a:gd name="connsiteX115" fmla="*/ 109229 w 836817"/>
              <a:gd name="connsiteY115" fmla="*/ 588598 h 864737"/>
              <a:gd name="connsiteX116" fmla="*/ 109229 w 836817"/>
              <a:gd name="connsiteY116" fmla="*/ 777821 h 864737"/>
              <a:gd name="connsiteX117" fmla="*/ 94785 w 836817"/>
              <a:gd name="connsiteY117" fmla="*/ 791402 h 864737"/>
              <a:gd name="connsiteX118" fmla="*/ 81244 w 836817"/>
              <a:gd name="connsiteY118" fmla="*/ 777821 h 864737"/>
              <a:gd name="connsiteX119" fmla="*/ 81244 w 836817"/>
              <a:gd name="connsiteY119" fmla="*/ 580449 h 864737"/>
              <a:gd name="connsiteX120" fmla="*/ 19860 w 836817"/>
              <a:gd name="connsiteY120" fmla="*/ 521600 h 864737"/>
              <a:gd name="connsiteX121" fmla="*/ 0 w 836817"/>
              <a:gd name="connsiteY121" fmla="*/ 473615 h 864737"/>
              <a:gd name="connsiteX122" fmla="*/ 0 w 836817"/>
              <a:gd name="connsiteY122" fmla="*/ 332377 h 864737"/>
              <a:gd name="connsiteX123" fmla="*/ 40622 w 836817"/>
              <a:gd name="connsiteY123" fmla="*/ 274433 h 864737"/>
              <a:gd name="connsiteX124" fmla="*/ 41525 w 836817"/>
              <a:gd name="connsiteY124" fmla="*/ 273528 h 864737"/>
              <a:gd name="connsiteX125" fmla="*/ 73120 w 836817"/>
              <a:gd name="connsiteY125" fmla="*/ 264474 h 864737"/>
              <a:gd name="connsiteX126" fmla="*/ 151656 w 836817"/>
              <a:gd name="connsiteY126" fmla="*/ 254515 h 864737"/>
              <a:gd name="connsiteX127" fmla="*/ 231998 w 836817"/>
              <a:gd name="connsiteY127" fmla="*/ 254515 h 864737"/>
              <a:gd name="connsiteX128" fmla="*/ 262690 w 836817"/>
              <a:gd name="connsiteY128" fmla="*/ 227353 h 864737"/>
              <a:gd name="connsiteX129" fmla="*/ 263593 w 836817"/>
              <a:gd name="connsiteY129" fmla="*/ 227353 h 864737"/>
              <a:gd name="connsiteX130" fmla="*/ 295188 w 836817"/>
              <a:gd name="connsiteY130" fmla="*/ 218300 h 864737"/>
              <a:gd name="connsiteX131" fmla="*/ 374627 w 836817"/>
              <a:gd name="connsiteY131" fmla="*/ 207435 h 864737"/>
              <a:gd name="connsiteX132" fmla="*/ 639802 w 836817"/>
              <a:gd name="connsiteY132" fmla="*/ 75098 h 864737"/>
              <a:gd name="connsiteX133" fmla="*/ 582624 w 836817"/>
              <a:gd name="connsiteY133" fmla="*/ 133182 h 864737"/>
              <a:gd name="connsiteX134" fmla="*/ 639802 w 836817"/>
              <a:gd name="connsiteY134" fmla="*/ 190360 h 864737"/>
              <a:gd name="connsiteX135" fmla="*/ 697888 w 836817"/>
              <a:gd name="connsiteY135" fmla="*/ 133182 h 864737"/>
              <a:gd name="connsiteX136" fmla="*/ 639802 w 836817"/>
              <a:gd name="connsiteY136" fmla="*/ 75098 h 864737"/>
              <a:gd name="connsiteX137" fmla="*/ 200997 w 836817"/>
              <a:gd name="connsiteY137" fmla="*/ 75098 h 864737"/>
              <a:gd name="connsiteX138" fmla="*/ 142912 w 836817"/>
              <a:gd name="connsiteY138" fmla="*/ 133182 h 864737"/>
              <a:gd name="connsiteX139" fmla="*/ 200997 w 836817"/>
              <a:gd name="connsiteY139" fmla="*/ 190360 h 864737"/>
              <a:gd name="connsiteX140" fmla="*/ 258175 w 836817"/>
              <a:gd name="connsiteY140" fmla="*/ 133182 h 864737"/>
              <a:gd name="connsiteX141" fmla="*/ 200997 w 836817"/>
              <a:gd name="connsiteY141" fmla="*/ 75098 h 864737"/>
              <a:gd name="connsiteX142" fmla="*/ 639802 w 836817"/>
              <a:gd name="connsiteY142" fmla="*/ 47870 h 864737"/>
              <a:gd name="connsiteX143" fmla="*/ 725115 w 836817"/>
              <a:gd name="connsiteY143" fmla="*/ 133182 h 864737"/>
              <a:gd name="connsiteX144" fmla="*/ 639802 w 836817"/>
              <a:gd name="connsiteY144" fmla="*/ 218495 h 864737"/>
              <a:gd name="connsiteX145" fmla="*/ 554489 w 836817"/>
              <a:gd name="connsiteY145" fmla="*/ 133182 h 864737"/>
              <a:gd name="connsiteX146" fmla="*/ 639802 w 836817"/>
              <a:gd name="connsiteY146" fmla="*/ 47870 h 864737"/>
              <a:gd name="connsiteX147" fmla="*/ 200997 w 836817"/>
              <a:gd name="connsiteY147" fmla="*/ 47870 h 864737"/>
              <a:gd name="connsiteX148" fmla="*/ 286310 w 836817"/>
              <a:gd name="connsiteY148" fmla="*/ 133182 h 864737"/>
              <a:gd name="connsiteX149" fmla="*/ 200997 w 836817"/>
              <a:gd name="connsiteY149" fmla="*/ 218495 h 864737"/>
              <a:gd name="connsiteX150" fmla="*/ 115684 w 836817"/>
              <a:gd name="connsiteY150" fmla="*/ 133182 h 864737"/>
              <a:gd name="connsiteX151" fmla="*/ 200997 w 836817"/>
              <a:gd name="connsiteY151" fmla="*/ 47870 h 864737"/>
              <a:gd name="connsiteX152" fmla="*/ 420854 w 836817"/>
              <a:gd name="connsiteY152" fmla="*/ 28889 h 864737"/>
              <a:gd name="connsiteX153" fmla="*/ 363075 w 836817"/>
              <a:gd name="connsiteY153" fmla="*/ 85766 h 864737"/>
              <a:gd name="connsiteX154" fmla="*/ 420854 w 836817"/>
              <a:gd name="connsiteY154" fmla="*/ 143545 h 864737"/>
              <a:gd name="connsiteX155" fmla="*/ 478633 w 836817"/>
              <a:gd name="connsiteY155" fmla="*/ 85766 h 864737"/>
              <a:gd name="connsiteX156" fmla="*/ 420854 w 836817"/>
              <a:gd name="connsiteY156" fmla="*/ 28889 h 864737"/>
              <a:gd name="connsiteX157" fmla="*/ 420854 w 836817"/>
              <a:gd name="connsiteY157" fmla="*/ 0 h 864737"/>
              <a:gd name="connsiteX158" fmla="*/ 505717 w 836817"/>
              <a:gd name="connsiteY158" fmla="*/ 85766 h 864737"/>
              <a:gd name="connsiteX159" fmla="*/ 420854 w 836817"/>
              <a:gd name="connsiteY159" fmla="*/ 170629 h 864737"/>
              <a:gd name="connsiteX160" fmla="*/ 335088 w 836817"/>
              <a:gd name="connsiteY160" fmla="*/ 85766 h 864737"/>
              <a:gd name="connsiteX161" fmla="*/ 420854 w 836817"/>
              <a:gd name="connsiteY161" fmla="*/ 0 h 86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836817" h="864737">
                <a:moveTo>
                  <a:pt x="682453" y="281676"/>
                </a:moveTo>
                <a:cubicBezTo>
                  <a:pt x="677037" y="299783"/>
                  <a:pt x="659885" y="313364"/>
                  <a:pt x="639123" y="313364"/>
                </a:cubicBezTo>
                <a:cubicBezTo>
                  <a:pt x="631901" y="313364"/>
                  <a:pt x="623776" y="310648"/>
                  <a:pt x="617457" y="307932"/>
                </a:cubicBezTo>
                <a:lnTo>
                  <a:pt x="617457" y="428347"/>
                </a:lnTo>
                <a:cubicBezTo>
                  <a:pt x="617457" y="445549"/>
                  <a:pt x="610236" y="462751"/>
                  <a:pt x="597598" y="474521"/>
                </a:cubicBezTo>
                <a:lnTo>
                  <a:pt x="536213" y="535181"/>
                </a:lnTo>
                <a:lnTo>
                  <a:pt x="536213" y="561437"/>
                </a:lnTo>
                <a:cubicBezTo>
                  <a:pt x="536213" y="561437"/>
                  <a:pt x="536213" y="561437"/>
                  <a:pt x="537116" y="561437"/>
                </a:cubicBezTo>
                <a:lnTo>
                  <a:pt x="729394" y="561437"/>
                </a:lnTo>
                <a:lnTo>
                  <a:pt x="759184" y="359538"/>
                </a:lnTo>
                <a:cubicBezTo>
                  <a:pt x="760086" y="352295"/>
                  <a:pt x="766406" y="346863"/>
                  <a:pt x="774530" y="347768"/>
                </a:cubicBezTo>
                <a:cubicBezTo>
                  <a:pt x="782654" y="348674"/>
                  <a:pt x="787168" y="355917"/>
                  <a:pt x="787168" y="363160"/>
                </a:cubicBezTo>
                <a:lnTo>
                  <a:pt x="760989" y="536991"/>
                </a:lnTo>
                <a:lnTo>
                  <a:pt x="798000" y="501682"/>
                </a:lnTo>
                <a:cubicBezTo>
                  <a:pt x="805222" y="493533"/>
                  <a:pt x="809736" y="483574"/>
                  <a:pt x="809736" y="473615"/>
                </a:cubicBezTo>
                <a:lnTo>
                  <a:pt x="809736" y="332377"/>
                </a:lnTo>
                <a:cubicBezTo>
                  <a:pt x="809736" y="318796"/>
                  <a:pt x="800709" y="305216"/>
                  <a:pt x="787168" y="299783"/>
                </a:cubicBezTo>
                <a:lnTo>
                  <a:pt x="756476" y="291635"/>
                </a:lnTo>
                <a:cubicBezTo>
                  <a:pt x="733005" y="284392"/>
                  <a:pt x="709534" y="281676"/>
                  <a:pt x="685161" y="281676"/>
                </a:cubicBezTo>
                <a:close/>
                <a:moveTo>
                  <a:pt x="151656" y="281676"/>
                </a:moveTo>
                <a:cubicBezTo>
                  <a:pt x="127283" y="281676"/>
                  <a:pt x="103812" y="284392"/>
                  <a:pt x="80342" y="291635"/>
                </a:cubicBezTo>
                <a:lnTo>
                  <a:pt x="48747" y="299783"/>
                </a:lnTo>
                <a:cubicBezTo>
                  <a:pt x="36109" y="305216"/>
                  <a:pt x="27081" y="318796"/>
                  <a:pt x="27081" y="332377"/>
                </a:cubicBezTo>
                <a:lnTo>
                  <a:pt x="27081" y="473615"/>
                </a:lnTo>
                <a:cubicBezTo>
                  <a:pt x="27081" y="483574"/>
                  <a:pt x="31595" y="493533"/>
                  <a:pt x="38817" y="501682"/>
                </a:cubicBezTo>
                <a:lnTo>
                  <a:pt x="75828" y="536991"/>
                </a:lnTo>
                <a:lnTo>
                  <a:pt x="50552" y="363160"/>
                </a:lnTo>
                <a:cubicBezTo>
                  <a:pt x="48747" y="355917"/>
                  <a:pt x="54163" y="348674"/>
                  <a:pt x="62287" y="347768"/>
                </a:cubicBezTo>
                <a:cubicBezTo>
                  <a:pt x="70412" y="346863"/>
                  <a:pt x="76731" y="352295"/>
                  <a:pt x="77634" y="359538"/>
                </a:cubicBezTo>
                <a:lnTo>
                  <a:pt x="107423" y="561437"/>
                </a:lnTo>
                <a:lnTo>
                  <a:pt x="299702" y="561437"/>
                </a:lnTo>
                <a:cubicBezTo>
                  <a:pt x="300604" y="561437"/>
                  <a:pt x="302410" y="561437"/>
                  <a:pt x="304215" y="562342"/>
                </a:cubicBezTo>
                <a:lnTo>
                  <a:pt x="304215" y="535181"/>
                </a:lnTo>
                <a:lnTo>
                  <a:pt x="242830" y="474521"/>
                </a:lnTo>
                <a:cubicBezTo>
                  <a:pt x="229290" y="462751"/>
                  <a:pt x="222068" y="445549"/>
                  <a:pt x="222068" y="428347"/>
                </a:cubicBezTo>
                <a:lnTo>
                  <a:pt x="222068" y="306121"/>
                </a:lnTo>
                <a:cubicBezTo>
                  <a:pt x="214846" y="310648"/>
                  <a:pt x="206722" y="313364"/>
                  <a:pt x="197695" y="313364"/>
                </a:cubicBezTo>
                <a:cubicBezTo>
                  <a:pt x="176932" y="313364"/>
                  <a:pt x="159781" y="299783"/>
                  <a:pt x="154364" y="281676"/>
                </a:cubicBezTo>
                <a:close/>
                <a:moveTo>
                  <a:pt x="374627" y="235502"/>
                </a:moveTo>
                <a:cubicBezTo>
                  <a:pt x="350254" y="235502"/>
                  <a:pt x="325880" y="239123"/>
                  <a:pt x="302410" y="244556"/>
                </a:cubicBezTo>
                <a:lnTo>
                  <a:pt x="272620" y="254515"/>
                </a:lnTo>
                <a:cubicBezTo>
                  <a:pt x="258177" y="259042"/>
                  <a:pt x="250052" y="271717"/>
                  <a:pt x="250052" y="286203"/>
                </a:cubicBezTo>
                <a:lnTo>
                  <a:pt x="250052" y="428347"/>
                </a:lnTo>
                <a:cubicBezTo>
                  <a:pt x="250052" y="438306"/>
                  <a:pt x="253663" y="447359"/>
                  <a:pt x="261788" y="454602"/>
                </a:cubicBezTo>
                <a:lnTo>
                  <a:pt x="297896" y="490817"/>
                </a:lnTo>
                <a:lnTo>
                  <a:pt x="272620" y="316986"/>
                </a:lnTo>
                <a:cubicBezTo>
                  <a:pt x="272620" y="309743"/>
                  <a:pt x="276231" y="302500"/>
                  <a:pt x="284355" y="301594"/>
                </a:cubicBezTo>
                <a:cubicBezTo>
                  <a:pt x="291577" y="300689"/>
                  <a:pt x="298799" y="306121"/>
                  <a:pt x="300604" y="313364"/>
                </a:cubicBezTo>
                <a:lnTo>
                  <a:pt x="329491" y="515262"/>
                </a:lnTo>
                <a:lnTo>
                  <a:pt x="510034" y="515262"/>
                </a:lnTo>
                <a:lnTo>
                  <a:pt x="539824" y="310648"/>
                </a:lnTo>
                <a:cubicBezTo>
                  <a:pt x="541629" y="302500"/>
                  <a:pt x="547948" y="297067"/>
                  <a:pt x="555170" y="298878"/>
                </a:cubicBezTo>
                <a:cubicBezTo>
                  <a:pt x="563294" y="299783"/>
                  <a:pt x="568711" y="307026"/>
                  <a:pt x="566905" y="314269"/>
                </a:cubicBezTo>
                <a:lnTo>
                  <a:pt x="541629" y="490817"/>
                </a:lnTo>
                <a:lnTo>
                  <a:pt x="578641" y="454602"/>
                </a:lnTo>
                <a:cubicBezTo>
                  <a:pt x="585862" y="447359"/>
                  <a:pt x="589473" y="438306"/>
                  <a:pt x="589473" y="428347"/>
                </a:cubicBezTo>
                <a:lnTo>
                  <a:pt x="589473" y="286203"/>
                </a:lnTo>
                <a:cubicBezTo>
                  <a:pt x="589473" y="271717"/>
                  <a:pt x="580446" y="259042"/>
                  <a:pt x="567808" y="254515"/>
                </a:cubicBezTo>
                <a:lnTo>
                  <a:pt x="536213" y="244556"/>
                </a:lnTo>
                <a:cubicBezTo>
                  <a:pt x="513645" y="239123"/>
                  <a:pt x="489272" y="235502"/>
                  <a:pt x="464898" y="235502"/>
                </a:cubicBezTo>
                <a:lnTo>
                  <a:pt x="463996" y="235502"/>
                </a:lnTo>
                <a:cubicBezTo>
                  <a:pt x="459482" y="246366"/>
                  <a:pt x="451358" y="256325"/>
                  <a:pt x="440525" y="261758"/>
                </a:cubicBezTo>
                <a:lnTo>
                  <a:pt x="459482" y="413861"/>
                </a:lnTo>
                <a:cubicBezTo>
                  <a:pt x="460385" y="422914"/>
                  <a:pt x="458579" y="431063"/>
                  <a:pt x="452260" y="437400"/>
                </a:cubicBezTo>
                <a:lnTo>
                  <a:pt x="428790" y="460940"/>
                </a:lnTo>
                <a:cubicBezTo>
                  <a:pt x="424276" y="465467"/>
                  <a:pt x="416152" y="465467"/>
                  <a:pt x="410736" y="460940"/>
                </a:cubicBezTo>
                <a:lnTo>
                  <a:pt x="387265" y="437400"/>
                </a:lnTo>
                <a:cubicBezTo>
                  <a:pt x="381849" y="431063"/>
                  <a:pt x="378238" y="422914"/>
                  <a:pt x="380043" y="413861"/>
                </a:cubicBezTo>
                <a:lnTo>
                  <a:pt x="399000" y="260852"/>
                </a:lnTo>
                <a:cubicBezTo>
                  <a:pt x="388168" y="255420"/>
                  <a:pt x="380043" y="246366"/>
                  <a:pt x="376432" y="235502"/>
                </a:cubicBezTo>
                <a:close/>
                <a:moveTo>
                  <a:pt x="374627" y="207435"/>
                </a:moveTo>
                <a:lnTo>
                  <a:pt x="464898" y="207435"/>
                </a:lnTo>
                <a:cubicBezTo>
                  <a:pt x="491980" y="207435"/>
                  <a:pt x="518159" y="211057"/>
                  <a:pt x="544337" y="218300"/>
                </a:cubicBezTo>
                <a:lnTo>
                  <a:pt x="575030" y="227353"/>
                </a:lnTo>
                <a:cubicBezTo>
                  <a:pt x="575932" y="227353"/>
                  <a:pt x="575932" y="227353"/>
                  <a:pt x="576835" y="227353"/>
                </a:cubicBezTo>
                <a:cubicBezTo>
                  <a:pt x="589473" y="232786"/>
                  <a:pt x="601209" y="241839"/>
                  <a:pt x="608430" y="254515"/>
                </a:cubicBezTo>
                <a:lnTo>
                  <a:pt x="685161" y="254515"/>
                </a:lnTo>
                <a:cubicBezTo>
                  <a:pt x="711340" y="254515"/>
                  <a:pt x="738421" y="258136"/>
                  <a:pt x="763697" y="264474"/>
                </a:cubicBezTo>
                <a:lnTo>
                  <a:pt x="795292" y="273528"/>
                </a:lnTo>
                <a:cubicBezTo>
                  <a:pt x="796195" y="274433"/>
                  <a:pt x="796195" y="274433"/>
                  <a:pt x="796195" y="274433"/>
                </a:cubicBezTo>
                <a:cubicBezTo>
                  <a:pt x="820568" y="283487"/>
                  <a:pt x="836817" y="307026"/>
                  <a:pt x="836817" y="332377"/>
                </a:cubicBezTo>
                <a:lnTo>
                  <a:pt x="836817" y="473615"/>
                </a:lnTo>
                <a:cubicBezTo>
                  <a:pt x="836817" y="491723"/>
                  <a:pt x="829596" y="508925"/>
                  <a:pt x="816958" y="521600"/>
                </a:cubicBezTo>
                <a:lnTo>
                  <a:pt x="755573" y="580449"/>
                </a:lnTo>
                <a:lnTo>
                  <a:pt x="755573" y="777821"/>
                </a:lnTo>
                <a:cubicBezTo>
                  <a:pt x="755573" y="785969"/>
                  <a:pt x="749254" y="791402"/>
                  <a:pt x="742032" y="791402"/>
                </a:cubicBezTo>
                <a:cubicBezTo>
                  <a:pt x="733908" y="791402"/>
                  <a:pt x="728491" y="785969"/>
                  <a:pt x="728491" y="777821"/>
                </a:cubicBezTo>
                <a:lnTo>
                  <a:pt x="728491" y="588598"/>
                </a:lnTo>
                <a:lnTo>
                  <a:pt x="651761" y="588598"/>
                </a:lnTo>
                <a:lnTo>
                  <a:pt x="651761" y="824900"/>
                </a:lnTo>
                <a:cubicBezTo>
                  <a:pt x="651761" y="832143"/>
                  <a:pt x="645442" y="838481"/>
                  <a:pt x="638220" y="838481"/>
                </a:cubicBezTo>
                <a:cubicBezTo>
                  <a:pt x="630095" y="838481"/>
                  <a:pt x="623776" y="832143"/>
                  <a:pt x="623776" y="824900"/>
                </a:cubicBezTo>
                <a:lnTo>
                  <a:pt x="623776" y="588598"/>
                </a:lnTo>
                <a:lnTo>
                  <a:pt x="537116" y="588598"/>
                </a:lnTo>
                <a:cubicBezTo>
                  <a:pt x="536213" y="588598"/>
                  <a:pt x="536213" y="588598"/>
                  <a:pt x="536213" y="588598"/>
                </a:cubicBezTo>
                <a:lnTo>
                  <a:pt x="536213" y="852062"/>
                </a:lnTo>
                <a:cubicBezTo>
                  <a:pt x="536213" y="858399"/>
                  <a:pt x="529894" y="864737"/>
                  <a:pt x="521770" y="864737"/>
                </a:cubicBezTo>
                <a:cubicBezTo>
                  <a:pt x="514548" y="864737"/>
                  <a:pt x="508229" y="858399"/>
                  <a:pt x="508229" y="852062"/>
                </a:cubicBezTo>
                <a:lnTo>
                  <a:pt x="508229" y="542424"/>
                </a:lnTo>
                <a:lnTo>
                  <a:pt x="435109" y="542424"/>
                </a:lnTo>
                <a:lnTo>
                  <a:pt x="435109" y="852062"/>
                </a:lnTo>
                <a:cubicBezTo>
                  <a:pt x="435109" y="858399"/>
                  <a:pt x="428790" y="864737"/>
                  <a:pt x="420665" y="864737"/>
                </a:cubicBezTo>
                <a:cubicBezTo>
                  <a:pt x="413444" y="864737"/>
                  <a:pt x="407125" y="858399"/>
                  <a:pt x="407125" y="852062"/>
                </a:cubicBezTo>
                <a:lnTo>
                  <a:pt x="407125" y="542424"/>
                </a:lnTo>
                <a:lnTo>
                  <a:pt x="331297" y="542424"/>
                </a:lnTo>
                <a:lnTo>
                  <a:pt x="331297" y="852062"/>
                </a:lnTo>
                <a:cubicBezTo>
                  <a:pt x="331297" y="858399"/>
                  <a:pt x="324978" y="864737"/>
                  <a:pt x="317756" y="864737"/>
                </a:cubicBezTo>
                <a:cubicBezTo>
                  <a:pt x="309631" y="864737"/>
                  <a:pt x="304215" y="858399"/>
                  <a:pt x="304215" y="852062"/>
                </a:cubicBezTo>
                <a:lnTo>
                  <a:pt x="304215" y="588598"/>
                </a:lnTo>
                <a:cubicBezTo>
                  <a:pt x="302410" y="588598"/>
                  <a:pt x="300604" y="588598"/>
                  <a:pt x="299702" y="588598"/>
                </a:cubicBezTo>
                <a:lnTo>
                  <a:pt x="213041" y="588598"/>
                </a:lnTo>
                <a:lnTo>
                  <a:pt x="213041" y="824900"/>
                </a:lnTo>
                <a:cubicBezTo>
                  <a:pt x="213041" y="832143"/>
                  <a:pt x="206722" y="838481"/>
                  <a:pt x="198597" y="838481"/>
                </a:cubicBezTo>
                <a:cubicBezTo>
                  <a:pt x="191376" y="838481"/>
                  <a:pt x="185057" y="832143"/>
                  <a:pt x="185057" y="824900"/>
                </a:cubicBezTo>
                <a:lnTo>
                  <a:pt x="185057" y="588598"/>
                </a:lnTo>
                <a:lnTo>
                  <a:pt x="109229" y="588598"/>
                </a:lnTo>
                <a:lnTo>
                  <a:pt x="109229" y="777821"/>
                </a:lnTo>
                <a:cubicBezTo>
                  <a:pt x="109229" y="785969"/>
                  <a:pt x="102910" y="791402"/>
                  <a:pt x="94785" y="791402"/>
                </a:cubicBezTo>
                <a:cubicBezTo>
                  <a:pt x="87563" y="791402"/>
                  <a:pt x="81244" y="785969"/>
                  <a:pt x="81244" y="777821"/>
                </a:cubicBezTo>
                <a:lnTo>
                  <a:pt x="81244" y="580449"/>
                </a:lnTo>
                <a:lnTo>
                  <a:pt x="19860" y="521600"/>
                </a:lnTo>
                <a:cubicBezTo>
                  <a:pt x="7222" y="508925"/>
                  <a:pt x="0" y="491723"/>
                  <a:pt x="0" y="473615"/>
                </a:cubicBezTo>
                <a:lnTo>
                  <a:pt x="0" y="332377"/>
                </a:lnTo>
                <a:cubicBezTo>
                  <a:pt x="0" y="307026"/>
                  <a:pt x="15346" y="283487"/>
                  <a:pt x="40622" y="274433"/>
                </a:cubicBezTo>
                <a:cubicBezTo>
                  <a:pt x="40622" y="274433"/>
                  <a:pt x="40622" y="274433"/>
                  <a:pt x="41525" y="273528"/>
                </a:cubicBezTo>
                <a:lnTo>
                  <a:pt x="73120" y="264474"/>
                </a:lnTo>
                <a:cubicBezTo>
                  <a:pt x="98396" y="258136"/>
                  <a:pt x="125477" y="254515"/>
                  <a:pt x="151656" y="254515"/>
                </a:cubicBezTo>
                <a:lnTo>
                  <a:pt x="231998" y="254515"/>
                </a:lnTo>
                <a:cubicBezTo>
                  <a:pt x="238317" y="241839"/>
                  <a:pt x="249149" y="232786"/>
                  <a:pt x="262690" y="227353"/>
                </a:cubicBezTo>
                <a:lnTo>
                  <a:pt x="263593" y="227353"/>
                </a:lnTo>
                <a:lnTo>
                  <a:pt x="295188" y="218300"/>
                </a:lnTo>
                <a:cubicBezTo>
                  <a:pt x="321367" y="211057"/>
                  <a:pt x="348448" y="207435"/>
                  <a:pt x="374627" y="207435"/>
                </a:cubicBezTo>
                <a:close/>
                <a:moveTo>
                  <a:pt x="639802" y="75098"/>
                </a:moveTo>
                <a:cubicBezTo>
                  <a:pt x="608944" y="75098"/>
                  <a:pt x="582624" y="101417"/>
                  <a:pt x="582624" y="133182"/>
                </a:cubicBezTo>
                <a:cubicBezTo>
                  <a:pt x="582624" y="165855"/>
                  <a:pt x="608944" y="190360"/>
                  <a:pt x="639802" y="190360"/>
                </a:cubicBezTo>
                <a:cubicBezTo>
                  <a:pt x="672475" y="190360"/>
                  <a:pt x="697888" y="165855"/>
                  <a:pt x="697888" y="133182"/>
                </a:cubicBezTo>
                <a:cubicBezTo>
                  <a:pt x="697888" y="101417"/>
                  <a:pt x="672475" y="75098"/>
                  <a:pt x="639802" y="75098"/>
                </a:cubicBezTo>
                <a:close/>
                <a:moveTo>
                  <a:pt x="200997" y="75098"/>
                </a:moveTo>
                <a:cubicBezTo>
                  <a:pt x="168324" y="75098"/>
                  <a:pt x="142912" y="101417"/>
                  <a:pt x="142912" y="133182"/>
                </a:cubicBezTo>
                <a:cubicBezTo>
                  <a:pt x="142912" y="165855"/>
                  <a:pt x="168324" y="190360"/>
                  <a:pt x="200997" y="190360"/>
                </a:cubicBezTo>
                <a:cubicBezTo>
                  <a:pt x="231855" y="190360"/>
                  <a:pt x="258175" y="165855"/>
                  <a:pt x="258175" y="133182"/>
                </a:cubicBezTo>
                <a:cubicBezTo>
                  <a:pt x="258175" y="101417"/>
                  <a:pt x="231855" y="75098"/>
                  <a:pt x="200997" y="75098"/>
                </a:cubicBezTo>
                <a:close/>
                <a:moveTo>
                  <a:pt x="639802" y="47870"/>
                </a:moveTo>
                <a:cubicBezTo>
                  <a:pt x="686997" y="47870"/>
                  <a:pt x="725115" y="85988"/>
                  <a:pt x="725115" y="133182"/>
                </a:cubicBezTo>
                <a:cubicBezTo>
                  <a:pt x="725115" y="180376"/>
                  <a:pt x="686997" y="218495"/>
                  <a:pt x="639802" y="218495"/>
                </a:cubicBezTo>
                <a:cubicBezTo>
                  <a:pt x="593515" y="218495"/>
                  <a:pt x="554489" y="180376"/>
                  <a:pt x="554489" y="133182"/>
                </a:cubicBezTo>
                <a:cubicBezTo>
                  <a:pt x="554489" y="85988"/>
                  <a:pt x="593515" y="47870"/>
                  <a:pt x="639802" y="47870"/>
                </a:cubicBezTo>
                <a:close/>
                <a:moveTo>
                  <a:pt x="200997" y="47870"/>
                </a:moveTo>
                <a:cubicBezTo>
                  <a:pt x="247284" y="47870"/>
                  <a:pt x="286310" y="85988"/>
                  <a:pt x="286310" y="133182"/>
                </a:cubicBezTo>
                <a:cubicBezTo>
                  <a:pt x="286310" y="180376"/>
                  <a:pt x="247284" y="218495"/>
                  <a:pt x="200997" y="218495"/>
                </a:cubicBezTo>
                <a:cubicBezTo>
                  <a:pt x="153803" y="218495"/>
                  <a:pt x="115684" y="180376"/>
                  <a:pt x="115684" y="133182"/>
                </a:cubicBezTo>
                <a:cubicBezTo>
                  <a:pt x="115684" y="85988"/>
                  <a:pt x="153803" y="47870"/>
                  <a:pt x="200997" y="47870"/>
                </a:cubicBezTo>
                <a:close/>
                <a:moveTo>
                  <a:pt x="420854" y="28889"/>
                </a:moveTo>
                <a:cubicBezTo>
                  <a:pt x="389256" y="28889"/>
                  <a:pt x="363075" y="54168"/>
                  <a:pt x="363075" y="85766"/>
                </a:cubicBezTo>
                <a:cubicBezTo>
                  <a:pt x="363075" y="117364"/>
                  <a:pt x="389256" y="143545"/>
                  <a:pt x="420854" y="143545"/>
                </a:cubicBezTo>
                <a:cubicBezTo>
                  <a:pt x="452452" y="143545"/>
                  <a:pt x="478633" y="117364"/>
                  <a:pt x="478633" y="85766"/>
                </a:cubicBezTo>
                <a:cubicBezTo>
                  <a:pt x="478633" y="54168"/>
                  <a:pt x="452452" y="28889"/>
                  <a:pt x="420854" y="28889"/>
                </a:cubicBezTo>
                <a:close/>
                <a:moveTo>
                  <a:pt x="420854" y="0"/>
                </a:moveTo>
                <a:cubicBezTo>
                  <a:pt x="467800" y="0"/>
                  <a:pt x="505717" y="38820"/>
                  <a:pt x="505717" y="85766"/>
                </a:cubicBezTo>
                <a:cubicBezTo>
                  <a:pt x="505717" y="132712"/>
                  <a:pt x="467800" y="170629"/>
                  <a:pt x="420854" y="170629"/>
                </a:cubicBezTo>
                <a:cubicBezTo>
                  <a:pt x="373908" y="170629"/>
                  <a:pt x="335088" y="132712"/>
                  <a:pt x="335088" y="85766"/>
                </a:cubicBezTo>
                <a:cubicBezTo>
                  <a:pt x="335088" y="38820"/>
                  <a:pt x="373908" y="0"/>
                  <a:pt x="4208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8" name="Freeform 90">
            <a:extLst>
              <a:ext uri="{FF2B5EF4-FFF2-40B4-BE49-F238E27FC236}">
                <a16:creationId xmlns:a16="http://schemas.microsoft.com/office/drawing/2014/main" id="{504C957A-FEFB-4A7A-9A0F-D18059EEF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524" y="8518074"/>
            <a:ext cx="2541082" cy="2541082"/>
          </a:xfrm>
          <a:custGeom>
            <a:avLst/>
            <a:gdLst>
              <a:gd name="T0" fmla="*/ 1404 w 2808"/>
              <a:gd name="T1" fmla="*/ 0 h 2808"/>
              <a:gd name="T2" fmla="*/ 1404 w 2808"/>
              <a:gd name="T3" fmla="*/ 0 h 2808"/>
              <a:gd name="T4" fmla="*/ 0 w 2808"/>
              <a:gd name="T5" fmla="*/ 1404 h 2808"/>
              <a:gd name="T6" fmla="*/ 0 w 2808"/>
              <a:gd name="T7" fmla="*/ 1404 h 2808"/>
              <a:gd name="T8" fmla="*/ 35 w 2808"/>
              <a:gd name="T9" fmla="*/ 1716 h 2808"/>
              <a:gd name="T10" fmla="*/ 35 w 2808"/>
              <a:gd name="T11" fmla="*/ 1716 h 2808"/>
              <a:gd name="T12" fmla="*/ 1404 w 2808"/>
              <a:gd name="T13" fmla="*/ 2807 h 2808"/>
              <a:gd name="T14" fmla="*/ 1404 w 2808"/>
              <a:gd name="T15" fmla="*/ 2807 h 2808"/>
              <a:gd name="T16" fmla="*/ 2771 w 2808"/>
              <a:gd name="T17" fmla="*/ 1716 h 2808"/>
              <a:gd name="T18" fmla="*/ 2771 w 2808"/>
              <a:gd name="T19" fmla="*/ 1716 h 2808"/>
              <a:gd name="T20" fmla="*/ 2807 w 2808"/>
              <a:gd name="T21" fmla="*/ 1404 h 2808"/>
              <a:gd name="T22" fmla="*/ 2807 w 2808"/>
              <a:gd name="T23" fmla="*/ 1404 h 2808"/>
              <a:gd name="T24" fmla="*/ 1404 w 2808"/>
              <a:gd name="T25" fmla="*/ 0 h 2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08" h="2808">
                <a:moveTo>
                  <a:pt x="1404" y="0"/>
                </a:moveTo>
                <a:lnTo>
                  <a:pt x="1404" y="0"/>
                </a:lnTo>
                <a:cubicBezTo>
                  <a:pt x="629" y="0"/>
                  <a:pt x="0" y="628"/>
                  <a:pt x="0" y="1404"/>
                </a:cubicBezTo>
                <a:lnTo>
                  <a:pt x="0" y="1404"/>
                </a:lnTo>
                <a:cubicBezTo>
                  <a:pt x="0" y="1511"/>
                  <a:pt x="13" y="1615"/>
                  <a:pt x="35" y="1716"/>
                </a:cubicBezTo>
                <a:lnTo>
                  <a:pt x="35" y="1716"/>
                </a:lnTo>
                <a:cubicBezTo>
                  <a:pt x="177" y="2341"/>
                  <a:pt x="736" y="2807"/>
                  <a:pt x="1404" y="2807"/>
                </a:cubicBezTo>
                <a:lnTo>
                  <a:pt x="1404" y="2807"/>
                </a:lnTo>
                <a:cubicBezTo>
                  <a:pt x="2071" y="2807"/>
                  <a:pt x="2630" y="2341"/>
                  <a:pt x="2771" y="1716"/>
                </a:cubicBezTo>
                <a:lnTo>
                  <a:pt x="2771" y="1716"/>
                </a:lnTo>
                <a:cubicBezTo>
                  <a:pt x="2794" y="1615"/>
                  <a:pt x="2807" y="1511"/>
                  <a:pt x="2807" y="1404"/>
                </a:cubicBezTo>
                <a:lnTo>
                  <a:pt x="2807" y="1404"/>
                </a:lnTo>
                <a:cubicBezTo>
                  <a:pt x="2807" y="628"/>
                  <a:pt x="2178" y="0"/>
                  <a:pt x="1404" y="0"/>
                </a:cubicBezTo>
              </a:path>
            </a:pathLst>
          </a:custGeom>
          <a:solidFill>
            <a:schemeClr val="bg2"/>
          </a:solidFill>
          <a:ln w="76200" cap="flat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5" name="Freeform 95">
            <a:extLst>
              <a:ext uri="{FF2B5EF4-FFF2-40B4-BE49-F238E27FC236}">
                <a16:creationId xmlns:a16="http://schemas.microsoft.com/office/drawing/2014/main" id="{2459D56F-5DBA-4D27-9AB6-58C9C97A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784" y="8789336"/>
            <a:ext cx="1998562" cy="1998559"/>
          </a:xfrm>
          <a:custGeom>
            <a:avLst/>
            <a:gdLst>
              <a:gd name="T0" fmla="*/ 1104 w 2210"/>
              <a:gd name="T1" fmla="*/ 0 h 2209"/>
              <a:gd name="T2" fmla="*/ 1104 w 2210"/>
              <a:gd name="T3" fmla="*/ 0 h 2209"/>
              <a:gd name="T4" fmla="*/ 0 w 2210"/>
              <a:gd name="T5" fmla="*/ 1104 h 2209"/>
              <a:gd name="T6" fmla="*/ 0 w 2210"/>
              <a:gd name="T7" fmla="*/ 1104 h 2209"/>
              <a:gd name="T8" fmla="*/ 27 w 2210"/>
              <a:gd name="T9" fmla="*/ 1350 h 2209"/>
              <a:gd name="T10" fmla="*/ 27 w 2210"/>
              <a:gd name="T11" fmla="*/ 1350 h 2209"/>
              <a:gd name="T12" fmla="*/ 1104 w 2210"/>
              <a:gd name="T13" fmla="*/ 2208 h 2209"/>
              <a:gd name="T14" fmla="*/ 1104 w 2210"/>
              <a:gd name="T15" fmla="*/ 2208 h 2209"/>
              <a:gd name="T16" fmla="*/ 2181 w 2210"/>
              <a:gd name="T17" fmla="*/ 1350 h 2209"/>
              <a:gd name="T18" fmla="*/ 2181 w 2210"/>
              <a:gd name="T19" fmla="*/ 1350 h 2209"/>
              <a:gd name="T20" fmla="*/ 2209 w 2210"/>
              <a:gd name="T21" fmla="*/ 1104 h 2209"/>
              <a:gd name="T22" fmla="*/ 2209 w 2210"/>
              <a:gd name="T23" fmla="*/ 1104 h 2209"/>
              <a:gd name="T24" fmla="*/ 1104 w 2210"/>
              <a:gd name="T25" fmla="*/ 0 h 2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09">
                <a:moveTo>
                  <a:pt x="1104" y="0"/>
                </a:moveTo>
                <a:lnTo>
                  <a:pt x="1104" y="0"/>
                </a:lnTo>
                <a:cubicBezTo>
                  <a:pt x="494" y="0"/>
                  <a:pt x="0" y="494"/>
                  <a:pt x="0" y="1104"/>
                </a:cubicBezTo>
                <a:lnTo>
                  <a:pt x="0" y="1104"/>
                </a:lnTo>
                <a:cubicBezTo>
                  <a:pt x="0" y="1188"/>
                  <a:pt x="9" y="1271"/>
                  <a:pt x="27" y="1350"/>
                </a:cubicBezTo>
                <a:lnTo>
                  <a:pt x="27" y="1350"/>
                </a:lnTo>
                <a:cubicBezTo>
                  <a:pt x="139" y="1842"/>
                  <a:pt x="578" y="2208"/>
                  <a:pt x="1104" y="2208"/>
                </a:cubicBezTo>
                <a:lnTo>
                  <a:pt x="1104" y="2208"/>
                </a:lnTo>
                <a:cubicBezTo>
                  <a:pt x="1630" y="2208"/>
                  <a:pt x="2070" y="1842"/>
                  <a:pt x="2181" y="1350"/>
                </a:cubicBezTo>
                <a:lnTo>
                  <a:pt x="2181" y="1350"/>
                </a:lnTo>
                <a:cubicBezTo>
                  <a:pt x="2199" y="1271"/>
                  <a:pt x="2209" y="1188"/>
                  <a:pt x="2209" y="1104"/>
                </a:cubicBezTo>
                <a:lnTo>
                  <a:pt x="2209" y="1104"/>
                </a:lnTo>
                <a:cubicBezTo>
                  <a:pt x="2209" y="494"/>
                  <a:pt x="1714" y="0"/>
                  <a:pt x="1104" y="0"/>
                </a:cubicBezTo>
              </a:path>
            </a:pathLst>
          </a:custGeom>
          <a:noFill/>
          <a:ln w="12700" cap="flat">
            <a:solidFill>
              <a:schemeClr val="accent3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8" name="Freeform 112">
            <a:extLst>
              <a:ext uri="{FF2B5EF4-FFF2-40B4-BE49-F238E27FC236}">
                <a16:creationId xmlns:a16="http://schemas.microsoft.com/office/drawing/2014/main" id="{25D7F8E3-7356-4090-9969-1131197C1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429" y="9287977"/>
            <a:ext cx="1001273" cy="1001276"/>
          </a:xfrm>
          <a:custGeom>
            <a:avLst/>
            <a:gdLst>
              <a:gd name="T0" fmla="*/ 764 w 1107"/>
              <a:gd name="T1" fmla="*/ 743 h 1107"/>
              <a:gd name="T2" fmla="*/ 823 w 1107"/>
              <a:gd name="T3" fmla="*/ 688 h 1107"/>
              <a:gd name="T4" fmla="*/ 806 w 1107"/>
              <a:gd name="T5" fmla="*/ 596 h 1107"/>
              <a:gd name="T6" fmla="*/ 683 w 1107"/>
              <a:gd name="T7" fmla="*/ 606 h 1107"/>
              <a:gd name="T8" fmla="*/ 672 w 1107"/>
              <a:gd name="T9" fmla="*/ 455 h 1107"/>
              <a:gd name="T10" fmla="*/ 678 w 1107"/>
              <a:gd name="T11" fmla="*/ 443 h 1107"/>
              <a:gd name="T12" fmla="*/ 624 w 1107"/>
              <a:gd name="T13" fmla="*/ 398 h 1107"/>
              <a:gd name="T14" fmla="*/ 618 w 1107"/>
              <a:gd name="T15" fmla="*/ 321 h 1107"/>
              <a:gd name="T16" fmla="*/ 676 w 1107"/>
              <a:gd name="T17" fmla="*/ 311 h 1107"/>
              <a:gd name="T18" fmla="*/ 729 w 1107"/>
              <a:gd name="T19" fmla="*/ 374 h 1107"/>
              <a:gd name="T20" fmla="*/ 752 w 1107"/>
              <a:gd name="T21" fmla="*/ 376 h 1107"/>
              <a:gd name="T22" fmla="*/ 1055 w 1107"/>
              <a:gd name="T23" fmla="*/ 503 h 1107"/>
              <a:gd name="T24" fmla="*/ 1055 w 1107"/>
              <a:gd name="T25" fmla="*/ 603 h 1107"/>
              <a:gd name="T26" fmla="*/ 553 w 1107"/>
              <a:gd name="T27" fmla="*/ 1075 h 1107"/>
              <a:gd name="T28" fmla="*/ 288 w 1107"/>
              <a:gd name="T29" fmla="*/ 839 h 1107"/>
              <a:gd name="T30" fmla="*/ 387 w 1107"/>
              <a:gd name="T31" fmla="*/ 796 h 1107"/>
              <a:gd name="T32" fmla="*/ 510 w 1107"/>
              <a:gd name="T33" fmla="*/ 807 h 1107"/>
              <a:gd name="T34" fmla="*/ 527 w 1107"/>
              <a:gd name="T35" fmla="*/ 714 h 1107"/>
              <a:gd name="T36" fmla="*/ 553 w 1107"/>
              <a:gd name="T37" fmla="*/ 574 h 1107"/>
              <a:gd name="T38" fmla="*/ 663 w 1107"/>
              <a:gd name="T39" fmla="*/ 677 h 1107"/>
              <a:gd name="T40" fmla="*/ 708 w 1107"/>
              <a:gd name="T41" fmla="*/ 624 h 1107"/>
              <a:gd name="T42" fmla="*/ 727 w 1107"/>
              <a:gd name="T43" fmla="*/ 607 h 1107"/>
              <a:gd name="T44" fmla="*/ 795 w 1107"/>
              <a:gd name="T45" fmla="*/ 675 h 1107"/>
              <a:gd name="T46" fmla="*/ 732 w 1107"/>
              <a:gd name="T47" fmla="*/ 728 h 1107"/>
              <a:gd name="T48" fmla="*/ 725 w 1107"/>
              <a:gd name="T49" fmla="*/ 739 h 1107"/>
              <a:gd name="T50" fmla="*/ 603 w 1107"/>
              <a:gd name="T51" fmla="*/ 1054 h 1107"/>
              <a:gd name="T52" fmla="*/ 52 w 1107"/>
              <a:gd name="T53" fmla="*/ 503 h 1107"/>
              <a:gd name="T54" fmla="*/ 310 w 1107"/>
              <a:gd name="T55" fmla="*/ 387 h 1107"/>
              <a:gd name="T56" fmla="*/ 283 w 1107"/>
              <a:gd name="T57" fmla="*/ 418 h 1107"/>
              <a:gd name="T58" fmla="*/ 392 w 1107"/>
              <a:gd name="T59" fmla="*/ 526 h 1107"/>
              <a:gd name="T60" fmla="*/ 447 w 1107"/>
              <a:gd name="T61" fmla="*/ 467 h 1107"/>
              <a:gd name="T62" fmla="*/ 433 w 1107"/>
              <a:gd name="T63" fmla="*/ 651 h 1107"/>
              <a:gd name="T64" fmla="*/ 436 w 1107"/>
              <a:gd name="T65" fmla="*/ 674 h 1107"/>
              <a:gd name="T66" fmla="*/ 499 w 1107"/>
              <a:gd name="T67" fmla="*/ 727 h 1107"/>
              <a:gd name="T68" fmla="*/ 489 w 1107"/>
              <a:gd name="T69" fmla="*/ 785 h 1107"/>
              <a:gd name="T70" fmla="*/ 411 w 1107"/>
              <a:gd name="T71" fmla="*/ 778 h 1107"/>
              <a:gd name="T72" fmla="*/ 367 w 1107"/>
              <a:gd name="T73" fmla="*/ 726 h 1107"/>
              <a:gd name="T74" fmla="*/ 267 w 1107"/>
              <a:gd name="T75" fmla="*/ 817 h 1107"/>
              <a:gd name="T76" fmla="*/ 31 w 1107"/>
              <a:gd name="T77" fmla="*/ 553 h 1107"/>
              <a:gd name="T78" fmla="*/ 553 w 1107"/>
              <a:gd name="T79" fmla="*/ 30 h 1107"/>
              <a:gd name="T80" fmla="*/ 818 w 1107"/>
              <a:gd name="T81" fmla="*/ 266 h 1107"/>
              <a:gd name="T82" fmla="*/ 720 w 1107"/>
              <a:gd name="T83" fmla="*/ 310 h 1107"/>
              <a:gd name="T84" fmla="*/ 596 w 1107"/>
              <a:gd name="T85" fmla="*/ 300 h 1107"/>
              <a:gd name="T86" fmla="*/ 580 w 1107"/>
              <a:gd name="T87" fmla="*/ 391 h 1107"/>
              <a:gd name="T88" fmla="*/ 553 w 1107"/>
              <a:gd name="T89" fmla="*/ 531 h 1107"/>
              <a:gd name="T90" fmla="*/ 443 w 1107"/>
              <a:gd name="T91" fmla="*/ 428 h 1107"/>
              <a:gd name="T92" fmla="*/ 399 w 1107"/>
              <a:gd name="T93" fmla="*/ 482 h 1107"/>
              <a:gd name="T94" fmla="*/ 379 w 1107"/>
              <a:gd name="T95" fmla="*/ 498 h 1107"/>
              <a:gd name="T96" fmla="*/ 311 w 1107"/>
              <a:gd name="T97" fmla="*/ 430 h 1107"/>
              <a:gd name="T98" fmla="*/ 374 w 1107"/>
              <a:gd name="T99" fmla="*/ 377 h 1107"/>
              <a:gd name="T100" fmla="*/ 380 w 1107"/>
              <a:gd name="T101" fmla="*/ 366 h 1107"/>
              <a:gd name="T102" fmla="*/ 503 w 1107"/>
              <a:gd name="T103" fmla="*/ 51 h 1107"/>
              <a:gd name="T104" fmla="*/ 625 w 1107"/>
              <a:gd name="T105" fmla="*/ 30 h 1107"/>
              <a:gd name="T106" fmla="*/ 481 w 1107"/>
              <a:gd name="T107" fmla="*/ 30 h 1107"/>
              <a:gd name="T108" fmla="*/ 0 w 1107"/>
              <a:gd name="T109" fmla="*/ 553 h 1107"/>
              <a:gd name="T110" fmla="*/ 481 w 1107"/>
              <a:gd name="T111" fmla="*/ 1076 h 1107"/>
              <a:gd name="T112" fmla="*/ 553 w 1107"/>
              <a:gd name="T113" fmla="*/ 1106 h 1107"/>
              <a:gd name="T114" fmla="*/ 1077 w 1107"/>
              <a:gd name="T115" fmla="*/ 625 h 1107"/>
              <a:gd name="T116" fmla="*/ 1077 w 1107"/>
              <a:gd name="T117" fmla="*/ 481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07" h="1107">
                <a:moveTo>
                  <a:pt x="1055" y="603"/>
                </a:moveTo>
                <a:lnTo>
                  <a:pt x="840" y="817"/>
                </a:lnTo>
                <a:lnTo>
                  <a:pt x="764" y="743"/>
                </a:lnTo>
                <a:lnTo>
                  <a:pt x="796" y="720"/>
                </a:lnTo>
                <a:lnTo>
                  <a:pt x="796" y="720"/>
                </a:lnTo>
                <a:cubicBezTo>
                  <a:pt x="809" y="710"/>
                  <a:pt x="818" y="701"/>
                  <a:pt x="823" y="688"/>
                </a:cubicBezTo>
                <a:lnTo>
                  <a:pt x="823" y="688"/>
                </a:lnTo>
                <a:cubicBezTo>
                  <a:pt x="838" y="657"/>
                  <a:pt x="831" y="620"/>
                  <a:pt x="806" y="596"/>
                </a:cubicBezTo>
                <a:lnTo>
                  <a:pt x="806" y="596"/>
                </a:lnTo>
                <a:cubicBezTo>
                  <a:pt x="783" y="572"/>
                  <a:pt x="746" y="565"/>
                  <a:pt x="715" y="579"/>
                </a:cubicBezTo>
                <a:lnTo>
                  <a:pt x="715" y="579"/>
                </a:lnTo>
                <a:cubicBezTo>
                  <a:pt x="703" y="585"/>
                  <a:pt x="692" y="594"/>
                  <a:pt x="683" y="606"/>
                </a:cubicBezTo>
                <a:lnTo>
                  <a:pt x="660" y="638"/>
                </a:lnTo>
                <a:lnTo>
                  <a:pt x="575" y="553"/>
                </a:lnTo>
                <a:lnTo>
                  <a:pt x="672" y="455"/>
                </a:lnTo>
                <a:lnTo>
                  <a:pt x="672" y="455"/>
                </a:lnTo>
                <a:cubicBezTo>
                  <a:pt x="676" y="452"/>
                  <a:pt x="678" y="447"/>
                  <a:pt x="678" y="443"/>
                </a:cubicBezTo>
                <a:lnTo>
                  <a:pt x="678" y="443"/>
                </a:lnTo>
                <a:cubicBezTo>
                  <a:pt x="677" y="439"/>
                  <a:pt x="674" y="434"/>
                  <a:pt x="671" y="432"/>
                </a:cubicBezTo>
                <a:lnTo>
                  <a:pt x="624" y="398"/>
                </a:lnTo>
                <a:lnTo>
                  <a:pt x="624" y="398"/>
                </a:lnTo>
                <a:cubicBezTo>
                  <a:pt x="617" y="392"/>
                  <a:pt x="611" y="385"/>
                  <a:pt x="608" y="379"/>
                </a:cubicBezTo>
                <a:lnTo>
                  <a:pt x="608" y="379"/>
                </a:lnTo>
                <a:cubicBezTo>
                  <a:pt x="598" y="360"/>
                  <a:pt x="602" y="336"/>
                  <a:pt x="618" y="321"/>
                </a:cubicBezTo>
                <a:lnTo>
                  <a:pt x="618" y="321"/>
                </a:lnTo>
                <a:cubicBezTo>
                  <a:pt x="633" y="305"/>
                  <a:pt x="657" y="302"/>
                  <a:pt x="676" y="311"/>
                </a:cubicBezTo>
                <a:lnTo>
                  <a:pt x="676" y="311"/>
                </a:lnTo>
                <a:cubicBezTo>
                  <a:pt x="682" y="314"/>
                  <a:pt x="689" y="320"/>
                  <a:pt x="695" y="327"/>
                </a:cubicBezTo>
                <a:lnTo>
                  <a:pt x="729" y="374"/>
                </a:lnTo>
                <a:lnTo>
                  <a:pt x="729" y="374"/>
                </a:lnTo>
                <a:cubicBezTo>
                  <a:pt x="731" y="378"/>
                  <a:pt x="736" y="380"/>
                  <a:pt x="740" y="381"/>
                </a:cubicBezTo>
                <a:lnTo>
                  <a:pt x="740" y="381"/>
                </a:lnTo>
                <a:cubicBezTo>
                  <a:pt x="744" y="381"/>
                  <a:pt x="749" y="379"/>
                  <a:pt x="752" y="376"/>
                </a:cubicBezTo>
                <a:lnTo>
                  <a:pt x="840" y="288"/>
                </a:lnTo>
                <a:lnTo>
                  <a:pt x="1055" y="503"/>
                </a:lnTo>
                <a:lnTo>
                  <a:pt x="1055" y="503"/>
                </a:lnTo>
                <a:cubicBezTo>
                  <a:pt x="1068" y="516"/>
                  <a:pt x="1076" y="534"/>
                  <a:pt x="1076" y="553"/>
                </a:cubicBezTo>
                <a:lnTo>
                  <a:pt x="1076" y="553"/>
                </a:lnTo>
                <a:cubicBezTo>
                  <a:pt x="1076" y="572"/>
                  <a:pt x="1068" y="590"/>
                  <a:pt x="1055" y="603"/>
                </a:cubicBezTo>
                <a:close/>
                <a:moveTo>
                  <a:pt x="603" y="1054"/>
                </a:moveTo>
                <a:lnTo>
                  <a:pt x="603" y="1054"/>
                </a:lnTo>
                <a:cubicBezTo>
                  <a:pt x="590" y="1068"/>
                  <a:pt x="572" y="1075"/>
                  <a:pt x="553" y="1075"/>
                </a:cubicBezTo>
                <a:lnTo>
                  <a:pt x="553" y="1075"/>
                </a:lnTo>
                <a:cubicBezTo>
                  <a:pt x="534" y="1075"/>
                  <a:pt x="516" y="1068"/>
                  <a:pt x="503" y="1054"/>
                </a:cubicBezTo>
                <a:lnTo>
                  <a:pt x="288" y="839"/>
                </a:lnTo>
                <a:lnTo>
                  <a:pt x="363" y="765"/>
                </a:lnTo>
                <a:lnTo>
                  <a:pt x="387" y="796"/>
                </a:lnTo>
                <a:lnTo>
                  <a:pt x="387" y="796"/>
                </a:lnTo>
                <a:cubicBezTo>
                  <a:pt x="396" y="808"/>
                  <a:pt x="406" y="817"/>
                  <a:pt x="418" y="823"/>
                </a:cubicBezTo>
                <a:lnTo>
                  <a:pt x="418" y="823"/>
                </a:lnTo>
                <a:cubicBezTo>
                  <a:pt x="449" y="837"/>
                  <a:pt x="486" y="830"/>
                  <a:pt x="510" y="807"/>
                </a:cubicBezTo>
                <a:lnTo>
                  <a:pt x="510" y="807"/>
                </a:lnTo>
                <a:cubicBezTo>
                  <a:pt x="534" y="782"/>
                  <a:pt x="541" y="745"/>
                  <a:pt x="527" y="714"/>
                </a:cubicBezTo>
                <a:lnTo>
                  <a:pt x="527" y="714"/>
                </a:lnTo>
                <a:cubicBezTo>
                  <a:pt x="521" y="702"/>
                  <a:pt x="512" y="691"/>
                  <a:pt x="500" y="683"/>
                </a:cubicBezTo>
                <a:lnTo>
                  <a:pt x="468" y="660"/>
                </a:lnTo>
                <a:lnTo>
                  <a:pt x="553" y="574"/>
                </a:lnTo>
                <a:lnTo>
                  <a:pt x="651" y="673"/>
                </a:lnTo>
                <a:lnTo>
                  <a:pt x="651" y="673"/>
                </a:lnTo>
                <a:cubicBezTo>
                  <a:pt x="654" y="675"/>
                  <a:pt x="659" y="677"/>
                  <a:pt x="663" y="677"/>
                </a:cubicBezTo>
                <a:lnTo>
                  <a:pt x="663" y="677"/>
                </a:lnTo>
                <a:cubicBezTo>
                  <a:pt x="667" y="676"/>
                  <a:pt x="672" y="674"/>
                  <a:pt x="674" y="670"/>
                </a:cubicBezTo>
                <a:lnTo>
                  <a:pt x="708" y="624"/>
                </a:lnTo>
                <a:lnTo>
                  <a:pt x="708" y="624"/>
                </a:lnTo>
                <a:cubicBezTo>
                  <a:pt x="714" y="616"/>
                  <a:pt x="721" y="611"/>
                  <a:pt x="727" y="607"/>
                </a:cubicBezTo>
                <a:lnTo>
                  <a:pt x="727" y="607"/>
                </a:lnTo>
                <a:cubicBezTo>
                  <a:pt x="746" y="598"/>
                  <a:pt x="770" y="602"/>
                  <a:pt x="785" y="617"/>
                </a:cubicBezTo>
                <a:lnTo>
                  <a:pt x="785" y="617"/>
                </a:lnTo>
                <a:cubicBezTo>
                  <a:pt x="801" y="633"/>
                  <a:pt x="805" y="656"/>
                  <a:pt x="795" y="675"/>
                </a:cubicBezTo>
                <a:lnTo>
                  <a:pt x="795" y="675"/>
                </a:lnTo>
                <a:cubicBezTo>
                  <a:pt x="792" y="683"/>
                  <a:pt x="786" y="689"/>
                  <a:pt x="779" y="695"/>
                </a:cubicBezTo>
                <a:lnTo>
                  <a:pt x="732" y="728"/>
                </a:lnTo>
                <a:lnTo>
                  <a:pt x="732" y="728"/>
                </a:lnTo>
                <a:cubicBezTo>
                  <a:pt x="729" y="731"/>
                  <a:pt x="726" y="735"/>
                  <a:pt x="725" y="739"/>
                </a:cubicBezTo>
                <a:lnTo>
                  <a:pt x="725" y="739"/>
                </a:lnTo>
                <a:cubicBezTo>
                  <a:pt x="725" y="744"/>
                  <a:pt x="727" y="749"/>
                  <a:pt x="731" y="752"/>
                </a:cubicBezTo>
                <a:lnTo>
                  <a:pt x="818" y="839"/>
                </a:lnTo>
                <a:lnTo>
                  <a:pt x="603" y="1054"/>
                </a:lnTo>
                <a:close/>
                <a:moveTo>
                  <a:pt x="31" y="553"/>
                </a:moveTo>
                <a:lnTo>
                  <a:pt x="31" y="553"/>
                </a:lnTo>
                <a:cubicBezTo>
                  <a:pt x="31" y="534"/>
                  <a:pt x="38" y="516"/>
                  <a:pt x="52" y="503"/>
                </a:cubicBezTo>
                <a:lnTo>
                  <a:pt x="267" y="288"/>
                </a:lnTo>
                <a:lnTo>
                  <a:pt x="341" y="363"/>
                </a:lnTo>
                <a:lnTo>
                  <a:pt x="310" y="387"/>
                </a:lnTo>
                <a:lnTo>
                  <a:pt x="310" y="387"/>
                </a:lnTo>
                <a:cubicBezTo>
                  <a:pt x="298" y="395"/>
                  <a:pt x="288" y="406"/>
                  <a:pt x="283" y="418"/>
                </a:cubicBezTo>
                <a:lnTo>
                  <a:pt x="283" y="418"/>
                </a:lnTo>
                <a:cubicBezTo>
                  <a:pt x="269" y="449"/>
                  <a:pt x="276" y="486"/>
                  <a:pt x="299" y="510"/>
                </a:cubicBezTo>
                <a:lnTo>
                  <a:pt x="299" y="510"/>
                </a:lnTo>
                <a:cubicBezTo>
                  <a:pt x="324" y="534"/>
                  <a:pt x="361" y="541"/>
                  <a:pt x="392" y="526"/>
                </a:cubicBezTo>
                <a:lnTo>
                  <a:pt x="392" y="526"/>
                </a:lnTo>
                <a:cubicBezTo>
                  <a:pt x="404" y="521"/>
                  <a:pt x="415" y="512"/>
                  <a:pt x="423" y="499"/>
                </a:cubicBezTo>
                <a:lnTo>
                  <a:pt x="447" y="467"/>
                </a:lnTo>
                <a:lnTo>
                  <a:pt x="532" y="553"/>
                </a:lnTo>
                <a:lnTo>
                  <a:pt x="433" y="651"/>
                </a:lnTo>
                <a:lnTo>
                  <a:pt x="433" y="651"/>
                </a:lnTo>
                <a:cubicBezTo>
                  <a:pt x="431" y="654"/>
                  <a:pt x="429" y="658"/>
                  <a:pt x="429" y="663"/>
                </a:cubicBezTo>
                <a:lnTo>
                  <a:pt x="429" y="663"/>
                </a:lnTo>
                <a:cubicBezTo>
                  <a:pt x="430" y="668"/>
                  <a:pt x="432" y="671"/>
                  <a:pt x="436" y="674"/>
                </a:cubicBezTo>
                <a:lnTo>
                  <a:pt x="482" y="707"/>
                </a:lnTo>
                <a:lnTo>
                  <a:pt x="482" y="707"/>
                </a:lnTo>
                <a:cubicBezTo>
                  <a:pt x="490" y="713"/>
                  <a:pt x="495" y="720"/>
                  <a:pt x="499" y="727"/>
                </a:cubicBezTo>
                <a:lnTo>
                  <a:pt x="499" y="727"/>
                </a:lnTo>
                <a:cubicBezTo>
                  <a:pt x="508" y="746"/>
                  <a:pt x="504" y="770"/>
                  <a:pt x="489" y="785"/>
                </a:cubicBezTo>
                <a:lnTo>
                  <a:pt x="489" y="785"/>
                </a:lnTo>
                <a:cubicBezTo>
                  <a:pt x="473" y="800"/>
                  <a:pt x="450" y="804"/>
                  <a:pt x="431" y="795"/>
                </a:cubicBezTo>
                <a:lnTo>
                  <a:pt x="431" y="795"/>
                </a:lnTo>
                <a:cubicBezTo>
                  <a:pt x="424" y="792"/>
                  <a:pt x="417" y="786"/>
                  <a:pt x="411" y="778"/>
                </a:cubicBezTo>
                <a:lnTo>
                  <a:pt x="378" y="732"/>
                </a:lnTo>
                <a:lnTo>
                  <a:pt x="378" y="732"/>
                </a:lnTo>
                <a:cubicBezTo>
                  <a:pt x="375" y="728"/>
                  <a:pt x="371" y="726"/>
                  <a:pt x="367" y="726"/>
                </a:cubicBezTo>
                <a:lnTo>
                  <a:pt x="367" y="726"/>
                </a:lnTo>
                <a:cubicBezTo>
                  <a:pt x="362" y="725"/>
                  <a:pt x="357" y="727"/>
                  <a:pt x="355" y="730"/>
                </a:cubicBezTo>
                <a:lnTo>
                  <a:pt x="267" y="817"/>
                </a:lnTo>
                <a:lnTo>
                  <a:pt x="52" y="603"/>
                </a:lnTo>
                <a:lnTo>
                  <a:pt x="52" y="603"/>
                </a:lnTo>
                <a:cubicBezTo>
                  <a:pt x="38" y="590"/>
                  <a:pt x="31" y="572"/>
                  <a:pt x="31" y="553"/>
                </a:cubicBezTo>
                <a:close/>
                <a:moveTo>
                  <a:pt x="503" y="51"/>
                </a:moveTo>
                <a:lnTo>
                  <a:pt x="503" y="51"/>
                </a:lnTo>
                <a:cubicBezTo>
                  <a:pt x="516" y="38"/>
                  <a:pt x="534" y="30"/>
                  <a:pt x="553" y="30"/>
                </a:cubicBezTo>
                <a:lnTo>
                  <a:pt x="553" y="30"/>
                </a:lnTo>
                <a:cubicBezTo>
                  <a:pt x="572" y="30"/>
                  <a:pt x="590" y="38"/>
                  <a:pt x="603" y="51"/>
                </a:cubicBezTo>
                <a:lnTo>
                  <a:pt x="818" y="266"/>
                </a:lnTo>
                <a:lnTo>
                  <a:pt x="743" y="342"/>
                </a:lnTo>
                <a:lnTo>
                  <a:pt x="720" y="310"/>
                </a:lnTo>
                <a:lnTo>
                  <a:pt x="720" y="310"/>
                </a:lnTo>
                <a:cubicBezTo>
                  <a:pt x="711" y="297"/>
                  <a:pt x="700" y="288"/>
                  <a:pt x="688" y="283"/>
                </a:cubicBezTo>
                <a:lnTo>
                  <a:pt x="688" y="283"/>
                </a:lnTo>
                <a:cubicBezTo>
                  <a:pt x="657" y="268"/>
                  <a:pt x="620" y="275"/>
                  <a:pt x="596" y="300"/>
                </a:cubicBezTo>
                <a:lnTo>
                  <a:pt x="596" y="300"/>
                </a:lnTo>
                <a:cubicBezTo>
                  <a:pt x="572" y="323"/>
                  <a:pt x="565" y="360"/>
                  <a:pt x="580" y="391"/>
                </a:cubicBezTo>
                <a:lnTo>
                  <a:pt x="580" y="391"/>
                </a:lnTo>
                <a:cubicBezTo>
                  <a:pt x="585" y="403"/>
                  <a:pt x="594" y="414"/>
                  <a:pt x="607" y="423"/>
                </a:cubicBezTo>
                <a:lnTo>
                  <a:pt x="639" y="446"/>
                </a:lnTo>
                <a:lnTo>
                  <a:pt x="553" y="531"/>
                </a:lnTo>
                <a:lnTo>
                  <a:pt x="455" y="434"/>
                </a:lnTo>
                <a:lnTo>
                  <a:pt x="455" y="434"/>
                </a:lnTo>
                <a:cubicBezTo>
                  <a:pt x="452" y="430"/>
                  <a:pt x="448" y="428"/>
                  <a:pt x="443" y="428"/>
                </a:cubicBezTo>
                <a:lnTo>
                  <a:pt x="443" y="428"/>
                </a:lnTo>
                <a:cubicBezTo>
                  <a:pt x="439" y="429"/>
                  <a:pt x="435" y="432"/>
                  <a:pt x="433" y="435"/>
                </a:cubicBezTo>
                <a:lnTo>
                  <a:pt x="399" y="482"/>
                </a:lnTo>
                <a:lnTo>
                  <a:pt x="399" y="482"/>
                </a:lnTo>
                <a:cubicBezTo>
                  <a:pt x="393" y="490"/>
                  <a:pt x="386" y="496"/>
                  <a:pt x="379" y="498"/>
                </a:cubicBezTo>
                <a:lnTo>
                  <a:pt x="379" y="498"/>
                </a:lnTo>
                <a:cubicBezTo>
                  <a:pt x="360" y="508"/>
                  <a:pt x="336" y="504"/>
                  <a:pt x="321" y="488"/>
                </a:cubicBezTo>
                <a:lnTo>
                  <a:pt x="321" y="488"/>
                </a:lnTo>
                <a:cubicBezTo>
                  <a:pt x="306" y="473"/>
                  <a:pt x="302" y="450"/>
                  <a:pt x="311" y="430"/>
                </a:cubicBezTo>
                <a:lnTo>
                  <a:pt x="311" y="430"/>
                </a:lnTo>
                <a:cubicBezTo>
                  <a:pt x="314" y="424"/>
                  <a:pt x="320" y="417"/>
                  <a:pt x="328" y="411"/>
                </a:cubicBezTo>
                <a:lnTo>
                  <a:pt x="374" y="377"/>
                </a:lnTo>
                <a:lnTo>
                  <a:pt x="374" y="377"/>
                </a:lnTo>
                <a:cubicBezTo>
                  <a:pt x="378" y="375"/>
                  <a:pt x="380" y="370"/>
                  <a:pt x="380" y="366"/>
                </a:cubicBezTo>
                <a:lnTo>
                  <a:pt x="380" y="366"/>
                </a:lnTo>
                <a:cubicBezTo>
                  <a:pt x="381" y="362"/>
                  <a:pt x="379" y="358"/>
                  <a:pt x="376" y="354"/>
                </a:cubicBezTo>
                <a:lnTo>
                  <a:pt x="288" y="266"/>
                </a:lnTo>
                <a:lnTo>
                  <a:pt x="503" y="51"/>
                </a:lnTo>
                <a:close/>
                <a:moveTo>
                  <a:pt x="1077" y="481"/>
                </a:moveTo>
                <a:lnTo>
                  <a:pt x="625" y="30"/>
                </a:lnTo>
                <a:lnTo>
                  <a:pt x="625" y="30"/>
                </a:lnTo>
                <a:cubicBezTo>
                  <a:pt x="606" y="11"/>
                  <a:pt x="581" y="0"/>
                  <a:pt x="553" y="0"/>
                </a:cubicBezTo>
                <a:lnTo>
                  <a:pt x="553" y="0"/>
                </a:lnTo>
                <a:cubicBezTo>
                  <a:pt x="526" y="0"/>
                  <a:pt x="501" y="11"/>
                  <a:pt x="481" y="30"/>
                </a:cubicBezTo>
                <a:lnTo>
                  <a:pt x="30" y="481"/>
                </a:lnTo>
                <a:lnTo>
                  <a:pt x="30" y="481"/>
                </a:lnTo>
                <a:cubicBezTo>
                  <a:pt x="11" y="500"/>
                  <a:pt x="0" y="525"/>
                  <a:pt x="0" y="553"/>
                </a:cubicBezTo>
                <a:lnTo>
                  <a:pt x="0" y="553"/>
                </a:lnTo>
                <a:cubicBezTo>
                  <a:pt x="0" y="580"/>
                  <a:pt x="11" y="605"/>
                  <a:pt x="30" y="625"/>
                </a:cubicBezTo>
                <a:lnTo>
                  <a:pt x="481" y="1076"/>
                </a:lnTo>
                <a:lnTo>
                  <a:pt x="481" y="1076"/>
                </a:lnTo>
                <a:cubicBezTo>
                  <a:pt x="501" y="1096"/>
                  <a:pt x="526" y="1106"/>
                  <a:pt x="553" y="1106"/>
                </a:cubicBezTo>
                <a:lnTo>
                  <a:pt x="553" y="1106"/>
                </a:lnTo>
                <a:cubicBezTo>
                  <a:pt x="581" y="1106"/>
                  <a:pt x="606" y="1096"/>
                  <a:pt x="625" y="1076"/>
                </a:cubicBezTo>
                <a:lnTo>
                  <a:pt x="1077" y="625"/>
                </a:lnTo>
                <a:lnTo>
                  <a:pt x="1077" y="625"/>
                </a:lnTo>
                <a:cubicBezTo>
                  <a:pt x="1095" y="605"/>
                  <a:pt x="1106" y="580"/>
                  <a:pt x="1106" y="553"/>
                </a:cubicBezTo>
                <a:lnTo>
                  <a:pt x="1106" y="553"/>
                </a:lnTo>
                <a:cubicBezTo>
                  <a:pt x="1106" y="525"/>
                  <a:pt x="1095" y="500"/>
                  <a:pt x="1077" y="4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0" name="Freeform 90">
            <a:extLst>
              <a:ext uri="{FF2B5EF4-FFF2-40B4-BE49-F238E27FC236}">
                <a16:creationId xmlns:a16="http://schemas.microsoft.com/office/drawing/2014/main" id="{1AB2B2BF-3EAE-45F7-99B5-E9ABAE881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4044" y="8518074"/>
            <a:ext cx="2541082" cy="2541082"/>
          </a:xfrm>
          <a:custGeom>
            <a:avLst/>
            <a:gdLst>
              <a:gd name="T0" fmla="*/ 1404 w 2808"/>
              <a:gd name="T1" fmla="*/ 0 h 2808"/>
              <a:gd name="T2" fmla="*/ 1404 w 2808"/>
              <a:gd name="T3" fmla="*/ 0 h 2808"/>
              <a:gd name="T4" fmla="*/ 0 w 2808"/>
              <a:gd name="T5" fmla="*/ 1404 h 2808"/>
              <a:gd name="T6" fmla="*/ 0 w 2808"/>
              <a:gd name="T7" fmla="*/ 1404 h 2808"/>
              <a:gd name="T8" fmla="*/ 35 w 2808"/>
              <a:gd name="T9" fmla="*/ 1716 h 2808"/>
              <a:gd name="T10" fmla="*/ 35 w 2808"/>
              <a:gd name="T11" fmla="*/ 1716 h 2808"/>
              <a:gd name="T12" fmla="*/ 1404 w 2808"/>
              <a:gd name="T13" fmla="*/ 2807 h 2808"/>
              <a:gd name="T14" fmla="*/ 1404 w 2808"/>
              <a:gd name="T15" fmla="*/ 2807 h 2808"/>
              <a:gd name="T16" fmla="*/ 2771 w 2808"/>
              <a:gd name="T17" fmla="*/ 1716 h 2808"/>
              <a:gd name="T18" fmla="*/ 2771 w 2808"/>
              <a:gd name="T19" fmla="*/ 1716 h 2808"/>
              <a:gd name="T20" fmla="*/ 2807 w 2808"/>
              <a:gd name="T21" fmla="*/ 1404 h 2808"/>
              <a:gd name="T22" fmla="*/ 2807 w 2808"/>
              <a:gd name="T23" fmla="*/ 1404 h 2808"/>
              <a:gd name="T24" fmla="*/ 1404 w 2808"/>
              <a:gd name="T25" fmla="*/ 0 h 2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08" h="2808">
                <a:moveTo>
                  <a:pt x="1404" y="0"/>
                </a:moveTo>
                <a:lnTo>
                  <a:pt x="1404" y="0"/>
                </a:lnTo>
                <a:cubicBezTo>
                  <a:pt x="629" y="0"/>
                  <a:pt x="0" y="628"/>
                  <a:pt x="0" y="1404"/>
                </a:cubicBezTo>
                <a:lnTo>
                  <a:pt x="0" y="1404"/>
                </a:lnTo>
                <a:cubicBezTo>
                  <a:pt x="0" y="1511"/>
                  <a:pt x="13" y="1615"/>
                  <a:pt x="35" y="1716"/>
                </a:cubicBezTo>
                <a:lnTo>
                  <a:pt x="35" y="1716"/>
                </a:lnTo>
                <a:cubicBezTo>
                  <a:pt x="177" y="2341"/>
                  <a:pt x="736" y="2807"/>
                  <a:pt x="1404" y="2807"/>
                </a:cubicBezTo>
                <a:lnTo>
                  <a:pt x="1404" y="2807"/>
                </a:lnTo>
                <a:cubicBezTo>
                  <a:pt x="2071" y="2807"/>
                  <a:pt x="2630" y="2341"/>
                  <a:pt x="2771" y="1716"/>
                </a:cubicBezTo>
                <a:lnTo>
                  <a:pt x="2771" y="1716"/>
                </a:lnTo>
                <a:cubicBezTo>
                  <a:pt x="2794" y="1615"/>
                  <a:pt x="2807" y="1511"/>
                  <a:pt x="2807" y="1404"/>
                </a:cubicBezTo>
                <a:lnTo>
                  <a:pt x="2807" y="1404"/>
                </a:lnTo>
                <a:cubicBezTo>
                  <a:pt x="2807" y="628"/>
                  <a:pt x="2178" y="0"/>
                  <a:pt x="1404" y="0"/>
                </a:cubicBezTo>
              </a:path>
            </a:pathLst>
          </a:custGeom>
          <a:solidFill>
            <a:schemeClr val="bg2"/>
          </a:solidFill>
          <a:ln w="76200" cap="flat">
            <a:solidFill>
              <a:schemeClr val="accent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7" name="Freeform 110">
            <a:extLst>
              <a:ext uri="{FF2B5EF4-FFF2-40B4-BE49-F238E27FC236}">
                <a16:creationId xmlns:a16="http://schemas.microsoft.com/office/drawing/2014/main" id="{28CAC806-125B-4080-8086-F7014E8A0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5304" y="8789336"/>
            <a:ext cx="1998562" cy="1998559"/>
          </a:xfrm>
          <a:custGeom>
            <a:avLst/>
            <a:gdLst>
              <a:gd name="T0" fmla="*/ 1105 w 2210"/>
              <a:gd name="T1" fmla="*/ 0 h 2209"/>
              <a:gd name="T2" fmla="*/ 1105 w 2210"/>
              <a:gd name="T3" fmla="*/ 0 h 2209"/>
              <a:gd name="T4" fmla="*/ 0 w 2210"/>
              <a:gd name="T5" fmla="*/ 1104 h 2209"/>
              <a:gd name="T6" fmla="*/ 0 w 2210"/>
              <a:gd name="T7" fmla="*/ 1104 h 2209"/>
              <a:gd name="T8" fmla="*/ 28 w 2210"/>
              <a:gd name="T9" fmla="*/ 1350 h 2209"/>
              <a:gd name="T10" fmla="*/ 28 w 2210"/>
              <a:gd name="T11" fmla="*/ 1350 h 2209"/>
              <a:gd name="T12" fmla="*/ 1105 w 2210"/>
              <a:gd name="T13" fmla="*/ 2208 h 2209"/>
              <a:gd name="T14" fmla="*/ 1105 w 2210"/>
              <a:gd name="T15" fmla="*/ 2208 h 2209"/>
              <a:gd name="T16" fmla="*/ 2182 w 2210"/>
              <a:gd name="T17" fmla="*/ 1350 h 2209"/>
              <a:gd name="T18" fmla="*/ 2182 w 2210"/>
              <a:gd name="T19" fmla="*/ 1350 h 2209"/>
              <a:gd name="T20" fmla="*/ 2209 w 2210"/>
              <a:gd name="T21" fmla="*/ 1104 h 2209"/>
              <a:gd name="T22" fmla="*/ 2209 w 2210"/>
              <a:gd name="T23" fmla="*/ 1104 h 2209"/>
              <a:gd name="T24" fmla="*/ 1105 w 2210"/>
              <a:gd name="T25" fmla="*/ 0 h 2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09">
                <a:moveTo>
                  <a:pt x="1105" y="0"/>
                </a:moveTo>
                <a:lnTo>
                  <a:pt x="1105" y="0"/>
                </a:lnTo>
                <a:cubicBezTo>
                  <a:pt x="495" y="0"/>
                  <a:pt x="0" y="494"/>
                  <a:pt x="0" y="1104"/>
                </a:cubicBezTo>
                <a:lnTo>
                  <a:pt x="0" y="1104"/>
                </a:lnTo>
                <a:cubicBezTo>
                  <a:pt x="0" y="1188"/>
                  <a:pt x="9" y="1271"/>
                  <a:pt x="28" y="1350"/>
                </a:cubicBezTo>
                <a:lnTo>
                  <a:pt x="28" y="1350"/>
                </a:lnTo>
                <a:cubicBezTo>
                  <a:pt x="139" y="1842"/>
                  <a:pt x="579" y="2208"/>
                  <a:pt x="1105" y="2208"/>
                </a:cubicBezTo>
                <a:lnTo>
                  <a:pt x="1105" y="2208"/>
                </a:lnTo>
                <a:cubicBezTo>
                  <a:pt x="1630" y="2208"/>
                  <a:pt x="2070" y="1842"/>
                  <a:pt x="2182" y="1350"/>
                </a:cubicBezTo>
                <a:lnTo>
                  <a:pt x="2182" y="1350"/>
                </a:lnTo>
                <a:cubicBezTo>
                  <a:pt x="2200" y="1271"/>
                  <a:pt x="2209" y="1188"/>
                  <a:pt x="2209" y="1104"/>
                </a:cubicBezTo>
                <a:lnTo>
                  <a:pt x="2209" y="1104"/>
                </a:lnTo>
                <a:cubicBezTo>
                  <a:pt x="2209" y="494"/>
                  <a:pt x="1715" y="0"/>
                  <a:pt x="1105" y="0"/>
                </a:cubicBezTo>
              </a:path>
            </a:pathLst>
          </a:custGeom>
          <a:noFill/>
          <a:ln w="12700" cap="flat">
            <a:solidFill>
              <a:schemeClr val="accent5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BD7D24F5-A878-4652-8A12-EFF4C19A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5374" y="9304388"/>
            <a:ext cx="898422" cy="968455"/>
          </a:xfrm>
          <a:custGeom>
            <a:avLst/>
            <a:gdLst>
              <a:gd name="connsiteX0" fmla="*/ 27683 w 898422"/>
              <a:gd name="connsiteY0" fmla="*/ 850554 h 968455"/>
              <a:gd name="connsiteX1" fmla="*/ 28589 w 898422"/>
              <a:gd name="connsiteY1" fmla="*/ 852367 h 968455"/>
              <a:gd name="connsiteX2" fmla="*/ 188058 w 898422"/>
              <a:gd name="connsiteY2" fmla="*/ 941247 h 968455"/>
              <a:gd name="connsiteX3" fmla="*/ 607571 w 898422"/>
              <a:gd name="connsiteY3" fmla="*/ 941247 h 968455"/>
              <a:gd name="connsiteX4" fmla="*/ 767041 w 898422"/>
              <a:gd name="connsiteY4" fmla="*/ 852367 h 968455"/>
              <a:gd name="connsiteX5" fmla="*/ 767947 w 898422"/>
              <a:gd name="connsiteY5" fmla="*/ 850554 h 968455"/>
              <a:gd name="connsiteX6" fmla="*/ 556831 w 898422"/>
              <a:gd name="connsiteY6" fmla="*/ 850554 h 968455"/>
              <a:gd name="connsiteX7" fmla="*/ 238798 w 898422"/>
              <a:gd name="connsiteY7" fmla="*/ 850554 h 968455"/>
              <a:gd name="connsiteX8" fmla="*/ 770665 w 898422"/>
              <a:gd name="connsiteY8" fmla="*/ 524964 h 968455"/>
              <a:gd name="connsiteX9" fmla="*/ 762510 w 898422"/>
              <a:gd name="connsiteY9" fmla="*/ 580287 h 968455"/>
              <a:gd name="connsiteX10" fmla="*/ 704522 w 898422"/>
              <a:gd name="connsiteY10" fmla="*/ 728117 h 968455"/>
              <a:gd name="connsiteX11" fmla="*/ 871240 w 898422"/>
              <a:gd name="connsiteY11" fmla="*/ 588449 h 968455"/>
              <a:gd name="connsiteX12" fmla="*/ 807814 w 898422"/>
              <a:gd name="connsiteY12" fmla="*/ 524964 h 968455"/>
              <a:gd name="connsiteX13" fmla="*/ 67550 w 898422"/>
              <a:gd name="connsiteY13" fmla="*/ 466920 h 968455"/>
              <a:gd name="connsiteX14" fmla="*/ 52147 w 898422"/>
              <a:gd name="connsiteY14" fmla="*/ 473269 h 968455"/>
              <a:gd name="connsiteX15" fmla="*/ 47616 w 898422"/>
              <a:gd name="connsiteY15" fmla="*/ 488686 h 968455"/>
              <a:gd name="connsiteX16" fmla="*/ 61207 w 898422"/>
              <a:gd name="connsiteY16" fmla="*/ 575752 h 968455"/>
              <a:gd name="connsiteX17" fmla="*/ 245141 w 898422"/>
              <a:gd name="connsiteY17" fmla="*/ 822439 h 968455"/>
              <a:gd name="connsiteX18" fmla="*/ 551395 w 898422"/>
              <a:gd name="connsiteY18" fmla="*/ 822439 h 968455"/>
              <a:gd name="connsiteX19" fmla="*/ 735328 w 898422"/>
              <a:gd name="connsiteY19" fmla="*/ 575752 h 968455"/>
              <a:gd name="connsiteX20" fmla="*/ 748013 w 898422"/>
              <a:gd name="connsiteY20" fmla="*/ 488686 h 968455"/>
              <a:gd name="connsiteX21" fmla="*/ 742577 w 898422"/>
              <a:gd name="connsiteY21" fmla="*/ 473269 h 968455"/>
              <a:gd name="connsiteX22" fmla="*/ 728080 w 898422"/>
              <a:gd name="connsiteY22" fmla="*/ 466920 h 968455"/>
              <a:gd name="connsiteX23" fmla="*/ 67550 w 898422"/>
              <a:gd name="connsiteY23" fmla="*/ 438805 h 968455"/>
              <a:gd name="connsiteX24" fmla="*/ 728080 w 898422"/>
              <a:gd name="connsiteY24" fmla="*/ 438805 h 968455"/>
              <a:gd name="connsiteX25" fmla="*/ 764323 w 898422"/>
              <a:gd name="connsiteY25" fmla="*/ 455130 h 968455"/>
              <a:gd name="connsiteX26" fmla="*/ 775196 w 898422"/>
              <a:gd name="connsiteY26" fmla="*/ 492314 h 968455"/>
              <a:gd name="connsiteX27" fmla="*/ 774289 w 898422"/>
              <a:gd name="connsiteY27" fmla="*/ 497756 h 968455"/>
              <a:gd name="connsiteX28" fmla="*/ 807814 w 898422"/>
              <a:gd name="connsiteY28" fmla="*/ 497756 h 968455"/>
              <a:gd name="connsiteX29" fmla="*/ 898422 w 898422"/>
              <a:gd name="connsiteY29" fmla="*/ 588449 h 968455"/>
              <a:gd name="connsiteX30" fmla="*/ 679151 w 898422"/>
              <a:gd name="connsiteY30" fmla="*/ 761674 h 968455"/>
              <a:gd name="connsiteX31" fmla="*/ 607571 w 898422"/>
              <a:gd name="connsiteY31" fmla="*/ 822439 h 968455"/>
              <a:gd name="connsiteX32" fmla="*/ 770665 w 898422"/>
              <a:gd name="connsiteY32" fmla="*/ 822439 h 968455"/>
              <a:gd name="connsiteX33" fmla="*/ 792411 w 898422"/>
              <a:gd name="connsiteY33" fmla="*/ 836949 h 968455"/>
              <a:gd name="connsiteX34" fmla="*/ 789693 w 898422"/>
              <a:gd name="connsiteY34" fmla="*/ 869599 h 968455"/>
              <a:gd name="connsiteX35" fmla="*/ 607571 w 898422"/>
              <a:gd name="connsiteY35" fmla="*/ 968455 h 968455"/>
              <a:gd name="connsiteX36" fmla="*/ 188058 w 898422"/>
              <a:gd name="connsiteY36" fmla="*/ 968455 h 968455"/>
              <a:gd name="connsiteX37" fmla="*/ 5937 w 898422"/>
              <a:gd name="connsiteY37" fmla="*/ 869599 h 968455"/>
              <a:gd name="connsiteX38" fmla="*/ 3218 w 898422"/>
              <a:gd name="connsiteY38" fmla="*/ 836949 h 968455"/>
              <a:gd name="connsiteX39" fmla="*/ 24964 w 898422"/>
              <a:gd name="connsiteY39" fmla="*/ 822439 h 968455"/>
              <a:gd name="connsiteX40" fmla="*/ 188058 w 898422"/>
              <a:gd name="connsiteY40" fmla="*/ 822439 h 968455"/>
              <a:gd name="connsiteX41" fmla="*/ 33119 w 898422"/>
              <a:gd name="connsiteY41" fmla="*/ 580287 h 968455"/>
              <a:gd name="connsiteX42" fmla="*/ 20434 w 898422"/>
              <a:gd name="connsiteY42" fmla="*/ 492314 h 968455"/>
              <a:gd name="connsiteX43" fmla="*/ 31307 w 898422"/>
              <a:gd name="connsiteY43" fmla="*/ 455130 h 968455"/>
              <a:gd name="connsiteX44" fmla="*/ 67550 w 898422"/>
              <a:gd name="connsiteY44" fmla="*/ 438805 h 968455"/>
              <a:gd name="connsiteX45" fmla="*/ 472325 w 898422"/>
              <a:gd name="connsiteY45" fmla="*/ 41699 h 968455"/>
              <a:gd name="connsiteX46" fmla="*/ 489047 w 898422"/>
              <a:gd name="connsiteY46" fmla="*/ 52550 h 968455"/>
              <a:gd name="connsiteX47" fmla="*/ 502982 w 898422"/>
              <a:gd name="connsiteY47" fmla="*/ 93239 h 968455"/>
              <a:gd name="connsiteX48" fmla="*/ 523420 w 898422"/>
              <a:gd name="connsiteY48" fmla="*/ 186373 h 968455"/>
              <a:gd name="connsiteX49" fmla="*/ 502982 w 898422"/>
              <a:gd name="connsiteY49" fmla="*/ 281315 h 968455"/>
              <a:gd name="connsiteX50" fmla="*/ 486260 w 898422"/>
              <a:gd name="connsiteY50" fmla="*/ 364502 h 968455"/>
              <a:gd name="connsiteX51" fmla="*/ 471396 w 898422"/>
              <a:gd name="connsiteY51" fmla="*/ 378065 h 968455"/>
              <a:gd name="connsiteX52" fmla="*/ 456532 w 898422"/>
              <a:gd name="connsiteY52" fmla="*/ 364502 h 968455"/>
              <a:gd name="connsiteX53" fmla="*/ 476970 w 898422"/>
              <a:gd name="connsiteY53" fmla="*/ 270464 h 968455"/>
              <a:gd name="connsiteX54" fmla="*/ 495550 w 898422"/>
              <a:gd name="connsiteY54" fmla="*/ 186373 h 968455"/>
              <a:gd name="connsiteX55" fmla="*/ 476970 w 898422"/>
              <a:gd name="connsiteY55" fmla="*/ 104090 h 968455"/>
              <a:gd name="connsiteX56" fmla="*/ 461177 w 898422"/>
              <a:gd name="connsiteY56" fmla="*/ 57975 h 968455"/>
              <a:gd name="connsiteX57" fmla="*/ 472325 w 898422"/>
              <a:gd name="connsiteY57" fmla="*/ 41699 h 968455"/>
              <a:gd name="connsiteX58" fmla="*/ 292814 w 898422"/>
              <a:gd name="connsiteY58" fmla="*/ 41699 h 968455"/>
              <a:gd name="connsiteX59" fmla="*/ 309536 w 898422"/>
              <a:gd name="connsiteY59" fmla="*/ 52550 h 968455"/>
              <a:gd name="connsiteX60" fmla="*/ 323470 w 898422"/>
              <a:gd name="connsiteY60" fmla="*/ 93239 h 968455"/>
              <a:gd name="connsiteX61" fmla="*/ 343907 w 898422"/>
              <a:gd name="connsiteY61" fmla="*/ 186373 h 968455"/>
              <a:gd name="connsiteX62" fmla="*/ 323470 w 898422"/>
              <a:gd name="connsiteY62" fmla="*/ 281315 h 968455"/>
              <a:gd name="connsiteX63" fmla="*/ 305820 w 898422"/>
              <a:gd name="connsiteY63" fmla="*/ 364502 h 968455"/>
              <a:gd name="connsiteX64" fmla="*/ 291885 w 898422"/>
              <a:gd name="connsiteY64" fmla="*/ 378065 h 968455"/>
              <a:gd name="connsiteX65" fmla="*/ 277022 w 898422"/>
              <a:gd name="connsiteY65" fmla="*/ 364502 h 968455"/>
              <a:gd name="connsiteX66" fmla="*/ 297459 w 898422"/>
              <a:gd name="connsiteY66" fmla="*/ 270464 h 968455"/>
              <a:gd name="connsiteX67" fmla="*/ 315109 w 898422"/>
              <a:gd name="connsiteY67" fmla="*/ 186373 h 968455"/>
              <a:gd name="connsiteX68" fmla="*/ 297459 w 898422"/>
              <a:gd name="connsiteY68" fmla="*/ 104090 h 968455"/>
              <a:gd name="connsiteX69" fmla="*/ 281667 w 898422"/>
              <a:gd name="connsiteY69" fmla="*/ 57975 h 968455"/>
              <a:gd name="connsiteX70" fmla="*/ 292814 w 898422"/>
              <a:gd name="connsiteY70" fmla="*/ 41699 h 968455"/>
              <a:gd name="connsiteX71" fmla="*/ 378080 w 898422"/>
              <a:gd name="connsiteY71" fmla="*/ 0 h 968455"/>
              <a:gd name="connsiteX72" fmla="*/ 391377 w 898422"/>
              <a:gd name="connsiteY72" fmla="*/ 13580 h 968455"/>
              <a:gd name="connsiteX73" fmla="*/ 409107 w 898422"/>
              <a:gd name="connsiteY73" fmla="*/ 96871 h 968455"/>
              <a:gd name="connsiteX74" fmla="*/ 427723 w 898422"/>
              <a:gd name="connsiteY74" fmla="*/ 190121 h 968455"/>
              <a:gd name="connsiteX75" fmla="*/ 409107 w 898422"/>
              <a:gd name="connsiteY75" fmla="*/ 285182 h 968455"/>
              <a:gd name="connsiteX76" fmla="*/ 391377 w 898422"/>
              <a:gd name="connsiteY76" fmla="*/ 368473 h 968455"/>
              <a:gd name="connsiteX77" fmla="*/ 378080 w 898422"/>
              <a:gd name="connsiteY77" fmla="*/ 382053 h 968455"/>
              <a:gd name="connsiteX78" fmla="*/ 364783 w 898422"/>
              <a:gd name="connsiteY78" fmla="*/ 368473 h 968455"/>
              <a:gd name="connsiteX79" fmla="*/ 383399 w 898422"/>
              <a:gd name="connsiteY79" fmla="*/ 274317 h 968455"/>
              <a:gd name="connsiteX80" fmla="*/ 401128 w 898422"/>
              <a:gd name="connsiteY80" fmla="*/ 190121 h 968455"/>
              <a:gd name="connsiteX81" fmla="*/ 383399 w 898422"/>
              <a:gd name="connsiteY81" fmla="*/ 107735 h 968455"/>
              <a:gd name="connsiteX82" fmla="*/ 364783 w 898422"/>
              <a:gd name="connsiteY82" fmla="*/ 13580 h 968455"/>
              <a:gd name="connsiteX83" fmla="*/ 378080 w 898422"/>
              <a:gd name="connsiteY83" fmla="*/ 0 h 96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98422" h="968455">
                <a:moveTo>
                  <a:pt x="27683" y="850554"/>
                </a:moveTo>
                <a:cubicBezTo>
                  <a:pt x="27683" y="851460"/>
                  <a:pt x="27683" y="852367"/>
                  <a:pt x="28589" y="852367"/>
                </a:cubicBezTo>
                <a:cubicBezTo>
                  <a:pt x="71174" y="909504"/>
                  <a:pt x="128257" y="941247"/>
                  <a:pt x="188058" y="941247"/>
                </a:cubicBezTo>
                <a:lnTo>
                  <a:pt x="607571" y="941247"/>
                </a:lnTo>
                <a:cubicBezTo>
                  <a:pt x="668279" y="941247"/>
                  <a:pt x="724455" y="909504"/>
                  <a:pt x="767041" y="852367"/>
                </a:cubicBezTo>
                <a:cubicBezTo>
                  <a:pt x="767947" y="852367"/>
                  <a:pt x="767947" y="851460"/>
                  <a:pt x="767947" y="850554"/>
                </a:cubicBezTo>
                <a:lnTo>
                  <a:pt x="556831" y="850554"/>
                </a:lnTo>
                <a:lnTo>
                  <a:pt x="238798" y="850554"/>
                </a:lnTo>
                <a:close/>
                <a:moveTo>
                  <a:pt x="770665" y="524964"/>
                </a:moveTo>
                <a:lnTo>
                  <a:pt x="762510" y="580287"/>
                </a:lnTo>
                <a:cubicBezTo>
                  <a:pt x="755262" y="633796"/>
                  <a:pt x="734422" y="685491"/>
                  <a:pt x="704522" y="728117"/>
                </a:cubicBezTo>
                <a:cubicBezTo>
                  <a:pt x="761604" y="716327"/>
                  <a:pt x="871240" y="680957"/>
                  <a:pt x="871240" y="588449"/>
                </a:cubicBezTo>
                <a:cubicBezTo>
                  <a:pt x="871240" y="553986"/>
                  <a:pt x="843151" y="524964"/>
                  <a:pt x="807814" y="524964"/>
                </a:cubicBezTo>
                <a:close/>
                <a:moveTo>
                  <a:pt x="67550" y="466920"/>
                </a:moveTo>
                <a:cubicBezTo>
                  <a:pt x="61207" y="466920"/>
                  <a:pt x="55771" y="468734"/>
                  <a:pt x="52147" y="473269"/>
                </a:cubicBezTo>
                <a:cubicBezTo>
                  <a:pt x="48522" y="477803"/>
                  <a:pt x="46710" y="483245"/>
                  <a:pt x="47616" y="488686"/>
                </a:cubicBezTo>
                <a:lnTo>
                  <a:pt x="61207" y="575752"/>
                </a:lnTo>
                <a:cubicBezTo>
                  <a:pt x="75705" y="684584"/>
                  <a:pt x="144566" y="777092"/>
                  <a:pt x="245141" y="822439"/>
                </a:cubicBezTo>
                <a:lnTo>
                  <a:pt x="551395" y="822439"/>
                </a:lnTo>
                <a:cubicBezTo>
                  <a:pt x="651063" y="777092"/>
                  <a:pt x="719925" y="684584"/>
                  <a:pt x="735328" y="575752"/>
                </a:cubicBezTo>
                <a:lnTo>
                  <a:pt x="748013" y="488686"/>
                </a:lnTo>
                <a:cubicBezTo>
                  <a:pt x="748013" y="483245"/>
                  <a:pt x="746201" y="477803"/>
                  <a:pt x="742577" y="473269"/>
                </a:cubicBezTo>
                <a:cubicBezTo>
                  <a:pt x="738953" y="468734"/>
                  <a:pt x="733516" y="466920"/>
                  <a:pt x="728080" y="466920"/>
                </a:cubicBezTo>
                <a:close/>
                <a:moveTo>
                  <a:pt x="67550" y="438805"/>
                </a:moveTo>
                <a:lnTo>
                  <a:pt x="728080" y="438805"/>
                </a:lnTo>
                <a:cubicBezTo>
                  <a:pt x="742577" y="438805"/>
                  <a:pt x="755262" y="444247"/>
                  <a:pt x="764323" y="455130"/>
                </a:cubicBezTo>
                <a:cubicBezTo>
                  <a:pt x="772477" y="466013"/>
                  <a:pt x="777008" y="479617"/>
                  <a:pt x="775196" y="492314"/>
                </a:cubicBezTo>
                <a:lnTo>
                  <a:pt x="774289" y="497756"/>
                </a:lnTo>
                <a:lnTo>
                  <a:pt x="807814" y="497756"/>
                </a:lnTo>
                <a:cubicBezTo>
                  <a:pt x="857649" y="497756"/>
                  <a:pt x="898422" y="538568"/>
                  <a:pt x="898422" y="588449"/>
                </a:cubicBezTo>
                <a:cubicBezTo>
                  <a:pt x="898422" y="727210"/>
                  <a:pt x="714488" y="757139"/>
                  <a:pt x="679151" y="761674"/>
                </a:cubicBezTo>
                <a:cubicBezTo>
                  <a:pt x="658312" y="785254"/>
                  <a:pt x="634754" y="806114"/>
                  <a:pt x="607571" y="822439"/>
                </a:cubicBezTo>
                <a:lnTo>
                  <a:pt x="770665" y="822439"/>
                </a:lnTo>
                <a:cubicBezTo>
                  <a:pt x="780632" y="822439"/>
                  <a:pt x="787881" y="827880"/>
                  <a:pt x="792411" y="836949"/>
                </a:cubicBezTo>
                <a:cubicBezTo>
                  <a:pt x="796941" y="846926"/>
                  <a:pt x="796035" y="859623"/>
                  <a:pt x="789693" y="869599"/>
                </a:cubicBezTo>
                <a:cubicBezTo>
                  <a:pt x="742577" y="932178"/>
                  <a:pt x="675527" y="968455"/>
                  <a:pt x="607571" y="968455"/>
                </a:cubicBezTo>
                <a:lnTo>
                  <a:pt x="188058" y="968455"/>
                </a:lnTo>
                <a:cubicBezTo>
                  <a:pt x="120102" y="968455"/>
                  <a:pt x="53959" y="932178"/>
                  <a:pt x="5937" y="869599"/>
                </a:cubicBezTo>
                <a:cubicBezTo>
                  <a:pt x="-406" y="859623"/>
                  <a:pt x="-2218" y="846926"/>
                  <a:pt x="3218" y="836949"/>
                </a:cubicBezTo>
                <a:cubicBezTo>
                  <a:pt x="8655" y="827880"/>
                  <a:pt x="15904" y="822439"/>
                  <a:pt x="24964" y="822439"/>
                </a:cubicBezTo>
                <a:lnTo>
                  <a:pt x="188058" y="822439"/>
                </a:lnTo>
                <a:cubicBezTo>
                  <a:pt x="103793" y="768022"/>
                  <a:pt x="47616" y="680050"/>
                  <a:pt x="33119" y="580287"/>
                </a:cubicBezTo>
                <a:lnTo>
                  <a:pt x="20434" y="492314"/>
                </a:lnTo>
                <a:cubicBezTo>
                  <a:pt x="18622" y="479617"/>
                  <a:pt x="22246" y="466013"/>
                  <a:pt x="31307" y="455130"/>
                </a:cubicBezTo>
                <a:cubicBezTo>
                  <a:pt x="41274" y="444247"/>
                  <a:pt x="53959" y="438805"/>
                  <a:pt x="67550" y="438805"/>
                </a:cubicBezTo>
                <a:close/>
                <a:moveTo>
                  <a:pt x="472325" y="41699"/>
                </a:moveTo>
                <a:cubicBezTo>
                  <a:pt x="480686" y="39891"/>
                  <a:pt x="488118" y="44412"/>
                  <a:pt x="489047" y="52550"/>
                </a:cubicBezTo>
                <a:cubicBezTo>
                  <a:pt x="492763" y="68826"/>
                  <a:pt x="497408" y="81485"/>
                  <a:pt x="502982" y="93239"/>
                </a:cubicBezTo>
                <a:cubicBezTo>
                  <a:pt x="513201" y="116749"/>
                  <a:pt x="523420" y="140258"/>
                  <a:pt x="523420" y="186373"/>
                </a:cubicBezTo>
                <a:cubicBezTo>
                  <a:pt x="523420" y="234296"/>
                  <a:pt x="513201" y="257805"/>
                  <a:pt x="502982" y="281315"/>
                </a:cubicBezTo>
                <a:cubicBezTo>
                  <a:pt x="494621" y="303016"/>
                  <a:pt x="486260" y="322004"/>
                  <a:pt x="486260" y="364502"/>
                </a:cubicBezTo>
                <a:cubicBezTo>
                  <a:pt x="486260" y="371735"/>
                  <a:pt x="479757" y="378065"/>
                  <a:pt x="471396" y="378065"/>
                </a:cubicBezTo>
                <a:cubicBezTo>
                  <a:pt x="463964" y="378065"/>
                  <a:pt x="456532" y="371735"/>
                  <a:pt x="456532" y="364502"/>
                </a:cubicBezTo>
                <a:cubicBezTo>
                  <a:pt x="456532" y="316579"/>
                  <a:pt x="466751" y="293973"/>
                  <a:pt x="476970" y="270464"/>
                </a:cubicBezTo>
                <a:cubicBezTo>
                  <a:pt x="486260" y="248763"/>
                  <a:pt x="495550" y="228870"/>
                  <a:pt x="495550" y="186373"/>
                </a:cubicBezTo>
                <a:cubicBezTo>
                  <a:pt x="495550" y="145683"/>
                  <a:pt x="486260" y="125791"/>
                  <a:pt x="476970" y="104090"/>
                </a:cubicBezTo>
                <a:cubicBezTo>
                  <a:pt x="471396" y="91431"/>
                  <a:pt x="465822" y="76964"/>
                  <a:pt x="461177" y="57975"/>
                </a:cubicBezTo>
                <a:cubicBezTo>
                  <a:pt x="460248" y="49837"/>
                  <a:pt x="464893" y="42604"/>
                  <a:pt x="472325" y="41699"/>
                </a:cubicBezTo>
                <a:close/>
                <a:moveTo>
                  <a:pt x="292814" y="41699"/>
                </a:moveTo>
                <a:cubicBezTo>
                  <a:pt x="300246" y="39891"/>
                  <a:pt x="307678" y="44412"/>
                  <a:pt x="309536" y="52550"/>
                </a:cubicBezTo>
                <a:cubicBezTo>
                  <a:pt x="313251" y="68826"/>
                  <a:pt x="317896" y="81485"/>
                  <a:pt x="323470" y="93239"/>
                </a:cubicBezTo>
                <a:cubicBezTo>
                  <a:pt x="332760" y="116749"/>
                  <a:pt x="343907" y="140258"/>
                  <a:pt x="343907" y="186373"/>
                </a:cubicBezTo>
                <a:cubicBezTo>
                  <a:pt x="343907" y="234296"/>
                  <a:pt x="332760" y="257805"/>
                  <a:pt x="323470" y="281315"/>
                </a:cubicBezTo>
                <a:cubicBezTo>
                  <a:pt x="314180" y="303016"/>
                  <a:pt x="305820" y="322004"/>
                  <a:pt x="305820" y="364502"/>
                </a:cubicBezTo>
                <a:cubicBezTo>
                  <a:pt x="305820" y="371735"/>
                  <a:pt x="299317" y="378065"/>
                  <a:pt x="291885" y="378065"/>
                </a:cubicBezTo>
                <a:cubicBezTo>
                  <a:pt x="283525" y="378065"/>
                  <a:pt x="277022" y="371735"/>
                  <a:pt x="277022" y="364502"/>
                </a:cubicBezTo>
                <a:cubicBezTo>
                  <a:pt x="277022" y="316579"/>
                  <a:pt x="287241" y="293973"/>
                  <a:pt x="297459" y="270464"/>
                </a:cubicBezTo>
                <a:cubicBezTo>
                  <a:pt x="306749" y="248763"/>
                  <a:pt x="315109" y="228870"/>
                  <a:pt x="315109" y="186373"/>
                </a:cubicBezTo>
                <a:cubicBezTo>
                  <a:pt x="315109" y="145683"/>
                  <a:pt x="306749" y="125791"/>
                  <a:pt x="297459" y="104090"/>
                </a:cubicBezTo>
                <a:cubicBezTo>
                  <a:pt x="291885" y="91431"/>
                  <a:pt x="285383" y="76964"/>
                  <a:pt x="281667" y="57975"/>
                </a:cubicBezTo>
                <a:cubicBezTo>
                  <a:pt x="279809" y="49837"/>
                  <a:pt x="284454" y="42604"/>
                  <a:pt x="292814" y="41699"/>
                </a:cubicBezTo>
                <a:close/>
                <a:moveTo>
                  <a:pt x="378080" y="0"/>
                </a:moveTo>
                <a:cubicBezTo>
                  <a:pt x="386058" y="0"/>
                  <a:pt x="391377" y="6337"/>
                  <a:pt x="391377" y="13580"/>
                </a:cubicBezTo>
                <a:cubicBezTo>
                  <a:pt x="391377" y="56131"/>
                  <a:pt x="400242" y="76048"/>
                  <a:pt x="409107" y="96871"/>
                </a:cubicBezTo>
                <a:cubicBezTo>
                  <a:pt x="417971" y="120410"/>
                  <a:pt x="427723" y="143949"/>
                  <a:pt x="427723" y="190121"/>
                </a:cubicBezTo>
                <a:cubicBezTo>
                  <a:pt x="427723" y="238104"/>
                  <a:pt x="417971" y="261643"/>
                  <a:pt x="409107" y="285182"/>
                </a:cubicBezTo>
                <a:cubicBezTo>
                  <a:pt x="400242" y="306910"/>
                  <a:pt x="391377" y="325922"/>
                  <a:pt x="391377" y="368473"/>
                </a:cubicBezTo>
                <a:cubicBezTo>
                  <a:pt x="391377" y="375715"/>
                  <a:pt x="386058" y="382053"/>
                  <a:pt x="378080" y="382053"/>
                </a:cubicBezTo>
                <a:cubicBezTo>
                  <a:pt x="370988" y="382053"/>
                  <a:pt x="364783" y="375715"/>
                  <a:pt x="364783" y="368473"/>
                </a:cubicBezTo>
                <a:cubicBezTo>
                  <a:pt x="364783" y="320490"/>
                  <a:pt x="374534" y="297856"/>
                  <a:pt x="383399" y="274317"/>
                </a:cubicBezTo>
                <a:cubicBezTo>
                  <a:pt x="393150" y="252589"/>
                  <a:pt x="401128" y="232672"/>
                  <a:pt x="401128" y="190121"/>
                </a:cubicBezTo>
                <a:cubicBezTo>
                  <a:pt x="401128" y="149381"/>
                  <a:pt x="393150" y="129463"/>
                  <a:pt x="383399" y="107735"/>
                </a:cubicBezTo>
                <a:cubicBezTo>
                  <a:pt x="374534" y="85102"/>
                  <a:pt x="364783" y="61563"/>
                  <a:pt x="364783" y="13580"/>
                </a:cubicBezTo>
                <a:cubicBezTo>
                  <a:pt x="364783" y="6337"/>
                  <a:pt x="370988" y="0"/>
                  <a:pt x="37808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3" name="Freeform 97">
            <a:extLst>
              <a:ext uri="{FF2B5EF4-FFF2-40B4-BE49-F238E27FC236}">
                <a16:creationId xmlns:a16="http://schemas.microsoft.com/office/drawing/2014/main" id="{44685FD9-CE2F-4FB8-B055-5BEB0C249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8284" y="10196246"/>
            <a:ext cx="2541082" cy="2541085"/>
          </a:xfrm>
          <a:custGeom>
            <a:avLst/>
            <a:gdLst>
              <a:gd name="T0" fmla="*/ 2771 w 2808"/>
              <a:gd name="T1" fmla="*/ 1090 h 2808"/>
              <a:gd name="T2" fmla="*/ 2771 w 2808"/>
              <a:gd name="T3" fmla="*/ 1090 h 2808"/>
              <a:gd name="T4" fmla="*/ 1404 w 2808"/>
              <a:gd name="T5" fmla="*/ 0 h 2808"/>
              <a:gd name="T6" fmla="*/ 1404 w 2808"/>
              <a:gd name="T7" fmla="*/ 0 h 2808"/>
              <a:gd name="T8" fmla="*/ 35 w 2808"/>
              <a:gd name="T9" fmla="*/ 1090 h 2808"/>
              <a:gd name="T10" fmla="*/ 35 w 2808"/>
              <a:gd name="T11" fmla="*/ 1090 h 2808"/>
              <a:gd name="T12" fmla="*/ 0 w 2808"/>
              <a:gd name="T13" fmla="*/ 1403 h 2808"/>
              <a:gd name="T14" fmla="*/ 0 w 2808"/>
              <a:gd name="T15" fmla="*/ 1403 h 2808"/>
              <a:gd name="T16" fmla="*/ 1404 w 2808"/>
              <a:gd name="T17" fmla="*/ 2807 h 2808"/>
              <a:gd name="T18" fmla="*/ 1404 w 2808"/>
              <a:gd name="T19" fmla="*/ 2807 h 2808"/>
              <a:gd name="T20" fmla="*/ 2807 w 2808"/>
              <a:gd name="T21" fmla="*/ 1403 h 2808"/>
              <a:gd name="T22" fmla="*/ 2807 w 2808"/>
              <a:gd name="T23" fmla="*/ 1403 h 2808"/>
              <a:gd name="T24" fmla="*/ 2771 w 2808"/>
              <a:gd name="T25" fmla="*/ 1090 h 2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08" h="2808">
                <a:moveTo>
                  <a:pt x="2771" y="1090"/>
                </a:moveTo>
                <a:lnTo>
                  <a:pt x="2771" y="1090"/>
                </a:lnTo>
                <a:cubicBezTo>
                  <a:pt x="2630" y="466"/>
                  <a:pt x="2071" y="0"/>
                  <a:pt x="1404" y="0"/>
                </a:cubicBezTo>
                <a:lnTo>
                  <a:pt x="1404" y="0"/>
                </a:lnTo>
                <a:cubicBezTo>
                  <a:pt x="736" y="0"/>
                  <a:pt x="177" y="466"/>
                  <a:pt x="35" y="1090"/>
                </a:cubicBezTo>
                <a:lnTo>
                  <a:pt x="35" y="1090"/>
                </a:lnTo>
                <a:cubicBezTo>
                  <a:pt x="13" y="1192"/>
                  <a:pt x="0" y="1296"/>
                  <a:pt x="0" y="1403"/>
                </a:cubicBezTo>
                <a:lnTo>
                  <a:pt x="0" y="1403"/>
                </a:lnTo>
                <a:cubicBezTo>
                  <a:pt x="0" y="2179"/>
                  <a:pt x="629" y="2807"/>
                  <a:pt x="1404" y="2807"/>
                </a:cubicBezTo>
                <a:lnTo>
                  <a:pt x="1404" y="2807"/>
                </a:lnTo>
                <a:cubicBezTo>
                  <a:pt x="2178" y="2807"/>
                  <a:pt x="2807" y="2179"/>
                  <a:pt x="2807" y="1403"/>
                </a:cubicBezTo>
                <a:lnTo>
                  <a:pt x="2807" y="1403"/>
                </a:lnTo>
                <a:cubicBezTo>
                  <a:pt x="2807" y="1296"/>
                  <a:pt x="2794" y="1192"/>
                  <a:pt x="2771" y="1090"/>
                </a:cubicBezTo>
              </a:path>
            </a:pathLst>
          </a:custGeom>
          <a:solidFill>
            <a:schemeClr val="bg2"/>
          </a:solidFill>
          <a:ln w="76200" cap="flat">
            <a:solidFill>
              <a:schemeClr val="accent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6" name="Freeform 108">
            <a:extLst>
              <a:ext uri="{FF2B5EF4-FFF2-40B4-BE49-F238E27FC236}">
                <a16:creationId xmlns:a16="http://schemas.microsoft.com/office/drawing/2014/main" id="{EA64E417-DC50-4B3D-AFE2-9A1D6F998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9546" y="10467508"/>
            <a:ext cx="1998559" cy="1998561"/>
          </a:xfrm>
          <a:custGeom>
            <a:avLst/>
            <a:gdLst>
              <a:gd name="T0" fmla="*/ 1105 w 2210"/>
              <a:gd name="T1" fmla="*/ 0 h 2210"/>
              <a:gd name="T2" fmla="*/ 1105 w 2210"/>
              <a:gd name="T3" fmla="*/ 0 h 2210"/>
              <a:gd name="T4" fmla="*/ 0 w 2210"/>
              <a:gd name="T5" fmla="*/ 1104 h 2210"/>
              <a:gd name="T6" fmla="*/ 0 w 2210"/>
              <a:gd name="T7" fmla="*/ 1104 h 2210"/>
              <a:gd name="T8" fmla="*/ 28 w 2210"/>
              <a:gd name="T9" fmla="*/ 1350 h 2210"/>
              <a:gd name="T10" fmla="*/ 28 w 2210"/>
              <a:gd name="T11" fmla="*/ 1350 h 2210"/>
              <a:gd name="T12" fmla="*/ 1105 w 2210"/>
              <a:gd name="T13" fmla="*/ 2209 h 2210"/>
              <a:gd name="T14" fmla="*/ 1105 w 2210"/>
              <a:gd name="T15" fmla="*/ 2209 h 2210"/>
              <a:gd name="T16" fmla="*/ 2181 w 2210"/>
              <a:gd name="T17" fmla="*/ 1350 h 2210"/>
              <a:gd name="T18" fmla="*/ 2181 w 2210"/>
              <a:gd name="T19" fmla="*/ 1350 h 2210"/>
              <a:gd name="T20" fmla="*/ 2209 w 2210"/>
              <a:gd name="T21" fmla="*/ 1104 h 2210"/>
              <a:gd name="T22" fmla="*/ 2209 w 2210"/>
              <a:gd name="T23" fmla="*/ 1104 h 2210"/>
              <a:gd name="T24" fmla="*/ 1105 w 2210"/>
              <a:gd name="T25" fmla="*/ 0 h 2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10">
                <a:moveTo>
                  <a:pt x="1105" y="0"/>
                </a:moveTo>
                <a:lnTo>
                  <a:pt x="1105" y="0"/>
                </a:lnTo>
                <a:cubicBezTo>
                  <a:pt x="495" y="0"/>
                  <a:pt x="0" y="494"/>
                  <a:pt x="0" y="1104"/>
                </a:cubicBezTo>
                <a:lnTo>
                  <a:pt x="0" y="1104"/>
                </a:lnTo>
                <a:cubicBezTo>
                  <a:pt x="0" y="1189"/>
                  <a:pt x="10" y="1272"/>
                  <a:pt x="28" y="1350"/>
                </a:cubicBezTo>
                <a:lnTo>
                  <a:pt x="28" y="1350"/>
                </a:lnTo>
                <a:cubicBezTo>
                  <a:pt x="140" y="1842"/>
                  <a:pt x="579" y="2209"/>
                  <a:pt x="1105" y="2209"/>
                </a:cubicBezTo>
                <a:lnTo>
                  <a:pt x="1105" y="2209"/>
                </a:lnTo>
                <a:cubicBezTo>
                  <a:pt x="1630" y="2209"/>
                  <a:pt x="2069" y="1842"/>
                  <a:pt x="2181" y="1350"/>
                </a:cubicBezTo>
                <a:lnTo>
                  <a:pt x="2181" y="1350"/>
                </a:lnTo>
                <a:cubicBezTo>
                  <a:pt x="2198" y="1272"/>
                  <a:pt x="2209" y="1189"/>
                  <a:pt x="2209" y="1104"/>
                </a:cubicBezTo>
                <a:lnTo>
                  <a:pt x="2209" y="1104"/>
                </a:lnTo>
                <a:cubicBezTo>
                  <a:pt x="2209" y="494"/>
                  <a:pt x="1713" y="0"/>
                  <a:pt x="1105" y="0"/>
                </a:cubicBezTo>
              </a:path>
            </a:pathLst>
          </a:custGeom>
          <a:noFill/>
          <a:ln w="12700" cap="flat">
            <a:solidFill>
              <a:schemeClr val="accent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9BF1EFA7-F625-441F-8751-D29158B83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4760" y="11024446"/>
            <a:ext cx="1088130" cy="884684"/>
          </a:xfrm>
          <a:custGeom>
            <a:avLst/>
            <a:gdLst>
              <a:gd name="connsiteX0" fmla="*/ 911518 w 1088130"/>
              <a:gd name="connsiteY0" fmla="*/ 805807 h 884684"/>
              <a:gd name="connsiteX1" fmla="*/ 928524 w 1088130"/>
              <a:gd name="connsiteY1" fmla="*/ 822814 h 884684"/>
              <a:gd name="connsiteX2" fmla="*/ 911518 w 1088130"/>
              <a:gd name="connsiteY2" fmla="*/ 840766 h 884684"/>
              <a:gd name="connsiteX3" fmla="*/ 893568 w 1088130"/>
              <a:gd name="connsiteY3" fmla="*/ 822814 h 884684"/>
              <a:gd name="connsiteX4" fmla="*/ 911518 w 1088130"/>
              <a:gd name="connsiteY4" fmla="*/ 805807 h 884684"/>
              <a:gd name="connsiteX5" fmla="*/ 761601 w 1088130"/>
              <a:gd name="connsiteY5" fmla="*/ 795853 h 884684"/>
              <a:gd name="connsiteX6" fmla="*/ 761601 w 1088130"/>
              <a:gd name="connsiteY6" fmla="*/ 854771 h 884684"/>
              <a:gd name="connsiteX7" fmla="*/ 763410 w 1088130"/>
              <a:gd name="connsiteY7" fmla="*/ 856584 h 884684"/>
              <a:gd name="connsiteX8" fmla="*/ 1057377 w 1088130"/>
              <a:gd name="connsiteY8" fmla="*/ 856584 h 884684"/>
              <a:gd name="connsiteX9" fmla="*/ 1060090 w 1088130"/>
              <a:gd name="connsiteY9" fmla="*/ 854771 h 884684"/>
              <a:gd name="connsiteX10" fmla="*/ 1060090 w 1088130"/>
              <a:gd name="connsiteY10" fmla="*/ 795853 h 884684"/>
              <a:gd name="connsiteX11" fmla="*/ 364519 w 1088130"/>
              <a:gd name="connsiteY11" fmla="*/ 648103 h 884684"/>
              <a:gd name="connsiteX12" fmla="*/ 367233 w 1088130"/>
              <a:gd name="connsiteY12" fmla="*/ 678016 h 884684"/>
              <a:gd name="connsiteX13" fmla="*/ 326530 w 1088130"/>
              <a:gd name="connsiteY13" fmla="*/ 856584 h 884684"/>
              <a:gd name="connsiteX14" fmla="*/ 613261 w 1088130"/>
              <a:gd name="connsiteY14" fmla="*/ 856584 h 884684"/>
              <a:gd name="connsiteX15" fmla="*/ 573462 w 1088130"/>
              <a:gd name="connsiteY15" fmla="*/ 678016 h 884684"/>
              <a:gd name="connsiteX16" fmla="*/ 576176 w 1088130"/>
              <a:gd name="connsiteY16" fmla="*/ 648103 h 884684"/>
              <a:gd name="connsiteX17" fmla="*/ 970932 w 1088130"/>
              <a:gd name="connsiteY17" fmla="*/ 558480 h 884684"/>
              <a:gd name="connsiteX18" fmla="*/ 984471 w 1088130"/>
              <a:gd name="connsiteY18" fmla="*/ 572019 h 884684"/>
              <a:gd name="connsiteX19" fmla="*/ 970932 w 1088130"/>
              <a:gd name="connsiteY19" fmla="*/ 585559 h 884684"/>
              <a:gd name="connsiteX20" fmla="*/ 957394 w 1088130"/>
              <a:gd name="connsiteY20" fmla="*/ 572019 h 884684"/>
              <a:gd name="connsiteX21" fmla="*/ 970932 w 1088130"/>
              <a:gd name="connsiteY21" fmla="*/ 558480 h 884684"/>
              <a:gd name="connsiteX22" fmla="*/ 911094 w 1088130"/>
              <a:gd name="connsiteY22" fmla="*/ 558480 h 884684"/>
              <a:gd name="connsiteX23" fmla="*/ 924634 w 1088130"/>
              <a:gd name="connsiteY23" fmla="*/ 572019 h 884684"/>
              <a:gd name="connsiteX24" fmla="*/ 911094 w 1088130"/>
              <a:gd name="connsiteY24" fmla="*/ 585559 h 884684"/>
              <a:gd name="connsiteX25" fmla="*/ 897555 w 1088130"/>
              <a:gd name="connsiteY25" fmla="*/ 572019 h 884684"/>
              <a:gd name="connsiteX26" fmla="*/ 911094 w 1088130"/>
              <a:gd name="connsiteY26" fmla="*/ 558480 h 884684"/>
              <a:gd name="connsiteX27" fmla="*/ 851258 w 1088130"/>
              <a:gd name="connsiteY27" fmla="*/ 558480 h 884684"/>
              <a:gd name="connsiteX28" fmla="*/ 864797 w 1088130"/>
              <a:gd name="connsiteY28" fmla="*/ 572019 h 884684"/>
              <a:gd name="connsiteX29" fmla="*/ 851258 w 1088130"/>
              <a:gd name="connsiteY29" fmla="*/ 585559 h 884684"/>
              <a:gd name="connsiteX30" fmla="*/ 837720 w 1088130"/>
              <a:gd name="connsiteY30" fmla="*/ 572019 h 884684"/>
              <a:gd name="connsiteX31" fmla="*/ 851258 w 1088130"/>
              <a:gd name="connsiteY31" fmla="*/ 558480 h 884684"/>
              <a:gd name="connsiteX32" fmla="*/ 471805 w 1088130"/>
              <a:gd name="connsiteY32" fmla="*/ 530557 h 884684"/>
              <a:gd name="connsiteX33" fmla="*/ 501724 w 1088130"/>
              <a:gd name="connsiteY33" fmla="*/ 560475 h 884684"/>
              <a:gd name="connsiteX34" fmla="*/ 471805 w 1088130"/>
              <a:gd name="connsiteY34" fmla="*/ 589486 h 884684"/>
              <a:gd name="connsiteX35" fmla="*/ 442793 w 1088130"/>
              <a:gd name="connsiteY35" fmla="*/ 560475 h 884684"/>
              <a:gd name="connsiteX36" fmla="*/ 471805 w 1088130"/>
              <a:gd name="connsiteY36" fmla="*/ 530557 h 884684"/>
              <a:gd name="connsiteX37" fmla="*/ 28040 w 1088130"/>
              <a:gd name="connsiteY37" fmla="*/ 500354 h 884684"/>
              <a:gd name="connsiteX38" fmla="*/ 28040 w 1088130"/>
              <a:gd name="connsiteY38" fmla="*/ 605501 h 884684"/>
              <a:gd name="connsiteX39" fmla="*/ 43417 w 1088130"/>
              <a:gd name="connsiteY39" fmla="*/ 620910 h 884684"/>
              <a:gd name="connsiteX40" fmla="*/ 733561 w 1088130"/>
              <a:gd name="connsiteY40" fmla="*/ 620910 h 884684"/>
              <a:gd name="connsiteX41" fmla="*/ 733561 w 1088130"/>
              <a:gd name="connsiteY41" fmla="*/ 500354 h 884684"/>
              <a:gd name="connsiteX42" fmla="*/ 879075 w 1088130"/>
              <a:gd name="connsiteY42" fmla="*/ 367001 h 884684"/>
              <a:gd name="connsiteX43" fmla="*/ 938179 w 1088130"/>
              <a:gd name="connsiteY43" fmla="*/ 367001 h 884684"/>
              <a:gd name="connsiteX44" fmla="*/ 952507 w 1088130"/>
              <a:gd name="connsiteY44" fmla="*/ 380513 h 884684"/>
              <a:gd name="connsiteX45" fmla="*/ 938179 w 1088130"/>
              <a:gd name="connsiteY45" fmla="*/ 394025 h 884684"/>
              <a:gd name="connsiteX46" fmla="*/ 879075 w 1088130"/>
              <a:gd name="connsiteY46" fmla="*/ 394025 h 884684"/>
              <a:gd name="connsiteX47" fmla="*/ 865642 w 1088130"/>
              <a:gd name="connsiteY47" fmla="*/ 380513 h 884684"/>
              <a:gd name="connsiteX48" fmla="*/ 879075 w 1088130"/>
              <a:gd name="connsiteY48" fmla="*/ 367001 h 884684"/>
              <a:gd name="connsiteX49" fmla="*/ 763410 w 1088130"/>
              <a:gd name="connsiteY49" fmla="*/ 353511 h 884684"/>
              <a:gd name="connsiteX50" fmla="*/ 761601 w 1088130"/>
              <a:gd name="connsiteY50" fmla="*/ 355324 h 884684"/>
              <a:gd name="connsiteX51" fmla="*/ 761601 w 1088130"/>
              <a:gd name="connsiteY51" fmla="*/ 634507 h 884684"/>
              <a:gd name="connsiteX52" fmla="*/ 761601 w 1088130"/>
              <a:gd name="connsiteY52" fmla="*/ 768660 h 884684"/>
              <a:gd name="connsiteX53" fmla="*/ 1060090 w 1088130"/>
              <a:gd name="connsiteY53" fmla="*/ 768660 h 884684"/>
              <a:gd name="connsiteX54" fmla="*/ 1060090 w 1088130"/>
              <a:gd name="connsiteY54" fmla="*/ 355324 h 884684"/>
              <a:gd name="connsiteX55" fmla="*/ 1057377 w 1088130"/>
              <a:gd name="connsiteY55" fmla="*/ 353511 h 884684"/>
              <a:gd name="connsiteX56" fmla="*/ 926222 w 1088130"/>
              <a:gd name="connsiteY56" fmla="*/ 353511 h 884684"/>
              <a:gd name="connsiteX57" fmla="*/ 851258 w 1088130"/>
              <a:gd name="connsiteY57" fmla="*/ 235361 h 884684"/>
              <a:gd name="connsiteX58" fmla="*/ 864797 w 1088130"/>
              <a:gd name="connsiteY58" fmla="*/ 248899 h 884684"/>
              <a:gd name="connsiteX59" fmla="*/ 851258 w 1088130"/>
              <a:gd name="connsiteY59" fmla="*/ 262438 h 884684"/>
              <a:gd name="connsiteX60" fmla="*/ 837720 w 1088130"/>
              <a:gd name="connsiteY60" fmla="*/ 248899 h 884684"/>
              <a:gd name="connsiteX61" fmla="*/ 851258 w 1088130"/>
              <a:gd name="connsiteY61" fmla="*/ 235361 h 884684"/>
              <a:gd name="connsiteX62" fmla="*/ 793838 w 1088130"/>
              <a:gd name="connsiteY62" fmla="*/ 235361 h 884684"/>
              <a:gd name="connsiteX63" fmla="*/ 808855 w 1088130"/>
              <a:gd name="connsiteY63" fmla="*/ 248899 h 884684"/>
              <a:gd name="connsiteX64" fmla="*/ 793838 w 1088130"/>
              <a:gd name="connsiteY64" fmla="*/ 262438 h 884684"/>
              <a:gd name="connsiteX65" fmla="*/ 777881 w 1088130"/>
              <a:gd name="connsiteY65" fmla="*/ 248899 h 884684"/>
              <a:gd name="connsiteX66" fmla="*/ 793838 w 1088130"/>
              <a:gd name="connsiteY66" fmla="*/ 235361 h 884684"/>
              <a:gd name="connsiteX67" fmla="*/ 733063 w 1088130"/>
              <a:gd name="connsiteY67" fmla="*/ 235361 h 884684"/>
              <a:gd name="connsiteX68" fmla="*/ 749019 w 1088130"/>
              <a:gd name="connsiteY68" fmla="*/ 248899 h 884684"/>
              <a:gd name="connsiteX69" fmla="*/ 733063 w 1088130"/>
              <a:gd name="connsiteY69" fmla="*/ 262438 h 884684"/>
              <a:gd name="connsiteX70" fmla="*/ 718045 w 1088130"/>
              <a:gd name="connsiteY70" fmla="*/ 248899 h 884684"/>
              <a:gd name="connsiteX71" fmla="*/ 733063 w 1088130"/>
              <a:gd name="connsiteY71" fmla="*/ 235361 h 884684"/>
              <a:gd name="connsiteX72" fmla="*/ 205017 w 1088130"/>
              <a:gd name="connsiteY72" fmla="*/ 235361 h 884684"/>
              <a:gd name="connsiteX73" fmla="*/ 218556 w 1088130"/>
              <a:gd name="connsiteY73" fmla="*/ 248899 h 884684"/>
              <a:gd name="connsiteX74" fmla="*/ 205017 w 1088130"/>
              <a:gd name="connsiteY74" fmla="*/ 262438 h 884684"/>
              <a:gd name="connsiteX75" fmla="*/ 191479 w 1088130"/>
              <a:gd name="connsiteY75" fmla="*/ 248899 h 884684"/>
              <a:gd name="connsiteX76" fmla="*/ 205017 w 1088130"/>
              <a:gd name="connsiteY76" fmla="*/ 235361 h 884684"/>
              <a:gd name="connsiteX77" fmla="*/ 145179 w 1088130"/>
              <a:gd name="connsiteY77" fmla="*/ 235361 h 884684"/>
              <a:gd name="connsiteX78" fmla="*/ 158719 w 1088130"/>
              <a:gd name="connsiteY78" fmla="*/ 248899 h 884684"/>
              <a:gd name="connsiteX79" fmla="*/ 145179 w 1088130"/>
              <a:gd name="connsiteY79" fmla="*/ 262438 h 884684"/>
              <a:gd name="connsiteX80" fmla="*/ 131640 w 1088130"/>
              <a:gd name="connsiteY80" fmla="*/ 248899 h 884684"/>
              <a:gd name="connsiteX81" fmla="*/ 145179 w 1088130"/>
              <a:gd name="connsiteY81" fmla="*/ 235361 h 884684"/>
              <a:gd name="connsiteX82" fmla="*/ 85342 w 1088130"/>
              <a:gd name="connsiteY82" fmla="*/ 235361 h 884684"/>
              <a:gd name="connsiteX83" fmla="*/ 98881 w 1088130"/>
              <a:gd name="connsiteY83" fmla="*/ 248899 h 884684"/>
              <a:gd name="connsiteX84" fmla="*/ 85342 w 1088130"/>
              <a:gd name="connsiteY84" fmla="*/ 262438 h 884684"/>
              <a:gd name="connsiteX85" fmla="*/ 71804 w 1088130"/>
              <a:gd name="connsiteY85" fmla="*/ 248899 h 884684"/>
              <a:gd name="connsiteX86" fmla="*/ 85342 w 1088130"/>
              <a:gd name="connsiteY86" fmla="*/ 235361 h 884684"/>
              <a:gd name="connsiteX87" fmla="*/ 496195 w 1088130"/>
              <a:gd name="connsiteY87" fmla="*/ 175522 h 884684"/>
              <a:gd name="connsiteX88" fmla="*/ 505237 w 1088130"/>
              <a:gd name="connsiteY88" fmla="*/ 184608 h 884684"/>
              <a:gd name="connsiteX89" fmla="*/ 505237 w 1088130"/>
              <a:gd name="connsiteY89" fmla="*/ 197329 h 884684"/>
              <a:gd name="connsiteX90" fmla="*/ 526033 w 1088130"/>
              <a:gd name="connsiteY90" fmla="*/ 215502 h 884684"/>
              <a:gd name="connsiteX91" fmla="*/ 519704 w 1088130"/>
              <a:gd name="connsiteY91" fmla="*/ 226406 h 884684"/>
              <a:gd name="connsiteX92" fmla="*/ 507949 w 1088130"/>
              <a:gd name="connsiteY92" fmla="*/ 220046 h 884684"/>
              <a:gd name="connsiteX93" fmla="*/ 498907 w 1088130"/>
              <a:gd name="connsiteY93" fmla="*/ 214594 h 884684"/>
              <a:gd name="connsiteX94" fmla="*/ 486249 w 1088130"/>
              <a:gd name="connsiteY94" fmla="*/ 220046 h 884684"/>
              <a:gd name="connsiteX95" fmla="*/ 480824 w 1088130"/>
              <a:gd name="connsiteY95" fmla="*/ 230949 h 884684"/>
              <a:gd name="connsiteX96" fmla="*/ 496195 w 1088130"/>
              <a:gd name="connsiteY96" fmla="*/ 248214 h 884684"/>
              <a:gd name="connsiteX97" fmla="*/ 529650 w 1088130"/>
              <a:gd name="connsiteY97" fmla="*/ 285468 h 884684"/>
              <a:gd name="connsiteX98" fmla="*/ 505237 w 1088130"/>
              <a:gd name="connsiteY98" fmla="*/ 317271 h 884684"/>
              <a:gd name="connsiteX99" fmla="*/ 505237 w 1088130"/>
              <a:gd name="connsiteY99" fmla="*/ 329083 h 884684"/>
              <a:gd name="connsiteX100" fmla="*/ 496195 w 1088130"/>
              <a:gd name="connsiteY100" fmla="*/ 338169 h 884684"/>
              <a:gd name="connsiteX101" fmla="*/ 486249 w 1088130"/>
              <a:gd name="connsiteY101" fmla="*/ 329083 h 884684"/>
              <a:gd name="connsiteX102" fmla="*/ 486249 w 1088130"/>
              <a:gd name="connsiteY102" fmla="*/ 319088 h 884684"/>
              <a:gd name="connsiteX103" fmla="*/ 466357 w 1088130"/>
              <a:gd name="connsiteY103" fmla="*/ 297280 h 884684"/>
              <a:gd name="connsiteX104" fmla="*/ 473590 w 1088130"/>
              <a:gd name="connsiteY104" fmla="*/ 287285 h 884684"/>
              <a:gd name="connsiteX105" fmla="*/ 484440 w 1088130"/>
              <a:gd name="connsiteY105" fmla="*/ 293646 h 884684"/>
              <a:gd name="connsiteX106" fmla="*/ 493482 w 1088130"/>
              <a:gd name="connsiteY106" fmla="*/ 300915 h 884684"/>
              <a:gd name="connsiteX107" fmla="*/ 510662 w 1088130"/>
              <a:gd name="connsiteY107" fmla="*/ 284559 h 884684"/>
              <a:gd name="connsiteX108" fmla="*/ 496195 w 1088130"/>
              <a:gd name="connsiteY108" fmla="*/ 267295 h 884684"/>
              <a:gd name="connsiteX109" fmla="*/ 494387 w 1088130"/>
              <a:gd name="connsiteY109" fmla="*/ 267295 h 884684"/>
              <a:gd name="connsiteX110" fmla="*/ 462740 w 1088130"/>
              <a:gd name="connsiteY110" fmla="*/ 230949 h 884684"/>
              <a:gd name="connsiteX111" fmla="*/ 473590 w 1088130"/>
              <a:gd name="connsiteY111" fmla="*/ 205507 h 884684"/>
              <a:gd name="connsiteX112" fmla="*/ 486249 w 1088130"/>
              <a:gd name="connsiteY112" fmla="*/ 198238 h 884684"/>
              <a:gd name="connsiteX113" fmla="*/ 486249 w 1088130"/>
              <a:gd name="connsiteY113" fmla="*/ 184608 h 884684"/>
              <a:gd name="connsiteX114" fmla="*/ 496195 w 1088130"/>
              <a:gd name="connsiteY114" fmla="*/ 175522 h 884684"/>
              <a:gd name="connsiteX115" fmla="*/ 497102 w 1088130"/>
              <a:gd name="connsiteY115" fmla="*/ 134749 h 884684"/>
              <a:gd name="connsiteX116" fmla="*/ 374157 w 1088130"/>
              <a:gd name="connsiteY116" fmla="*/ 257300 h 884684"/>
              <a:gd name="connsiteX117" fmla="*/ 497102 w 1088130"/>
              <a:gd name="connsiteY117" fmla="*/ 379851 h 884684"/>
              <a:gd name="connsiteX118" fmla="*/ 619137 w 1088130"/>
              <a:gd name="connsiteY118" fmla="*/ 257300 h 884684"/>
              <a:gd name="connsiteX119" fmla="*/ 497102 w 1088130"/>
              <a:gd name="connsiteY119" fmla="*/ 134749 h 884684"/>
              <a:gd name="connsiteX120" fmla="*/ 388232 w 1088130"/>
              <a:gd name="connsiteY120" fmla="*/ 115880 h 884684"/>
              <a:gd name="connsiteX121" fmla="*/ 305361 w 1088130"/>
              <a:gd name="connsiteY121" fmla="*/ 254854 h 884684"/>
              <a:gd name="connsiteX122" fmla="*/ 388232 w 1088130"/>
              <a:gd name="connsiteY122" fmla="*/ 393828 h 884684"/>
              <a:gd name="connsiteX123" fmla="*/ 320674 w 1088130"/>
              <a:gd name="connsiteY123" fmla="*/ 254854 h 884684"/>
              <a:gd name="connsiteX124" fmla="*/ 388232 w 1088130"/>
              <a:gd name="connsiteY124" fmla="*/ 115880 h 884684"/>
              <a:gd name="connsiteX125" fmla="*/ 497102 w 1088130"/>
              <a:gd name="connsiteY125" fmla="*/ 115686 h 884684"/>
              <a:gd name="connsiteX126" fmla="*/ 637351 w 1088130"/>
              <a:gd name="connsiteY126" fmla="*/ 257300 h 884684"/>
              <a:gd name="connsiteX127" fmla="*/ 497102 w 1088130"/>
              <a:gd name="connsiteY127" fmla="*/ 398006 h 884684"/>
              <a:gd name="connsiteX128" fmla="*/ 355032 w 1088130"/>
              <a:gd name="connsiteY128" fmla="*/ 257300 h 884684"/>
              <a:gd name="connsiteX129" fmla="*/ 497102 w 1088130"/>
              <a:gd name="connsiteY129" fmla="*/ 115686 h 884684"/>
              <a:gd name="connsiteX130" fmla="*/ 359407 w 1088130"/>
              <a:gd name="connsiteY130" fmla="*/ 113173 h 884684"/>
              <a:gd name="connsiteX131" fmla="*/ 269330 w 1088130"/>
              <a:gd name="connsiteY131" fmla="*/ 254854 h 884684"/>
              <a:gd name="connsiteX132" fmla="*/ 359407 w 1088130"/>
              <a:gd name="connsiteY132" fmla="*/ 395633 h 884684"/>
              <a:gd name="connsiteX133" fmla="*/ 287345 w 1088130"/>
              <a:gd name="connsiteY133" fmla="*/ 254854 h 884684"/>
              <a:gd name="connsiteX134" fmla="*/ 359407 w 1088130"/>
              <a:gd name="connsiteY134" fmla="*/ 113173 h 884684"/>
              <a:gd name="connsiteX135" fmla="*/ 495424 w 1088130"/>
              <a:gd name="connsiteY135" fmla="*/ 97832 h 884684"/>
              <a:gd name="connsiteX136" fmla="*/ 338689 w 1088130"/>
              <a:gd name="connsiteY136" fmla="*/ 254854 h 884684"/>
              <a:gd name="connsiteX137" fmla="*/ 495424 w 1088130"/>
              <a:gd name="connsiteY137" fmla="*/ 410975 h 884684"/>
              <a:gd name="connsiteX138" fmla="*/ 651259 w 1088130"/>
              <a:gd name="connsiteY138" fmla="*/ 254854 h 884684"/>
              <a:gd name="connsiteX139" fmla="*/ 495424 w 1088130"/>
              <a:gd name="connsiteY139" fmla="*/ 97832 h 884684"/>
              <a:gd name="connsiteX140" fmla="*/ 426065 w 1088130"/>
              <a:gd name="connsiteY140" fmla="*/ 79783 h 884684"/>
              <a:gd name="connsiteX141" fmla="*/ 444080 w 1088130"/>
              <a:gd name="connsiteY141" fmla="*/ 80685 h 884684"/>
              <a:gd name="connsiteX142" fmla="*/ 462096 w 1088130"/>
              <a:gd name="connsiteY142" fmla="*/ 79783 h 884684"/>
              <a:gd name="connsiteX143" fmla="*/ 479210 w 1088130"/>
              <a:gd name="connsiteY143" fmla="*/ 80685 h 884684"/>
              <a:gd name="connsiteX144" fmla="*/ 495424 w 1088130"/>
              <a:gd name="connsiteY144" fmla="*/ 79783 h 884684"/>
              <a:gd name="connsiteX145" fmla="*/ 669274 w 1088130"/>
              <a:gd name="connsiteY145" fmla="*/ 254854 h 884684"/>
              <a:gd name="connsiteX146" fmla="*/ 495424 w 1088130"/>
              <a:gd name="connsiteY146" fmla="*/ 429926 h 884684"/>
              <a:gd name="connsiteX147" fmla="*/ 479210 w 1088130"/>
              <a:gd name="connsiteY147" fmla="*/ 428121 h 884684"/>
              <a:gd name="connsiteX148" fmla="*/ 462096 w 1088130"/>
              <a:gd name="connsiteY148" fmla="*/ 429926 h 884684"/>
              <a:gd name="connsiteX149" fmla="*/ 444080 w 1088130"/>
              <a:gd name="connsiteY149" fmla="*/ 428121 h 884684"/>
              <a:gd name="connsiteX150" fmla="*/ 426065 w 1088130"/>
              <a:gd name="connsiteY150" fmla="*/ 429926 h 884684"/>
              <a:gd name="connsiteX151" fmla="*/ 251314 w 1088130"/>
              <a:gd name="connsiteY151" fmla="*/ 254854 h 884684"/>
              <a:gd name="connsiteX152" fmla="*/ 426065 w 1088130"/>
              <a:gd name="connsiteY152" fmla="*/ 79783 h 884684"/>
              <a:gd name="connsiteX153" fmla="*/ 43417 w 1088130"/>
              <a:gd name="connsiteY153" fmla="*/ 28100 h 884684"/>
              <a:gd name="connsiteX154" fmla="*/ 28040 w 1088130"/>
              <a:gd name="connsiteY154" fmla="*/ 44415 h 884684"/>
              <a:gd name="connsiteX155" fmla="*/ 28040 w 1088130"/>
              <a:gd name="connsiteY155" fmla="*/ 473161 h 884684"/>
              <a:gd name="connsiteX156" fmla="*/ 733561 w 1088130"/>
              <a:gd name="connsiteY156" fmla="*/ 473161 h 884684"/>
              <a:gd name="connsiteX157" fmla="*/ 733561 w 1088130"/>
              <a:gd name="connsiteY157" fmla="*/ 355324 h 884684"/>
              <a:gd name="connsiteX158" fmla="*/ 763410 w 1088130"/>
              <a:gd name="connsiteY158" fmla="*/ 325411 h 884684"/>
              <a:gd name="connsiteX159" fmla="*/ 912655 w 1088130"/>
              <a:gd name="connsiteY159" fmla="*/ 325411 h 884684"/>
              <a:gd name="connsiteX160" fmla="*/ 912655 w 1088130"/>
              <a:gd name="connsiteY160" fmla="*/ 44415 h 884684"/>
              <a:gd name="connsiteX161" fmla="*/ 897278 w 1088130"/>
              <a:gd name="connsiteY161" fmla="*/ 28100 h 884684"/>
              <a:gd name="connsiteX162" fmla="*/ 43417 w 1088130"/>
              <a:gd name="connsiteY162" fmla="*/ 0 h 884684"/>
              <a:gd name="connsiteX163" fmla="*/ 897278 w 1088130"/>
              <a:gd name="connsiteY163" fmla="*/ 0 h 884684"/>
              <a:gd name="connsiteX164" fmla="*/ 940695 w 1088130"/>
              <a:gd name="connsiteY164" fmla="*/ 44415 h 884684"/>
              <a:gd name="connsiteX165" fmla="*/ 940695 w 1088130"/>
              <a:gd name="connsiteY165" fmla="*/ 325411 h 884684"/>
              <a:gd name="connsiteX166" fmla="*/ 1057377 w 1088130"/>
              <a:gd name="connsiteY166" fmla="*/ 325411 h 884684"/>
              <a:gd name="connsiteX167" fmla="*/ 1088130 w 1088130"/>
              <a:gd name="connsiteY167" fmla="*/ 355324 h 884684"/>
              <a:gd name="connsiteX168" fmla="*/ 1088130 w 1088130"/>
              <a:gd name="connsiteY168" fmla="*/ 854771 h 884684"/>
              <a:gd name="connsiteX169" fmla="*/ 1057377 w 1088130"/>
              <a:gd name="connsiteY169" fmla="*/ 884684 h 884684"/>
              <a:gd name="connsiteX170" fmla="*/ 763410 w 1088130"/>
              <a:gd name="connsiteY170" fmla="*/ 884684 h 884684"/>
              <a:gd name="connsiteX171" fmla="*/ 733561 w 1088130"/>
              <a:gd name="connsiteY171" fmla="*/ 854771 h 884684"/>
              <a:gd name="connsiteX172" fmla="*/ 733561 w 1088130"/>
              <a:gd name="connsiteY172" fmla="*/ 784069 h 884684"/>
              <a:gd name="connsiteX173" fmla="*/ 733561 w 1088130"/>
              <a:gd name="connsiteY173" fmla="*/ 782256 h 884684"/>
              <a:gd name="connsiteX174" fmla="*/ 733561 w 1088130"/>
              <a:gd name="connsiteY174" fmla="*/ 780443 h 884684"/>
              <a:gd name="connsiteX175" fmla="*/ 733561 w 1088130"/>
              <a:gd name="connsiteY175" fmla="*/ 648103 h 884684"/>
              <a:gd name="connsiteX176" fmla="*/ 604215 w 1088130"/>
              <a:gd name="connsiteY176" fmla="*/ 648103 h 884684"/>
              <a:gd name="connsiteX177" fmla="*/ 612356 w 1088130"/>
              <a:gd name="connsiteY177" fmla="*/ 770472 h 884684"/>
              <a:gd name="connsiteX178" fmla="*/ 647632 w 1088130"/>
              <a:gd name="connsiteY178" fmla="*/ 856584 h 884684"/>
              <a:gd name="connsiteX179" fmla="*/ 690144 w 1088130"/>
              <a:gd name="connsiteY179" fmla="*/ 856584 h 884684"/>
              <a:gd name="connsiteX180" fmla="*/ 704616 w 1088130"/>
              <a:gd name="connsiteY180" fmla="*/ 870181 h 884684"/>
              <a:gd name="connsiteX181" fmla="*/ 690144 w 1088130"/>
              <a:gd name="connsiteY181" fmla="*/ 884684 h 884684"/>
              <a:gd name="connsiteX182" fmla="*/ 645823 w 1088130"/>
              <a:gd name="connsiteY182" fmla="*/ 884684 h 884684"/>
              <a:gd name="connsiteX183" fmla="*/ 293967 w 1088130"/>
              <a:gd name="connsiteY183" fmla="*/ 884684 h 884684"/>
              <a:gd name="connsiteX184" fmla="*/ 249646 w 1088130"/>
              <a:gd name="connsiteY184" fmla="*/ 884684 h 884684"/>
              <a:gd name="connsiteX185" fmla="*/ 236078 w 1088130"/>
              <a:gd name="connsiteY185" fmla="*/ 870181 h 884684"/>
              <a:gd name="connsiteX186" fmla="*/ 249646 w 1088130"/>
              <a:gd name="connsiteY186" fmla="*/ 856584 h 884684"/>
              <a:gd name="connsiteX187" fmla="*/ 293063 w 1088130"/>
              <a:gd name="connsiteY187" fmla="*/ 856584 h 884684"/>
              <a:gd name="connsiteX188" fmla="*/ 327434 w 1088130"/>
              <a:gd name="connsiteY188" fmla="*/ 770472 h 884684"/>
              <a:gd name="connsiteX189" fmla="*/ 335575 w 1088130"/>
              <a:gd name="connsiteY189" fmla="*/ 648103 h 884684"/>
              <a:gd name="connsiteX190" fmla="*/ 43417 w 1088130"/>
              <a:gd name="connsiteY190" fmla="*/ 648103 h 884684"/>
              <a:gd name="connsiteX191" fmla="*/ 0 w 1088130"/>
              <a:gd name="connsiteY191" fmla="*/ 605501 h 884684"/>
              <a:gd name="connsiteX192" fmla="*/ 0 w 1088130"/>
              <a:gd name="connsiteY192" fmla="*/ 44415 h 884684"/>
              <a:gd name="connsiteX193" fmla="*/ 43417 w 1088130"/>
              <a:gd name="connsiteY193" fmla="*/ 0 h 88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1088130" h="884684">
                <a:moveTo>
                  <a:pt x="911518" y="805807"/>
                </a:moveTo>
                <a:cubicBezTo>
                  <a:pt x="920966" y="805807"/>
                  <a:pt x="928524" y="814311"/>
                  <a:pt x="928524" y="822814"/>
                </a:cubicBezTo>
                <a:cubicBezTo>
                  <a:pt x="928524" y="833207"/>
                  <a:pt x="920966" y="840766"/>
                  <a:pt x="911518" y="840766"/>
                </a:cubicBezTo>
                <a:cubicBezTo>
                  <a:pt x="902071" y="840766"/>
                  <a:pt x="893568" y="833207"/>
                  <a:pt x="893568" y="822814"/>
                </a:cubicBezTo>
                <a:cubicBezTo>
                  <a:pt x="893568" y="814311"/>
                  <a:pt x="902071" y="805807"/>
                  <a:pt x="911518" y="805807"/>
                </a:cubicBezTo>
                <a:close/>
                <a:moveTo>
                  <a:pt x="761601" y="795853"/>
                </a:moveTo>
                <a:lnTo>
                  <a:pt x="761601" y="854771"/>
                </a:lnTo>
                <a:cubicBezTo>
                  <a:pt x="761601" y="855678"/>
                  <a:pt x="761601" y="856584"/>
                  <a:pt x="763410" y="856584"/>
                </a:cubicBezTo>
                <a:lnTo>
                  <a:pt x="1057377" y="856584"/>
                </a:lnTo>
                <a:cubicBezTo>
                  <a:pt x="1059186" y="856584"/>
                  <a:pt x="1060090" y="855678"/>
                  <a:pt x="1060090" y="854771"/>
                </a:cubicBezTo>
                <a:lnTo>
                  <a:pt x="1060090" y="795853"/>
                </a:lnTo>
                <a:close/>
                <a:moveTo>
                  <a:pt x="364519" y="648103"/>
                </a:moveTo>
                <a:cubicBezTo>
                  <a:pt x="366328" y="657168"/>
                  <a:pt x="367233" y="667138"/>
                  <a:pt x="367233" y="678016"/>
                </a:cubicBezTo>
                <a:cubicBezTo>
                  <a:pt x="367233" y="716992"/>
                  <a:pt x="352760" y="810356"/>
                  <a:pt x="326530" y="856584"/>
                </a:cubicBezTo>
                <a:lnTo>
                  <a:pt x="613261" y="856584"/>
                </a:lnTo>
                <a:cubicBezTo>
                  <a:pt x="587934" y="810356"/>
                  <a:pt x="573462" y="716992"/>
                  <a:pt x="573462" y="678016"/>
                </a:cubicBezTo>
                <a:cubicBezTo>
                  <a:pt x="573462" y="667138"/>
                  <a:pt x="573462" y="657168"/>
                  <a:pt x="576176" y="648103"/>
                </a:cubicBezTo>
                <a:close/>
                <a:moveTo>
                  <a:pt x="970932" y="558480"/>
                </a:moveTo>
                <a:cubicBezTo>
                  <a:pt x="978548" y="558480"/>
                  <a:pt x="984471" y="564403"/>
                  <a:pt x="984471" y="572019"/>
                </a:cubicBezTo>
                <a:cubicBezTo>
                  <a:pt x="984471" y="579635"/>
                  <a:pt x="978548" y="585559"/>
                  <a:pt x="970932" y="585559"/>
                </a:cubicBezTo>
                <a:cubicBezTo>
                  <a:pt x="963317" y="585559"/>
                  <a:pt x="957394" y="579635"/>
                  <a:pt x="957394" y="572019"/>
                </a:cubicBezTo>
                <a:cubicBezTo>
                  <a:pt x="957394" y="564403"/>
                  <a:pt x="963317" y="558480"/>
                  <a:pt x="970932" y="558480"/>
                </a:cubicBezTo>
                <a:close/>
                <a:moveTo>
                  <a:pt x="911094" y="558480"/>
                </a:moveTo>
                <a:cubicBezTo>
                  <a:pt x="918710" y="558480"/>
                  <a:pt x="924634" y="564403"/>
                  <a:pt x="924634" y="572019"/>
                </a:cubicBezTo>
                <a:cubicBezTo>
                  <a:pt x="924634" y="579635"/>
                  <a:pt x="918710" y="585559"/>
                  <a:pt x="911094" y="585559"/>
                </a:cubicBezTo>
                <a:cubicBezTo>
                  <a:pt x="903478" y="585559"/>
                  <a:pt x="897555" y="579635"/>
                  <a:pt x="897555" y="572019"/>
                </a:cubicBezTo>
                <a:cubicBezTo>
                  <a:pt x="897555" y="564403"/>
                  <a:pt x="903478" y="558480"/>
                  <a:pt x="911094" y="558480"/>
                </a:cubicBezTo>
                <a:close/>
                <a:moveTo>
                  <a:pt x="851258" y="558480"/>
                </a:moveTo>
                <a:cubicBezTo>
                  <a:pt x="858874" y="558480"/>
                  <a:pt x="864797" y="564403"/>
                  <a:pt x="864797" y="572019"/>
                </a:cubicBezTo>
                <a:cubicBezTo>
                  <a:pt x="864797" y="579635"/>
                  <a:pt x="858874" y="585559"/>
                  <a:pt x="851258" y="585559"/>
                </a:cubicBezTo>
                <a:cubicBezTo>
                  <a:pt x="843643" y="585559"/>
                  <a:pt x="837720" y="579635"/>
                  <a:pt x="837720" y="572019"/>
                </a:cubicBezTo>
                <a:cubicBezTo>
                  <a:pt x="837720" y="564403"/>
                  <a:pt x="843643" y="558480"/>
                  <a:pt x="851258" y="558480"/>
                </a:cubicBezTo>
                <a:close/>
                <a:moveTo>
                  <a:pt x="471805" y="530557"/>
                </a:moveTo>
                <a:cubicBezTo>
                  <a:pt x="489031" y="530557"/>
                  <a:pt x="501724" y="544156"/>
                  <a:pt x="501724" y="560475"/>
                </a:cubicBezTo>
                <a:cubicBezTo>
                  <a:pt x="501724" y="575887"/>
                  <a:pt x="489031" y="589486"/>
                  <a:pt x="471805" y="589486"/>
                </a:cubicBezTo>
                <a:cubicBezTo>
                  <a:pt x="456393" y="589486"/>
                  <a:pt x="442793" y="575887"/>
                  <a:pt x="442793" y="560475"/>
                </a:cubicBezTo>
                <a:cubicBezTo>
                  <a:pt x="442793" y="544156"/>
                  <a:pt x="456393" y="530557"/>
                  <a:pt x="471805" y="530557"/>
                </a:cubicBezTo>
                <a:close/>
                <a:moveTo>
                  <a:pt x="28040" y="500354"/>
                </a:moveTo>
                <a:lnTo>
                  <a:pt x="28040" y="605501"/>
                </a:lnTo>
                <a:cubicBezTo>
                  <a:pt x="28040" y="613659"/>
                  <a:pt x="35276" y="620910"/>
                  <a:pt x="43417" y="620910"/>
                </a:cubicBezTo>
                <a:lnTo>
                  <a:pt x="733561" y="620910"/>
                </a:lnTo>
                <a:lnTo>
                  <a:pt x="733561" y="500354"/>
                </a:lnTo>
                <a:close/>
                <a:moveTo>
                  <a:pt x="879075" y="367001"/>
                </a:moveTo>
                <a:lnTo>
                  <a:pt x="938179" y="367001"/>
                </a:lnTo>
                <a:cubicBezTo>
                  <a:pt x="945343" y="367001"/>
                  <a:pt x="952507" y="373307"/>
                  <a:pt x="952507" y="380513"/>
                </a:cubicBezTo>
                <a:cubicBezTo>
                  <a:pt x="952507" y="388620"/>
                  <a:pt x="945343" y="394025"/>
                  <a:pt x="938179" y="394025"/>
                </a:cubicBezTo>
                <a:lnTo>
                  <a:pt x="879075" y="394025"/>
                </a:lnTo>
                <a:cubicBezTo>
                  <a:pt x="871015" y="394025"/>
                  <a:pt x="865642" y="388620"/>
                  <a:pt x="865642" y="380513"/>
                </a:cubicBezTo>
                <a:cubicBezTo>
                  <a:pt x="865642" y="373307"/>
                  <a:pt x="871015" y="367001"/>
                  <a:pt x="879075" y="367001"/>
                </a:cubicBezTo>
                <a:close/>
                <a:moveTo>
                  <a:pt x="763410" y="353511"/>
                </a:moveTo>
                <a:cubicBezTo>
                  <a:pt x="761601" y="353511"/>
                  <a:pt x="761601" y="354417"/>
                  <a:pt x="761601" y="355324"/>
                </a:cubicBezTo>
                <a:lnTo>
                  <a:pt x="761601" y="634507"/>
                </a:lnTo>
                <a:lnTo>
                  <a:pt x="761601" y="768660"/>
                </a:lnTo>
                <a:lnTo>
                  <a:pt x="1060090" y="768660"/>
                </a:lnTo>
                <a:lnTo>
                  <a:pt x="1060090" y="355324"/>
                </a:lnTo>
                <a:cubicBezTo>
                  <a:pt x="1060090" y="354417"/>
                  <a:pt x="1059186" y="353511"/>
                  <a:pt x="1057377" y="353511"/>
                </a:cubicBezTo>
                <a:lnTo>
                  <a:pt x="926222" y="353511"/>
                </a:lnTo>
                <a:close/>
                <a:moveTo>
                  <a:pt x="851258" y="235361"/>
                </a:moveTo>
                <a:cubicBezTo>
                  <a:pt x="858874" y="235361"/>
                  <a:pt x="864797" y="240438"/>
                  <a:pt x="864797" y="248899"/>
                </a:cubicBezTo>
                <a:cubicBezTo>
                  <a:pt x="864797" y="256515"/>
                  <a:pt x="858874" y="262438"/>
                  <a:pt x="851258" y="262438"/>
                </a:cubicBezTo>
                <a:cubicBezTo>
                  <a:pt x="843643" y="262438"/>
                  <a:pt x="837720" y="256515"/>
                  <a:pt x="837720" y="248899"/>
                </a:cubicBezTo>
                <a:cubicBezTo>
                  <a:pt x="837720" y="240438"/>
                  <a:pt x="843643" y="235361"/>
                  <a:pt x="851258" y="235361"/>
                </a:cubicBezTo>
                <a:close/>
                <a:moveTo>
                  <a:pt x="793838" y="235361"/>
                </a:moveTo>
                <a:cubicBezTo>
                  <a:pt x="802285" y="235361"/>
                  <a:pt x="808855" y="240438"/>
                  <a:pt x="808855" y="248899"/>
                </a:cubicBezTo>
                <a:cubicBezTo>
                  <a:pt x="808855" y="256515"/>
                  <a:pt x="802285" y="262438"/>
                  <a:pt x="793838" y="262438"/>
                </a:cubicBezTo>
                <a:cubicBezTo>
                  <a:pt x="785390" y="262438"/>
                  <a:pt x="777881" y="256515"/>
                  <a:pt x="777881" y="248899"/>
                </a:cubicBezTo>
                <a:cubicBezTo>
                  <a:pt x="777881" y="240438"/>
                  <a:pt x="785390" y="235361"/>
                  <a:pt x="793838" y="235361"/>
                </a:cubicBezTo>
                <a:close/>
                <a:moveTo>
                  <a:pt x="733063" y="235361"/>
                </a:moveTo>
                <a:cubicBezTo>
                  <a:pt x="741510" y="235361"/>
                  <a:pt x="749019" y="240438"/>
                  <a:pt x="749019" y="248899"/>
                </a:cubicBezTo>
                <a:cubicBezTo>
                  <a:pt x="749019" y="256515"/>
                  <a:pt x="741510" y="262438"/>
                  <a:pt x="733063" y="262438"/>
                </a:cubicBezTo>
                <a:cubicBezTo>
                  <a:pt x="725554" y="262438"/>
                  <a:pt x="718045" y="256515"/>
                  <a:pt x="718045" y="248899"/>
                </a:cubicBezTo>
                <a:cubicBezTo>
                  <a:pt x="718045" y="240438"/>
                  <a:pt x="725554" y="235361"/>
                  <a:pt x="733063" y="235361"/>
                </a:cubicBezTo>
                <a:close/>
                <a:moveTo>
                  <a:pt x="205017" y="235361"/>
                </a:moveTo>
                <a:cubicBezTo>
                  <a:pt x="212633" y="235361"/>
                  <a:pt x="218556" y="240438"/>
                  <a:pt x="218556" y="248899"/>
                </a:cubicBezTo>
                <a:cubicBezTo>
                  <a:pt x="218556" y="256515"/>
                  <a:pt x="212633" y="262438"/>
                  <a:pt x="205017" y="262438"/>
                </a:cubicBezTo>
                <a:cubicBezTo>
                  <a:pt x="197402" y="262438"/>
                  <a:pt x="191479" y="256515"/>
                  <a:pt x="191479" y="248899"/>
                </a:cubicBezTo>
                <a:cubicBezTo>
                  <a:pt x="191479" y="240438"/>
                  <a:pt x="197402" y="235361"/>
                  <a:pt x="205017" y="235361"/>
                </a:cubicBezTo>
                <a:close/>
                <a:moveTo>
                  <a:pt x="145179" y="235361"/>
                </a:moveTo>
                <a:cubicBezTo>
                  <a:pt x="152795" y="235361"/>
                  <a:pt x="158719" y="240438"/>
                  <a:pt x="158719" y="248899"/>
                </a:cubicBezTo>
                <a:cubicBezTo>
                  <a:pt x="158719" y="256515"/>
                  <a:pt x="152795" y="262438"/>
                  <a:pt x="145179" y="262438"/>
                </a:cubicBezTo>
                <a:cubicBezTo>
                  <a:pt x="137563" y="262438"/>
                  <a:pt x="131640" y="256515"/>
                  <a:pt x="131640" y="248899"/>
                </a:cubicBezTo>
                <a:cubicBezTo>
                  <a:pt x="131640" y="240438"/>
                  <a:pt x="137563" y="235361"/>
                  <a:pt x="145179" y="235361"/>
                </a:cubicBezTo>
                <a:close/>
                <a:moveTo>
                  <a:pt x="85342" y="235361"/>
                </a:moveTo>
                <a:cubicBezTo>
                  <a:pt x="92958" y="235361"/>
                  <a:pt x="98881" y="240438"/>
                  <a:pt x="98881" y="248899"/>
                </a:cubicBezTo>
                <a:cubicBezTo>
                  <a:pt x="98881" y="256515"/>
                  <a:pt x="92958" y="262438"/>
                  <a:pt x="85342" y="262438"/>
                </a:cubicBezTo>
                <a:cubicBezTo>
                  <a:pt x="77727" y="262438"/>
                  <a:pt x="71804" y="256515"/>
                  <a:pt x="71804" y="248899"/>
                </a:cubicBezTo>
                <a:cubicBezTo>
                  <a:pt x="71804" y="240438"/>
                  <a:pt x="77727" y="235361"/>
                  <a:pt x="85342" y="235361"/>
                </a:cubicBezTo>
                <a:close/>
                <a:moveTo>
                  <a:pt x="496195" y="175522"/>
                </a:moveTo>
                <a:cubicBezTo>
                  <a:pt x="500716" y="175522"/>
                  <a:pt x="505237" y="180065"/>
                  <a:pt x="505237" y="184608"/>
                </a:cubicBezTo>
                <a:lnTo>
                  <a:pt x="505237" y="197329"/>
                </a:lnTo>
                <a:cubicBezTo>
                  <a:pt x="513374" y="198238"/>
                  <a:pt x="523321" y="203690"/>
                  <a:pt x="526033" y="215502"/>
                </a:cubicBezTo>
                <a:cubicBezTo>
                  <a:pt x="526937" y="220046"/>
                  <a:pt x="524225" y="225497"/>
                  <a:pt x="519704" y="226406"/>
                </a:cubicBezTo>
                <a:cubicBezTo>
                  <a:pt x="514279" y="228223"/>
                  <a:pt x="509758" y="224589"/>
                  <a:pt x="507949" y="220046"/>
                </a:cubicBezTo>
                <a:cubicBezTo>
                  <a:pt x="507045" y="215502"/>
                  <a:pt x="498907" y="214594"/>
                  <a:pt x="498907" y="214594"/>
                </a:cubicBezTo>
                <a:cubicBezTo>
                  <a:pt x="494387" y="214594"/>
                  <a:pt x="489866" y="216411"/>
                  <a:pt x="486249" y="220046"/>
                </a:cubicBezTo>
                <a:cubicBezTo>
                  <a:pt x="482632" y="222772"/>
                  <a:pt x="480824" y="227315"/>
                  <a:pt x="480824" y="230949"/>
                </a:cubicBezTo>
                <a:cubicBezTo>
                  <a:pt x="480824" y="240036"/>
                  <a:pt x="487153" y="248214"/>
                  <a:pt x="496195" y="248214"/>
                </a:cubicBezTo>
                <a:cubicBezTo>
                  <a:pt x="516087" y="250031"/>
                  <a:pt x="529650" y="266386"/>
                  <a:pt x="529650" y="285468"/>
                </a:cubicBezTo>
                <a:cubicBezTo>
                  <a:pt x="529650" y="300915"/>
                  <a:pt x="519704" y="312727"/>
                  <a:pt x="505237" y="317271"/>
                </a:cubicBezTo>
                <a:lnTo>
                  <a:pt x="505237" y="329083"/>
                </a:lnTo>
                <a:cubicBezTo>
                  <a:pt x="505237" y="334535"/>
                  <a:pt x="500716" y="338169"/>
                  <a:pt x="496195" y="338169"/>
                </a:cubicBezTo>
                <a:cubicBezTo>
                  <a:pt x="490770" y="338169"/>
                  <a:pt x="486249" y="334535"/>
                  <a:pt x="486249" y="329083"/>
                </a:cubicBezTo>
                <a:lnTo>
                  <a:pt x="486249" y="319088"/>
                </a:lnTo>
                <a:cubicBezTo>
                  <a:pt x="479015" y="317271"/>
                  <a:pt x="469069" y="311819"/>
                  <a:pt x="466357" y="297280"/>
                </a:cubicBezTo>
                <a:cubicBezTo>
                  <a:pt x="465453" y="291828"/>
                  <a:pt x="468165" y="287285"/>
                  <a:pt x="473590" y="287285"/>
                </a:cubicBezTo>
                <a:cubicBezTo>
                  <a:pt x="478111" y="285468"/>
                  <a:pt x="483536" y="289103"/>
                  <a:pt x="484440" y="293646"/>
                </a:cubicBezTo>
                <a:cubicBezTo>
                  <a:pt x="486249" y="300915"/>
                  <a:pt x="492578" y="300915"/>
                  <a:pt x="493482" y="300915"/>
                </a:cubicBezTo>
                <a:cubicBezTo>
                  <a:pt x="503428" y="300915"/>
                  <a:pt x="510662" y="293646"/>
                  <a:pt x="510662" y="284559"/>
                </a:cubicBezTo>
                <a:cubicBezTo>
                  <a:pt x="511566" y="275473"/>
                  <a:pt x="505237" y="267295"/>
                  <a:pt x="496195" y="267295"/>
                </a:cubicBezTo>
                <a:lnTo>
                  <a:pt x="494387" y="267295"/>
                </a:lnTo>
                <a:cubicBezTo>
                  <a:pt x="476303" y="265478"/>
                  <a:pt x="462740" y="249122"/>
                  <a:pt x="462740" y="230949"/>
                </a:cubicBezTo>
                <a:cubicBezTo>
                  <a:pt x="462740" y="220954"/>
                  <a:pt x="466357" y="212776"/>
                  <a:pt x="473590" y="205507"/>
                </a:cubicBezTo>
                <a:cubicBezTo>
                  <a:pt x="477207" y="202781"/>
                  <a:pt x="482632" y="200055"/>
                  <a:pt x="486249" y="198238"/>
                </a:cubicBezTo>
                <a:lnTo>
                  <a:pt x="486249" y="184608"/>
                </a:lnTo>
                <a:cubicBezTo>
                  <a:pt x="486249" y="180065"/>
                  <a:pt x="490770" y="175522"/>
                  <a:pt x="496195" y="175522"/>
                </a:cubicBezTo>
                <a:close/>
                <a:moveTo>
                  <a:pt x="497102" y="134749"/>
                </a:moveTo>
                <a:cubicBezTo>
                  <a:pt x="428799" y="134749"/>
                  <a:pt x="374157" y="190124"/>
                  <a:pt x="374157" y="257300"/>
                </a:cubicBezTo>
                <a:cubicBezTo>
                  <a:pt x="374157" y="325384"/>
                  <a:pt x="428799" y="379851"/>
                  <a:pt x="497102" y="379851"/>
                </a:cubicBezTo>
                <a:cubicBezTo>
                  <a:pt x="563584" y="379851"/>
                  <a:pt x="619137" y="325384"/>
                  <a:pt x="619137" y="257300"/>
                </a:cubicBezTo>
                <a:cubicBezTo>
                  <a:pt x="619137" y="190124"/>
                  <a:pt x="563584" y="134749"/>
                  <a:pt x="497102" y="134749"/>
                </a:cubicBezTo>
                <a:close/>
                <a:moveTo>
                  <a:pt x="388232" y="115880"/>
                </a:moveTo>
                <a:cubicBezTo>
                  <a:pt x="339590" y="142051"/>
                  <a:pt x="305361" y="194392"/>
                  <a:pt x="305361" y="254854"/>
                </a:cubicBezTo>
                <a:cubicBezTo>
                  <a:pt x="305361" y="314415"/>
                  <a:pt x="339590" y="366756"/>
                  <a:pt x="388232" y="393828"/>
                </a:cubicBezTo>
                <a:cubicBezTo>
                  <a:pt x="347697" y="361341"/>
                  <a:pt x="320674" y="310805"/>
                  <a:pt x="320674" y="254854"/>
                </a:cubicBezTo>
                <a:cubicBezTo>
                  <a:pt x="320674" y="198001"/>
                  <a:pt x="347697" y="148368"/>
                  <a:pt x="388232" y="115880"/>
                </a:cubicBezTo>
                <a:close/>
                <a:moveTo>
                  <a:pt x="497102" y="115686"/>
                </a:moveTo>
                <a:cubicBezTo>
                  <a:pt x="574512" y="115686"/>
                  <a:pt x="637351" y="179231"/>
                  <a:pt x="637351" y="257300"/>
                </a:cubicBezTo>
                <a:cubicBezTo>
                  <a:pt x="637351" y="334461"/>
                  <a:pt x="574512" y="398006"/>
                  <a:pt x="497102" y="398006"/>
                </a:cubicBezTo>
                <a:cubicBezTo>
                  <a:pt x="419692" y="398006"/>
                  <a:pt x="355032" y="334461"/>
                  <a:pt x="355032" y="257300"/>
                </a:cubicBezTo>
                <a:cubicBezTo>
                  <a:pt x="355032" y="179231"/>
                  <a:pt x="419692" y="115686"/>
                  <a:pt x="497102" y="115686"/>
                </a:cubicBezTo>
                <a:close/>
                <a:moveTo>
                  <a:pt x="359407" y="113173"/>
                </a:moveTo>
                <a:cubicBezTo>
                  <a:pt x="306261" y="139343"/>
                  <a:pt x="269330" y="192587"/>
                  <a:pt x="269330" y="254854"/>
                </a:cubicBezTo>
                <a:cubicBezTo>
                  <a:pt x="269330" y="317122"/>
                  <a:pt x="306261" y="370365"/>
                  <a:pt x="359407" y="395633"/>
                </a:cubicBezTo>
                <a:cubicBezTo>
                  <a:pt x="315269" y="364048"/>
                  <a:pt x="287345" y="312610"/>
                  <a:pt x="287345" y="254854"/>
                </a:cubicBezTo>
                <a:cubicBezTo>
                  <a:pt x="287345" y="196196"/>
                  <a:pt x="315269" y="145660"/>
                  <a:pt x="359407" y="113173"/>
                </a:cubicBezTo>
                <a:close/>
                <a:moveTo>
                  <a:pt x="495424" y="97832"/>
                </a:moveTo>
                <a:cubicBezTo>
                  <a:pt x="408950" y="97832"/>
                  <a:pt x="338689" y="168221"/>
                  <a:pt x="338689" y="254854"/>
                </a:cubicBezTo>
                <a:cubicBezTo>
                  <a:pt x="338689" y="341488"/>
                  <a:pt x="408950" y="410975"/>
                  <a:pt x="495424" y="410975"/>
                </a:cubicBezTo>
                <a:cubicBezTo>
                  <a:pt x="580998" y="410975"/>
                  <a:pt x="651259" y="341488"/>
                  <a:pt x="651259" y="254854"/>
                </a:cubicBezTo>
                <a:cubicBezTo>
                  <a:pt x="651259" y="168221"/>
                  <a:pt x="580998" y="97832"/>
                  <a:pt x="495424" y="97832"/>
                </a:cubicBezTo>
                <a:close/>
                <a:moveTo>
                  <a:pt x="426065" y="79783"/>
                </a:moveTo>
                <a:cubicBezTo>
                  <a:pt x="432370" y="79783"/>
                  <a:pt x="437775" y="79783"/>
                  <a:pt x="444080" y="80685"/>
                </a:cubicBezTo>
                <a:cubicBezTo>
                  <a:pt x="450386" y="79783"/>
                  <a:pt x="455790" y="79783"/>
                  <a:pt x="462096" y="79783"/>
                </a:cubicBezTo>
                <a:cubicBezTo>
                  <a:pt x="467500" y="79783"/>
                  <a:pt x="472905" y="79783"/>
                  <a:pt x="479210" y="80685"/>
                </a:cubicBezTo>
                <a:cubicBezTo>
                  <a:pt x="484615" y="79783"/>
                  <a:pt x="490020" y="79783"/>
                  <a:pt x="495424" y="79783"/>
                </a:cubicBezTo>
                <a:cubicBezTo>
                  <a:pt x="590907" y="79783"/>
                  <a:pt x="669274" y="157392"/>
                  <a:pt x="669274" y="254854"/>
                </a:cubicBezTo>
                <a:cubicBezTo>
                  <a:pt x="669274" y="351414"/>
                  <a:pt x="590907" y="429926"/>
                  <a:pt x="495424" y="429926"/>
                </a:cubicBezTo>
                <a:cubicBezTo>
                  <a:pt x="490020" y="429926"/>
                  <a:pt x="484615" y="429023"/>
                  <a:pt x="479210" y="428121"/>
                </a:cubicBezTo>
                <a:cubicBezTo>
                  <a:pt x="472905" y="429023"/>
                  <a:pt x="467500" y="429926"/>
                  <a:pt x="462096" y="429926"/>
                </a:cubicBezTo>
                <a:cubicBezTo>
                  <a:pt x="455790" y="429926"/>
                  <a:pt x="450386" y="429023"/>
                  <a:pt x="444080" y="428121"/>
                </a:cubicBezTo>
                <a:cubicBezTo>
                  <a:pt x="437775" y="429023"/>
                  <a:pt x="432370" y="429926"/>
                  <a:pt x="426065" y="429926"/>
                </a:cubicBezTo>
                <a:cubicBezTo>
                  <a:pt x="329682" y="429926"/>
                  <a:pt x="251314" y="351414"/>
                  <a:pt x="251314" y="254854"/>
                </a:cubicBezTo>
                <a:cubicBezTo>
                  <a:pt x="251314" y="157392"/>
                  <a:pt x="329682" y="79783"/>
                  <a:pt x="426065" y="79783"/>
                </a:cubicBezTo>
                <a:close/>
                <a:moveTo>
                  <a:pt x="43417" y="28100"/>
                </a:moveTo>
                <a:cubicBezTo>
                  <a:pt x="35276" y="28100"/>
                  <a:pt x="28040" y="35351"/>
                  <a:pt x="28040" y="44415"/>
                </a:cubicBezTo>
                <a:lnTo>
                  <a:pt x="28040" y="473161"/>
                </a:lnTo>
                <a:lnTo>
                  <a:pt x="733561" y="473161"/>
                </a:lnTo>
                <a:lnTo>
                  <a:pt x="733561" y="355324"/>
                </a:lnTo>
                <a:cubicBezTo>
                  <a:pt x="733561" y="339008"/>
                  <a:pt x="747129" y="325411"/>
                  <a:pt x="763410" y="325411"/>
                </a:cubicBezTo>
                <a:lnTo>
                  <a:pt x="912655" y="325411"/>
                </a:lnTo>
                <a:lnTo>
                  <a:pt x="912655" y="44415"/>
                </a:lnTo>
                <a:cubicBezTo>
                  <a:pt x="912655" y="35351"/>
                  <a:pt x="906323" y="28100"/>
                  <a:pt x="897278" y="28100"/>
                </a:cubicBezTo>
                <a:close/>
                <a:moveTo>
                  <a:pt x="43417" y="0"/>
                </a:moveTo>
                <a:lnTo>
                  <a:pt x="897278" y="0"/>
                </a:lnTo>
                <a:cubicBezTo>
                  <a:pt x="921700" y="0"/>
                  <a:pt x="940695" y="19942"/>
                  <a:pt x="940695" y="44415"/>
                </a:cubicBezTo>
                <a:lnTo>
                  <a:pt x="940695" y="325411"/>
                </a:lnTo>
                <a:lnTo>
                  <a:pt x="1057377" y="325411"/>
                </a:lnTo>
                <a:cubicBezTo>
                  <a:pt x="1074563" y="325411"/>
                  <a:pt x="1088130" y="339008"/>
                  <a:pt x="1088130" y="355324"/>
                </a:cubicBezTo>
                <a:lnTo>
                  <a:pt x="1088130" y="854771"/>
                </a:lnTo>
                <a:cubicBezTo>
                  <a:pt x="1088130" y="871087"/>
                  <a:pt x="1074563" y="884684"/>
                  <a:pt x="1057377" y="884684"/>
                </a:cubicBezTo>
                <a:lnTo>
                  <a:pt x="763410" y="884684"/>
                </a:lnTo>
                <a:cubicBezTo>
                  <a:pt x="747129" y="884684"/>
                  <a:pt x="733561" y="871087"/>
                  <a:pt x="733561" y="854771"/>
                </a:cubicBezTo>
                <a:lnTo>
                  <a:pt x="733561" y="784069"/>
                </a:lnTo>
                <a:cubicBezTo>
                  <a:pt x="733561" y="784069"/>
                  <a:pt x="733561" y="783162"/>
                  <a:pt x="733561" y="782256"/>
                </a:cubicBezTo>
                <a:cubicBezTo>
                  <a:pt x="733561" y="782256"/>
                  <a:pt x="733561" y="781350"/>
                  <a:pt x="733561" y="780443"/>
                </a:cubicBezTo>
                <a:lnTo>
                  <a:pt x="733561" y="648103"/>
                </a:lnTo>
                <a:lnTo>
                  <a:pt x="604215" y="648103"/>
                </a:lnTo>
                <a:cubicBezTo>
                  <a:pt x="597884" y="658980"/>
                  <a:pt x="598788" y="707928"/>
                  <a:pt x="612356" y="770472"/>
                </a:cubicBezTo>
                <a:cubicBezTo>
                  <a:pt x="625924" y="829391"/>
                  <a:pt x="642205" y="853865"/>
                  <a:pt x="647632" y="856584"/>
                </a:cubicBezTo>
                <a:lnTo>
                  <a:pt x="690144" y="856584"/>
                </a:lnTo>
                <a:cubicBezTo>
                  <a:pt x="698285" y="856584"/>
                  <a:pt x="704616" y="862929"/>
                  <a:pt x="704616" y="870181"/>
                </a:cubicBezTo>
                <a:cubicBezTo>
                  <a:pt x="704616" y="878338"/>
                  <a:pt x="698285" y="884684"/>
                  <a:pt x="690144" y="884684"/>
                </a:cubicBezTo>
                <a:lnTo>
                  <a:pt x="645823" y="884684"/>
                </a:lnTo>
                <a:lnTo>
                  <a:pt x="293967" y="884684"/>
                </a:lnTo>
                <a:lnTo>
                  <a:pt x="249646" y="884684"/>
                </a:lnTo>
                <a:cubicBezTo>
                  <a:pt x="241505" y="884684"/>
                  <a:pt x="236078" y="878338"/>
                  <a:pt x="236078" y="870181"/>
                </a:cubicBezTo>
                <a:cubicBezTo>
                  <a:pt x="236078" y="862929"/>
                  <a:pt x="241505" y="856584"/>
                  <a:pt x="249646" y="856584"/>
                </a:cubicBezTo>
                <a:lnTo>
                  <a:pt x="293063" y="856584"/>
                </a:lnTo>
                <a:cubicBezTo>
                  <a:pt x="299394" y="853865"/>
                  <a:pt x="314771" y="829391"/>
                  <a:pt x="327434" y="770472"/>
                </a:cubicBezTo>
                <a:cubicBezTo>
                  <a:pt x="341906" y="707928"/>
                  <a:pt x="341906" y="658980"/>
                  <a:pt x="335575" y="648103"/>
                </a:cubicBezTo>
                <a:lnTo>
                  <a:pt x="43417" y="648103"/>
                </a:lnTo>
                <a:cubicBezTo>
                  <a:pt x="18995" y="648103"/>
                  <a:pt x="0" y="628162"/>
                  <a:pt x="0" y="605501"/>
                </a:cubicBezTo>
                <a:lnTo>
                  <a:pt x="0" y="44415"/>
                </a:lnTo>
                <a:cubicBezTo>
                  <a:pt x="0" y="19942"/>
                  <a:pt x="18995" y="0"/>
                  <a:pt x="434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4" name="Freeform 103">
            <a:extLst>
              <a:ext uri="{FF2B5EF4-FFF2-40B4-BE49-F238E27FC236}">
                <a16:creationId xmlns:a16="http://schemas.microsoft.com/office/drawing/2014/main" id="{B68740E8-5266-4BDF-A49F-2E693557F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8284" y="6841379"/>
            <a:ext cx="2541082" cy="2541082"/>
          </a:xfrm>
          <a:custGeom>
            <a:avLst/>
            <a:gdLst>
              <a:gd name="T0" fmla="*/ 2807 w 2808"/>
              <a:gd name="T1" fmla="*/ 1402 h 2807"/>
              <a:gd name="T2" fmla="*/ 2807 w 2808"/>
              <a:gd name="T3" fmla="*/ 1402 h 2807"/>
              <a:gd name="T4" fmla="*/ 1404 w 2808"/>
              <a:gd name="T5" fmla="*/ 2806 h 2807"/>
              <a:gd name="T6" fmla="*/ 1404 w 2808"/>
              <a:gd name="T7" fmla="*/ 2806 h 2807"/>
              <a:gd name="T8" fmla="*/ 0 w 2808"/>
              <a:gd name="T9" fmla="*/ 1402 h 2807"/>
              <a:gd name="T10" fmla="*/ 0 w 2808"/>
              <a:gd name="T11" fmla="*/ 1402 h 2807"/>
              <a:gd name="T12" fmla="*/ 1404 w 2808"/>
              <a:gd name="T13" fmla="*/ 0 h 2807"/>
              <a:gd name="T14" fmla="*/ 1404 w 2808"/>
              <a:gd name="T15" fmla="*/ 0 h 2807"/>
              <a:gd name="T16" fmla="*/ 2807 w 2808"/>
              <a:gd name="T17" fmla="*/ 1402 h 28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08" h="2807">
                <a:moveTo>
                  <a:pt x="2807" y="1402"/>
                </a:moveTo>
                <a:lnTo>
                  <a:pt x="2807" y="1402"/>
                </a:lnTo>
                <a:cubicBezTo>
                  <a:pt x="2807" y="2177"/>
                  <a:pt x="2178" y="2806"/>
                  <a:pt x="1404" y="2806"/>
                </a:cubicBezTo>
                <a:lnTo>
                  <a:pt x="1404" y="2806"/>
                </a:lnTo>
                <a:cubicBezTo>
                  <a:pt x="629" y="2806"/>
                  <a:pt x="0" y="2177"/>
                  <a:pt x="0" y="1402"/>
                </a:cubicBezTo>
                <a:lnTo>
                  <a:pt x="0" y="1402"/>
                </a:lnTo>
                <a:cubicBezTo>
                  <a:pt x="0" y="628"/>
                  <a:pt x="629" y="0"/>
                  <a:pt x="1404" y="0"/>
                </a:cubicBezTo>
                <a:lnTo>
                  <a:pt x="1404" y="0"/>
                </a:lnTo>
                <a:cubicBezTo>
                  <a:pt x="2178" y="0"/>
                  <a:pt x="2807" y="628"/>
                  <a:pt x="2807" y="1402"/>
                </a:cubicBezTo>
              </a:path>
            </a:pathLst>
          </a:custGeom>
          <a:solidFill>
            <a:schemeClr val="bg2"/>
          </a:solidFill>
          <a:ln w="114300" cap="flat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6" name="Freeform 109">
            <a:extLst>
              <a:ext uri="{FF2B5EF4-FFF2-40B4-BE49-F238E27FC236}">
                <a16:creationId xmlns:a16="http://schemas.microsoft.com/office/drawing/2014/main" id="{73B30189-CED9-43D2-81D8-EC65138F6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9546" y="7112640"/>
            <a:ext cx="1998559" cy="1998561"/>
          </a:xfrm>
          <a:custGeom>
            <a:avLst/>
            <a:gdLst>
              <a:gd name="T0" fmla="*/ 1105 w 2210"/>
              <a:gd name="T1" fmla="*/ 0 h 2210"/>
              <a:gd name="T2" fmla="*/ 1105 w 2210"/>
              <a:gd name="T3" fmla="*/ 0 h 2210"/>
              <a:gd name="T4" fmla="*/ 0 w 2210"/>
              <a:gd name="T5" fmla="*/ 1104 h 2210"/>
              <a:gd name="T6" fmla="*/ 0 w 2210"/>
              <a:gd name="T7" fmla="*/ 1104 h 2210"/>
              <a:gd name="T8" fmla="*/ 28 w 2210"/>
              <a:gd name="T9" fmla="*/ 1350 h 2210"/>
              <a:gd name="T10" fmla="*/ 28 w 2210"/>
              <a:gd name="T11" fmla="*/ 1350 h 2210"/>
              <a:gd name="T12" fmla="*/ 1105 w 2210"/>
              <a:gd name="T13" fmla="*/ 2209 h 2210"/>
              <a:gd name="T14" fmla="*/ 1105 w 2210"/>
              <a:gd name="T15" fmla="*/ 2209 h 2210"/>
              <a:gd name="T16" fmla="*/ 2181 w 2210"/>
              <a:gd name="T17" fmla="*/ 1350 h 2210"/>
              <a:gd name="T18" fmla="*/ 2181 w 2210"/>
              <a:gd name="T19" fmla="*/ 1350 h 2210"/>
              <a:gd name="T20" fmla="*/ 2209 w 2210"/>
              <a:gd name="T21" fmla="*/ 1104 h 2210"/>
              <a:gd name="T22" fmla="*/ 2209 w 2210"/>
              <a:gd name="T23" fmla="*/ 1104 h 2210"/>
              <a:gd name="T24" fmla="*/ 1105 w 2210"/>
              <a:gd name="T25" fmla="*/ 0 h 2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10" h="2210">
                <a:moveTo>
                  <a:pt x="1105" y="0"/>
                </a:moveTo>
                <a:lnTo>
                  <a:pt x="1105" y="0"/>
                </a:lnTo>
                <a:cubicBezTo>
                  <a:pt x="495" y="0"/>
                  <a:pt x="0" y="495"/>
                  <a:pt x="0" y="1104"/>
                </a:cubicBezTo>
                <a:lnTo>
                  <a:pt x="0" y="1104"/>
                </a:lnTo>
                <a:cubicBezTo>
                  <a:pt x="0" y="1189"/>
                  <a:pt x="10" y="1271"/>
                  <a:pt x="28" y="1350"/>
                </a:cubicBezTo>
                <a:lnTo>
                  <a:pt x="28" y="1350"/>
                </a:lnTo>
                <a:cubicBezTo>
                  <a:pt x="140" y="1842"/>
                  <a:pt x="579" y="2209"/>
                  <a:pt x="1105" y="2209"/>
                </a:cubicBezTo>
                <a:lnTo>
                  <a:pt x="1105" y="2209"/>
                </a:lnTo>
                <a:cubicBezTo>
                  <a:pt x="1630" y="2209"/>
                  <a:pt x="2069" y="1842"/>
                  <a:pt x="2181" y="1350"/>
                </a:cubicBezTo>
                <a:lnTo>
                  <a:pt x="2181" y="1350"/>
                </a:lnTo>
                <a:cubicBezTo>
                  <a:pt x="2198" y="1271"/>
                  <a:pt x="2209" y="1189"/>
                  <a:pt x="2209" y="1104"/>
                </a:cubicBezTo>
                <a:lnTo>
                  <a:pt x="2209" y="1104"/>
                </a:lnTo>
                <a:cubicBezTo>
                  <a:pt x="2209" y="495"/>
                  <a:pt x="1713" y="0"/>
                  <a:pt x="1105" y="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7F5B475E-33B8-422D-8A2B-C25EFEB0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3931" y="7645986"/>
            <a:ext cx="1089788" cy="931868"/>
          </a:xfrm>
          <a:custGeom>
            <a:avLst/>
            <a:gdLst>
              <a:gd name="connsiteX0" fmla="*/ 718764 w 1665651"/>
              <a:gd name="connsiteY0" fmla="*/ 1315751 h 1424283"/>
              <a:gd name="connsiteX1" fmla="*/ 712428 w 1665651"/>
              <a:gd name="connsiteY1" fmla="*/ 1321177 h 1424283"/>
              <a:gd name="connsiteX2" fmla="*/ 710617 w 1665651"/>
              <a:gd name="connsiteY2" fmla="*/ 1351024 h 1424283"/>
              <a:gd name="connsiteX3" fmla="*/ 716049 w 1665651"/>
              <a:gd name="connsiteY3" fmla="*/ 1358259 h 1424283"/>
              <a:gd name="connsiteX4" fmla="*/ 745017 w 1665651"/>
              <a:gd name="connsiteY4" fmla="*/ 1364590 h 1424283"/>
              <a:gd name="connsiteX5" fmla="*/ 757690 w 1665651"/>
              <a:gd name="connsiteY5" fmla="*/ 1355546 h 1424283"/>
              <a:gd name="connsiteX6" fmla="*/ 723291 w 1665651"/>
              <a:gd name="connsiteY6" fmla="*/ 1320273 h 1424283"/>
              <a:gd name="connsiteX7" fmla="*/ 649966 w 1665651"/>
              <a:gd name="connsiteY7" fmla="*/ 1247917 h 1424283"/>
              <a:gd name="connsiteX8" fmla="*/ 632766 w 1665651"/>
              <a:gd name="connsiteY8" fmla="*/ 1260580 h 1424283"/>
              <a:gd name="connsiteX9" fmla="*/ 627335 w 1665651"/>
              <a:gd name="connsiteY9" fmla="*/ 1273242 h 1424283"/>
              <a:gd name="connsiteX10" fmla="*/ 632766 w 1665651"/>
              <a:gd name="connsiteY10" fmla="*/ 1291331 h 1424283"/>
              <a:gd name="connsiteX11" fmla="*/ 636387 w 1665651"/>
              <a:gd name="connsiteY11" fmla="*/ 1295853 h 1424283"/>
              <a:gd name="connsiteX12" fmla="*/ 652682 w 1665651"/>
              <a:gd name="connsiteY12" fmla="*/ 1306706 h 1424283"/>
              <a:gd name="connsiteX13" fmla="*/ 666260 w 1665651"/>
              <a:gd name="connsiteY13" fmla="*/ 1304897 h 1424283"/>
              <a:gd name="connsiteX14" fmla="*/ 687081 w 1665651"/>
              <a:gd name="connsiteY14" fmla="*/ 1288617 h 1424283"/>
              <a:gd name="connsiteX15" fmla="*/ 689797 w 1665651"/>
              <a:gd name="connsiteY15" fmla="*/ 1286809 h 1424283"/>
              <a:gd name="connsiteX16" fmla="*/ 581167 w 1665651"/>
              <a:gd name="connsiteY16" fmla="*/ 1179180 h 1424283"/>
              <a:gd name="connsiteX17" fmla="*/ 560347 w 1665651"/>
              <a:gd name="connsiteY17" fmla="*/ 1194555 h 1424283"/>
              <a:gd name="connsiteX18" fmla="*/ 552199 w 1665651"/>
              <a:gd name="connsiteY18" fmla="*/ 1209931 h 1424283"/>
              <a:gd name="connsiteX19" fmla="*/ 557631 w 1665651"/>
              <a:gd name="connsiteY19" fmla="*/ 1228924 h 1424283"/>
              <a:gd name="connsiteX20" fmla="*/ 560347 w 1665651"/>
              <a:gd name="connsiteY20" fmla="*/ 1233446 h 1424283"/>
              <a:gd name="connsiteX21" fmla="*/ 576641 w 1665651"/>
              <a:gd name="connsiteY21" fmla="*/ 1242491 h 1424283"/>
              <a:gd name="connsiteX22" fmla="*/ 593841 w 1665651"/>
              <a:gd name="connsiteY22" fmla="*/ 1238873 h 1424283"/>
              <a:gd name="connsiteX23" fmla="*/ 620998 w 1665651"/>
              <a:gd name="connsiteY23" fmla="*/ 1218975 h 1424283"/>
              <a:gd name="connsiteX24" fmla="*/ 529568 w 1665651"/>
              <a:gd name="connsiteY24" fmla="*/ 1125818 h 1424283"/>
              <a:gd name="connsiteX25" fmla="*/ 530473 w 1665651"/>
              <a:gd name="connsiteY25" fmla="*/ 1128531 h 1424283"/>
              <a:gd name="connsiteX26" fmla="*/ 533189 w 1665651"/>
              <a:gd name="connsiteY26" fmla="*/ 1132149 h 1424283"/>
              <a:gd name="connsiteX27" fmla="*/ 544052 w 1665651"/>
              <a:gd name="connsiteY27" fmla="*/ 1142098 h 1424283"/>
              <a:gd name="connsiteX28" fmla="*/ 629258 w 1665651"/>
              <a:gd name="connsiteY28" fmla="*/ 682868 h 1424283"/>
              <a:gd name="connsiteX29" fmla="*/ 592935 w 1665651"/>
              <a:gd name="connsiteY29" fmla="*/ 693495 h 1424283"/>
              <a:gd name="connsiteX30" fmla="*/ 425465 w 1665651"/>
              <a:gd name="connsiteY30" fmla="*/ 860817 h 1424283"/>
              <a:gd name="connsiteX31" fmla="*/ 435423 w 1665651"/>
              <a:gd name="connsiteY31" fmla="*/ 974776 h 1424283"/>
              <a:gd name="connsiteX32" fmla="*/ 673502 w 1665651"/>
              <a:gd name="connsiteY32" fmla="*/ 1212644 h 1424283"/>
              <a:gd name="connsiteX33" fmla="*/ 752258 w 1665651"/>
              <a:gd name="connsiteY33" fmla="*/ 1291331 h 1424283"/>
              <a:gd name="connsiteX34" fmla="*/ 835541 w 1665651"/>
              <a:gd name="connsiteY34" fmla="*/ 1373635 h 1424283"/>
              <a:gd name="connsiteX35" fmla="*/ 877182 w 1665651"/>
              <a:gd name="connsiteY35" fmla="*/ 1373635 h 1424283"/>
              <a:gd name="connsiteX36" fmla="*/ 883519 w 1665651"/>
              <a:gd name="connsiteY36" fmla="*/ 1366399 h 1424283"/>
              <a:gd name="connsiteX37" fmla="*/ 892571 w 1665651"/>
              <a:gd name="connsiteY37" fmla="*/ 1345597 h 1424283"/>
              <a:gd name="connsiteX38" fmla="*/ 883519 w 1665651"/>
              <a:gd name="connsiteY38" fmla="*/ 1324795 h 1424283"/>
              <a:gd name="connsiteX39" fmla="*/ 723291 w 1665651"/>
              <a:gd name="connsiteY39" fmla="*/ 1162900 h 1424283"/>
              <a:gd name="connsiteX40" fmla="*/ 723291 w 1665651"/>
              <a:gd name="connsiteY40" fmla="*/ 1133958 h 1424283"/>
              <a:gd name="connsiteX41" fmla="*/ 752258 w 1665651"/>
              <a:gd name="connsiteY41" fmla="*/ 1133958 h 1424283"/>
              <a:gd name="connsiteX42" fmla="*/ 950507 w 1665651"/>
              <a:gd name="connsiteY42" fmla="*/ 1332935 h 1424283"/>
              <a:gd name="connsiteX43" fmla="*/ 996675 w 1665651"/>
              <a:gd name="connsiteY43" fmla="*/ 1332935 h 1424283"/>
              <a:gd name="connsiteX44" fmla="*/ 1000296 w 1665651"/>
              <a:gd name="connsiteY44" fmla="*/ 1328413 h 1424283"/>
              <a:gd name="connsiteX45" fmla="*/ 1010253 w 1665651"/>
              <a:gd name="connsiteY45" fmla="*/ 1305802 h 1424283"/>
              <a:gd name="connsiteX46" fmla="*/ 1000296 w 1665651"/>
              <a:gd name="connsiteY46" fmla="*/ 1283191 h 1424283"/>
              <a:gd name="connsiteX47" fmla="*/ 802047 w 1665651"/>
              <a:gd name="connsiteY47" fmla="*/ 1084214 h 1424283"/>
              <a:gd name="connsiteX48" fmla="*/ 802047 w 1665651"/>
              <a:gd name="connsiteY48" fmla="*/ 1054367 h 1424283"/>
              <a:gd name="connsiteX49" fmla="*/ 831015 w 1665651"/>
              <a:gd name="connsiteY49" fmla="*/ 1054367 h 1424283"/>
              <a:gd name="connsiteX50" fmla="*/ 1030169 w 1665651"/>
              <a:gd name="connsiteY50" fmla="*/ 1254249 h 1424283"/>
              <a:gd name="connsiteX51" fmla="*/ 1062757 w 1665651"/>
              <a:gd name="connsiteY51" fmla="*/ 1286809 h 1424283"/>
              <a:gd name="connsiteX52" fmla="*/ 1114356 w 1665651"/>
              <a:gd name="connsiteY52" fmla="*/ 1294044 h 1424283"/>
              <a:gd name="connsiteX53" fmla="*/ 1119788 w 1665651"/>
              <a:gd name="connsiteY53" fmla="*/ 1289522 h 1424283"/>
              <a:gd name="connsiteX54" fmla="*/ 1113451 w 1665651"/>
              <a:gd name="connsiteY54" fmla="*/ 1237064 h 1424283"/>
              <a:gd name="connsiteX55" fmla="*/ 879898 w 1665651"/>
              <a:gd name="connsiteY55" fmla="*/ 1005527 h 1424283"/>
              <a:gd name="connsiteX56" fmla="*/ 879898 w 1665651"/>
              <a:gd name="connsiteY56" fmla="*/ 976585 h 1424283"/>
              <a:gd name="connsiteX57" fmla="*/ 909771 w 1665651"/>
              <a:gd name="connsiteY57" fmla="*/ 976585 h 1424283"/>
              <a:gd name="connsiteX58" fmla="*/ 1108925 w 1665651"/>
              <a:gd name="connsiteY58" fmla="*/ 1175562 h 1424283"/>
              <a:gd name="connsiteX59" fmla="*/ 1154187 w 1665651"/>
              <a:gd name="connsiteY59" fmla="*/ 1175562 h 1424283"/>
              <a:gd name="connsiteX60" fmla="*/ 1158713 w 1665651"/>
              <a:gd name="connsiteY60" fmla="*/ 1171040 h 1424283"/>
              <a:gd name="connsiteX61" fmla="*/ 1167766 w 1665651"/>
              <a:gd name="connsiteY61" fmla="*/ 1148429 h 1424283"/>
              <a:gd name="connsiteX62" fmla="*/ 1158713 w 1665651"/>
              <a:gd name="connsiteY62" fmla="*/ 1125818 h 1424283"/>
              <a:gd name="connsiteX63" fmla="*/ 1037411 w 1665651"/>
              <a:gd name="connsiteY63" fmla="*/ 1005527 h 1424283"/>
              <a:gd name="connsiteX64" fmla="*/ 1016590 w 1665651"/>
              <a:gd name="connsiteY64" fmla="*/ 982916 h 1424283"/>
              <a:gd name="connsiteX65" fmla="*/ 1003011 w 1665651"/>
              <a:gd name="connsiteY65" fmla="*/ 969349 h 1424283"/>
              <a:gd name="connsiteX66" fmla="*/ 812910 w 1665651"/>
              <a:gd name="connsiteY66" fmla="*/ 889759 h 1424283"/>
              <a:gd name="connsiteX67" fmla="*/ 808384 w 1665651"/>
              <a:gd name="connsiteY67" fmla="*/ 889759 h 1424283"/>
              <a:gd name="connsiteX68" fmla="*/ 754069 w 1665651"/>
              <a:gd name="connsiteY68" fmla="*/ 954879 h 1424283"/>
              <a:gd name="connsiteX69" fmla="*/ 669881 w 1665651"/>
              <a:gd name="connsiteY69" fmla="*/ 1013667 h 1424283"/>
              <a:gd name="connsiteX70" fmla="*/ 640008 w 1665651"/>
              <a:gd name="connsiteY70" fmla="*/ 1009145 h 1424283"/>
              <a:gd name="connsiteX71" fmla="*/ 599272 w 1665651"/>
              <a:gd name="connsiteY71" fmla="*/ 979298 h 1424283"/>
              <a:gd name="connsiteX72" fmla="*/ 584788 w 1665651"/>
              <a:gd name="connsiteY72" fmla="*/ 895186 h 1424283"/>
              <a:gd name="connsiteX73" fmla="*/ 707901 w 1665651"/>
              <a:gd name="connsiteY73" fmla="*/ 726055 h 1424283"/>
              <a:gd name="connsiteX74" fmla="*/ 666260 w 1665651"/>
              <a:gd name="connsiteY74" fmla="*/ 695304 h 1424283"/>
              <a:gd name="connsiteX75" fmla="*/ 629258 w 1665651"/>
              <a:gd name="connsiteY75" fmla="*/ 682868 h 1424283"/>
              <a:gd name="connsiteX76" fmla="*/ 916976 w 1665651"/>
              <a:gd name="connsiteY76" fmla="*/ 652096 h 1424283"/>
              <a:gd name="connsiteX77" fmla="*/ 805668 w 1665651"/>
              <a:gd name="connsiteY77" fmla="*/ 693495 h 1424283"/>
              <a:gd name="connsiteX78" fmla="*/ 802952 w 1665651"/>
              <a:gd name="connsiteY78" fmla="*/ 695304 h 1424283"/>
              <a:gd name="connsiteX79" fmla="*/ 802047 w 1665651"/>
              <a:gd name="connsiteY79" fmla="*/ 697113 h 1424283"/>
              <a:gd name="connsiteX80" fmla="*/ 623714 w 1665651"/>
              <a:gd name="connsiteY80" fmla="*/ 909657 h 1424283"/>
              <a:gd name="connsiteX81" fmla="*/ 631861 w 1665651"/>
              <a:gd name="connsiteY81" fmla="*/ 953974 h 1424283"/>
              <a:gd name="connsiteX82" fmla="*/ 653587 w 1665651"/>
              <a:gd name="connsiteY82" fmla="*/ 970254 h 1424283"/>
              <a:gd name="connsiteX83" fmla="*/ 715143 w 1665651"/>
              <a:gd name="connsiteY83" fmla="*/ 940408 h 1424283"/>
              <a:gd name="connsiteX84" fmla="*/ 784847 w 1665651"/>
              <a:gd name="connsiteY84" fmla="*/ 856295 h 1424283"/>
              <a:gd name="connsiteX85" fmla="*/ 843688 w 1665651"/>
              <a:gd name="connsiteY85" fmla="*/ 861721 h 1424283"/>
              <a:gd name="connsiteX86" fmla="*/ 1117977 w 1665651"/>
              <a:gd name="connsiteY86" fmla="*/ 887046 h 1424283"/>
              <a:gd name="connsiteX87" fmla="*/ 1146945 w 1665651"/>
              <a:gd name="connsiteY87" fmla="*/ 889759 h 1424283"/>
              <a:gd name="connsiteX88" fmla="*/ 1143324 w 1665651"/>
              <a:gd name="connsiteY88" fmla="*/ 919605 h 1424283"/>
              <a:gd name="connsiteX89" fmla="*/ 1052800 w 1665651"/>
              <a:gd name="connsiteY89" fmla="*/ 962114 h 1424283"/>
              <a:gd name="connsiteX90" fmla="*/ 1147851 w 1665651"/>
              <a:gd name="connsiteY90" fmla="*/ 1056176 h 1424283"/>
              <a:gd name="connsiteX91" fmla="*/ 1241091 w 1665651"/>
              <a:gd name="connsiteY91" fmla="*/ 985629 h 1424283"/>
              <a:gd name="connsiteX92" fmla="*/ 1254669 w 1665651"/>
              <a:gd name="connsiteY92" fmla="*/ 962114 h 1424283"/>
              <a:gd name="connsiteX93" fmla="*/ 1248333 w 1665651"/>
              <a:gd name="connsiteY93" fmla="*/ 935885 h 1424283"/>
              <a:gd name="connsiteX94" fmla="*/ 1104399 w 1665651"/>
              <a:gd name="connsiteY94" fmla="*/ 747762 h 1424283"/>
              <a:gd name="connsiteX95" fmla="*/ 1098967 w 1665651"/>
              <a:gd name="connsiteY95" fmla="*/ 742335 h 1424283"/>
              <a:gd name="connsiteX96" fmla="*/ 1092631 w 1665651"/>
              <a:gd name="connsiteY96" fmla="*/ 733291 h 1424283"/>
              <a:gd name="connsiteX97" fmla="*/ 1090820 w 1665651"/>
              <a:gd name="connsiteY97" fmla="*/ 731482 h 1424283"/>
              <a:gd name="connsiteX98" fmla="*/ 916976 w 1665651"/>
              <a:gd name="connsiteY98" fmla="*/ 652096 h 1424283"/>
              <a:gd name="connsiteX99" fmla="*/ 1207945 w 1665651"/>
              <a:gd name="connsiteY99" fmla="*/ 646986 h 1424283"/>
              <a:gd name="connsiteX100" fmla="*/ 1222204 w 1665651"/>
              <a:gd name="connsiteY100" fmla="*/ 647904 h 1424283"/>
              <a:gd name="connsiteX101" fmla="*/ 1264091 w 1665651"/>
              <a:gd name="connsiteY101" fmla="*/ 700201 h 1424283"/>
              <a:gd name="connsiteX102" fmla="*/ 1263200 w 1665651"/>
              <a:gd name="connsiteY102" fmla="*/ 715798 h 1424283"/>
              <a:gd name="connsiteX103" fmla="*/ 1245376 w 1665651"/>
              <a:gd name="connsiteY103" fmla="*/ 730478 h 1424283"/>
              <a:gd name="connsiteX104" fmla="*/ 1231117 w 1665651"/>
              <a:gd name="connsiteY104" fmla="*/ 729560 h 1424283"/>
              <a:gd name="connsiteX105" fmla="*/ 1189230 w 1665651"/>
              <a:gd name="connsiteY105" fmla="*/ 677263 h 1424283"/>
              <a:gd name="connsiteX106" fmla="*/ 1190121 w 1665651"/>
              <a:gd name="connsiteY106" fmla="*/ 662584 h 1424283"/>
              <a:gd name="connsiteX107" fmla="*/ 515217 w 1665651"/>
              <a:gd name="connsiteY107" fmla="*/ 584061 h 1424283"/>
              <a:gd name="connsiteX108" fmla="*/ 529693 w 1665651"/>
              <a:gd name="connsiteY108" fmla="*/ 584061 h 1424283"/>
              <a:gd name="connsiteX109" fmla="*/ 545978 w 1665651"/>
              <a:gd name="connsiteY109" fmla="*/ 600516 h 1424283"/>
              <a:gd name="connsiteX110" fmla="*/ 545978 w 1665651"/>
              <a:gd name="connsiteY110" fmla="*/ 615143 h 1424283"/>
              <a:gd name="connsiteX111" fmla="*/ 498026 w 1665651"/>
              <a:gd name="connsiteY111" fmla="*/ 662680 h 1424283"/>
              <a:gd name="connsiteX112" fmla="*/ 483550 w 1665651"/>
              <a:gd name="connsiteY112" fmla="*/ 662680 h 1424283"/>
              <a:gd name="connsiteX113" fmla="*/ 468170 w 1665651"/>
              <a:gd name="connsiteY113" fmla="*/ 647139 h 1424283"/>
              <a:gd name="connsiteX114" fmla="*/ 468170 w 1665651"/>
              <a:gd name="connsiteY114" fmla="*/ 631598 h 1424283"/>
              <a:gd name="connsiteX115" fmla="*/ 1155105 w 1665651"/>
              <a:gd name="connsiteY115" fmla="*/ 578262 h 1424283"/>
              <a:gd name="connsiteX116" fmla="*/ 1166325 w 1665651"/>
              <a:gd name="connsiteY116" fmla="*/ 579182 h 1424283"/>
              <a:gd name="connsiteX117" fmla="*/ 1185959 w 1665651"/>
              <a:gd name="connsiteY117" fmla="*/ 602197 h 1424283"/>
              <a:gd name="connsiteX118" fmla="*/ 1185024 w 1665651"/>
              <a:gd name="connsiteY118" fmla="*/ 613244 h 1424283"/>
              <a:gd name="connsiteX119" fmla="*/ 1160715 w 1665651"/>
              <a:gd name="connsiteY119" fmla="*/ 631655 h 1424283"/>
              <a:gd name="connsiteX120" fmla="*/ 1151365 w 1665651"/>
              <a:gd name="connsiteY120" fmla="*/ 630735 h 1424283"/>
              <a:gd name="connsiteX121" fmla="*/ 1131731 w 1665651"/>
              <a:gd name="connsiteY121" fmla="*/ 607720 h 1424283"/>
              <a:gd name="connsiteX122" fmla="*/ 1132666 w 1665651"/>
              <a:gd name="connsiteY122" fmla="*/ 596673 h 1424283"/>
              <a:gd name="connsiteX123" fmla="*/ 523232 w 1665651"/>
              <a:gd name="connsiteY123" fmla="*/ 515320 h 1424283"/>
              <a:gd name="connsiteX124" fmla="*/ 210922 w 1665651"/>
              <a:gd name="connsiteY124" fmla="*/ 827352 h 1424283"/>
              <a:gd name="connsiteX125" fmla="*/ 270668 w 1665651"/>
              <a:gd name="connsiteY125" fmla="*/ 887046 h 1424283"/>
              <a:gd name="connsiteX126" fmla="*/ 341277 w 1665651"/>
              <a:gd name="connsiteY126" fmla="*/ 887046 h 1424283"/>
              <a:gd name="connsiteX127" fmla="*/ 394687 w 1665651"/>
              <a:gd name="connsiteY127" fmla="*/ 833684 h 1424283"/>
              <a:gd name="connsiteX128" fmla="*/ 406455 w 1665651"/>
              <a:gd name="connsiteY128" fmla="*/ 819212 h 1424283"/>
              <a:gd name="connsiteX129" fmla="*/ 553105 w 1665651"/>
              <a:gd name="connsiteY129" fmla="*/ 673597 h 1424283"/>
              <a:gd name="connsiteX130" fmla="*/ 565778 w 1665651"/>
              <a:gd name="connsiteY130" fmla="*/ 661840 h 1424283"/>
              <a:gd name="connsiteX131" fmla="*/ 610135 w 1665651"/>
              <a:gd name="connsiteY131" fmla="*/ 618426 h 1424283"/>
              <a:gd name="connsiteX132" fmla="*/ 610135 w 1665651"/>
              <a:gd name="connsiteY132" fmla="*/ 602146 h 1424283"/>
              <a:gd name="connsiteX133" fmla="*/ 1169576 w 1665651"/>
              <a:gd name="connsiteY133" fmla="*/ 510797 h 1424283"/>
              <a:gd name="connsiteX134" fmla="*/ 1074526 w 1665651"/>
              <a:gd name="connsiteY134" fmla="*/ 589484 h 1424283"/>
              <a:gd name="connsiteX135" fmla="*/ 1070905 w 1665651"/>
              <a:gd name="connsiteY135" fmla="*/ 596719 h 1424283"/>
              <a:gd name="connsiteX136" fmla="*/ 1072715 w 1665651"/>
              <a:gd name="connsiteY136" fmla="*/ 605764 h 1424283"/>
              <a:gd name="connsiteX137" fmla="*/ 1315321 w 1665651"/>
              <a:gd name="connsiteY137" fmla="*/ 898803 h 1424283"/>
              <a:gd name="connsiteX138" fmla="*/ 1348815 w 1665651"/>
              <a:gd name="connsiteY138" fmla="*/ 916892 h 1424283"/>
              <a:gd name="connsiteX139" fmla="*/ 1385025 w 1665651"/>
              <a:gd name="connsiteY139" fmla="*/ 906039 h 1424283"/>
              <a:gd name="connsiteX140" fmla="*/ 1451107 w 1665651"/>
              <a:gd name="connsiteY140" fmla="*/ 851772 h 1424283"/>
              <a:gd name="connsiteX141" fmla="*/ 1624009 w 1665651"/>
              <a:gd name="connsiteY141" fmla="*/ 46819 h 1424283"/>
              <a:gd name="connsiteX142" fmla="*/ 1182250 w 1665651"/>
              <a:gd name="connsiteY142" fmla="*/ 442964 h 1424283"/>
              <a:gd name="connsiteX143" fmla="*/ 1180439 w 1665651"/>
              <a:gd name="connsiteY143" fmla="*/ 460149 h 1424283"/>
              <a:gd name="connsiteX144" fmla="*/ 1342478 w 1665651"/>
              <a:gd name="connsiteY144" fmla="*/ 654604 h 1424283"/>
              <a:gd name="connsiteX145" fmla="*/ 1503612 w 1665651"/>
              <a:gd name="connsiteY145" fmla="*/ 850868 h 1424283"/>
              <a:gd name="connsiteX146" fmla="*/ 1509948 w 1665651"/>
              <a:gd name="connsiteY146" fmla="*/ 854486 h 1424283"/>
              <a:gd name="connsiteX147" fmla="*/ 1518096 w 1665651"/>
              <a:gd name="connsiteY147" fmla="*/ 853581 h 1424283"/>
              <a:gd name="connsiteX148" fmla="*/ 1590515 w 1665651"/>
              <a:gd name="connsiteY148" fmla="*/ 768564 h 1424283"/>
              <a:gd name="connsiteX149" fmla="*/ 1624915 w 1665651"/>
              <a:gd name="connsiteY149" fmla="*/ 697113 h 1424283"/>
              <a:gd name="connsiteX150" fmla="*/ 41641 w 1665651"/>
              <a:gd name="connsiteY150" fmla="*/ 41392 h 1424283"/>
              <a:gd name="connsiteX151" fmla="*/ 41641 w 1665651"/>
              <a:gd name="connsiteY151" fmla="*/ 654604 h 1424283"/>
              <a:gd name="connsiteX152" fmla="*/ 68799 w 1665651"/>
              <a:gd name="connsiteY152" fmla="*/ 728768 h 1424283"/>
              <a:gd name="connsiteX153" fmla="*/ 143029 w 1665651"/>
              <a:gd name="connsiteY153" fmla="*/ 821926 h 1424283"/>
              <a:gd name="connsiteX154" fmla="*/ 158418 w 1665651"/>
              <a:gd name="connsiteY154" fmla="*/ 821021 h 1424283"/>
              <a:gd name="connsiteX155" fmla="*/ 516895 w 1665651"/>
              <a:gd name="connsiteY155" fmla="*/ 462862 h 1424283"/>
              <a:gd name="connsiteX156" fmla="*/ 520516 w 1665651"/>
              <a:gd name="connsiteY156" fmla="*/ 454722 h 1424283"/>
              <a:gd name="connsiteX157" fmla="*/ 516895 w 1665651"/>
              <a:gd name="connsiteY157" fmla="*/ 446582 h 1424283"/>
              <a:gd name="connsiteX158" fmla="*/ 46847 w 1665651"/>
              <a:gd name="connsiteY158" fmla="*/ 466 h 1424283"/>
              <a:gd name="connsiteX159" fmla="*/ 67893 w 1665651"/>
              <a:gd name="connsiteY159" fmla="*/ 9737 h 1424283"/>
              <a:gd name="connsiteX160" fmla="*/ 545863 w 1665651"/>
              <a:gd name="connsiteY160" fmla="*/ 418544 h 1424283"/>
              <a:gd name="connsiteX161" fmla="*/ 561252 w 1665651"/>
              <a:gd name="connsiteY161" fmla="*/ 454722 h 1424283"/>
              <a:gd name="connsiteX162" fmla="*/ 551294 w 1665651"/>
              <a:gd name="connsiteY162" fmla="*/ 485473 h 1424283"/>
              <a:gd name="connsiteX163" fmla="*/ 639103 w 1665651"/>
              <a:gd name="connsiteY163" fmla="*/ 573204 h 1424283"/>
              <a:gd name="connsiteX164" fmla="*/ 643629 w 1665651"/>
              <a:gd name="connsiteY164" fmla="*/ 642846 h 1424283"/>
              <a:gd name="connsiteX165" fmla="*/ 690702 w 1665651"/>
              <a:gd name="connsiteY165" fmla="*/ 662744 h 1424283"/>
              <a:gd name="connsiteX166" fmla="*/ 738680 w 1665651"/>
              <a:gd name="connsiteY166" fmla="*/ 698017 h 1424283"/>
              <a:gd name="connsiteX167" fmla="*/ 774890 w 1665651"/>
              <a:gd name="connsiteY167" fmla="*/ 664553 h 1424283"/>
              <a:gd name="connsiteX168" fmla="*/ 778511 w 1665651"/>
              <a:gd name="connsiteY168" fmla="*/ 662744 h 1424283"/>
              <a:gd name="connsiteX169" fmla="*/ 780321 w 1665651"/>
              <a:gd name="connsiteY169" fmla="*/ 660935 h 1424283"/>
              <a:gd name="connsiteX170" fmla="*/ 1050084 w 1665651"/>
              <a:gd name="connsiteY170" fmla="*/ 642846 h 1424283"/>
              <a:gd name="connsiteX171" fmla="*/ 1041032 w 1665651"/>
              <a:gd name="connsiteY171" fmla="*/ 631088 h 1424283"/>
              <a:gd name="connsiteX172" fmla="*/ 1029263 w 1665651"/>
              <a:gd name="connsiteY172" fmla="*/ 593102 h 1424283"/>
              <a:gd name="connsiteX173" fmla="*/ 1047368 w 1665651"/>
              <a:gd name="connsiteY173" fmla="*/ 557828 h 1424283"/>
              <a:gd name="connsiteX174" fmla="*/ 1143324 w 1665651"/>
              <a:gd name="connsiteY174" fmla="*/ 479142 h 1424283"/>
              <a:gd name="connsiteX175" fmla="*/ 1155092 w 1665651"/>
              <a:gd name="connsiteY175" fmla="*/ 413118 h 1424283"/>
              <a:gd name="connsiteX176" fmla="*/ 1601378 w 1665651"/>
              <a:gd name="connsiteY176" fmla="*/ 12450 h 1424283"/>
              <a:gd name="connsiteX177" fmla="*/ 1645735 w 1665651"/>
              <a:gd name="connsiteY177" fmla="*/ 10641 h 1424283"/>
              <a:gd name="connsiteX178" fmla="*/ 1664745 w 1665651"/>
              <a:gd name="connsiteY178" fmla="*/ 48628 h 1424283"/>
              <a:gd name="connsiteX179" fmla="*/ 1665651 w 1665651"/>
              <a:gd name="connsiteY179" fmla="*/ 698017 h 1424283"/>
              <a:gd name="connsiteX180" fmla="*/ 1664745 w 1665651"/>
              <a:gd name="connsiteY180" fmla="*/ 698922 h 1424283"/>
              <a:gd name="connsiteX181" fmla="*/ 1620388 w 1665651"/>
              <a:gd name="connsiteY181" fmla="*/ 795697 h 1424283"/>
              <a:gd name="connsiteX182" fmla="*/ 1545253 w 1665651"/>
              <a:gd name="connsiteY182" fmla="*/ 884332 h 1424283"/>
              <a:gd name="connsiteX183" fmla="*/ 1511759 w 1665651"/>
              <a:gd name="connsiteY183" fmla="*/ 895186 h 1424283"/>
              <a:gd name="connsiteX184" fmla="*/ 1506327 w 1665651"/>
              <a:gd name="connsiteY184" fmla="*/ 895186 h 1424283"/>
              <a:gd name="connsiteX185" fmla="*/ 1477360 w 1665651"/>
              <a:gd name="connsiteY185" fmla="*/ 882523 h 1424283"/>
              <a:gd name="connsiteX186" fmla="*/ 1411277 w 1665651"/>
              <a:gd name="connsiteY186" fmla="*/ 937694 h 1424283"/>
              <a:gd name="connsiteX187" fmla="*/ 1354246 w 1665651"/>
              <a:gd name="connsiteY187" fmla="*/ 958496 h 1424283"/>
              <a:gd name="connsiteX188" fmla="*/ 1345194 w 1665651"/>
              <a:gd name="connsiteY188" fmla="*/ 957592 h 1424283"/>
              <a:gd name="connsiteX189" fmla="*/ 1292690 w 1665651"/>
              <a:gd name="connsiteY189" fmla="*/ 934077 h 1424283"/>
              <a:gd name="connsiteX190" fmla="*/ 1295405 w 1665651"/>
              <a:gd name="connsiteY190" fmla="*/ 967541 h 1424283"/>
              <a:gd name="connsiteX191" fmla="*/ 1266437 w 1665651"/>
              <a:gd name="connsiteY191" fmla="*/ 1017285 h 1424283"/>
              <a:gd name="connsiteX192" fmla="*/ 1176818 w 1665651"/>
              <a:gd name="connsiteY192" fmla="*/ 1086023 h 1424283"/>
              <a:gd name="connsiteX193" fmla="*/ 1187681 w 1665651"/>
              <a:gd name="connsiteY193" fmla="*/ 1096876 h 1424283"/>
              <a:gd name="connsiteX194" fmla="*/ 1187681 w 1665651"/>
              <a:gd name="connsiteY194" fmla="*/ 1199982 h 1424283"/>
              <a:gd name="connsiteX195" fmla="*/ 1183155 w 1665651"/>
              <a:gd name="connsiteY195" fmla="*/ 1203600 h 1424283"/>
              <a:gd name="connsiteX196" fmla="*/ 1153282 w 1665651"/>
              <a:gd name="connsiteY196" fmla="*/ 1222593 h 1424283"/>
              <a:gd name="connsiteX197" fmla="*/ 1167766 w 1665651"/>
              <a:gd name="connsiteY197" fmla="*/ 1263293 h 1424283"/>
              <a:gd name="connsiteX198" fmla="*/ 1147851 w 1665651"/>
              <a:gd name="connsiteY198" fmla="*/ 1318464 h 1424283"/>
              <a:gd name="connsiteX199" fmla="*/ 1143324 w 1665651"/>
              <a:gd name="connsiteY199" fmla="*/ 1322986 h 1424283"/>
              <a:gd name="connsiteX200" fmla="*/ 1095346 w 1665651"/>
              <a:gd name="connsiteY200" fmla="*/ 1342884 h 1424283"/>
              <a:gd name="connsiteX201" fmla="*/ 1089009 w 1665651"/>
              <a:gd name="connsiteY201" fmla="*/ 1341979 h 1424283"/>
              <a:gd name="connsiteX202" fmla="*/ 1047368 w 1665651"/>
              <a:gd name="connsiteY202" fmla="*/ 1327508 h 1424283"/>
              <a:gd name="connsiteX203" fmla="*/ 1030169 w 1665651"/>
              <a:gd name="connsiteY203" fmla="*/ 1358259 h 1424283"/>
              <a:gd name="connsiteX204" fmla="*/ 1025642 w 1665651"/>
              <a:gd name="connsiteY204" fmla="*/ 1362781 h 1424283"/>
              <a:gd name="connsiteX205" fmla="*/ 974043 w 1665651"/>
              <a:gd name="connsiteY205" fmla="*/ 1383584 h 1424283"/>
              <a:gd name="connsiteX206" fmla="*/ 929686 w 1665651"/>
              <a:gd name="connsiteY206" fmla="*/ 1369113 h 1424283"/>
              <a:gd name="connsiteX207" fmla="*/ 912487 w 1665651"/>
              <a:gd name="connsiteY207" fmla="*/ 1396246 h 1424283"/>
              <a:gd name="connsiteX208" fmla="*/ 906150 w 1665651"/>
              <a:gd name="connsiteY208" fmla="*/ 1402577 h 1424283"/>
              <a:gd name="connsiteX209" fmla="*/ 855456 w 1665651"/>
              <a:gd name="connsiteY209" fmla="*/ 1424283 h 1424283"/>
              <a:gd name="connsiteX210" fmla="*/ 806573 w 1665651"/>
              <a:gd name="connsiteY210" fmla="*/ 1402577 h 1424283"/>
              <a:gd name="connsiteX211" fmla="*/ 787563 w 1665651"/>
              <a:gd name="connsiteY211" fmla="*/ 1384488 h 1424283"/>
              <a:gd name="connsiteX212" fmla="*/ 770363 w 1665651"/>
              <a:gd name="connsiteY212" fmla="*/ 1397150 h 1424283"/>
              <a:gd name="connsiteX213" fmla="*/ 735059 w 1665651"/>
              <a:gd name="connsiteY213" fmla="*/ 1409813 h 1424283"/>
              <a:gd name="connsiteX214" fmla="*/ 683460 w 1665651"/>
              <a:gd name="connsiteY214" fmla="*/ 1382679 h 1424283"/>
              <a:gd name="connsiteX215" fmla="*/ 678028 w 1665651"/>
              <a:gd name="connsiteY215" fmla="*/ 1376348 h 1424283"/>
              <a:gd name="connsiteX216" fmla="*/ 666260 w 1665651"/>
              <a:gd name="connsiteY216" fmla="*/ 1348311 h 1424283"/>
              <a:gd name="connsiteX217" fmla="*/ 657208 w 1665651"/>
              <a:gd name="connsiteY217" fmla="*/ 1348311 h 1424283"/>
              <a:gd name="connsiteX218" fmla="*/ 644534 w 1665651"/>
              <a:gd name="connsiteY218" fmla="*/ 1347406 h 1424283"/>
              <a:gd name="connsiteX219" fmla="*/ 603798 w 1665651"/>
              <a:gd name="connsiteY219" fmla="*/ 1320273 h 1424283"/>
              <a:gd name="connsiteX220" fmla="*/ 600177 w 1665651"/>
              <a:gd name="connsiteY220" fmla="*/ 1316655 h 1424283"/>
              <a:gd name="connsiteX221" fmla="*/ 586599 w 1665651"/>
              <a:gd name="connsiteY221" fmla="*/ 1284095 h 1424283"/>
              <a:gd name="connsiteX222" fmla="*/ 580262 w 1665651"/>
              <a:gd name="connsiteY222" fmla="*/ 1284095 h 1424283"/>
              <a:gd name="connsiteX223" fmla="*/ 571209 w 1665651"/>
              <a:gd name="connsiteY223" fmla="*/ 1283191 h 1424283"/>
              <a:gd name="connsiteX224" fmla="*/ 527758 w 1665651"/>
              <a:gd name="connsiteY224" fmla="*/ 1257866 h 1424283"/>
              <a:gd name="connsiteX225" fmla="*/ 525042 w 1665651"/>
              <a:gd name="connsiteY225" fmla="*/ 1253344 h 1424283"/>
              <a:gd name="connsiteX226" fmla="*/ 510558 w 1665651"/>
              <a:gd name="connsiteY226" fmla="*/ 1205409 h 1424283"/>
              <a:gd name="connsiteX227" fmla="*/ 522326 w 1665651"/>
              <a:gd name="connsiteY227" fmla="*/ 1176467 h 1424283"/>
              <a:gd name="connsiteX228" fmla="*/ 500600 w 1665651"/>
              <a:gd name="connsiteY228" fmla="*/ 1157473 h 1424283"/>
              <a:gd name="connsiteX229" fmla="*/ 496979 w 1665651"/>
              <a:gd name="connsiteY229" fmla="*/ 1153856 h 1424283"/>
              <a:gd name="connsiteX230" fmla="*/ 482495 w 1665651"/>
              <a:gd name="connsiteY230" fmla="*/ 1108633 h 1424283"/>
              <a:gd name="connsiteX231" fmla="*/ 487927 w 1665651"/>
              <a:gd name="connsiteY231" fmla="*/ 1086023 h 1424283"/>
              <a:gd name="connsiteX232" fmla="*/ 406455 w 1665651"/>
              <a:gd name="connsiteY232" fmla="*/ 1003718 h 1424283"/>
              <a:gd name="connsiteX233" fmla="*/ 368435 w 1665651"/>
              <a:gd name="connsiteY233" fmla="*/ 917797 h 1424283"/>
              <a:gd name="connsiteX234" fmla="*/ 305067 w 1665651"/>
              <a:gd name="connsiteY234" fmla="*/ 943121 h 1424283"/>
              <a:gd name="connsiteX235" fmla="*/ 240795 w 1665651"/>
              <a:gd name="connsiteY235" fmla="*/ 915988 h 1424283"/>
              <a:gd name="connsiteX236" fmla="*/ 181049 w 1665651"/>
              <a:gd name="connsiteY236" fmla="*/ 856295 h 1424283"/>
              <a:gd name="connsiteX237" fmla="*/ 150271 w 1665651"/>
              <a:gd name="connsiteY237" fmla="*/ 865339 h 1424283"/>
              <a:gd name="connsiteX238" fmla="*/ 113156 w 1665651"/>
              <a:gd name="connsiteY238" fmla="*/ 849963 h 1424283"/>
              <a:gd name="connsiteX239" fmla="*/ 111345 w 1665651"/>
              <a:gd name="connsiteY239" fmla="*/ 848155 h 1424283"/>
              <a:gd name="connsiteX240" fmla="*/ 36210 w 1665651"/>
              <a:gd name="connsiteY240" fmla="*/ 754997 h 1424283"/>
              <a:gd name="connsiteX241" fmla="*/ 0 w 1665651"/>
              <a:gd name="connsiteY241" fmla="*/ 654604 h 1424283"/>
              <a:gd name="connsiteX242" fmla="*/ 0 w 1665651"/>
              <a:gd name="connsiteY242" fmla="*/ 41392 h 1424283"/>
              <a:gd name="connsiteX243" fmla="*/ 24442 w 1665651"/>
              <a:gd name="connsiteY243" fmla="*/ 3406 h 1424283"/>
              <a:gd name="connsiteX244" fmla="*/ 46847 w 1665651"/>
              <a:gd name="connsiteY244" fmla="*/ 466 h 142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665651" h="1424283">
                <a:moveTo>
                  <a:pt x="718764" y="1315751"/>
                </a:moveTo>
                <a:lnTo>
                  <a:pt x="712428" y="1321177"/>
                </a:lnTo>
                <a:cubicBezTo>
                  <a:pt x="704281" y="1327508"/>
                  <a:pt x="703375" y="1341075"/>
                  <a:pt x="710617" y="1351024"/>
                </a:cubicBezTo>
                <a:lnTo>
                  <a:pt x="716049" y="1358259"/>
                </a:lnTo>
                <a:cubicBezTo>
                  <a:pt x="724196" y="1369113"/>
                  <a:pt x="736869" y="1371826"/>
                  <a:pt x="745017" y="1364590"/>
                </a:cubicBezTo>
                <a:lnTo>
                  <a:pt x="757690" y="1355546"/>
                </a:lnTo>
                <a:lnTo>
                  <a:pt x="723291" y="1320273"/>
                </a:lnTo>
                <a:close/>
                <a:moveTo>
                  <a:pt x="649966" y="1247917"/>
                </a:moveTo>
                <a:lnTo>
                  <a:pt x="632766" y="1260580"/>
                </a:lnTo>
                <a:cubicBezTo>
                  <a:pt x="628240" y="1264197"/>
                  <a:pt x="627335" y="1270529"/>
                  <a:pt x="627335" y="1273242"/>
                </a:cubicBezTo>
                <a:cubicBezTo>
                  <a:pt x="627335" y="1279573"/>
                  <a:pt x="629145" y="1285904"/>
                  <a:pt x="632766" y="1291331"/>
                </a:cubicBezTo>
                <a:lnTo>
                  <a:pt x="636387" y="1295853"/>
                </a:lnTo>
                <a:cubicBezTo>
                  <a:pt x="640913" y="1301279"/>
                  <a:pt x="646345" y="1305802"/>
                  <a:pt x="652682" y="1306706"/>
                </a:cubicBezTo>
                <a:cubicBezTo>
                  <a:pt x="656303" y="1307611"/>
                  <a:pt x="662639" y="1307611"/>
                  <a:pt x="666260" y="1304897"/>
                </a:cubicBezTo>
                <a:lnTo>
                  <a:pt x="687081" y="1288617"/>
                </a:lnTo>
                <a:lnTo>
                  <a:pt x="689797" y="1286809"/>
                </a:lnTo>
                <a:close/>
                <a:moveTo>
                  <a:pt x="581167" y="1179180"/>
                </a:moveTo>
                <a:lnTo>
                  <a:pt x="560347" y="1194555"/>
                </a:lnTo>
                <a:cubicBezTo>
                  <a:pt x="555820" y="1199078"/>
                  <a:pt x="553105" y="1203600"/>
                  <a:pt x="552199" y="1209931"/>
                </a:cubicBezTo>
                <a:cubicBezTo>
                  <a:pt x="551294" y="1217167"/>
                  <a:pt x="553105" y="1223498"/>
                  <a:pt x="557631" y="1228924"/>
                </a:cubicBezTo>
                <a:lnTo>
                  <a:pt x="560347" y="1233446"/>
                </a:lnTo>
                <a:cubicBezTo>
                  <a:pt x="564873" y="1238873"/>
                  <a:pt x="571209" y="1242491"/>
                  <a:pt x="576641" y="1242491"/>
                </a:cubicBezTo>
                <a:cubicBezTo>
                  <a:pt x="583883" y="1243395"/>
                  <a:pt x="589314" y="1242491"/>
                  <a:pt x="593841" y="1238873"/>
                </a:cubicBezTo>
                <a:lnTo>
                  <a:pt x="620998" y="1218975"/>
                </a:lnTo>
                <a:close/>
                <a:moveTo>
                  <a:pt x="529568" y="1125818"/>
                </a:moveTo>
                <a:cubicBezTo>
                  <a:pt x="529568" y="1127627"/>
                  <a:pt x="530473" y="1127627"/>
                  <a:pt x="530473" y="1128531"/>
                </a:cubicBezTo>
                <a:lnTo>
                  <a:pt x="533189" y="1132149"/>
                </a:lnTo>
                <a:cubicBezTo>
                  <a:pt x="535905" y="1136671"/>
                  <a:pt x="540431" y="1139385"/>
                  <a:pt x="544052" y="1142098"/>
                </a:cubicBezTo>
                <a:close/>
                <a:moveTo>
                  <a:pt x="629258" y="682868"/>
                </a:moveTo>
                <a:cubicBezTo>
                  <a:pt x="616472" y="682642"/>
                  <a:pt x="603798" y="686260"/>
                  <a:pt x="592935" y="693495"/>
                </a:cubicBezTo>
                <a:lnTo>
                  <a:pt x="425465" y="860817"/>
                </a:lnTo>
                <a:cubicBezTo>
                  <a:pt x="401929" y="895186"/>
                  <a:pt x="404644" y="943121"/>
                  <a:pt x="435423" y="974776"/>
                </a:cubicBezTo>
                <a:lnTo>
                  <a:pt x="673502" y="1212644"/>
                </a:lnTo>
                <a:lnTo>
                  <a:pt x="752258" y="1291331"/>
                </a:lnTo>
                <a:lnTo>
                  <a:pt x="835541" y="1373635"/>
                </a:lnTo>
                <a:cubicBezTo>
                  <a:pt x="845499" y="1386297"/>
                  <a:pt x="864509" y="1386297"/>
                  <a:pt x="877182" y="1373635"/>
                </a:cubicBezTo>
                <a:lnTo>
                  <a:pt x="883519" y="1366399"/>
                </a:lnTo>
                <a:cubicBezTo>
                  <a:pt x="889856" y="1360973"/>
                  <a:pt x="892571" y="1352833"/>
                  <a:pt x="892571" y="1345597"/>
                </a:cubicBezTo>
                <a:cubicBezTo>
                  <a:pt x="892571" y="1337457"/>
                  <a:pt x="889856" y="1330222"/>
                  <a:pt x="883519" y="1324795"/>
                </a:cubicBezTo>
                <a:lnTo>
                  <a:pt x="723291" y="1162900"/>
                </a:lnTo>
                <a:cubicBezTo>
                  <a:pt x="715143" y="1154760"/>
                  <a:pt x="715143" y="1142098"/>
                  <a:pt x="723291" y="1133958"/>
                </a:cubicBezTo>
                <a:cubicBezTo>
                  <a:pt x="731438" y="1125818"/>
                  <a:pt x="744111" y="1125818"/>
                  <a:pt x="752258" y="1133958"/>
                </a:cubicBezTo>
                <a:lnTo>
                  <a:pt x="950507" y="1332935"/>
                </a:lnTo>
                <a:cubicBezTo>
                  <a:pt x="963181" y="1344693"/>
                  <a:pt x="984001" y="1344693"/>
                  <a:pt x="996675" y="1332935"/>
                </a:cubicBezTo>
                <a:lnTo>
                  <a:pt x="1000296" y="1328413"/>
                </a:lnTo>
                <a:cubicBezTo>
                  <a:pt x="1006632" y="1322986"/>
                  <a:pt x="1010253" y="1314846"/>
                  <a:pt x="1010253" y="1305802"/>
                </a:cubicBezTo>
                <a:cubicBezTo>
                  <a:pt x="1010253" y="1297662"/>
                  <a:pt x="1006632" y="1289522"/>
                  <a:pt x="1000296" y="1283191"/>
                </a:cubicBezTo>
                <a:lnTo>
                  <a:pt x="802047" y="1084214"/>
                </a:lnTo>
                <a:cubicBezTo>
                  <a:pt x="793900" y="1076074"/>
                  <a:pt x="793900" y="1063411"/>
                  <a:pt x="802047" y="1054367"/>
                </a:cubicBezTo>
                <a:cubicBezTo>
                  <a:pt x="810194" y="1047131"/>
                  <a:pt x="823773" y="1047131"/>
                  <a:pt x="831015" y="1054367"/>
                </a:cubicBezTo>
                <a:lnTo>
                  <a:pt x="1030169" y="1254249"/>
                </a:lnTo>
                <a:lnTo>
                  <a:pt x="1062757" y="1286809"/>
                </a:lnTo>
                <a:cubicBezTo>
                  <a:pt x="1079052" y="1303088"/>
                  <a:pt x="1102588" y="1305802"/>
                  <a:pt x="1114356" y="1294044"/>
                </a:cubicBezTo>
                <a:lnTo>
                  <a:pt x="1119788" y="1289522"/>
                </a:lnTo>
                <a:cubicBezTo>
                  <a:pt x="1131556" y="1277764"/>
                  <a:pt x="1128840" y="1253344"/>
                  <a:pt x="1113451" y="1237064"/>
                </a:cubicBezTo>
                <a:lnTo>
                  <a:pt x="879898" y="1005527"/>
                </a:lnTo>
                <a:cubicBezTo>
                  <a:pt x="872656" y="997387"/>
                  <a:pt x="872656" y="983821"/>
                  <a:pt x="879898" y="976585"/>
                </a:cubicBezTo>
                <a:cubicBezTo>
                  <a:pt x="888045" y="967541"/>
                  <a:pt x="901624" y="967541"/>
                  <a:pt x="909771" y="976585"/>
                </a:cubicBezTo>
                <a:lnTo>
                  <a:pt x="1108925" y="1175562"/>
                </a:lnTo>
                <a:cubicBezTo>
                  <a:pt x="1120693" y="1187320"/>
                  <a:pt x="1142419" y="1187320"/>
                  <a:pt x="1154187" y="1175562"/>
                </a:cubicBezTo>
                <a:lnTo>
                  <a:pt x="1158713" y="1171040"/>
                </a:lnTo>
                <a:cubicBezTo>
                  <a:pt x="1164145" y="1164709"/>
                  <a:pt x="1167766" y="1156569"/>
                  <a:pt x="1167766" y="1148429"/>
                </a:cubicBezTo>
                <a:cubicBezTo>
                  <a:pt x="1167766" y="1140289"/>
                  <a:pt x="1164145" y="1131245"/>
                  <a:pt x="1158713" y="1125818"/>
                </a:cubicBezTo>
                <a:lnTo>
                  <a:pt x="1037411" y="1005527"/>
                </a:lnTo>
                <a:lnTo>
                  <a:pt x="1016590" y="982916"/>
                </a:lnTo>
                <a:lnTo>
                  <a:pt x="1003011" y="969349"/>
                </a:lnTo>
                <a:cubicBezTo>
                  <a:pt x="932402" y="972967"/>
                  <a:pt x="862698" y="944930"/>
                  <a:pt x="812910" y="889759"/>
                </a:cubicBezTo>
                <a:cubicBezTo>
                  <a:pt x="812005" y="888854"/>
                  <a:pt x="810194" y="887950"/>
                  <a:pt x="808384" y="889759"/>
                </a:cubicBezTo>
                <a:cubicBezTo>
                  <a:pt x="792995" y="900612"/>
                  <a:pt x="764932" y="923223"/>
                  <a:pt x="754069" y="954879"/>
                </a:cubicBezTo>
                <a:cubicBezTo>
                  <a:pt x="740490" y="991056"/>
                  <a:pt x="706091" y="1013667"/>
                  <a:pt x="669881" y="1013667"/>
                </a:cubicBezTo>
                <a:cubicBezTo>
                  <a:pt x="659923" y="1013667"/>
                  <a:pt x="649966" y="1011858"/>
                  <a:pt x="640008" y="1009145"/>
                </a:cubicBezTo>
                <a:cubicBezTo>
                  <a:pt x="623714" y="1002814"/>
                  <a:pt x="609230" y="992865"/>
                  <a:pt x="599272" y="979298"/>
                </a:cubicBezTo>
                <a:cubicBezTo>
                  <a:pt x="580262" y="954879"/>
                  <a:pt x="574831" y="923223"/>
                  <a:pt x="584788" y="895186"/>
                </a:cubicBezTo>
                <a:cubicBezTo>
                  <a:pt x="606514" y="835492"/>
                  <a:pt x="660829" y="772182"/>
                  <a:pt x="707901" y="726055"/>
                </a:cubicBezTo>
                <a:lnTo>
                  <a:pt x="666260" y="695304"/>
                </a:lnTo>
                <a:cubicBezTo>
                  <a:pt x="654945" y="687164"/>
                  <a:pt x="642045" y="683094"/>
                  <a:pt x="629258" y="682868"/>
                </a:cubicBezTo>
                <a:close/>
                <a:moveTo>
                  <a:pt x="916976" y="652096"/>
                </a:moveTo>
                <a:cubicBezTo>
                  <a:pt x="877805" y="654449"/>
                  <a:pt x="838936" y="668058"/>
                  <a:pt x="805668" y="693495"/>
                </a:cubicBezTo>
                <a:cubicBezTo>
                  <a:pt x="804763" y="694400"/>
                  <a:pt x="803857" y="694400"/>
                  <a:pt x="802952" y="695304"/>
                </a:cubicBezTo>
                <a:cubicBezTo>
                  <a:pt x="802047" y="696208"/>
                  <a:pt x="802047" y="696208"/>
                  <a:pt x="802047" y="697113"/>
                </a:cubicBezTo>
                <a:cubicBezTo>
                  <a:pt x="777605" y="717011"/>
                  <a:pt x="655397" y="820117"/>
                  <a:pt x="623714" y="909657"/>
                </a:cubicBezTo>
                <a:cubicBezTo>
                  <a:pt x="618282" y="924128"/>
                  <a:pt x="621903" y="941312"/>
                  <a:pt x="631861" y="953974"/>
                </a:cubicBezTo>
                <a:cubicBezTo>
                  <a:pt x="637292" y="962114"/>
                  <a:pt x="644534" y="967541"/>
                  <a:pt x="653587" y="970254"/>
                </a:cubicBezTo>
                <a:cubicBezTo>
                  <a:pt x="678934" y="978394"/>
                  <a:pt x="706091" y="965732"/>
                  <a:pt x="715143" y="940408"/>
                </a:cubicBezTo>
                <a:cubicBezTo>
                  <a:pt x="729627" y="900612"/>
                  <a:pt x="761311" y="872575"/>
                  <a:pt x="784847" y="856295"/>
                </a:cubicBezTo>
                <a:cubicBezTo>
                  <a:pt x="802952" y="842728"/>
                  <a:pt x="828299" y="845441"/>
                  <a:pt x="843688" y="861721"/>
                </a:cubicBezTo>
                <a:cubicBezTo>
                  <a:pt x="913392" y="939503"/>
                  <a:pt x="1034695" y="949452"/>
                  <a:pt x="1117977" y="887046"/>
                </a:cubicBezTo>
                <a:cubicBezTo>
                  <a:pt x="1127030" y="879810"/>
                  <a:pt x="1139703" y="881619"/>
                  <a:pt x="1146945" y="889759"/>
                </a:cubicBezTo>
                <a:cubicBezTo>
                  <a:pt x="1153282" y="899708"/>
                  <a:pt x="1152377" y="912370"/>
                  <a:pt x="1143324" y="919605"/>
                </a:cubicBezTo>
                <a:cubicBezTo>
                  <a:pt x="1115262" y="939503"/>
                  <a:pt x="1084483" y="953974"/>
                  <a:pt x="1052800" y="962114"/>
                </a:cubicBezTo>
                <a:lnTo>
                  <a:pt x="1147851" y="1056176"/>
                </a:lnTo>
                <a:lnTo>
                  <a:pt x="1241091" y="985629"/>
                </a:lnTo>
                <a:cubicBezTo>
                  <a:pt x="1249238" y="979298"/>
                  <a:pt x="1253764" y="971158"/>
                  <a:pt x="1254669" y="962114"/>
                </a:cubicBezTo>
                <a:cubicBezTo>
                  <a:pt x="1255575" y="953070"/>
                  <a:pt x="1253764" y="943121"/>
                  <a:pt x="1248333" y="935885"/>
                </a:cubicBezTo>
                <a:lnTo>
                  <a:pt x="1104399" y="747762"/>
                </a:lnTo>
                <a:cubicBezTo>
                  <a:pt x="1102588" y="745953"/>
                  <a:pt x="1100778" y="744144"/>
                  <a:pt x="1098967" y="742335"/>
                </a:cubicBezTo>
                <a:cubicBezTo>
                  <a:pt x="1096251" y="739622"/>
                  <a:pt x="1095346" y="736908"/>
                  <a:pt x="1092631" y="733291"/>
                </a:cubicBezTo>
                <a:cubicBezTo>
                  <a:pt x="1092631" y="732386"/>
                  <a:pt x="1091725" y="732386"/>
                  <a:pt x="1090820" y="731482"/>
                </a:cubicBezTo>
                <a:cubicBezTo>
                  <a:pt x="1048387" y="675520"/>
                  <a:pt x="982262" y="648174"/>
                  <a:pt x="916976" y="652096"/>
                </a:cubicBezTo>
                <a:close/>
                <a:moveTo>
                  <a:pt x="1207945" y="646986"/>
                </a:moveTo>
                <a:cubicBezTo>
                  <a:pt x="1212401" y="643316"/>
                  <a:pt x="1218640" y="644234"/>
                  <a:pt x="1222204" y="647904"/>
                </a:cubicBezTo>
                <a:lnTo>
                  <a:pt x="1264091" y="700201"/>
                </a:lnTo>
                <a:cubicBezTo>
                  <a:pt x="1267656" y="705706"/>
                  <a:pt x="1267656" y="712128"/>
                  <a:pt x="1263200" y="715798"/>
                </a:cubicBezTo>
                <a:lnTo>
                  <a:pt x="1245376" y="730478"/>
                </a:lnTo>
                <a:cubicBezTo>
                  <a:pt x="1241811" y="734148"/>
                  <a:pt x="1234681" y="734148"/>
                  <a:pt x="1231117" y="729560"/>
                </a:cubicBezTo>
                <a:lnTo>
                  <a:pt x="1189230" y="677263"/>
                </a:lnTo>
                <a:cubicBezTo>
                  <a:pt x="1184774" y="671758"/>
                  <a:pt x="1185665" y="666253"/>
                  <a:pt x="1190121" y="662584"/>
                </a:cubicBezTo>
                <a:close/>
                <a:moveTo>
                  <a:pt x="515217" y="584061"/>
                </a:moveTo>
                <a:cubicBezTo>
                  <a:pt x="518836" y="579490"/>
                  <a:pt x="526074" y="579490"/>
                  <a:pt x="529693" y="584061"/>
                </a:cubicBezTo>
                <a:lnTo>
                  <a:pt x="545978" y="600516"/>
                </a:lnTo>
                <a:cubicBezTo>
                  <a:pt x="549597" y="604173"/>
                  <a:pt x="549597" y="611486"/>
                  <a:pt x="545978" y="615143"/>
                </a:cubicBezTo>
                <a:lnTo>
                  <a:pt x="498026" y="662680"/>
                </a:lnTo>
                <a:cubicBezTo>
                  <a:pt x="494407" y="666337"/>
                  <a:pt x="487169" y="666337"/>
                  <a:pt x="483550" y="662680"/>
                </a:cubicBezTo>
                <a:lnTo>
                  <a:pt x="468170" y="647139"/>
                </a:lnTo>
                <a:cubicBezTo>
                  <a:pt x="462741" y="642568"/>
                  <a:pt x="462741" y="636169"/>
                  <a:pt x="468170" y="631598"/>
                </a:cubicBezTo>
                <a:close/>
                <a:moveTo>
                  <a:pt x="1155105" y="578262"/>
                </a:moveTo>
                <a:cubicBezTo>
                  <a:pt x="1158845" y="575500"/>
                  <a:pt x="1163520" y="575500"/>
                  <a:pt x="1166325" y="579182"/>
                </a:cubicBezTo>
                <a:lnTo>
                  <a:pt x="1185959" y="602197"/>
                </a:lnTo>
                <a:cubicBezTo>
                  <a:pt x="1187829" y="605879"/>
                  <a:pt x="1187829" y="609561"/>
                  <a:pt x="1185024" y="613244"/>
                </a:cubicBezTo>
                <a:lnTo>
                  <a:pt x="1160715" y="631655"/>
                </a:lnTo>
                <a:cubicBezTo>
                  <a:pt x="1157910" y="634417"/>
                  <a:pt x="1153235" y="634417"/>
                  <a:pt x="1151365" y="630735"/>
                </a:cubicBezTo>
                <a:lnTo>
                  <a:pt x="1131731" y="607720"/>
                </a:lnTo>
                <a:cubicBezTo>
                  <a:pt x="1128926" y="604958"/>
                  <a:pt x="1128926" y="600356"/>
                  <a:pt x="1132666" y="596673"/>
                </a:cubicBezTo>
                <a:close/>
                <a:moveTo>
                  <a:pt x="523232" y="515320"/>
                </a:moveTo>
                <a:lnTo>
                  <a:pt x="210922" y="827352"/>
                </a:lnTo>
                <a:lnTo>
                  <a:pt x="270668" y="887046"/>
                </a:lnTo>
                <a:cubicBezTo>
                  <a:pt x="290584" y="906039"/>
                  <a:pt x="321362" y="906039"/>
                  <a:pt x="341277" y="887046"/>
                </a:cubicBezTo>
                <a:lnTo>
                  <a:pt x="394687" y="833684"/>
                </a:lnTo>
                <a:cubicBezTo>
                  <a:pt x="398308" y="828257"/>
                  <a:pt x="401929" y="823735"/>
                  <a:pt x="406455" y="819212"/>
                </a:cubicBezTo>
                <a:lnTo>
                  <a:pt x="553105" y="673597"/>
                </a:lnTo>
                <a:cubicBezTo>
                  <a:pt x="557631" y="668171"/>
                  <a:pt x="561252" y="665457"/>
                  <a:pt x="565778" y="661840"/>
                </a:cubicBezTo>
                <a:lnTo>
                  <a:pt x="610135" y="618426"/>
                </a:lnTo>
                <a:cubicBezTo>
                  <a:pt x="614661" y="613904"/>
                  <a:pt x="614661" y="606668"/>
                  <a:pt x="610135" y="602146"/>
                </a:cubicBezTo>
                <a:close/>
                <a:moveTo>
                  <a:pt x="1169576" y="510797"/>
                </a:moveTo>
                <a:lnTo>
                  <a:pt x="1074526" y="589484"/>
                </a:lnTo>
                <a:cubicBezTo>
                  <a:pt x="1071810" y="592197"/>
                  <a:pt x="1070905" y="594006"/>
                  <a:pt x="1070905" y="596719"/>
                </a:cubicBezTo>
                <a:cubicBezTo>
                  <a:pt x="1069999" y="600337"/>
                  <a:pt x="1070905" y="603051"/>
                  <a:pt x="1072715" y="605764"/>
                </a:cubicBezTo>
                <a:lnTo>
                  <a:pt x="1315321" y="898803"/>
                </a:lnTo>
                <a:cubicBezTo>
                  <a:pt x="1323468" y="909657"/>
                  <a:pt x="1336141" y="915083"/>
                  <a:pt x="1348815" y="916892"/>
                </a:cubicBezTo>
                <a:cubicBezTo>
                  <a:pt x="1361488" y="917797"/>
                  <a:pt x="1375067" y="914179"/>
                  <a:pt x="1385025" y="906039"/>
                </a:cubicBezTo>
                <a:lnTo>
                  <a:pt x="1451107" y="851772"/>
                </a:lnTo>
                <a:close/>
                <a:moveTo>
                  <a:pt x="1624009" y="46819"/>
                </a:moveTo>
                <a:lnTo>
                  <a:pt x="1182250" y="442964"/>
                </a:lnTo>
                <a:cubicBezTo>
                  <a:pt x="1176818" y="447487"/>
                  <a:pt x="1176818" y="455627"/>
                  <a:pt x="1180439" y="460149"/>
                </a:cubicBezTo>
                <a:lnTo>
                  <a:pt x="1342478" y="654604"/>
                </a:lnTo>
                <a:lnTo>
                  <a:pt x="1503612" y="850868"/>
                </a:lnTo>
                <a:cubicBezTo>
                  <a:pt x="1505422" y="853581"/>
                  <a:pt x="1508138" y="854486"/>
                  <a:pt x="1509948" y="854486"/>
                </a:cubicBezTo>
                <a:cubicBezTo>
                  <a:pt x="1513569" y="855390"/>
                  <a:pt x="1515380" y="854486"/>
                  <a:pt x="1518096" y="853581"/>
                </a:cubicBezTo>
                <a:lnTo>
                  <a:pt x="1590515" y="768564"/>
                </a:lnTo>
                <a:cubicBezTo>
                  <a:pt x="1610431" y="747762"/>
                  <a:pt x="1621293" y="722437"/>
                  <a:pt x="1624915" y="697113"/>
                </a:cubicBezTo>
                <a:close/>
                <a:moveTo>
                  <a:pt x="41641" y="41392"/>
                </a:moveTo>
                <a:lnTo>
                  <a:pt x="41641" y="654604"/>
                </a:lnTo>
                <a:cubicBezTo>
                  <a:pt x="41641" y="680833"/>
                  <a:pt x="51599" y="707062"/>
                  <a:pt x="68799" y="728768"/>
                </a:cubicBezTo>
                <a:lnTo>
                  <a:pt x="143029" y="821926"/>
                </a:lnTo>
                <a:cubicBezTo>
                  <a:pt x="147555" y="825544"/>
                  <a:pt x="154797" y="825544"/>
                  <a:pt x="158418" y="821021"/>
                </a:cubicBezTo>
                <a:lnTo>
                  <a:pt x="516895" y="462862"/>
                </a:lnTo>
                <a:cubicBezTo>
                  <a:pt x="518705" y="460149"/>
                  <a:pt x="520516" y="457435"/>
                  <a:pt x="520516" y="454722"/>
                </a:cubicBezTo>
                <a:cubicBezTo>
                  <a:pt x="520516" y="452009"/>
                  <a:pt x="519611" y="449295"/>
                  <a:pt x="516895" y="446582"/>
                </a:cubicBezTo>
                <a:close/>
                <a:moveTo>
                  <a:pt x="46847" y="466"/>
                </a:moveTo>
                <a:cubicBezTo>
                  <a:pt x="54315" y="1597"/>
                  <a:pt x="61557" y="4763"/>
                  <a:pt x="67893" y="9737"/>
                </a:cubicBezTo>
                <a:lnTo>
                  <a:pt x="545863" y="418544"/>
                </a:lnTo>
                <a:cubicBezTo>
                  <a:pt x="555820" y="427589"/>
                  <a:pt x="561252" y="441156"/>
                  <a:pt x="561252" y="454722"/>
                </a:cubicBezTo>
                <a:cubicBezTo>
                  <a:pt x="561252" y="465575"/>
                  <a:pt x="557631" y="476429"/>
                  <a:pt x="551294" y="485473"/>
                </a:cubicBezTo>
                <a:lnTo>
                  <a:pt x="639103" y="573204"/>
                </a:lnTo>
                <a:cubicBezTo>
                  <a:pt x="658113" y="592197"/>
                  <a:pt x="659018" y="622044"/>
                  <a:pt x="643629" y="642846"/>
                </a:cubicBezTo>
                <a:cubicBezTo>
                  <a:pt x="659923" y="645560"/>
                  <a:pt x="676218" y="651891"/>
                  <a:pt x="690702" y="662744"/>
                </a:cubicBezTo>
                <a:lnTo>
                  <a:pt x="738680" y="698017"/>
                </a:lnTo>
                <a:cubicBezTo>
                  <a:pt x="754974" y="681737"/>
                  <a:pt x="768553" y="670884"/>
                  <a:pt x="774890" y="664553"/>
                </a:cubicBezTo>
                <a:cubicBezTo>
                  <a:pt x="776700" y="664553"/>
                  <a:pt x="777605" y="664553"/>
                  <a:pt x="778511" y="662744"/>
                </a:cubicBezTo>
                <a:cubicBezTo>
                  <a:pt x="778511" y="662744"/>
                  <a:pt x="779416" y="661840"/>
                  <a:pt x="780321" y="660935"/>
                </a:cubicBezTo>
                <a:cubicBezTo>
                  <a:pt x="859983" y="599433"/>
                  <a:pt x="966801" y="595815"/>
                  <a:pt x="1050084" y="642846"/>
                </a:cubicBezTo>
                <a:lnTo>
                  <a:pt x="1041032" y="631088"/>
                </a:lnTo>
                <a:cubicBezTo>
                  <a:pt x="1031979" y="621139"/>
                  <a:pt x="1028358" y="606668"/>
                  <a:pt x="1029263" y="593102"/>
                </a:cubicBezTo>
                <a:cubicBezTo>
                  <a:pt x="1031074" y="579535"/>
                  <a:pt x="1037411" y="566873"/>
                  <a:pt x="1047368" y="557828"/>
                </a:cubicBezTo>
                <a:lnTo>
                  <a:pt x="1143324" y="479142"/>
                </a:lnTo>
                <a:cubicBezTo>
                  <a:pt x="1130651" y="457435"/>
                  <a:pt x="1135177" y="428493"/>
                  <a:pt x="1155092" y="413118"/>
                </a:cubicBezTo>
                <a:lnTo>
                  <a:pt x="1601378" y="12450"/>
                </a:lnTo>
                <a:cubicBezTo>
                  <a:pt x="1614957" y="2501"/>
                  <a:pt x="1631251" y="2501"/>
                  <a:pt x="1645735" y="10641"/>
                </a:cubicBezTo>
                <a:cubicBezTo>
                  <a:pt x="1659314" y="18781"/>
                  <a:pt x="1666556" y="32348"/>
                  <a:pt x="1664745" y="48628"/>
                </a:cubicBezTo>
                <a:lnTo>
                  <a:pt x="1665651" y="698017"/>
                </a:lnTo>
                <a:lnTo>
                  <a:pt x="1664745" y="698922"/>
                </a:lnTo>
                <a:cubicBezTo>
                  <a:pt x="1662029" y="736004"/>
                  <a:pt x="1645735" y="770373"/>
                  <a:pt x="1620388" y="795697"/>
                </a:cubicBezTo>
                <a:lnTo>
                  <a:pt x="1545253" y="884332"/>
                </a:lnTo>
                <a:cubicBezTo>
                  <a:pt x="1535295" y="891568"/>
                  <a:pt x="1524432" y="895186"/>
                  <a:pt x="1511759" y="895186"/>
                </a:cubicBezTo>
                <a:cubicBezTo>
                  <a:pt x="1509948" y="895186"/>
                  <a:pt x="1509043" y="895186"/>
                  <a:pt x="1506327" y="895186"/>
                </a:cubicBezTo>
                <a:cubicBezTo>
                  <a:pt x="1495465" y="895186"/>
                  <a:pt x="1485507" y="889759"/>
                  <a:pt x="1477360" y="882523"/>
                </a:cubicBezTo>
                <a:lnTo>
                  <a:pt x="1411277" y="937694"/>
                </a:lnTo>
                <a:cubicBezTo>
                  <a:pt x="1394982" y="951261"/>
                  <a:pt x="1375067" y="958496"/>
                  <a:pt x="1354246" y="958496"/>
                </a:cubicBezTo>
                <a:cubicBezTo>
                  <a:pt x="1350625" y="958496"/>
                  <a:pt x="1347910" y="958496"/>
                  <a:pt x="1345194" y="957592"/>
                </a:cubicBezTo>
                <a:cubicBezTo>
                  <a:pt x="1325279" y="955783"/>
                  <a:pt x="1307173" y="947643"/>
                  <a:pt x="1292690" y="934077"/>
                </a:cubicBezTo>
                <a:cubicBezTo>
                  <a:pt x="1296311" y="944930"/>
                  <a:pt x="1297216" y="955783"/>
                  <a:pt x="1295405" y="967541"/>
                </a:cubicBezTo>
                <a:cubicBezTo>
                  <a:pt x="1292690" y="987438"/>
                  <a:pt x="1282732" y="1005527"/>
                  <a:pt x="1266437" y="1017285"/>
                </a:cubicBezTo>
                <a:lnTo>
                  <a:pt x="1176818" y="1086023"/>
                </a:lnTo>
                <a:lnTo>
                  <a:pt x="1187681" y="1096876"/>
                </a:lnTo>
                <a:cubicBezTo>
                  <a:pt x="1215744" y="1124913"/>
                  <a:pt x="1215744" y="1171040"/>
                  <a:pt x="1187681" y="1199982"/>
                </a:cubicBezTo>
                <a:lnTo>
                  <a:pt x="1183155" y="1203600"/>
                </a:lnTo>
                <a:cubicBezTo>
                  <a:pt x="1175008" y="1213549"/>
                  <a:pt x="1164145" y="1218975"/>
                  <a:pt x="1153282" y="1222593"/>
                </a:cubicBezTo>
                <a:cubicBezTo>
                  <a:pt x="1161429" y="1234351"/>
                  <a:pt x="1166861" y="1248822"/>
                  <a:pt x="1167766" y="1263293"/>
                </a:cubicBezTo>
                <a:cubicBezTo>
                  <a:pt x="1169576" y="1285000"/>
                  <a:pt x="1162334" y="1304897"/>
                  <a:pt x="1147851" y="1318464"/>
                </a:cubicBezTo>
                <a:lnTo>
                  <a:pt x="1143324" y="1322986"/>
                </a:lnTo>
                <a:cubicBezTo>
                  <a:pt x="1130651" y="1335648"/>
                  <a:pt x="1114356" y="1342884"/>
                  <a:pt x="1095346" y="1342884"/>
                </a:cubicBezTo>
                <a:cubicBezTo>
                  <a:pt x="1092631" y="1342884"/>
                  <a:pt x="1090820" y="1342884"/>
                  <a:pt x="1089009" y="1341979"/>
                </a:cubicBezTo>
                <a:cubicBezTo>
                  <a:pt x="1074526" y="1341075"/>
                  <a:pt x="1060042" y="1335648"/>
                  <a:pt x="1047368" y="1327508"/>
                </a:cubicBezTo>
                <a:cubicBezTo>
                  <a:pt x="1044653" y="1339266"/>
                  <a:pt x="1038316" y="1350119"/>
                  <a:pt x="1030169" y="1358259"/>
                </a:cubicBezTo>
                <a:lnTo>
                  <a:pt x="1025642" y="1362781"/>
                </a:lnTo>
                <a:cubicBezTo>
                  <a:pt x="1011159" y="1376348"/>
                  <a:pt x="993054" y="1383584"/>
                  <a:pt x="974043" y="1383584"/>
                </a:cubicBezTo>
                <a:cubicBezTo>
                  <a:pt x="958654" y="1383584"/>
                  <a:pt x="942360" y="1378157"/>
                  <a:pt x="929686" y="1369113"/>
                </a:cubicBezTo>
                <a:cubicBezTo>
                  <a:pt x="926065" y="1378157"/>
                  <a:pt x="920634" y="1387201"/>
                  <a:pt x="912487" y="1396246"/>
                </a:cubicBezTo>
                <a:lnTo>
                  <a:pt x="906150" y="1402577"/>
                </a:lnTo>
                <a:cubicBezTo>
                  <a:pt x="892571" y="1417048"/>
                  <a:pt x="873561" y="1424283"/>
                  <a:pt x="855456" y="1424283"/>
                </a:cubicBezTo>
                <a:cubicBezTo>
                  <a:pt x="838257" y="1424283"/>
                  <a:pt x="820152" y="1417048"/>
                  <a:pt x="806573" y="1402577"/>
                </a:cubicBezTo>
                <a:lnTo>
                  <a:pt x="787563" y="1384488"/>
                </a:lnTo>
                <a:lnTo>
                  <a:pt x="770363" y="1397150"/>
                </a:lnTo>
                <a:cubicBezTo>
                  <a:pt x="760406" y="1406195"/>
                  <a:pt x="747732" y="1409813"/>
                  <a:pt x="735059" y="1409813"/>
                </a:cubicBezTo>
                <a:cubicBezTo>
                  <a:pt x="716049" y="1409813"/>
                  <a:pt x="696133" y="1400768"/>
                  <a:pt x="683460" y="1382679"/>
                </a:cubicBezTo>
                <a:lnTo>
                  <a:pt x="678028" y="1376348"/>
                </a:lnTo>
                <a:cubicBezTo>
                  <a:pt x="671692" y="1367304"/>
                  <a:pt x="667165" y="1358259"/>
                  <a:pt x="666260" y="1348311"/>
                </a:cubicBezTo>
                <a:cubicBezTo>
                  <a:pt x="662639" y="1348311"/>
                  <a:pt x="659923" y="1348311"/>
                  <a:pt x="657208" y="1348311"/>
                </a:cubicBezTo>
                <a:cubicBezTo>
                  <a:pt x="652682" y="1348311"/>
                  <a:pt x="649061" y="1348311"/>
                  <a:pt x="644534" y="1347406"/>
                </a:cubicBezTo>
                <a:cubicBezTo>
                  <a:pt x="628240" y="1343788"/>
                  <a:pt x="613756" y="1333839"/>
                  <a:pt x="603798" y="1320273"/>
                </a:cubicBezTo>
                <a:lnTo>
                  <a:pt x="600177" y="1316655"/>
                </a:lnTo>
                <a:cubicBezTo>
                  <a:pt x="592935" y="1306706"/>
                  <a:pt x="588409" y="1294948"/>
                  <a:pt x="586599" y="1284095"/>
                </a:cubicBezTo>
                <a:cubicBezTo>
                  <a:pt x="584788" y="1284095"/>
                  <a:pt x="582978" y="1284095"/>
                  <a:pt x="580262" y="1284095"/>
                </a:cubicBezTo>
                <a:cubicBezTo>
                  <a:pt x="577546" y="1284095"/>
                  <a:pt x="574831" y="1284095"/>
                  <a:pt x="571209" y="1283191"/>
                </a:cubicBezTo>
                <a:cubicBezTo>
                  <a:pt x="554010" y="1281382"/>
                  <a:pt x="538621" y="1272337"/>
                  <a:pt x="527758" y="1257866"/>
                </a:cubicBezTo>
                <a:lnTo>
                  <a:pt x="525042" y="1253344"/>
                </a:lnTo>
                <a:cubicBezTo>
                  <a:pt x="514179" y="1239777"/>
                  <a:pt x="509653" y="1222593"/>
                  <a:pt x="510558" y="1205409"/>
                </a:cubicBezTo>
                <a:cubicBezTo>
                  <a:pt x="512369" y="1194555"/>
                  <a:pt x="515990" y="1184607"/>
                  <a:pt x="522326" y="1176467"/>
                </a:cubicBezTo>
                <a:cubicBezTo>
                  <a:pt x="514179" y="1171040"/>
                  <a:pt x="506937" y="1164709"/>
                  <a:pt x="500600" y="1157473"/>
                </a:cubicBezTo>
                <a:lnTo>
                  <a:pt x="496979" y="1153856"/>
                </a:lnTo>
                <a:cubicBezTo>
                  <a:pt x="487927" y="1140289"/>
                  <a:pt x="482495" y="1124009"/>
                  <a:pt x="482495" y="1108633"/>
                </a:cubicBezTo>
                <a:cubicBezTo>
                  <a:pt x="482495" y="1099589"/>
                  <a:pt x="485211" y="1092353"/>
                  <a:pt x="487927" y="1086023"/>
                </a:cubicBezTo>
                <a:lnTo>
                  <a:pt x="406455" y="1003718"/>
                </a:lnTo>
                <a:cubicBezTo>
                  <a:pt x="382013" y="980203"/>
                  <a:pt x="370245" y="948548"/>
                  <a:pt x="368435" y="917797"/>
                </a:cubicBezTo>
                <a:cubicBezTo>
                  <a:pt x="352140" y="934077"/>
                  <a:pt x="329509" y="943121"/>
                  <a:pt x="305067" y="943121"/>
                </a:cubicBezTo>
                <a:cubicBezTo>
                  <a:pt x="281531" y="943121"/>
                  <a:pt x="258900" y="934077"/>
                  <a:pt x="240795" y="915988"/>
                </a:cubicBezTo>
                <a:lnTo>
                  <a:pt x="181049" y="856295"/>
                </a:lnTo>
                <a:cubicBezTo>
                  <a:pt x="171997" y="861721"/>
                  <a:pt x="161134" y="865339"/>
                  <a:pt x="150271" y="865339"/>
                </a:cubicBezTo>
                <a:cubicBezTo>
                  <a:pt x="136692" y="865339"/>
                  <a:pt x="124019" y="860817"/>
                  <a:pt x="113156" y="849963"/>
                </a:cubicBezTo>
                <a:lnTo>
                  <a:pt x="111345" y="848155"/>
                </a:lnTo>
                <a:lnTo>
                  <a:pt x="36210" y="754997"/>
                </a:lnTo>
                <a:cubicBezTo>
                  <a:pt x="13579" y="726055"/>
                  <a:pt x="0" y="690782"/>
                  <a:pt x="0" y="654604"/>
                </a:cubicBezTo>
                <a:lnTo>
                  <a:pt x="0" y="41392"/>
                </a:lnTo>
                <a:cubicBezTo>
                  <a:pt x="0" y="25112"/>
                  <a:pt x="9958" y="10641"/>
                  <a:pt x="24442" y="3406"/>
                </a:cubicBezTo>
                <a:cubicBezTo>
                  <a:pt x="31684" y="240"/>
                  <a:pt x="39379" y="-664"/>
                  <a:pt x="46847" y="46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299452-FE07-4DE7-91B0-6D238D0E3765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17240D-A564-4860-8F17-648935676CBE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BF98AFF-5F53-4A5F-A32A-3DD5ED3EAD05}"/>
              </a:ext>
            </a:extLst>
          </p:cNvPr>
          <p:cNvSpPr txBox="1"/>
          <p:nvPr/>
        </p:nvSpPr>
        <p:spPr>
          <a:xfrm>
            <a:off x="1419731" y="340759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C9F9F62-BB40-481D-A939-78871F834C3D}"/>
              </a:ext>
            </a:extLst>
          </p:cNvPr>
          <p:cNvSpPr txBox="1"/>
          <p:nvPr/>
        </p:nvSpPr>
        <p:spPr>
          <a:xfrm>
            <a:off x="1419732" y="4088936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EB85995-AC91-4BBE-97AA-2D5764584876}"/>
              </a:ext>
            </a:extLst>
          </p:cNvPr>
          <p:cNvSpPr txBox="1"/>
          <p:nvPr/>
        </p:nvSpPr>
        <p:spPr>
          <a:xfrm>
            <a:off x="1419731" y="5961818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STRATEGY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738DEE4-598C-483B-8017-491ACB5F64D4}"/>
              </a:ext>
            </a:extLst>
          </p:cNvPr>
          <p:cNvSpPr txBox="1"/>
          <p:nvPr/>
        </p:nvSpPr>
        <p:spPr>
          <a:xfrm>
            <a:off x="1419732" y="6643160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8D0C6BD-939D-4AFA-8A2B-25E58BD4E206}"/>
              </a:ext>
            </a:extLst>
          </p:cNvPr>
          <p:cNvSpPr txBox="1"/>
          <p:nvPr/>
        </p:nvSpPr>
        <p:spPr>
          <a:xfrm>
            <a:off x="1419731" y="854347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39B1F40-F12F-4B79-B18B-7602BCA11FFB}"/>
              </a:ext>
            </a:extLst>
          </p:cNvPr>
          <p:cNvSpPr txBox="1"/>
          <p:nvPr/>
        </p:nvSpPr>
        <p:spPr>
          <a:xfrm>
            <a:off x="1419732" y="9224816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EC3057A-819E-4C2A-AAD3-DD1EE0AAD984}"/>
              </a:ext>
            </a:extLst>
          </p:cNvPr>
          <p:cNvSpPr txBox="1"/>
          <p:nvPr/>
        </p:nvSpPr>
        <p:spPr>
          <a:xfrm>
            <a:off x="1419731" y="11102778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6"/>
                </a:solidFill>
                <a:latin typeface="Montserrat" pitchFamily="2" charset="77"/>
                <a:cs typeface="Poppins" pitchFamily="2" charset="77"/>
              </a:rPr>
              <a:t>SYSTEMS</a:t>
            </a:r>
            <a:endParaRPr lang="en-US" sz="3200" b="1" spc="-30" dirty="0">
              <a:solidFill>
                <a:schemeClr val="accent6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92B3F6D-B91B-47FC-A9B1-42E9B1B8CD30}"/>
              </a:ext>
            </a:extLst>
          </p:cNvPr>
          <p:cNvSpPr txBox="1"/>
          <p:nvPr/>
        </p:nvSpPr>
        <p:spPr>
          <a:xfrm>
            <a:off x="1419732" y="11784120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32AF974-D8E9-4EB8-ADA4-7332220B130D}"/>
              </a:ext>
            </a:extLst>
          </p:cNvPr>
          <p:cNvSpPr txBox="1"/>
          <p:nvPr/>
        </p:nvSpPr>
        <p:spPr>
          <a:xfrm>
            <a:off x="17299218" y="469765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5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accent5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D970CEB-789E-4E5E-982B-CAC315624D8D}"/>
              </a:ext>
            </a:extLst>
          </p:cNvPr>
          <p:cNvSpPr txBox="1"/>
          <p:nvPr/>
        </p:nvSpPr>
        <p:spPr>
          <a:xfrm>
            <a:off x="17299219" y="5356877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93F878C-D218-4986-BE26-E28B06927C1E}"/>
              </a:ext>
            </a:extLst>
          </p:cNvPr>
          <p:cNvSpPr txBox="1"/>
          <p:nvPr/>
        </p:nvSpPr>
        <p:spPr>
          <a:xfrm>
            <a:off x="17299218" y="726813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374E49B-9DC5-4DD3-A72E-A067C9AEAEE0}"/>
              </a:ext>
            </a:extLst>
          </p:cNvPr>
          <p:cNvSpPr txBox="1"/>
          <p:nvPr/>
        </p:nvSpPr>
        <p:spPr>
          <a:xfrm>
            <a:off x="17299219" y="7927357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A1F4183-799B-4ABB-8F86-352F66E6685B}"/>
              </a:ext>
            </a:extLst>
          </p:cNvPr>
          <p:cNvSpPr txBox="1"/>
          <p:nvPr/>
        </p:nvSpPr>
        <p:spPr>
          <a:xfrm>
            <a:off x="17299218" y="984369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>
                    <a:lumMod val="85000"/>
                  </a:schemeClr>
                </a:solidFill>
                <a:latin typeface="Montserrat" pitchFamily="2" charset="77"/>
                <a:cs typeface="Poppins" pitchFamily="2" charset="77"/>
              </a:rPr>
              <a:t>SHARED VALUES</a:t>
            </a:r>
            <a:endParaRPr lang="en-US" sz="3200" b="1" spc="-30" dirty="0">
              <a:solidFill>
                <a:schemeClr val="bg1">
                  <a:lumMod val="85000"/>
                </a:schemeClr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9477074-404F-45E1-8F88-B5DD3E75EC64}"/>
              </a:ext>
            </a:extLst>
          </p:cNvPr>
          <p:cNvSpPr txBox="1"/>
          <p:nvPr/>
        </p:nvSpPr>
        <p:spPr>
          <a:xfrm>
            <a:off x="17299219" y="10502917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8">
            <a:extLst>
              <a:ext uri="{FF2B5EF4-FFF2-40B4-BE49-F238E27FC236}">
                <a16:creationId xmlns:a16="http://schemas.microsoft.com/office/drawing/2014/main" id="{5C59D5F1-4FA5-441A-BA22-2496A0F0C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1749" y="6549929"/>
            <a:ext cx="3159192" cy="3159195"/>
          </a:xfrm>
          <a:custGeom>
            <a:avLst/>
            <a:gdLst>
              <a:gd name="T0" fmla="*/ 3548 w 3549"/>
              <a:gd name="T1" fmla="*/ 1775 h 3550"/>
              <a:gd name="T2" fmla="*/ 3548 w 3549"/>
              <a:gd name="T3" fmla="*/ 1775 h 3550"/>
              <a:gd name="T4" fmla="*/ 1775 w 3549"/>
              <a:gd name="T5" fmla="*/ 3549 h 3550"/>
              <a:gd name="T6" fmla="*/ 1775 w 3549"/>
              <a:gd name="T7" fmla="*/ 3549 h 3550"/>
              <a:gd name="T8" fmla="*/ 0 w 3549"/>
              <a:gd name="T9" fmla="*/ 1775 h 3550"/>
              <a:gd name="T10" fmla="*/ 0 w 3549"/>
              <a:gd name="T11" fmla="*/ 1775 h 3550"/>
              <a:gd name="T12" fmla="*/ 1775 w 3549"/>
              <a:gd name="T13" fmla="*/ 0 h 3550"/>
              <a:gd name="T14" fmla="*/ 1775 w 3549"/>
              <a:gd name="T15" fmla="*/ 0 h 3550"/>
              <a:gd name="T16" fmla="*/ 3548 w 3549"/>
              <a:gd name="T17" fmla="*/ 1775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49" h="3550">
                <a:moveTo>
                  <a:pt x="3548" y="1775"/>
                </a:moveTo>
                <a:lnTo>
                  <a:pt x="3548" y="1775"/>
                </a:lnTo>
                <a:cubicBezTo>
                  <a:pt x="3548" y="2755"/>
                  <a:pt x="2754" y="3549"/>
                  <a:pt x="1775" y="3549"/>
                </a:cubicBezTo>
                <a:lnTo>
                  <a:pt x="1775" y="3549"/>
                </a:lnTo>
                <a:cubicBezTo>
                  <a:pt x="794" y="3549"/>
                  <a:pt x="0" y="2755"/>
                  <a:pt x="0" y="1775"/>
                </a:cubicBezTo>
                <a:lnTo>
                  <a:pt x="0" y="1775"/>
                </a:lnTo>
                <a:cubicBezTo>
                  <a:pt x="0" y="794"/>
                  <a:pt x="794" y="0"/>
                  <a:pt x="1775" y="0"/>
                </a:cubicBezTo>
                <a:lnTo>
                  <a:pt x="1775" y="0"/>
                </a:lnTo>
                <a:cubicBezTo>
                  <a:pt x="2754" y="0"/>
                  <a:pt x="3548" y="794"/>
                  <a:pt x="3548" y="1775"/>
                </a:cubicBezTo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D0308D15-B9F5-4FC9-81BC-70E439A91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4112" y="7478698"/>
            <a:ext cx="1532761" cy="1311210"/>
          </a:xfrm>
          <a:custGeom>
            <a:avLst/>
            <a:gdLst>
              <a:gd name="connsiteX0" fmla="*/ 661316 w 1532761"/>
              <a:gd name="connsiteY0" fmla="*/ 1211517 h 1311210"/>
              <a:gd name="connsiteX1" fmla="*/ 655086 w 1532761"/>
              <a:gd name="connsiteY1" fmla="*/ 1216858 h 1311210"/>
              <a:gd name="connsiteX2" fmla="*/ 654196 w 1532761"/>
              <a:gd name="connsiteY2" fmla="*/ 1244451 h 1311210"/>
              <a:gd name="connsiteX3" fmla="*/ 658646 w 1532761"/>
              <a:gd name="connsiteY3" fmla="*/ 1250682 h 1311210"/>
              <a:gd name="connsiteX4" fmla="*/ 686238 w 1532761"/>
              <a:gd name="connsiteY4" fmla="*/ 1256913 h 1311210"/>
              <a:gd name="connsiteX5" fmla="*/ 697809 w 1532761"/>
              <a:gd name="connsiteY5" fmla="*/ 1248012 h 1311210"/>
              <a:gd name="connsiteX6" fmla="*/ 665766 w 1532761"/>
              <a:gd name="connsiteY6" fmla="*/ 1215968 h 1311210"/>
              <a:gd name="connsiteX7" fmla="*/ 598122 w 1532761"/>
              <a:gd name="connsiteY7" fmla="*/ 1149209 h 1311210"/>
              <a:gd name="connsiteX8" fmla="*/ 582991 w 1532761"/>
              <a:gd name="connsiteY8" fmla="*/ 1160781 h 1311210"/>
              <a:gd name="connsiteX9" fmla="*/ 577650 w 1532761"/>
              <a:gd name="connsiteY9" fmla="*/ 1171462 h 1311210"/>
              <a:gd name="connsiteX10" fmla="*/ 582991 w 1532761"/>
              <a:gd name="connsiteY10" fmla="*/ 1189264 h 1311210"/>
              <a:gd name="connsiteX11" fmla="*/ 585661 w 1532761"/>
              <a:gd name="connsiteY11" fmla="*/ 1192825 h 1311210"/>
              <a:gd name="connsiteX12" fmla="*/ 600792 w 1532761"/>
              <a:gd name="connsiteY12" fmla="*/ 1202616 h 1311210"/>
              <a:gd name="connsiteX13" fmla="*/ 613253 w 1532761"/>
              <a:gd name="connsiteY13" fmla="*/ 1200836 h 1311210"/>
              <a:gd name="connsiteX14" fmla="*/ 631944 w 1532761"/>
              <a:gd name="connsiteY14" fmla="*/ 1186594 h 1311210"/>
              <a:gd name="connsiteX15" fmla="*/ 633724 w 1532761"/>
              <a:gd name="connsiteY15" fmla="*/ 1184814 h 1311210"/>
              <a:gd name="connsiteX16" fmla="*/ 534927 w 1532761"/>
              <a:gd name="connsiteY16" fmla="*/ 1085121 h 1311210"/>
              <a:gd name="connsiteX17" fmla="*/ 515346 w 1532761"/>
              <a:gd name="connsiteY17" fmla="*/ 1100253 h 1311210"/>
              <a:gd name="connsiteX18" fmla="*/ 508225 w 1532761"/>
              <a:gd name="connsiteY18" fmla="*/ 1114495 h 1311210"/>
              <a:gd name="connsiteX19" fmla="*/ 512676 w 1532761"/>
              <a:gd name="connsiteY19" fmla="*/ 1131407 h 1311210"/>
              <a:gd name="connsiteX20" fmla="*/ 515346 w 1532761"/>
              <a:gd name="connsiteY20" fmla="*/ 1134967 h 1311210"/>
              <a:gd name="connsiteX21" fmla="*/ 530477 w 1532761"/>
              <a:gd name="connsiteY21" fmla="*/ 1143869 h 1311210"/>
              <a:gd name="connsiteX22" fmla="*/ 546498 w 1532761"/>
              <a:gd name="connsiteY22" fmla="*/ 1140308 h 1311210"/>
              <a:gd name="connsiteX23" fmla="*/ 571420 w 1532761"/>
              <a:gd name="connsiteY23" fmla="*/ 1121616 h 1311210"/>
              <a:gd name="connsiteX24" fmla="*/ 486864 w 1532761"/>
              <a:gd name="connsiteY24" fmla="*/ 1037945 h 1311210"/>
              <a:gd name="connsiteX25" fmla="*/ 487754 w 1532761"/>
              <a:gd name="connsiteY25" fmla="*/ 1038835 h 1311210"/>
              <a:gd name="connsiteX26" fmla="*/ 491314 w 1532761"/>
              <a:gd name="connsiteY26" fmla="*/ 1043286 h 1311210"/>
              <a:gd name="connsiteX27" fmla="*/ 500215 w 1532761"/>
              <a:gd name="connsiteY27" fmla="*/ 1050407 h 1311210"/>
              <a:gd name="connsiteX28" fmla="*/ 579431 w 1532761"/>
              <a:gd name="connsiteY28" fmla="*/ 628493 h 1311210"/>
              <a:gd name="connsiteX29" fmla="*/ 545608 w 1532761"/>
              <a:gd name="connsiteY29" fmla="*/ 638285 h 1311210"/>
              <a:gd name="connsiteX30" fmla="*/ 390737 w 1532761"/>
              <a:gd name="connsiteY30" fmla="*/ 792274 h 1311210"/>
              <a:gd name="connsiteX31" fmla="*/ 400528 w 1532761"/>
              <a:gd name="connsiteY31" fmla="*/ 897308 h 1311210"/>
              <a:gd name="connsiteX32" fmla="*/ 619483 w 1532761"/>
              <a:gd name="connsiteY32" fmla="*/ 1116275 h 1311210"/>
              <a:gd name="connsiteX33" fmla="*/ 692468 w 1532761"/>
              <a:gd name="connsiteY33" fmla="*/ 1189264 h 1311210"/>
              <a:gd name="connsiteX34" fmla="*/ 768124 w 1532761"/>
              <a:gd name="connsiteY34" fmla="*/ 1265814 h 1311210"/>
              <a:gd name="connsiteX35" fmla="*/ 806396 w 1532761"/>
              <a:gd name="connsiteY35" fmla="*/ 1265814 h 1311210"/>
              <a:gd name="connsiteX36" fmla="*/ 813517 w 1532761"/>
              <a:gd name="connsiteY36" fmla="*/ 1258693 h 1311210"/>
              <a:gd name="connsiteX37" fmla="*/ 821527 w 1532761"/>
              <a:gd name="connsiteY37" fmla="*/ 1239111 h 1311210"/>
              <a:gd name="connsiteX38" fmla="*/ 813517 w 1532761"/>
              <a:gd name="connsiteY38" fmla="*/ 1218638 h 1311210"/>
              <a:gd name="connsiteX39" fmla="*/ 665766 w 1532761"/>
              <a:gd name="connsiteY39" fmla="*/ 1069989 h 1311210"/>
              <a:gd name="connsiteX40" fmla="*/ 665766 w 1532761"/>
              <a:gd name="connsiteY40" fmla="*/ 1043286 h 1311210"/>
              <a:gd name="connsiteX41" fmla="*/ 692468 w 1532761"/>
              <a:gd name="connsiteY41" fmla="*/ 1043286 h 1311210"/>
              <a:gd name="connsiteX42" fmla="*/ 874931 w 1532761"/>
              <a:gd name="connsiteY42" fmla="*/ 1227539 h 1311210"/>
              <a:gd name="connsiteX43" fmla="*/ 916764 w 1532761"/>
              <a:gd name="connsiteY43" fmla="*/ 1227539 h 1311210"/>
              <a:gd name="connsiteX44" fmla="*/ 920324 w 1532761"/>
              <a:gd name="connsiteY44" fmla="*/ 1223979 h 1311210"/>
              <a:gd name="connsiteX45" fmla="*/ 929225 w 1532761"/>
              <a:gd name="connsiteY45" fmla="*/ 1201726 h 1311210"/>
              <a:gd name="connsiteX46" fmla="*/ 920324 w 1532761"/>
              <a:gd name="connsiteY46" fmla="*/ 1181253 h 1311210"/>
              <a:gd name="connsiteX47" fmla="*/ 737861 w 1532761"/>
              <a:gd name="connsiteY47" fmla="*/ 997890 h 1311210"/>
              <a:gd name="connsiteX48" fmla="*/ 737861 w 1532761"/>
              <a:gd name="connsiteY48" fmla="*/ 971187 h 1311210"/>
              <a:gd name="connsiteX49" fmla="*/ 764563 w 1532761"/>
              <a:gd name="connsiteY49" fmla="*/ 971187 h 1311210"/>
              <a:gd name="connsiteX50" fmla="*/ 947916 w 1532761"/>
              <a:gd name="connsiteY50" fmla="*/ 1154550 h 1311210"/>
              <a:gd name="connsiteX51" fmla="*/ 978178 w 1532761"/>
              <a:gd name="connsiteY51" fmla="*/ 1185704 h 1311210"/>
              <a:gd name="connsiteX52" fmla="*/ 1026242 w 1532761"/>
              <a:gd name="connsiteY52" fmla="*/ 1191045 h 1311210"/>
              <a:gd name="connsiteX53" fmla="*/ 1029802 w 1532761"/>
              <a:gd name="connsiteY53" fmla="*/ 1186594 h 1311210"/>
              <a:gd name="connsiteX54" fmla="*/ 1023571 w 1532761"/>
              <a:gd name="connsiteY54" fmla="*/ 1139418 h 1311210"/>
              <a:gd name="connsiteX55" fmla="*/ 809066 w 1532761"/>
              <a:gd name="connsiteY55" fmla="*/ 925791 h 1311210"/>
              <a:gd name="connsiteX56" fmla="*/ 809066 w 1532761"/>
              <a:gd name="connsiteY56" fmla="*/ 899088 h 1311210"/>
              <a:gd name="connsiteX57" fmla="*/ 836658 w 1532761"/>
              <a:gd name="connsiteY57" fmla="*/ 899088 h 1311210"/>
              <a:gd name="connsiteX58" fmla="*/ 1020011 w 1532761"/>
              <a:gd name="connsiteY58" fmla="*/ 1081561 h 1311210"/>
              <a:gd name="connsiteX59" fmla="*/ 1061844 w 1532761"/>
              <a:gd name="connsiteY59" fmla="*/ 1081561 h 1311210"/>
              <a:gd name="connsiteX60" fmla="*/ 1066294 w 1532761"/>
              <a:gd name="connsiteY60" fmla="*/ 1078000 h 1311210"/>
              <a:gd name="connsiteX61" fmla="*/ 1074305 w 1532761"/>
              <a:gd name="connsiteY61" fmla="*/ 1057528 h 1311210"/>
              <a:gd name="connsiteX62" fmla="*/ 1066294 w 1532761"/>
              <a:gd name="connsiteY62" fmla="*/ 1036165 h 1311210"/>
              <a:gd name="connsiteX63" fmla="*/ 955037 w 1532761"/>
              <a:gd name="connsiteY63" fmla="*/ 925791 h 1311210"/>
              <a:gd name="connsiteX64" fmla="*/ 935455 w 1532761"/>
              <a:gd name="connsiteY64" fmla="*/ 905319 h 1311210"/>
              <a:gd name="connsiteX65" fmla="*/ 922104 w 1532761"/>
              <a:gd name="connsiteY65" fmla="*/ 892857 h 1311210"/>
              <a:gd name="connsiteX66" fmla="*/ 748542 w 1532761"/>
              <a:gd name="connsiteY66" fmla="*/ 818978 h 1311210"/>
              <a:gd name="connsiteX67" fmla="*/ 744092 w 1532761"/>
              <a:gd name="connsiteY67" fmla="*/ 818978 h 1311210"/>
              <a:gd name="connsiteX68" fmla="*/ 692468 w 1532761"/>
              <a:gd name="connsiteY68" fmla="*/ 879505 h 1311210"/>
              <a:gd name="connsiteX69" fmla="*/ 615923 w 1532761"/>
              <a:gd name="connsiteY69" fmla="*/ 932912 h 1311210"/>
              <a:gd name="connsiteX70" fmla="*/ 588331 w 1532761"/>
              <a:gd name="connsiteY70" fmla="*/ 928461 h 1311210"/>
              <a:gd name="connsiteX71" fmla="*/ 550948 w 1532761"/>
              <a:gd name="connsiteY71" fmla="*/ 900868 h 1311210"/>
              <a:gd name="connsiteX72" fmla="*/ 538488 w 1532761"/>
              <a:gd name="connsiteY72" fmla="*/ 824318 h 1311210"/>
              <a:gd name="connsiteX73" fmla="*/ 650635 w 1532761"/>
              <a:gd name="connsiteY73" fmla="*/ 668548 h 1311210"/>
              <a:gd name="connsiteX74" fmla="*/ 613253 w 1532761"/>
              <a:gd name="connsiteY74" fmla="*/ 640065 h 1311210"/>
              <a:gd name="connsiteX75" fmla="*/ 579431 w 1532761"/>
              <a:gd name="connsiteY75" fmla="*/ 628493 h 1311210"/>
              <a:gd name="connsiteX76" fmla="*/ 879715 w 1532761"/>
              <a:gd name="connsiteY76" fmla="*/ 601568 h 1311210"/>
              <a:gd name="connsiteX77" fmla="*/ 741422 w 1532761"/>
              <a:gd name="connsiteY77" fmla="*/ 638285 h 1311210"/>
              <a:gd name="connsiteX78" fmla="*/ 738752 w 1532761"/>
              <a:gd name="connsiteY78" fmla="*/ 640065 h 1311210"/>
              <a:gd name="connsiteX79" fmla="*/ 736971 w 1532761"/>
              <a:gd name="connsiteY79" fmla="*/ 640955 h 1311210"/>
              <a:gd name="connsiteX80" fmla="*/ 574090 w 1532761"/>
              <a:gd name="connsiteY80" fmla="*/ 835890 h 1311210"/>
              <a:gd name="connsiteX81" fmla="*/ 581210 w 1532761"/>
              <a:gd name="connsiteY81" fmla="*/ 878615 h 1311210"/>
              <a:gd name="connsiteX82" fmla="*/ 601682 w 1532761"/>
              <a:gd name="connsiteY82" fmla="*/ 892857 h 1311210"/>
              <a:gd name="connsiteX83" fmla="*/ 656866 w 1532761"/>
              <a:gd name="connsiteY83" fmla="*/ 866154 h 1311210"/>
              <a:gd name="connsiteX84" fmla="*/ 721840 w 1532761"/>
              <a:gd name="connsiteY84" fmla="*/ 787824 h 1311210"/>
              <a:gd name="connsiteX85" fmla="*/ 776134 w 1532761"/>
              <a:gd name="connsiteY85" fmla="*/ 794054 h 1311210"/>
              <a:gd name="connsiteX86" fmla="*/ 1028022 w 1532761"/>
              <a:gd name="connsiteY86" fmla="*/ 815417 h 1311210"/>
              <a:gd name="connsiteX87" fmla="*/ 1054724 w 1532761"/>
              <a:gd name="connsiteY87" fmla="*/ 819868 h 1311210"/>
              <a:gd name="connsiteX88" fmla="*/ 1052053 w 1532761"/>
              <a:gd name="connsiteY88" fmla="*/ 845681 h 1311210"/>
              <a:gd name="connsiteX89" fmla="*/ 968388 w 1532761"/>
              <a:gd name="connsiteY89" fmla="*/ 885736 h 1311210"/>
              <a:gd name="connsiteX90" fmla="*/ 1056504 w 1532761"/>
              <a:gd name="connsiteY90" fmla="*/ 972967 h 1311210"/>
              <a:gd name="connsiteX91" fmla="*/ 1141950 w 1532761"/>
              <a:gd name="connsiteY91" fmla="*/ 907099 h 1311210"/>
              <a:gd name="connsiteX92" fmla="*/ 1154410 w 1532761"/>
              <a:gd name="connsiteY92" fmla="*/ 885736 h 1311210"/>
              <a:gd name="connsiteX93" fmla="*/ 1148180 w 1532761"/>
              <a:gd name="connsiteY93" fmla="*/ 861703 h 1311210"/>
              <a:gd name="connsiteX94" fmla="*/ 1015561 w 1532761"/>
              <a:gd name="connsiteY94" fmla="*/ 689021 h 1311210"/>
              <a:gd name="connsiteX95" fmla="*/ 1010220 w 1532761"/>
              <a:gd name="connsiteY95" fmla="*/ 683680 h 1311210"/>
              <a:gd name="connsiteX96" fmla="*/ 1004880 w 1532761"/>
              <a:gd name="connsiteY96" fmla="*/ 674779 h 1311210"/>
              <a:gd name="connsiteX97" fmla="*/ 1003990 w 1532761"/>
              <a:gd name="connsiteY97" fmla="*/ 672999 h 1311210"/>
              <a:gd name="connsiteX98" fmla="*/ 879715 w 1532761"/>
              <a:gd name="connsiteY98" fmla="*/ 601568 h 1311210"/>
              <a:gd name="connsiteX99" fmla="*/ 1112407 w 1532761"/>
              <a:gd name="connsiteY99" fmla="*/ 593506 h 1311210"/>
              <a:gd name="connsiteX100" fmla="*/ 1125786 w 1532761"/>
              <a:gd name="connsiteY100" fmla="*/ 595260 h 1311210"/>
              <a:gd name="connsiteX101" fmla="*/ 1165030 w 1532761"/>
              <a:gd name="connsiteY101" fmla="*/ 640850 h 1311210"/>
              <a:gd name="connsiteX102" fmla="*/ 1163247 w 1532761"/>
              <a:gd name="connsiteY102" fmla="*/ 654878 h 1311210"/>
              <a:gd name="connsiteX103" fmla="*/ 1147192 w 1532761"/>
              <a:gd name="connsiteY103" fmla="*/ 668029 h 1311210"/>
              <a:gd name="connsiteX104" fmla="*/ 1133813 w 1532761"/>
              <a:gd name="connsiteY104" fmla="*/ 667152 h 1311210"/>
              <a:gd name="connsiteX105" fmla="*/ 1094569 w 1532761"/>
              <a:gd name="connsiteY105" fmla="*/ 620685 h 1311210"/>
              <a:gd name="connsiteX106" fmla="*/ 1095461 w 1532761"/>
              <a:gd name="connsiteY106" fmla="*/ 606657 h 1311210"/>
              <a:gd name="connsiteX107" fmla="*/ 473989 w 1532761"/>
              <a:gd name="connsiteY107" fmla="*/ 539416 h 1311210"/>
              <a:gd name="connsiteX108" fmla="*/ 487071 w 1532761"/>
              <a:gd name="connsiteY108" fmla="*/ 539416 h 1311210"/>
              <a:gd name="connsiteX109" fmla="*/ 501024 w 1532761"/>
              <a:gd name="connsiteY109" fmla="*/ 553370 h 1311210"/>
              <a:gd name="connsiteX110" fmla="*/ 501024 w 1532761"/>
              <a:gd name="connsiteY110" fmla="*/ 566451 h 1311210"/>
              <a:gd name="connsiteX111" fmla="*/ 459164 w 1532761"/>
              <a:gd name="connsiteY111" fmla="*/ 609185 h 1311210"/>
              <a:gd name="connsiteX112" fmla="*/ 446082 w 1532761"/>
              <a:gd name="connsiteY112" fmla="*/ 609185 h 1311210"/>
              <a:gd name="connsiteX113" fmla="*/ 431256 w 1532761"/>
              <a:gd name="connsiteY113" fmla="*/ 595231 h 1311210"/>
              <a:gd name="connsiteX114" fmla="*/ 431256 w 1532761"/>
              <a:gd name="connsiteY114" fmla="*/ 582149 h 1311210"/>
              <a:gd name="connsiteX115" fmla="*/ 1063792 w 1532761"/>
              <a:gd name="connsiteY115" fmla="*/ 529909 h 1311210"/>
              <a:gd name="connsiteX116" fmla="*/ 1073865 w 1532761"/>
              <a:gd name="connsiteY116" fmla="*/ 531710 h 1311210"/>
              <a:gd name="connsiteX117" fmla="*/ 1091263 w 1532761"/>
              <a:gd name="connsiteY117" fmla="*/ 552426 h 1311210"/>
              <a:gd name="connsiteX118" fmla="*/ 1090348 w 1532761"/>
              <a:gd name="connsiteY118" fmla="*/ 561433 h 1311210"/>
              <a:gd name="connsiteX119" fmla="*/ 1069286 w 1532761"/>
              <a:gd name="connsiteY119" fmla="*/ 578546 h 1311210"/>
              <a:gd name="connsiteX120" fmla="*/ 1059214 w 1532761"/>
              <a:gd name="connsiteY120" fmla="*/ 577645 h 1311210"/>
              <a:gd name="connsiteX121" fmla="*/ 1041815 w 1532761"/>
              <a:gd name="connsiteY121" fmla="*/ 556929 h 1311210"/>
              <a:gd name="connsiteX122" fmla="*/ 1042731 w 1532761"/>
              <a:gd name="connsiteY122" fmla="*/ 547022 h 1311210"/>
              <a:gd name="connsiteX123" fmla="*/ 481524 w 1532761"/>
              <a:gd name="connsiteY123" fmla="*/ 474503 h 1311210"/>
              <a:gd name="connsiteX124" fmla="*/ 194034 w 1532761"/>
              <a:gd name="connsiteY124" fmla="*/ 762010 h 1311210"/>
              <a:gd name="connsiteX125" fmla="*/ 248327 w 1532761"/>
              <a:gd name="connsiteY125" fmla="*/ 816307 h 1311210"/>
              <a:gd name="connsiteX126" fmla="*/ 313302 w 1532761"/>
              <a:gd name="connsiteY126" fmla="*/ 816307 h 1311210"/>
              <a:gd name="connsiteX127" fmla="*/ 363145 w 1532761"/>
              <a:gd name="connsiteY127" fmla="*/ 767351 h 1311210"/>
              <a:gd name="connsiteX128" fmla="*/ 373826 w 1532761"/>
              <a:gd name="connsiteY128" fmla="*/ 753999 h 1311210"/>
              <a:gd name="connsiteX129" fmla="*/ 508225 w 1532761"/>
              <a:gd name="connsiteY129" fmla="*/ 619592 h 1311210"/>
              <a:gd name="connsiteX130" fmla="*/ 520686 w 1532761"/>
              <a:gd name="connsiteY130" fmla="*/ 608911 h 1311210"/>
              <a:gd name="connsiteX131" fmla="*/ 560739 w 1532761"/>
              <a:gd name="connsiteY131" fmla="*/ 568855 h 1311210"/>
              <a:gd name="connsiteX132" fmla="*/ 560739 w 1532761"/>
              <a:gd name="connsiteY132" fmla="*/ 554614 h 1311210"/>
              <a:gd name="connsiteX133" fmla="*/ 1075195 w 1532761"/>
              <a:gd name="connsiteY133" fmla="*/ 470943 h 1311210"/>
              <a:gd name="connsiteX134" fmla="*/ 988859 w 1532761"/>
              <a:gd name="connsiteY134" fmla="*/ 543042 h 1311210"/>
              <a:gd name="connsiteX135" fmla="*/ 984409 w 1532761"/>
              <a:gd name="connsiteY135" fmla="*/ 549273 h 1311210"/>
              <a:gd name="connsiteX136" fmla="*/ 987079 w 1532761"/>
              <a:gd name="connsiteY136" fmla="*/ 556394 h 1311210"/>
              <a:gd name="connsiteX137" fmla="*/ 1210484 w 1532761"/>
              <a:gd name="connsiteY137" fmla="*/ 826989 h 1311210"/>
              <a:gd name="connsiteX138" fmla="*/ 1240746 w 1532761"/>
              <a:gd name="connsiteY138" fmla="*/ 843901 h 1311210"/>
              <a:gd name="connsiteX139" fmla="*/ 1274569 w 1532761"/>
              <a:gd name="connsiteY139" fmla="*/ 833219 h 1311210"/>
              <a:gd name="connsiteX140" fmla="*/ 1334203 w 1532761"/>
              <a:gd name="connsiteY140" fmla="*/ 783373 h 1311210"/>
              <a:gd name="connsiteX141" fmla="*/ 1494414 w 1532761"/>
              <a:gd name="connsiteY141" fmla="*/ 42799 h 1311210"/>
              <a:gd name="connsiteX142" fmla="*/ 1087656 w 1532761"/>
              <a:gd name="connsiteY142" fmla="*/ 408635 h 1311210"/>
              <a:gd name="connsiteX143" fmla="*/ 1085876 w 1532761"/>
              <a:gd name="connsiteY143" fmla="*/ 423767 h 1311210"/>
              <a:gd name="connsiteX144" fmla="*/ 1234516 w 1532761"/>
              <a:gd name="connsiteY144" fmla="*/ 603570 h 1311210"/>
              <a:gd name="connsiteX145" fmla="*/ 1383156 w 1532761"/>
              <a:gd name="connsiteY145" fmla="*/ 783373 h 1311210"/>
              <a:gd name="connsiteX146" fmla="*/ 1390277 w 1532761"/>
              <a:gd name="connsiteY146" fmla="*/ 786934 h 1311210"/>
              <a:gd name="connsiteX147" fmla="*/ 1396507 w 1532761"/>
              <a:gd name="connsiteY147" fmla="*/ 785153 h 1311210"/>
              <a:gd name="connsiteX148" fmla="*/ 1463262 w 1532761"/>
              <a:gd name="connsiteY148" fmla="*/ 706823 h 1311210"/>
              <a:gd name="connsiteX149" fmla="*/ 1494414 w 1532761"/>
              <a:gd name="connsiteY149" fmla="*/ 640955 h 1311210"/>
              <a:gd name="connsiteX150" fmla="*/ 38273 w 1532761"/>
              <a:gd name="connsiteY150" fmla="*/ 38348 h 1311210"/>
              <a:gd name="connsiteX151" fmla="*/ 38273 w 1532761"/>
              <a:gd name="connsiteY151" fmla="*/ 601790 h 1311210"/>
              <a:gd name="connsiteX152" fmla="*/ 63194 w 1532761"/>
              <a:gd name="connsiteY152" fmla="*/ 670329 h 1311210"/>
              <a:gd name="connsiteX153" fmla="*/ 130839 w 1532761"/>
              <a:gd name="connsiteY153" fmla="*/ 756670 h 1311210"/>
              <a:gd name="connsiteX154" fmla="*/ 145970 w 1532761"/>
              <a:gd name="connsiteY154" fmla="*/ 755780 h 1311210"/>
              <a:gd name="connsiteX155" fmla="*/ 476183 w 1532761"/>
              <a:gd name="connsiteY155" fmla="*/ 425547 h 1311210"/>
              <a:gd name="connsiteX156" fmla="*/ 478853 w 1532761"/>
              <a:gd name="connsiteY156" fmla="*/ 418426 h 1311210"/>
              <a:gd name="connsiteX157" fmla="*/ 476183 w 1532761"/>
              <a:gd name="connsiteY157" fmla="*/ 411305 h 1311210"/>
              <a:gd name="connsiteX158" fmla="*/ 43279 w 1532761"/>
              <a:gd name="connsiteY158" fmla="*/ 296 h 1311210"/>
              <a:gd name="connsiteX159" fmla="*/ 62304 w 1532761"/>
              <a:gd name="connsiteY159" fmla="*/ 8974 h 1311210"/>
              <a:gd name="connsiteX160" fmla="*/ 501995 w 1532761"/>
              <a:gd name="connsiteY160" fmla="*/ 384602 h 1311210"/>
              <a:gd name="connsiteX161" fmla="*/ 516236 w 1532761"/>
              <a:gd name="connsiteY161" fmla="*/ 418426 h 1311210"/>
              <a:gd name="connsiteX162" fmla="*/ 507335 w 1532761"/>
              <a:gd name="connsiteY162" fmla="*/ 446020 h 1311210"/>
              <a:gd name="connsiteX163" fmla="*/ 587441 w 1532761"/>
              <a:gd name="connsiteY163" fmla="*/ 527910 h 1311210"/>
              <a:gd name="connsiteX164" fmla="*/ 591891 w 1532761"/>
              <a:gd name="connsiteY164" fmla="*/ 591999 h 1311210"/>
              <a:gd name="connsiteX165" fmla="*/ 635504 w 1532761"/>
              <a:gd name="connsiteY165" fmla="*/ 609801 h 1311210"/>
              <a:gd name="connsiteX166" fmla="*/ 679117 w 1532761"/>
              <a:gd name="connsiteY166" fmla="*/ 641845 h 1311210"/>
              <a:gd name="connsiteX167" fmla="*/ 713830 w 1532761"/>
              <a:gd name="connsiteY167" fmla="*/ 612471 h 1311210"/>
              <a:gd name="connsiteX168" fmla="*/ 715610 w 1532761"/>
              <a:gd name="connsiteY168" fmla="*/ 609801 h 1311210"/>
              <a:gd name="connsiteX169" fmla="*/ 718280 w 1532761"/>
              <a:gd name="connsiteY169" fmla="*/ 608021 h 1311210"/>
              <a:gd name="connsiteX170" fmla="*/ 965717 w 1532761"/>
              <a:gd name="connsiteY170" fmla="*/ 591109 h 1311210"/>
              <a:gd name="connsiteX171" fmla="*/ 957707 w 1532761"/>
              <a:gd name="connsiteY171" fmla="*/ 581317 h 1311210"/>
              <a:gd name="connsiteX172" fmla="*/ 946136 w 1532761"/>
              <a:gd name="connsiteY172" fmla="*/ 545712 h 1311210"/>
              <a:gd name="connsiteX173" fmla="*/ 963937 w 1532761"/>
              <a:gd name="connsiteY173" fmla="*/ 513668 h 1311210"/>
              <a:gd name="connsiteX174" fmla="*/ 1052943 w 1532761"/>
              <a:gd name="connsiteY174" fmla="*/ 440679 h 1311210"/>
              <a:gd name="connsiteX175" fmla="*/ 1062734 w 1532761"/>
              <a:gd name="connsiteY175" fmla="*/ 379261 h 1311210"/>
              <a:gd name="connsiteX176" fmla="*/ 1473053 w 1532761"/>
              <a:gd name="connsiteY176" fmla="*/ 10754 h 1311210"/>
              <a:gd name="connsiteX177" fmla="*/ 1513106 w 1532761"/>
              <a:gd name="connsiteY177" fmla="*/ 9864 h 1311210"/>
              <a:gd name="connsiteX178" fmla="*/ 1532687 w 1532761"/>
              <a:gd name="connsiteY178" fmla="*/ 43689 h 1311210"/>
              <a:gd name="connsiteX179" fmla="*/ 1532687 w 1532761"/>
              <a:gd name="connsiteY179" fmla="*/ 642735 h 1311210"/>
              <a:gd name="connsiteX180" fmla="*/ 1532687 w 1532761"/>
              <a:gd name="connsiteY180" fmla="*/ 643625 h 1311210"/>
              <a:gd name="connsiteX181" fmla="*/ 1491744 w 1532761"/>
              <a:gd name="connsiteY181" fmla="*/ 732637 h 1311210"/>
              <a:gd name="connsiteX182" fmla="*/ 1421429 w 1532761"/>
              <a:gd name="connsiteY182" fmla="*/ 813637 h 1311210"/>
              <a:gd name="connsiteX183" fmla="*/ 1391167 w 1532761"/>
              <a:gd name="connsiteY183" fmla="*/ 825208 h 1311210"/>
              <a:gd name="connsiteX184" fmla="*/ 1386717 w 1532761"/>
              <a:gd name="connsiteY184" fmla="*/ 824318 h 1311210"/>
              <a:gd name="connsiteX185" fmla="*/ 1360015 w 1532761"/>
              <a:gd name="connsiteY185" fmla="*/ 812747 h 1311210"/>
              <a:gd name="connsiteX186" fmla="*/ 1298600 w 1532761"/>
              <a:gd name="connsiteY186" fmla="*/ 862593 h 1311210"/>
              <a:gd name="connsiteX187" fmla="*/ 1245197 w 1532761"/>
              <a:gd name="connsiteY187" fmla="*/ 882176 h 1311210"/>
              <a:gd name="connsiteX188" fmla="*/ 1238076 w 1532761"/>
              <a:gd name="connsiteY188" fmla="*/ 881285 h 1311210"/>
              <a:gd name="connsiteX189" fmla="*/ 1189123 w 1532761"/>
              <a:gd name="connsiteY189" fmla="*/ 859923 h 1311210"/>
              <a:gd name="connsiteX190" fmla="*/ 1191793 w 1532761"/>
              <a:gd name="connsiteY190" fmla="*/ 891077 h 1311210"/>
              <a:gd name="connsiteX191" fmla="*/ 1165091 w 1532761"/>
              <a:gd name="connsiteY191" fmla="*/ 937362 h 1311210"/>
              <a:gd name="connsiteX192" fmla="*/ 1083206 w 1532761"/>
              <a:gd name="connsiteY192" fmla="*/ 999670 h 1311210"/>
              <a:gd name="connsiteX193" fmla="*/ 1092996 w 1532761"/>
              <a:gd name="connsiteY193" fmla="*/ 1009462 h 1311210"/>
              <a:gd name="connsiteX194" fmla="*/ 1092996 w 1532761"/>
              <a:gd name="connsiteY194" fmla="*/ 1104704 h 1311210"/>
              <a:gd name="connsiteX195" fmla="*/ 1089436 w 1532761"/>
              <a:gd name="connsiteY195" fmla="*/ 1108264 h 1311210"/>
              <a:gd name="connsiteX196" fmla="*/ 1060954 w 1532761"/>
              <a:gd name="connsiteY196" fmla="*/ 1125176 h 1311210"/>
              <a:gd name="connsiteX197" fmla="*/ 1074305 w 1532761"/>
              <a:gd name="connsiteY197" fmla="*/ 1163451 h 1311210"/>
              <a:gd name="connsiteX198" fmla="*/ 1056504 w 1532761"/>
              <a:gd name="connsiteY198" fmla="*/ 1213297 h 1311210"/>
              <a:gd name="connsiteX199" fmla="*/ 1052943 w 1532761"/>
              <a:gd name="connsiteY199" fmla="*/ 1217748 h 1311210"/>
              <a:gd name="connsiteX200" fmla="*/ 1007550 w 1532761"/>
              <a:gd name="connsiteY200" fmla="*/ 1235550 h 1311210"/>
              <a:gd name="connsiteX201" fmla="*/ 1001320 w 1532761"/>
              <a:gd name="connsiteY201" fmla="*/ 1235550 h 1311210"/>
              <a:gd name="connsiteX202" fmla="*/ 963937 w 1532761"/>
              <a:gd name="connsiteY202" fmla="*/ 1222199 h 1311210"/>
              <a:gd name="connsiteX203" fmla="*/ 947916 w 1532761"/>
              <a:gd name="connsiteY203" fmla="*/ 1250682 h 1311210"/>
              <a:gd name="connsiteX204" fmla="*/ 943466 w 1532761"/>
              <a:gd name="connsiteY204" fmla="*/ 1254243 h 1311210"/>
              <a:gd name="connsiteX205" fmla="*/ 895402 w 1532761"/>
              <a:gd name="connsiteY205" fmla="*/ 1273825 h 1311210"/>
              <a:gd name="connsiteX206" fmla="*/ 855350 w 1532761"/>
              <a:gd name="connsiteY206" fmla="*/ 1260473 h 1311210"/>
              <a:gd name="connsiteX207" fmla="*/ 840219 w 1532761"/>
              <a:gd name="connsiteY207" fmla="*/ 1285397 h 1311210"/>
              <a:gd name="connsiteX208" fmla="*/ 833098 w 1532761"/>
              <a:gd name="connsiteY208" fmla="*/ 1292517 h 1311210"/>
              <a:gd name="connsiteX209" fmla="*/ 786815 w 1532761"/>
              <a:gd name="connsiteY209" fmla="*/ 1311210 h 1311210"/>
              <a:gd name="connsiteX210" fmla="*/ 741422 w 1532761"/>
              <a:gd name="connsiteY210" fmla="*/ 1292517 h 1311210"/>
              <a:gd name="connsiteX211" fmla="*/ 724510 w 1532761"/>
              <a:gd name="connsiteY211" fmla="*/ 1274715 h 1311210"/>
              <a:gd name="connsiteX212" fmla="*/ 709379 w 1532761"/>
              <a:gd name="connsiteY212" fmla="*/ 1286287 h 1311210"/>
              <a:gd name="connsiteX213" fmla="*/ 676447 w 1532761"/>
              <a:gd name="connsiteY213" fmla="*/ 1297858 h 1311210"/>
              <a:gd name="connsiteX214" fmla="*/ 629274 w 1532761"/>
              <a:gd name="connsiteY214" fmla="*/ 1273825 h 1311210"/>
              <a:gd name="connsiteX215" fmla="*/ 623934 w 1532761"/>
              <a:gd name="connsiteY215" fmla="*/ 1266704 h 1311210"/>
              <a:gd name="connsiteX216" fmla="*/ 612363 w 1532761"/>
              <a:gd name="connsiteY216" fmla="*/ 1240891 h 1311210"/>
              <a:gd name="connsiteX217" fmla="*/ 604352 w 1532761"/>
              <a:gd name="connsiteY217" fmla="*/ 1240891 h 1311210"/>
              <a:gd name="connsiteX218" fmla="*/ 592781 w 1532761"/>
              <a:gd name="connsiteY218" fmla="*/ 1240001 h 1311210"/>
              <a:gd name="connsiteX219" fmla="*/ 554509 w 1532761"/>
              <a:gd name="connsiteY219" fmla="*/ 1215968 h 1311210"/>
              <a:gd name="connsiteX220" fmla="*/ 552729 w 1532761"/>
              <a:gd name="connsiteY220" fmla="*/ 1212407 h 1311210"/>
              <a:gd name="connsiteX221" fmla="*/ 540268 w 1532761"/>
              <a:gd name="connsiteY221" fmla="*/ 1181253 h 1311210"/>
              <a:gd name="connsiteX222" fmla="*/ 534037 w 1532761"/>
              <a:gd name="connsiteY222" fmla="*/ 1182143 h 1311210"/>
              <a:gd name="connsiteX223" fmla="*/ 525137 w 1532761"/>
              <a:gd name="connsiteY223" fmla="*/ 1181253 h 1311210"/>
              <a:gd name="connsiteX224" fmla="*/ 485974 w 1532761"/>
              <a:gd name="connsiteY224" fmla="*/ 1158111 h 1311210"/>
              <a:gd name="connsiteX225" fmla="*/ 482414 w 1532761"/>
              <a:gd name="connsiteY225" fmla="*/ 1154550 h 1311210"/>
              <a:gd name="connsiteX226" fmla="*/ 469953 w 1532761"/>
              <a:gd name="connsiteY226" fmla="*/ 1110044 h 1311210"/>
              <a:gd name="connsiteX227" fmla="*/ 480634 w 1532761"/>
              <a:gd name="connsiteY227" fmla="*/ 1083341 h 1311210"/>
              <a:gd name="connsiteX228" fmla="*/ 461052 w 1532761"/>
              <a:gd name="connsiteY228" fmla="*/ 1065539 h 1311210"/>
              <a:gd name="connsiteX229" fmla="*/ 457492 w 1532761"/>
              <a:gd name="connsiteY229" fmla="*/ 1061978 h 1311210"/>
              <a:gd name="connsiteX230" fmla="*/ 444141 w 1532761"/>
              <a:gd name="connsiteY230" fmla="*/ 1020143 h 1311210"/>
              <a:gd name="connsiteX231" fmla="*/ 449481 w 1532761"/>
              <a:gd name="connsiteY231" fmla="*/ 999670 h 1311210"/>
              <a:gd name="connsiteX232" fmla="*/ 373826 w 1532761"/>
              <a:gd name="connsiteY232" fmla="*/ 924011 h 1311210"/>
              <a:gd name="connsiteX233" fmla="*/ 338224 w 1532761"/>
              <a:gd name="connsiteY233" fmla="*/ 844791 h 1311210"/>
              <a:gd name="connsiteX234" fmla="*/ 280370 w 1532761"/>
              <a:gd name="connsiteY234" fmla="*/ 867934 h 1311210"/>
              <a:gd name="connsiteX235" fmla="*/ 221625 w 1532761"/>
              <a:gd name="connsiteY235" fmla="*/ 843011 h 1311210"/>
              <a:gd name="connsiteX236" fmla="*/ 166442 w 1532761"/>
              <a:gd name="connsiteY236" fmla="*/ 787824 h 1311210"/>
              <a:gd name="connsiteX237" fmla="*/ 137960 w 1532761"/>
              <a:gd name="connsiteY237" fmla="*/ 796725 h 1311210"/>
              <a:gd name="connsiteX238" fmla="*/ 104137 w 1532761"/>
              <a:gd name="connsiteY238" fmla="*/ 782483 h 1311210"/>
              <a:gd name="connsiteX239" fmla="*/ 103247 w 1532761"/>
              <a:gd name="connsiteY239" fmla="*/ 780703 h 1311210"/>
              <a:gd name="connsiteX240" fmla="*/ 32932 w 1532761"/>
              <a:gd name="connsiteY240" fmla="*/ 694362 h 1311210"/>
              <a:gd name="connsiteX241" fmla="*/ 0 w 1532761"/>
              <a:gd name="connsiteY241" fmla="*/ 601790 h 1311210"/>
              <a:gd name="connsiteX242" fmla="*/ 0 w 1532761"/>
              <a:gd name="connsiteY242" fmla="*/ 36568 h 1311210"/>
              <a:gd name="connsiteX243" fmla="*/ 22252 w 1532761"/>
              <a:gd name="connsiteY243" fmla="*/ 3634 h 1311210"/>
              <a:gd name="connsiteX244" fmla="*/ 43279 w 1532761"/>
              <a:gd name="connsiteY244" fmla="*/ 296 h 131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532761" h="1311210">
                <a:moveTo>
                  <a:pt x="661316" y="1211517"/>
                </a:moveTo>
                <a:lnTo>
                  <a:pt x="655086" y="1216858"/>
                </a:lnTo>
                <a:cubicBezTo>
                  <a:pt x="647075" y="1222199"/>
                  <a:pt x="646185" y="1234660"/>
                  <a:pt x="654196" y="1244451"/>
                </a:cubicBezTo>
                <a:lnTo>
                  <a:pt x="658646" y="1250682"/>
                </a:lnTo>
                <a:cubicBezTo>
                  <a:pt x="665766" y="1260473"/>
                  <a:pt x="677337" y="1262254"/>
                  <a:pt x="686238" y="1256913"/>
                </a:cubicBezTo>
                <a:lnTo>
                  <a:pt x="697809" y="1248012"/>
                </a:lnTo>
                <a:lnTo>
                  <a:pt x="665766" y="1215968"/>
                </a:lnTo>
                <a:close/>
                <a:moveTo>
                  <a:pt x="598122" y="1149209"/>
                </a:moveTo>
                <a:lnTo>
                  <a:pt x="582991" y="1160781"/>
                </a:lnTo>
                <a:cubicBezTo>
                  <a:pt x="577650" y="1164341"/>
                  <a:pt x="577650" y="1169682"/>
                  <a:pt x="577650" y="1171462"/>
                </a:cubicBezTo>
                <a:cubicBezTo>
                  <a:pt x="576760" y="1177693"/>
                  <a:pt x="578540" y="1183924"/>
                  <a:pt x="582991" y="1189264"/>
                </a:cubicBezTo>
                <a:lnTo>
                  <a:pt x="585661" y="1192825"/>
                </a:lnTo>
                <a:cubicBezTo>
                  <a:pt x="589221" y="1198165"/>
                  <a:pt x="594561" y="1201726"/>
                  <a:pt x="600792" y="1202616"/>
                </a:cubicBezTo>
                <a:cubicBezTo>
                  <a:pt x="603462" y="1203506"/>
                  <a:pt x="609692" y="1204396"/>
                  <a:pt x="613253" y="1200836"/>
                </a:cubicBezTo>
                <a:lnTo>
                  <a:pt x="631944" y="1186594"/>
                </a:lnTo>
                <a:lnTo>
                  <a:pt x="633724" y="1184814"/>
                </a:lnTo>
                <a:close/>
                <a:moveTo>
                  <a:pt x="534927" y="1085121"/>
                </a:moveTo>
                <a:lnTo>
                  <a:pt x="515346" y="1100253"/>
                </a:lnTo>
                <a:cubicBezTo>
                  <a:pt x="511786" y="1103813"/>
                  <a:pt x="508225" y="1108264"/>
                  <a:pt x="508225" y="1114495"/>
                </a:cubicBezTo>
                <a:cubicBezTo>
                  <a:pt x="507335" y="1120726"/>
                  <a:pt x="508225" y="1126957"/>
                  <a:pt x="512676" y="1131407"/>
                </a:cubicBezTo>
                <a:lnTo>
                  <a:pt x="515346" y="1134967"/>
                </a:lnTo>
                <a:cubicBezTo>
                  <a:pt x="518906" y="1139418"/>
                  <a:pt x="525137" y="1142979"/>
                  <a:pt x="530477" y="1143869"/>
                </a:cubicBezTo>
                <a:cubicBezTo>
                  <a:pt x="536707" y="1145649"/>
                  <a:pt x="542048" y="1142979"/>
                  <a:pt x="546498" y="1140308"/>
                </a:cubicBezTo>
                <a:lnTo>
                  <a:pt x="571420" y="1121616"/>
                </a:lnTo>
                <a:close/>
                <a:moveTo>
                  <a:pt x="486864" y="1037945"/>
                </a:moveTo>
                <a:cubicBezTo>
                  <a:pt x="486864" y="1037945"/>
                  <a:pt x="486864" y="1037945"/>
                  <a:pt x="487754" y="1038835"/>
                </a:cubicBezTo>
                <a:lnTo>
                  <a:pt x="491314" y="1043286"/>
                </a:lnTo>
                <a:cubicBezTo>
                  <a:pt x="493094" y="1045956"/>
                  <a:pt x="496655" y="1049517"/>
                  <a:pt x="500215" y="1050407"/>
                </a:cubicBezTo>
                <a:close/>
                <a:moveTo>
                  <a:pt x="579431" y="628493"/>
                </a:moveTo>
                <a:cubicBezTo>
                  <a:pt x="567637" y="628271"/>
                  <a:pt x="555844" y="631609"/>
                  <a:pt x="545608" y="638285"/>
                </a:cubicBezTo>
                <a:lnTo>
                  <a:pt x="390737" y="792274"/>
                </a:lnTo>
                <a:cubicBezTo>
                  <a:pt x="369376" y="824318"/>
                  <a:pt x="372046" y="868824"/>
                  <a:pt x="400528" y="897308"/>
                </a:cubicBezTo>
                <a:lnTo>
                  <a:pt x="619483" y="1116275"/>
                </a:lnTo>
                <a:lnTo>
                  <a:pt x="692468" y="1189264"/>
                </a:lnTo>
                <a:lnTo>
                  <a:pt x="768124" y="1265814"/>
                </a:lnTo>
                <a:cubicBezTo>
                  <a:pt x="778804" y="1276495"/>
                  <a:pt x="795716" y="1276495"/>
                  <a:pt x="806396" y="1265814"/>
                </a:cubicBezTo>
                <a:lnTo>
                  <a:pt x="813517" y="1258693"/>
                </a:lnTo>
                <a:cubicBezTo>
                  <a:pt x="818857" y="1253353"/>
                  <a:pt x="821527" y="1246232"/>
                  <a:pt x="821527" y="1239111"/>
                </a:cubicBezTo>
                <a:cubicBezTo>
                  <a:pt x="821527" y="1231100"/>
                  <a:pt x="818857" y="1224869"/>
                  <a:pt x="813517" y="1218638"/>
                </a:cubicBezTo>
                <a:lnTo>
                  <a:pt x="665766" y="1069989"/>
                </a:lnTo>
                <a:cubicBezTo>
                  <a:pt x="657756" y="1063759"/>
                  <a:pt x="657756" y="1051297"/>
                  <a:pt x="665766" y="1043286"/>
                </a:cubicBezTo>
                <a:cubicBezTo>
                  <a:pt x="672887" y="1036165"/>
                  <a:pt x="684458" y="1036165"/>
                  <a:pt x="692468" y="1043286"/>
                </a:cubicBezTo>
                <a:lnTo>
                  <a:pt x="874931" y="1227539"/>
                </a:lnTo>
                <a:cubicBezTo>
                  <a:pt x="885612" y="1239111"/>
                  <a:pt x="905193" y="1239111"/>
                  <a:pt x="916764" y="1227539"/>
                </a:cubicBezTo>
                <a:lnTo>
                  <a:pt x="920324" y="1223979"/>
                </a:lnTo>
                <a:cubicBezTo>
                  <a:pt x="925665" y="1218638"/>
                  <a:pt x="929225" y="1210627"/>
                  <a:pt x="929225" y="1201726"/>
                </a:cubicBezTo>
                <a:cubicBezTo>
                  <a:pt x="929225" y="1194605"/>
                  <a:pt x="925665" y="1186594"/>
                  <a:pt x="920324" y="1181253"/>
                </a:cubicBezTo>
                <a:lnTo>
                  <a:pt x="737861" y="997890"/>
                </a:lnTo>
                <a:cubicBezTo>
                  <a:pt x="729851" y="990769"/>
                  <a:pt x="729851" y="979198"/>
                  <a:pt x="737861" y="971187"/>
                </a:cubicBezTo>
                <a:cubicBezTo>
                  <a:pt x="744982" y="964066"/>
                  <a:pt x="757443" y="964066"/>
                  <a:pt x="764563" y="971187"/>
                </a:cubicBezTo>
                <a:lnTo>
                  <a:pt x="947916" y="1154550"/>
                </a:lnTo>
                <a:lnTo>
                  <a:pt x="978178" y="1185704"/>
                </a:lnTo>
                <a:cubicBezTo>
                  <a:pt x="993309" y="1199946"/>
                  <a:pt x="1014671" y="1201726"/>
                  <a:pt x="1026242" y="1191045"/>
                </a:cubicBezTo>
                <a:lnTo>
                  <a:pt x="1029802" y="1186594"/>
                </a:lnTo>
                <a:cubicBezTo>
                  <a:pt x="1041373" y="1175023"/>
                  <a:pt x="1038702" y="1154550"/>
                  <a:pt x="1023571" y="1139418"/>
                </a:cubicBezTo>
                <a:lnTo>
                  <a:pt x="809066" y="925791"/>
                </a:lnTo>
                <a:cubicBezTo>
                  <a:pt x="802836" y="917780"/>
                  <a:pt x="802836" y="906209"/>
                  <a:pt x="809066" y="899088"/>
                </a:cubicBezTo>
                <a:cubicBezTo>
                  <a:pt x="817077" y="891077"/>
                  <a:pt x="829538" y="891077"/>
                  <a:pt x="836658" y="899088"/>
                </a:cubicBezTo>
                <a:lnTo>
                  <a:pt x="1020011" y="1081561"/>
                </a:lnTo>
                <a:cubicBezTo>
                  <a:pt x="1030692" y="1093132"/>
                  <a:pt x="1051163" y="1093132"/>
                  <a:pt x="1061844" y="1081561"/>
                </a:cubicBezTo>
                <a:lnTo>
                  <a:pt x="1066294" y="1078000"/>
                </a:lnTo>
                <a:cubicBezTo>
                  <a:pt x="1071635" y="1072660"/>
                  <a:pt x="1074305" y="1064649"/>
                  <a:pt x="1074305" y="1057528"/>
                </a:cubicBezTo>
                <a:cubicBezTo>
                  <a:pt x="1074305" y="1049517"/>
                  <a:pt x="1071635" y="1042396"/>
                  <a:pt x="1066294" y="1036165"/>
                </a:cubicBezTo>
                <a:lnTo>
                  <a:pt x="955037" y="925791"/>
                </a:lnTo>
                <a:lnTo>
                  <a:pt x="935455" y="905319"/>
                </a:lnTo>
                <a:lnTo>
                  <a:pt x="922104" y="892857"/>
                </a:lnTo>
                <a:cubicBezTo>
                  <a:pt x="858020" y="894637"/>
                  <a:pt x="793935" y="869714"/>
                  <a:pt x="748542" y="818978"/>
                </a:cubicBezTo>
                <a:cubicBezTo>
                  <a:pt x="746762" y="818087"/>
                  <a:pt x="744982" y="818087"/>
                  <a:pt x="744092" y="818978"/>
                </a:cubicBezTo>
                <a:cubicBezTo>
                  <a:pt x="729851" y="828769"/>
                  <a:pt x="704039" y="851022"/>
                  <a:pt x="692468" y="879505"/>
                </a:cubicBezTo>
                <a:cubicBezTo>
                  <a:pt x="681788" y="912439"/>
                  <a:pt x="649745" y="932912"/>
                  <a:pt x="615923" y="932912"/>
                </a:cubicBezTo>
                <a:cubicBezTo>
                  <a:pt x="607022" y="932912"/>
                  <a:pt x="598122" y="932022"/>
                  <a:pt x="588331" y="928461"/>
                </a:cubicBezTo>
                <a:cubicBezTo>
                  <a:pt x="573200" y="923121"/>
                  <a:pt x="560739" y="914219"/>
                  <a:pt x="550948" y="900868"/>
                </a:cubicBezTo>
                <a:cubicBezTo>
                  <a:pt x="534037" y="879505"/>
                  <a:pt x="528697" y="850132"/>
                  <a:pt x="538488" y="824318"/>
                </a:cubicBezTo>
                <a:cubicBezTo>
                  <a:pt x="557179" y="769131"/>
                  <a:pt x="607912" y="710384"/>
                  <a:pt x="650635" y="668548"/>
                </a:cubicBezTo>
                <a:lnTo>
                  <a:pt x="613253" y="640065"/>
                </a:lnTo>
                <a:cubicBezTo>
                  <a:pt x="603017" y="632499"/>
                  <a:pt x="591224" y="628716"/>
                  <a:pt x="579431" y="628493"/>
                </a:cubicBezTo>
                <a:close/>
                <a:moveTo>
                  <a:pt x="879715" y="601568"/>
                </a:moveTo>
                <a:cubicBezTo>
                  <a:pt x="831986" y="595337"/>
                  <a:pt x="781920" y="607131"/>
                  <a:pt x="741422" y="638285"/>
                </a:cubicBezTo>
                <a:cubicBezTo>
                  <a:pt x="740532" y="639175"/>
                  <a:pt x="739642" y="640065"/>
                  <a:pt x="738752" y="640065"/>
                </a:cubicBezTo>
                <a:cubicBezTo>
                  <a:pt x="738752" y="640065"/>
                  <a:pt x="737861" y="640955"/>
                  <a:pt x="736971" y="640955"/>
                </a:cubicBezTo>
                <a:cubicBezTo>
                  <a:pt x="714720" y="659647"/>
                  <a:pt x="602572" y="755780"/>
                  <a:pt x="574090" y="835890"/>
                </a:cubicBezTo>
                <a:cubicBezTo>
                  <a:pt x="569640" y="851022"/>
                  <a:pt x="572310" y="866154"/>
                  <a:pt x="581210" y="878615"/>
                </a:cubicBezTo>
                <a:cubicBezTo>
                  <a:pt x="586551" y="884846"/>
                  <a:pt x="592781" y="891077"/>
                  <a:pt x="601682" y="892857"/>
                </a:cubicBezTo>
                <a:cubicBezTo>
                  <a:pt x="624824" y="900868"/>
                  <a:pt x="649745" y="889297"/>
                  <a:pt x="656866" y="866154"/>
                </a:cubicBezTo>
                <a:cubicBezTo>
                  <a:pt x="671997" y="829659"/>
                  <a:pt x="700479" y="803846"/>
                  <a:pt x="721840" y="787824"/>
                </a:cubicBezTo>
                <a:cubicBezTo>
                  <a:pt x="738752" y="775362"/>
                  <a:pt x="761893" y="778032"/>
                  <a:pt x="776134" y="794054"/>
                </a:cubicBezTo>
                <a:cubicBezTo>
                  <a:pt x="840219" y="864373"/>
                  <a:pt x="951476" y="874165"/>
                  <a:pt x="1028022" y="815417"/>
                </a:cubicBezTo>
                <a:cubicBezTo>
                  <a:pt x="1036922" y="810076"/>
                  <a:pt x="1048493" y="810967"/>
                  <a:pt x="1054724" y="819868"/>
                </a:cubicBezTo>
                <a:cubicBezTo>
                  <a:pt x="1061844" y="826989"/>
                  <a:pt x="1059174" y="839450"/>
                  <a:pt x="1052053" y="845681"/>
                </a:cubicBezTo>
                <a:cubicBezTo>
                  <a:pt x="1026242" y="865263"/>
                  <a:pt x="997760" y="878615"/>
                  <a:pt x="968388" y="885736"/>
                </a:cubicBezTo>
                <a:lnTo>
                  <a:pt x="1056504" y="972967"/>
                </a:lnTo>
                <a:lnTo>
                  <a:pt x="1141950" y="907099"/>
                </a:lnTo>
                <a:cubicBezTo>
                  <a:pt x="1148180" y="901758"/>
                  <a:pt x="1153520" y="894637"/>
                  <a:pt x="1154410" y="885736"/>
                </a:cubicBezTo>
                <a:cubicBezTo>
                  <a:pt x="1155300" y="876835"/>
                  <a:pt x="1153520" y="867934"/>
                  <a:pt x="1148180" y="861703"/>
                </a:cubicBezTo>
                <a:lnTo>
                  <a:pt x="1015561" y="689021"/>
                </a:lnTo>
                <a:cubicBezTo>
                  <a:pt x="1013781" y="686351"/>
                  <a:pt x="1012001" y="684571"/>
                  <a:pt x="1010220" y="683680"/>
                </a:cubicBezTo>
                <a:cubicBezTo>
                  <a:pt x="1009330" y="680120"/>
                  <a:pt x="1006660" y="677450"/>
                  <a:pt x="1004880" y="674779"/>
                </a:cubicBezTo>
                <a:cubicBezTo>
                  <a:pt x="1004880" y="673889"/>
                  <a:pt x="1004880" y="673889"/>
                  <a:pt x="1003990" y="672999"/>
                </a:cubicBezTo>
                <a:cubicBezTo>
                  <a:pt x="972838" y="632054"/>
                  <a:pt x="927445" y="607798"/>
                  <a:pt x="879715" y="601568"/>
                </a:cubicBezTo>
                <a:close/>
                <a:moveTo>
                  <a:pt x="1112407" y="593506"/>
                </a:moveTo>
                <a:cubicBezTo>
                  <a:pt x="1115975" y="589999"/>
                  <a:pt x="1122218" y="590876"/>
                  <a:pt x="1125786" y="595260"/>
                </a:cubicBezTo>
                <a:lnTo>
                  <a:pt x="1165030" y="640850"/>
                </a:lnTo>
                <a:cubicBezTo>
                  <a:pt x="1168598" y="646110"/>
                  <a:pt x="1168598" y="652247"/>
                  <a:pt x="1163247" y="654878"/>
                </a:cubicBezTo>
                <a:lnTo>
                  <a:pt x="1147192" y="668029"/>
                </a:lnTo>
                <a:cubicBezTo>
                  <a:pt x="1143624" y="671536"/>
                  <a:pt x="1137381" y="671536"/>
                  <a:pt x="1133813" y="667152"/>
                </a:cubicBezTo>
                <a:lnTo>
                  <a:pt x="1094569" y="620685"/>
                </a:lnTo>
                <a:cubicBezTo>
                  <a:pt x="1091001" y="616301"/>
                  <a:pt x="1091893" y="610164"/>
                  <a:pt x="1095461" y="606657"/>
                </a:cubicBezTo>
                <a:close/>
                <a:moveTo>
                  <a:pt x="473989" y="539416"/>
                </a:moveTo>
                <a:cubicBezTo>
                  <a:pt x="477478" y="535056"/>
                  <a:pt x="483582" y="535056"/>
                  <a:pt x="487071" y="539416"/>
                </a:cubicBezTo>
                <a:lnTo>
                  <a:pt x="501024" y="553370"/>
                </a:lnTo>
                <a:cubicBezTo>
                  <a:pt x="505385" y="556858"/>
                  <a:pt x="505385" y="562963"/>
                  <a:pt x="501024" y="566451"/>
                </a:cubicBezTo>
                <a:lnTo>
                  <a:pt x="459164" y="609185"/>
                </a:lnTo>
                <a:cubicBezTo>
                  <a:pt x="454803" y="612673"/>
                  <a:pt x="449570" y="612673"/>
                  <a:pt x="446082" y="609185"/>
                </a:cubicBezTo>
                <a:lnTo>
                  <a:pt x="431256" y="595231"/>
                </a:lnTo>
                <a:cubicBezTo>
                  <a:pt x="427768" y="590871"/>
                  <a:pt x="427768" y="585638"/>
                  <a:pt x="431256" y="582149"/>
                </a:cubicBezTo>
                <a:close/>
                <a:moveTo>
                  <a:pt x="1063792" y="529909"/>
                </a:moveTo>
                <a:cubicBezTo>
                  <a:pt x="1067455" y="527207"/>
                  <a:pt x="1072034" y="528107"/>
                  <a:pt x="1073865" y="531710"/>
                </a:cubicBezTo>
                <a:lnTo>
                  <a:pt x="1091263" y="552426"/>
                </a:lnTo>
                <a:cubicBezTo>
                  <a:pt x="1094010" y="554227"/>
                  <a:pt x="1094010" y="558731"/>
                  <a:pt x="1090348" y="561433"/>
                </a:cubicBezTo>
                <a:lnTo>
                  <a:pt x="1069286" y="578546"/>
                </a:lnTo>
                <a:cubicBezTo>
                  <a:pt x="1066539" y="581248"/>
                  <a:pt x="1061961" y="581248"/>
                  <a:pt x="1059214" y="577645"/>
                </a:cubicBezTo>
                <a:lnTo>
                  <a:pt x="1041815" y="556929"/>
                </a:lnTo>
                <a:cubicBezTo>
                  <a:pt x="1039984" y="554227"/>
                  <a:pt x="1039984" y="549724"/>
                  <a:pt x="1042731" y="547022"/>
                </a:cubicBezTo>
                <a:close/>
                <a:moveTo>
                  <a:pt x="481524" y="474503"/>
                </a:moveTo>
                <a:lnTo>
                  <a:pt x="194034" y="762010"/>
                </a:lnTo>
                <a:lnTo>
                  <a:pt x="248327" y="816307"/>
                </a:lnTo>
                <a:cubicBezTo>
                  <a:pt x="266129" y="835000"/>
                  <a:pt x="295501" y="835000"/>
                  <a:pt x="313302" y="816307"/>
                </a:cubicBezTo>
                <a:lnTo>
                  <a:pt x="363145" y="767351"/>
                </a:lnTo>
                <a:cubicBezTo>
                  <a:pt x="365816" y="762900"/>
                  <a:pt x="370266" y="758450"/>
                  <a:pt x="373826" y="753999"/>
                </a:cubicBezTo>
                <a:lnTo>
                  <a:pt x="508225" y="619592"/>
                </a:lnTo>
                <a:cubicBezTo>
                  <a:pt x="512676" y="615142"/>
                  <a:pt x="517126" y="612471"/>
                  <a:pt x="520686" y="608911"/>
                </a:cubicBezTo>
                <a:lnTo>
                  <a:pt x="560739" y="568855"/>
                </a:lnTo>
                <a:cubicBezTo>
                  <a:pt x="565189" y="565295"/>
                  <a:pt x="565189" y="558174"/>
                  <a:pt x="560739" y="554614"/>
                </a:cubicBezTo>
                <a:close/>
                <a:moveTo>
                  <a:pt x="1075195" y="470943"/>
                </a:moveTo>
                <a:lnTo>
                  <a:pt x="988859" y="543042"/>
                </a:lnTo>
                <a:cubicBezTo>
                  <a:pt x="986189" y="544822"/>
                  <a:pt x="984409" y="546603"/>
                  <a:pt x="984409" y="549273"/>
                </a:cubicBezTo>
                <a:cubicBezTo>
                  <a:pt x="983519" y="551943"/>
                  <a:pt x="984409" y="555504"/>
                  <a:pt x="987079" y="556394"/>
                </a:cubicBezTo>
                <a:lnTo>
                  <a:pt x="1210484" y="826989"/>
                </a:lnTo>
                <a:cubicBezTo>
                  <a:pt x="1217605" y="836780"/>
                  <a:pt x="1229176" y="842121"/>
                  <a:pt x="1240746" y="843901"/>
                </a:cubicBezTo>
                <a:cubicBezTo>
                  <a:pt x="1253207" y="844791"/>
                  <a:pt x="1264778" y="842121"/>
                  <a:pt x="1274569" y="833219"/>
                </a:cubicBezTo>
                <a:lnTo>
                  <a:pt x="1334203" y="783373"/>
                </a:lnTo>
                <a:close/>
                <a:moveTo>
                  <a:pt x="1494414" y="42799"/>
                </a:moveTo>
                <a:lnTo>
                  <a:pt x="1087656" y="408635"/>
                </a:lnTo>
                <a:cubicBezTo>
                  <a:pt x="1083206" y="412195"/>
                  <a:pt x="1082316" y="418426"/>
                  <a:pt x="1085876" y="423767"/>
                </a:cubicBezTo>
                <a:lnTo>
                  <a:pt x="1234516" y="603570"/>
                </a:lnTo>
                <a:lnTo>
                  <a:pt x="1383156" y="783373"/>
                </a:lnTo>
                <a:cubicBezTo>
                  <a:pt x="1384937" y="785153"/>
                  <a:pt x="1387607" y="786043"/>
                  <a:pt x="1390277" y="786934"/>
                </a:cubicBezTo>
                <a:cubicBezTo>
                  <a:pt x="1392947" y="786934"/>
                  <a:pt x="1394727" y="786043"/>
                  <a:pt x="1396507" y="785153"/>
                </a:cubicBezTo>
                <a:lnTo>
                  <a:pt x="1463262" y="706823"/>
                </a:lnTo>
                <a:cubicBezTo>
                  <a:pt x="1481063" y="689021"/>
                  <a:pt x="1492634" y="665878"/>
                  <a:pt x="1494414" y="640955"/>
                </a:cubicBezTo>
                <a:close/>
                <a:moveTo>
                  <a:pt x="38273" y="38348"/>
                </a:moveTo>
                <a:lnTo>
                  <a:pt x="38273" y="601790"/>
                </a:lnTo>
                <a:cubicBezTo>
                  <a:pt x="38273" y="626713"/>
                  <a:pt x="47173" y="651636"/>
                  <a:pt x="63194" y="670329"/>
                </a:cubicBezTo>
                <a:lnTo>
                  <a:pt x="130839" y="756670"/>
                </a:lnTo>
                <a:cubicBezTo>
                  <a:pt x="136180" y="759340"/>
                  <a:pt x="142410" y="759340"/>
                  <a:pt x="145970" y="755780"/>
                </a:cubicBezTo>
                <a:lnTo>
                  <a:pt x="476183" y="425547"/>
                </a:lnTo>
                <a:cubicBezTo>
                  <a:pt x="477073" y="423767"/>
                  <a:pt x="478853" y="421097"/>
                  <a:pt x="478853" y="418426"/>
                </a:cubicBezTo>
                <a:cubicBezTo>
                  <a:pt x="478853" y="415756"/>
                  <a:pt x="477073" y="413086"/>
                  <a:pt x="476183" y="411305"/>
                </a:cubicBezTo>
                <a:close/>
                <a:moveTo>
                  <a:pt x="43279" y="296"/>
                </a:moveTo>
                <a:cubicBezTo>
                  <a:pt x="50289" y="1186"/>
                  <a:pt x="56964" y="4079"/>
                  <a:pt x="62304" y="8974"/>
                </a:cubicBezTo>
                <a:lnTo>
                  <a:pt x="501995" y="384602"/>
                </a:lnTo>
                <a:cubicBezTo>
                  <a:pt x="511786" y="393503"/>
                  <a:pt x="516236" y="405965"/>
                  <a:pt x="516236" y="418426"/>
                </a:cubicBezTo>
                <a:cubicBezTo>
                  <a:pt x="516236" y="429108"/>
                  <a:pt x="513566" y="438899"/>
                  <a:pt x="507335" y="446020"/>
                </a:cubicBezTo>
                <a:lnTo>
                  <a:pt x="587441" y="527910"/>
                </a:lnTo>
                <a:cubicBezTo>
                  <a:pt x="605242" y="545712"/>
                  <a:pt x="607022" y="572416"/>
                  <a:pt x="591891" y="591999"/>
                </a:cubicBezTo>
                <a:cubicBezTo>
                  <a:pt x="607022" y="593779"/>
                  <a:pt x="622153" y="600010"/>
                  <a:pt x="635504" y="609801"/>
                </a:cubicBezTo>
                <a:lnTo>
                  <a:pt x="679117" y="641845"/>
                </a:lnTo>
                <a:cubicBezTo>
                  <a:pt x="694248" y="627603"/>
                  <a:pt x="707599" y="616922"/>
                  <a:pt x="713830" y="612471"/>
                </a:cubicBezTo>
                <a:cubicBezTo>
                  <a:pt x="714720" y="611581"/>
                  <a:pt x="714720" y="610691"/>
                  <a:pt x="715610" y="609801"/>
                </a:cubicBezTo>
                <a:cubicBezTo>
                  <a:pt x="716500" y="608911"/>
                  <a:pt x="717390" y="608911"/>
                  <a:pt x="718280" y="608021"/>
                </a:cubicBezTo>
                <a:cubicBezTo>
                  <a:pt x="791265" y="551943"/>
                  <a:pt x="889172" y="548383"/>
                  <a:pt x="965717" y="591109"/>
                </a:cubicBezTo>
                <a:lnTo>
                  <a:pt x="957707" y="581317"/>
                </a:lnTo>
                <a:cubicBezTo>
                  <a:pt x="949696" y="571526"/>
                  <a:pt x="946136" y="559064"/>
                  <a:pt x="946136" y="545712"/>
                </a:cubicBezTo>
                <a:cubicBezTo>
                  <a:pt x="947916" y="533251"/>
                  <a:pt x="954147" y="521679"/>
                  <a:pt x="963937" y="513668"/>
                </a:cubicBezTo>
                <a:lnTo>
                  <a:pt x="1052943" y="440679"/>
                </a:lnTo>
                <a:cubicBezTo>
                  <a:pt x="1040483" y="420206"/>
                  <a:pt x="1044933" y="394393"/>
                  <a:pt x="1062734" y="379261"/>
                </a:cubicBezTo>
                <a:lnTo>
                  <a:pt x="1473053" y="10754"/>
                </a:lnTo>
                <a:cubicBezTo>
                  <a:pt x="1485514" y="2743"/>
                  <a:pt x="1500645" y="1853"/>
                  <a:pt x="1513106" y="9864"/>
                </a:cubicBezTo>
                <a:cubicBezTo>
                  <a:pt x="1526456" y="16095"/>
                  <a:pt x="1533577" y="30337"/>
                  <a:pt x="1532687" y="43689"/>
                </a:cubicBezTo>
                <a:lnTo>
                  <a:pt x="1532687" y="642735"/>
                </a:lnTo>
                <a:lnTo>
                  <a:pt x="1532687" y="643625"/>
                </a:lnTo>
                <a:cubicBezTo>
                  <a:pt x="1528237" y="677450"/>
                  <a:pt x="1513996" y="708604"/>
                  <a:pt x="1491744" y="732637"/>
                </a:cubicBezTo>
                <a:lnTo>
                  <a:pt x="1421429" y="813637"/>
                </a:lnTo>
                <a:cubicBezTo>
                  <a:pt x="1413418" y="820758"/>
                  <a:pt x="1401848" y="825208"/>
                  <a:pt x="1391167" y="825208"/>
                </a:cubicBezTo>
                <a:cubicBezTo>
                  <a:pt x="1389387" y="825208"/>
                  <a:pt x="1387607" y="824318"/>
                  <a:pt x="1386717" y="824318"/>
                </a:cubicBezTo>
                <a:cubicBezTo>
                  <a:pt x="1376036" y="823428"/>
                  <a:pt x="1366245" y="819868"/>
                  <a:pt x="1360015" y="812747"/>
                </a:cubicBezTo>
                <a:lnTo>
                  <a:pt x="1298600" y="862593"/>
                </a:lnTo>
                <a:cubicBezTo>
                  <a:pt x="1283470" y="875055"/>
                  <a:pt x="1264778" y="882176"/>
                  <a:pt x="1245197" y="882176"/>
                </a:cubicBezTo>
                <a:cubicBezTo>
                  <a:pt x="1243417" y="882176"/>
                  <a:pt x="1239856" y="882176"/>
                  <a:pt x="1238076" y="881285"/>
                </a:cubicBezTo>
                <a:cubicBezTo>
                  <a:pt x="1219385" y="879505"/>
                  <a:pt x="1202474" y="872384"/>
                  <a:pt x="1189123" y="859923"/>
                </a:cubicBezTo>
                <a:cubicBezTo>
                  <a:pt x="1191793" y="869714"/>
                  <a:pt x="1193573" y="879505"/>
                  <a:pt x="1191793" y="891077"/>
                </a:cubicBezTo>
                <a:cubicBezTo>
                  <a:pt x="1190013" y="908879"/>
                  <a:pt x="1180222" y="925791"/>
                  <a:pt x="1165091" y="937362"/>
                </a:cubicBezTo>
                <a:lnTo>
                  <a:pt x="1083206" y="999670"/>
                </a:lnTo>
                <a:lnTo>
                  <a:pt x="1092996" y="1009462"/>
                </a:lnTo>
                <a:cubicBezTo>
                  <a:pt x="1118808" y="1036165"/>
                  <a:pt x="1118808" y="1078890"/>
                  <a:pt x="1092996" y="1104704"/>
                </a:cubicBezTo>
                <a:lnTo>
                  <a:pt x="1089436" y="1108264"/>
                </a:lnTo>
                <a:cubicBezTo>
                  <a:pt x="1080535" y="1117165"/>
                  <a:pt x="1070745" y="1122506"/>
                  <a:pt x="1060954" y="1125176"/>
                </a:cubicBezTo>
                <a:cubicBezTo>
                  <a:pt x="1068964" y="1136748"/>
                  <a:pt x="1073415" y="1149209"/>
                  <a:pt x="1074305" y="1163451"/>
                </a:cubicBezTo>
                <a:cubicBezTo>
                  <a:pt x="1076085" y="1182143"/>
                  <a:pt x="1068964" y="1200836"/>
                  <a:pt x="1056504" y="1213297"/>
                </a:cubicBezTo>
                <a:lnTo>
                  <a:pt x="1052943" y="1217748"/>
                </a:lnTo>
                <a:cubicBezTo>
                  <a:pt x="1040483" y="1229319"/>
                  <a:pt x="1024461" y="1235550"/>
                  <a:pt x="1007550" y="1235550"/>
                </a:cubicBezTo>
                <a:cubicBezTo>
                  <a:pt x="1004880" y="1235550"/>
                  <a:pt x="1003990" y="1235550"/>
                  <a:pt x="1001320" y="1235550"/>
                </a:cubicBezTo>
                <a:cubicBezTo>
                  <a:pt x="988859" y="1234660"/>
                  <a:pt x="975508" y="1229319"/>
                  <a:pt x="963937" y="1222199"/>
                </a:cubicBezTo>
                <a:cubicBezTo>
                  <a:pt x="961267" y="1232880"/>
                  <a:pt x="955927" y="1241781"/>
                  <a:pt x="947916" y="1250682"/>
                </a:cubicBezTo>
                <a:lnTo>
                  <a:pt x="943466" y="1254243"/>
                </a:lnTo>
                <a:cubicBezTo>
                  <a:pt x="931005" y="1266704"/>
                  <a:pt x="913204" y="1273825"/>
                  <a:pt x="895402" y="1273825"/>
                </a:cubicBezTo>
                <a:cubicBezTo>
                  <a:pt x="882052" y="1273825"/>
                  <a:pt x="866920" y="1269375"/>
                  <a:pt x="855350" y="1260473"/>
                </a:cubicBezTo>
                <a:cubicBezTo>
                  <a:pt x="851789" y="1269375"/>
                  <a:pt x="846449" y="1277386"/>
                  <a:pt x="840219" y="1285397"/>
                </a:cubicBezTo>
                <a:lnTo>
                  <a:pt x="833098" y="1292517"/>
                </a:lnTo>
                <a:cubicBezTo>
                  <a:pt x="819747" y="1304089"/>
                  <a:pt x="802836" y="1311210"/>
                  <a:pt x="786815" y="1311210"/>
                </a:cubicBezTo>
                <a:cubicBezTo>
                  <a:pt x="770794" y="1311210"/>
                  <a:pt x="753883" y="1304089"/>
                  <a:pt x="741422" y="1292517"/>
                </a:cubicBezTo>
                <a:lnTo>
                  <a:pt x="724510" y="1274715"/>
                </a:lnTo>
                <a:lnTo>
                  <a:pt x="709379" y="1286287"/>
                </a:lnTo>
                <a:cubicBezTo>
                  <a:pt x="698699" y="1294298"/>
                  <a:pt x="688018" y="1297858"/>
                  <a:pt x="676447" y="1297858"/>
                </a:cubicBezTo>
                <a:cubicBezTo>
                  <a:pt x="658646" y="1297858"/>
                  <a:pt x="641735" y="1288957"/>
                  <a:pt x="629274" y="1273825"/>
                </a:cubicBezTo>
                <a:lnTo>
                  <a:pt x="623934" y="1266704"/>
                </a:lnTo>
                <a:cubicBezTo>
                  <a:pt x="617703" y="1259583"/>
                  <a:pt x="613253" y="1250682"/>
                  <a:pt x="612363" y="1240891"/>
                </a:cubicBezTo>
                <a:cubicBezTo>
                  <a:pt x="609692" y="1240891"/>
                  <a:pt x="607022" y="1240891"/>
                  <a:pt x="604352" y="1240891"/>
                </a:cubicBezTo>
                <a:cubicBezTo>
                  <a:pt x="600792" y="1240891"/>
                  <a:pt x="597232" y="1240891"/>
                  <a:pt x="592781" y="1240001"/>
                </a:cubicBezTo>
                <a:cubicBezTo>
                  <a:pt x="577650" y="1237331"/>
                  <a:pt x="565189" y="1228429"/>
                  <a:pt x="554509" y="1215968"/>
                </a:cubicBezTo>
                <a:lnTo>
                  <a:pt x="552729" y="1212407"/>
                </a:lnTo>
                <a:cubicBezTo>
                  <a:pt x="545608" y="1202616"/>
                  <a:pt x="541158" y="1192825"/>
                  <a:pt x="540268" y="1181253"/>
                </a:cubicBezTo>
                <a:cubicBezTo>
                  <a:pt x="537598" y="1182143"/>
                  <a:pt x="535817" y="1182143"/>
                  <a:pt x="534037" y="1182143"/>
                </a:cubicBezTo>
                <a:cubicBezTo>
                  <a:pt x="531367" y="1182143"/>
                  <a:pt x="528697" y="1182143"/>
                  <a:pt x="525137" y="1181253"/>
                </a:cubicBezTo>
                <a:cubicBezTo>
                  <a:pt x="509116" y="1179473"/>
                  <a:pt x="495765" y="1170572"/>
                  <a:pt x="485974" y="1158111"/>
                </a:cubicBezTo>
                <a:lnTo>
                  <a:pt x="482414" y="1154550"/>
                </a:lnTo>
                <a:cubicBezTo>
                  <a:pt x="472623" y="1141198"/>
                  <a:pt x="468173" y="1126066"/>
                  <a:pt x="469953" y="1110044"/>
                </a:cubicBezTo>
                <a:cubicBezTo>
                  <a:pt x="471733" y="1100253"/>
                  <a:pt x="475293" y="1090462"/>
                  <a:pt x="480634" y="1083341"/>
                </a:cubicBezTo>
                <a:cubicBezTo>
                  <a:pt x="472623" y="1078890"/>
                  <a:pt x="466393" y="1072660"/>
                  <a:pt x="461052" y="1065539"/>
                </a:cubicBezTo>
                <a:lnTo>
                  <a:pt x="457492" y="1061978"/>
                </a:lnTo>
                <a:cubicBezTo>
                  <a:pt x="448591" y="1049517"/>
                  <a:pt x="444141" y="1034385"/>
                  <a:pt x="444141" y="1020143"/>
                </a:cubicBezTo>
                <a:cubicBezTo>
                  <a:pt x="444141" y="1012132"/>
                  <a:pt x="445921" y="1005901"/>
                  <a:pt x="449481" y="999670"/>
                </a:cubicBezTo>
                <a:lnTo>
                  <a:pt x="373826" y="924011"/>
                </a:lnTo>
                <a:cubicBezTo>
                  <a:pt x="351575" y="901758"/>
                  <a:pt x="340004" y="874165"/>
                  <a:pt x="338224" y="844791"/>
                </a:cubicBezTo>
                <a:cubicBezTo>
                  <a:pt x="323093" y="859923"/>
                  <a:pt x="302621" y="867934"/>
                  <a:pt x="280370" y="867934"/>
                </a:cubicBezTo>
                <a:cubicBezTo>
                  <a:pt x="259008" y="867934"/>
                  <a:pt x="238537" y="859033"/>
                  <a:pt x="221625" y="843011"/>
                </a:cubicBezTo>
                <a:lnTo>
                  <a:pt x="166442" y="787824"/>
                </a:lnTo>
                <a:cubicBezTo>
                  <a:pt x="158431" y="794054"/>
                  <a:pt x="147750" y="796725"/>
                  <a:pt x="137960" y="796725"/>
                </a:cubicBezTo>
                <a:cubicBezTo>
                  <a:pt x="126389" y="796725"/>
                  <a:pt x="113928" y="792274"/>
                  <a:pt x="104137" y="782483"/>
                </a:cubicBezTo>
                <a:lnTo>
                  <a:pt x="103247" y="780703"/>
                </a:lnTo>
                <a:lnTo>
                  <a:pt x="32932" y="694362"/>
                </a:lnTo>
                <a:cubicBezTo>
                  <a:pt x="11571" y="667658"/>
                  <a:pt x="0" y="634724"/>
                  <a:pt x="0" y="601790"/>
                </a:cubicBezTo>
                <a:lnTo>
                  <a:pt x="0" y="36568"/>
                </a:lnTo>
                <a:cubicBezTo>
                  <a:pt x="0" y="22326"/>
                  <a:pt x="8901" y="9864"/>
                  <a:pt x="22252" y="3634"/>
                </a:cubicBezTo>
                <a:cubicBezTo>
                  <a:pt x="28927" y="518"/>
                  <a:pt x="36270" y="-594"/>
                  <a:pt x="43279" y="29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86" name="Freeform 2">
            <a:extLst>
              <a:ext uri="{FF2B5EF4-FFF2-40B4-BE49-F238E27FC236}">
                <a16:creationId xmlns:a16="http://schemas.microsoft.com/office/drawing/2014/main" id="{16CC3F34-1FAE-4DB5-94DE-AF1633AE1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3966" y="3579111"/>
            <a:ext cx="2774597" cy="2527355"/>
          </a:xfrm>
          <a:custGeom>
            <a:avLst/>
            <a:gdLst>
              <a:gd name="T0" fmla="*/ 2644 w 3118"/>
              <a:gd name="T1" fmla="*/ 791 h 2840"/>
              <a:gd name="T2" fmla="*/ 2644 w 3118"/>
              <a:gd name="T3" fmla="*/ 791 h 2840"/>
              <a:gd name="T4" fmla="*/ 2969 w 3118"/>
              <a:gd name="T5" fmla="*/ 0 h 2840"/>
              <a:gd name="T6" fmla="*/ 2969 w 3118"/>
              <a:gd name="T7" fmla="*/ 0 h 2840"/>
              <a:gd name="T8" fmla="*/ 2641 w 3118"/>
              <a:gd name="T9" fmla="*/ 61 h 2840"/>
              <a:gd name="T10" fmla="*/ 2641 w 3118"/>
              <a:gd name="T11" fmla="*/ 61 h 2840"/>
              <a:gd name="T12" fmla="*/ 1599 w 3118"/>
              <a:gd name="T13" fmla="*/ 418 h 2840"/>
              <a:gd name="T14" fmla="*/ 1599 w 3118"/>
              <a:gd name="T15" fmla="*/ 418 h 2840"/>
              <a:gd name="T16" fmla="*/ 831 w 3118"/>
              <a:gd name="T17" fmla="*/ 858 h 2840"/>
              <a:gd name="T18" fmla="*/ 831 w 3118"/>
              <a:gd name="T19" fmla="*/ 858 h 2840"/>
              <a:gd name="T20" fmla="*/ 21 w 3118"/>
              <a:gd name="T21" fmla="*/ 1553 h 2840"/>
              <a:gd name="T22" fmla="*/ 21 w 3118"/>
              <a:gd name="T23" fmla="*/ 1553 h 2840"/>
              <a:gd name="T24" fmla="*/ 0 w 3118"/>
              <a:gd name="T25" fmla="*/ 1575 h 2840"/>
              <a:gd name="T26" fmla="*/ 0 w 3118"/>
              <a:gd name="T27" fmla="*/ 1575 h 2840"/>
              <a:gd name="T28" fmla="*/ 47 w 3118"/>
              <a:gd name="T29" fmla="*/ 1574 h 2840"/>
              <a:gd name="T30" fmla="*/ 47 w 3118"/>
              <a:gd name="T31" fmla="*/ 1574 h 2840"/>
              <a:gd name="T32" fmla="*/ 1172 w 3118"/>
              <a:gd name="T33" fmla="*/ 2701 h 2840"/>
              <a:gd name="T34" fmla="*/ 1172 w 3118"/>
              <a:gd name="T35" fmla="*/ 2701 h 2840"/>
              <a:gd name="T36" fmla="*/ 1164 w 3118"/>
              <a:gd name="T37" fmla="*/ 2839 h 2840"/>
              <a:gd name="T38" fmla="*/ 1164 w 3118"/>
              <a:gd name="T39" fmla="*/ 2839 h 2840"/>
              <a:gd name="T40" fmla="*/ 1664 w 3118"/>
              <a:gd name="T41" fmla="*/ 2361 h 2840"/>
              <a:gd name="T42" fmla="*/ 1664 w 3118"/>
              <a:gd name="T43" fmla="*/ 2361 h 2840"/>
              <a:gd name="T44" fmla="*/ 2431 w 3118"/>
              <a:gd name="T45" fmla="*/ 1912 h 2840"/>
              <a:gd name="T46" fmla="*/ 2431 w 3118"/>
              <a:gd name="T47" fmla="*/ 1912 h 2840"/>
              <a:gd name="T48" fmla="*/ 3117 w 3118"/>
              <a:gd name="T49" fmla="*/ 1708 h 2840"/>
              <a:gd name="T50" fmla="*/ 3117 w 3118"/>
              <a:gd name="T51" fmla="*/ 1708 h 2840"/>
              <a:gd name="T52" fmla="*/ 2644 w 3118"/>
              <a:gd name="T53" fmla="*/ 791 h 2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118" h="2840">
                <a:moveTo>
                  <a:pt x="2644" y="791"/>
                </a:moveTo>
                <a:lnTo>
                  <a:pt x="2644" y="791"/>
                </a:lnTo>
                <a:cubicBezTo>
                  <a:pt x="2644" y="483"/>
                  <a:pt x="2768" y="204"/>
                  <a:pt x="2969" y="0"/>
                </a:cubicBezTo>
                <a:lnTo>
                  <a:pt x="2969" y="0"/>
                </a:lnTo>
                <a:cubicBezTo>
                  <a:pt x="2859" y="18"/>
                  <a:pt x="2749" y="37"/>
                  <a:pt x="2641" y="61"/>
                </a:cubicBezTo>
                <a:lnTo>
                  <a:pt x="2641" y="61"/>
                </a:lnTo>
                <a:cubicBezTo>
                  <a:pt x="2279" y="138"/>
                  <a:pt x="1938" y="269"/>
                  <a:pt x="1599" y="418"/>
                </a:cubicBezTo>
                <a:lnTo>
                  <a:pt x="1599" y="418"/>
                </a:lnTo>
                <a:cubicBezTo>
                  <a:pt x="1329" y="538"/>
                  <a:pt x="1071" y="686"/>
                  <a:pt x="831" y="858"/>
                </a:cubicBezTo>
                <a:lnTo>
                  <a:pt x="831" y="858"/>
                </a:lnTo>
                <a:cubicBezTo>
                  <a:pt x="542" y="1067"/>
                  <a:pt x="264" y="1292"/>
                  <a:pt x="21" y="1553"/>
                </a:cubicBezTo>
                <a:lnTo>
                  <a:pt x="21" y="1553"/>
                </a:lnTo>
                <a:cubicBezTo>
                  <a:pt x="14" y="1561"/>
                  <a:pt x="7" y="1568"/>
                  <a:pt x="0" y="1575"/>
                </a:cubicBezTo>
                <a:lnTo>
                  <a:pt x="0" y="1575"/>
                </a:lnTo>
                <a:cubicBezTo>
                  <a:pt x="15" y="1575"/>
                  <a:pt x="31" y="1574"/>
                  <a:pt x="47" y="1574"/>
                </a:cubicBezTo>
                <a:lnTo>
                  <a:pt x="47" y="1574"/>
                </a:lnTo>
                <a:cubicBezTo>
                  <a:pt x="668" y="1574"/>
                  <a:pt x="1172" y="2078"/>
                  <a:pt x="1172" y="2701"/>
                </a:cubicBezTo>
                <a:lnTo>
                  <a:pt x="1172" y="2701"/>
                </a:lnTo>
                <a:cubicBezTo>
                  <a:pt x="1172" y="2748"/>
                  <a:pt x="1169" y="2794"/>
                  <a:pt x="1164" y="2839"/>
                </a:cubicBezTo>
                <a:lnTo>
                  <a:pt x="1164" y="2839"/>
                </a:lnTo>
                <a:cubicBezTo>
                  <a:pt x="1318" y="2667"/>
                  <a:pt x="1485" y="2507"/>
                  <a:pt x="1664" y="2361"/>
                </a:cubicBezTo>
                <a:lnTo>
                  <a:pt x="1664" y="2361"/>
                </a:lnTo>
                <a:cubicBezTo>
                  <a:pt x="1903" y="2185"/>
                  <a:pt x="2160" y="2036"/>
                  <a:pt x="2431" y="1912"/>
                </a:cubicBezTo>
                <a:lnTo>
                  <a:pt x="2431" y="1912"/>
                </a:lnTo>
                <a:cubicBezTo>
                  <a:pt x="2654" y="1826"/>
                  <a:pt x="2883" y="1757"/>
                  <a:pt x="3117" y="1708"/>
                </a:cubicBezTo>
                <a:lnTo>
                  <a:pt x="3117" y="1708"/>
                </a:lnTo>
                <a:cubicBezTo>
                  <a:pt x="2831" y="1504"/>
                  <a:pt x="2644" y="1170"/>
                  <a:pt x="2644" y="79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87" name="Freeform 3">
            <a:extLst>
              <a:ext uri="{FF2B5EF4-FFF2-40B4-BE49-F238E27FC236}">
                <a16:creationId xmlns:a16="http://schemas.microsoft.com/office/drawing/2014/main" id="{6964DB6F-C714-425C-B6D6-56DA7D0E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912" y="6365480"/>
            <a:ext cx="1805253" cy="3532017"/>
          </a:xfrm>
          <a:custGeom>
            <a:avLst/>
            <a:gdLst>
              <a:gd name="T0" fmla="*/ 1519 w 2030"/>
              <a:gd name="T1" fmla="*/ 3074 h 3967"/>
              <a:gd name="T2" fmla="*/ 1519 w 2030"/>
              <a:gd name="T3" fmla="*/ 3074 h 3967"/>
              <a:gd name="T4" fmla="*/ 1933 w 2030"/>
              <a:gd name="T5" fmla="*/ 3154 h 3967"/>
              <a:gd name="T6" fmla="*/ 1933 w 2030"/>
              <a:gd name="T7" fmla="*/ 3154 h 3967"/>
              <a:gd name="T8" fmla="*/ 1748 w 2030"/>
              <a:gd name="T9" fmla="*/ 2426 h 3967"/>
              <a:gd name="T10" fmla="*/ 1748 w 2030"/>
              <a:gd name="T11" fmla="*/ 2426 h 3967"/>
              <a:gd name="T12" fmla="*/ 1748 w 2030"/>
              <a:gd name="T13" fmla="*/ 1497 h 3967"/>
              <a:gd name="T14" fmla="*/ 1748 w 2030"/>
              <a:gd name="T15" fmla="*/ 1497 h 3967"/>
              <a:gd name="T16" fmla="*/ 1988 w 2030"/>
              <a:gd name="T17" fmla="*/ 620 h 3967"/>
              <a:gd name="T18" fmla="*/ 1988 w 2030"/>
              <a:gd name="T19" fmla="*/ 620 h 3967"/>
              <a:gd name="T20" fmla="*/ 2029 w 2030"/>
              <a:gd name="T21" fmla="*/ 533 h 3967"/>
              <a:gd name="T22" fmla="*/ 2029 w 2030"/>
              <a:gd name="T23" fmla="*/ 533 h 3967"/>
              <a:gd name="T24" fmla="*/ 1443 w 2030"/>
              <a:gd name="T25" fmla="*/ 697 h 3967"/>
              <a:gd name="T26" fmla="*/ 1443 w 2030"/>
              <a:gd name="T27" fmla="*/ 697 h 3967"/>
              <a:gd name="T28" fmla="*/ 401 w 2030"/>
              <a:gd name="T29" fmla="*/ 0 h 3967"/>
              <a:gd name="T30" fmla="*/ 401 w 2030"/>
              <a:gd name="T31" fmla="*/ 0 h 3967"/>
              <a:gd name="T32" fmla="*/ 263 w 2030"/>
              <a:gd name="T33" fmla="*/ 368 h 3967"/>
              <a:gd name="T34" fmla="*/ 263 w 2030"/>
              <a:gd name="T35" fmla="*/ 368 h 3967"/>
              <a:gd name="T36" fmla="*/ 42 w 2030"/>
              <a:gd name="T37" fmla="*/ 1441 h 3967"/>
              <a:gd name="T38" fmla="*/ 42 w 2030"/>
              <a:gd name="T39" fmla="*/ 1441 h 3967"/>
              <a:gd name="T40" fmla="*/ 30 w 2030"/>
              <a:gd name="T41" fmla="*/ 2370 h 3967"/>
              <a:gd name="T42" fmla="*/ 30 w 2030"/>
              <a:gd name="T43" fmla="*/ 2370 h 3967"/>
              <a:gd name="T44" fmla="*/ 229 w 2030"/>
              <a:gd name="T45" fmla="*/ 3451 h 3967"/>
              <a:gd name="T46" fmla="*/ 229 w 2030"/>
              <a:gd name="T47" fmla="*/ 3451 h 3967"/>
              <a:gd name="T48" fmla="*/ 417 w 2030"/>
              <a:gd name="T49" fmla="*/ 3966 h 3967"/>
              <a:gd name="T50" fmla="*/ 417 w 2030"/>
              <a:gd name="T51" fmla="*/ 3966 h 3967"/>
              <a:gd name="T52" fmla="*/ 1519 w 2030"/>
              <a:gd name="T53" fmla="*/ 3074 h 3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030" h="3967">
                <a:moveTo>
                  <a:pt x="1519" y="3074"/>
                </a:moveTo>
                <a:lnTo>
                  <a:pt x="1519" y="3074"/>
                </a:lnTo>
                <a:cubicBezTo>
                  <a:pt x="1665" y="3074"/>
                  <a:pt x="1805" y="3103"/>
                  <a:pt x="1933" y="3154"/>
                </a:cubicBezTo>
                <a:lnTo>
                  <a:pt x="1933" y="3154"/>
                </a:lnTo>
                <a:cubicBezTo>
                  <a:pt x="1851" y="2917"/>
                  <a:pt x="1789" y="2673"/>
                  <a:pt x="1748" y="2426"/>
                </a:cubicBezTo>
                <a:lnTo>
                  <a:pt x="1748" y="2426"/>
                </a:lnTo>
                <a:cubicBezTo>
                  <a:pt x="1716" y="2117"/>
                  <a:pt x="1716" y="1806"/>
                  <a:pt x="1748" y="1497"/>
                </a:cubicBezTo>
                <a:lnTo>
                  <a:pt x="1748" y="1497"/>
                </a:lnTo>
                <a:cubicBezTo>
                  <a:pt x="1798" y="1197"/>
                  <a:pt x="1877" y="904"/>
                  <a:pt x="1988" y="620"/>
                </a:cubicBezTo>
                <a:lnTo>
                  <a:pt x="1988" y="620"/>
                </a:lnTo>
                <a:cubicBezTo>
                  <a:pt x="2002" y="590"/>
                  <a:pt x="2015" y="561"/>
                  <a:pt x="2029" y="533"/>
                </a:cubicBezTo>
                <a:lnTo>
                  <a:pt x="2029" y="533"/>
                </a:lnTo>
                <a:cubicBezTo>
                  <a:pt x="1858" y="636"/>
                  <a:pt x="1657" y="697"/>
                  <a:pt x="1443" y="697"/>
                </a:cubicBezTo>
                <a:lnTo>
                  <a:pt x="1443" y="697"/>
                </a:lnTo>
                <a:cubicBezTo>
                  <a:pt x="971" y="697"/>
                  <a:pt x="569" y="409"/>
                  <a:pt x="401" y="0"/>
                </a:cubicBezTo>
                <a:lnTo>
                  <a:pt x="401" y="0"/>
                </a:lnTo>
                <a:cubicBezTo>
                  <a:pt x="350" y="121"/>
                  <a:pt x="305" y="245"/>
                  <a:pt x="263" y="368"/>
                </a:cubicBezTo>
                <a:lnTo>
                  <a:pt x="263" y="368"/>
                </a:lnTo>
                <a:cubicBezTo>
                  <a:pt x="146" y="717"/>
                  <a:pt x="86" y="1075"/>
                  <a:pt x="42" y="1441"/>
                </a:cubicBezTo>
                <a:lnTo>
                  <a:pt x="42" y="1441"/>
                </a:lnTo>
                <a:cubicBezTo>
                  <a:pt x="5" y="1749"/>
                  <a:pt x="0" y="2061"/>
                  <a:pt x="30" y="2370"/>
                </a:cubicBezTo>
                <a:lnTo>
                  <a:pt x="30" y="2370"/>
                </a:lnTo>
                <a:cubicBezTo>
                  <a:pt x="64" y="2735"/>
                  <a:pt x="121" y="3100"/>
                  <a:pt x="229" y="3451"/>
                </a:cubicBezTo>
                <a:lnTo>
                  <a:pt x="229" y="3451"/>
                </a:lnTo>
                <a:cubicBezTo>
                  <a:pt x="282" y="3625"/>
                  <a:pt x="346" y="3797"/>
                  <a:pt x="417" y="3966"/>
                </a:cubicBezTo>
                <a:lnTo>
                  <a:pt x="417" y="3966"/>
                </a:lnTo>
                <a:cubicBezTo>
                  <a:pt x="524" y="3457"/>
                  <a:pt x="977" y="3074"/>
                  <a:pt x="1519" y="3074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88" name="Freeform 4">
            <a:extLst>
              <a:ext uri="{FF2B5EF4-FFF2-40B4-BE49-F238E27FC236}">
                <a16:creationId xmlns:a16="http://schemas.microsoft.com/office/drawing/2014/main" id="{F9DDAF0E-66E9-42B5-9582-E964B7124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762" y="10191831"/>
            <a:ext cx="2919801" cy="2452791"/>
          </a:xfrm>
          <a:custGeom>
            <a:avLst/>
            <a:gdLst>
              <a:gd name="T0" fmla="*/ 2808 w 3282"/>
              <a:gd name="T1" fmla="*/ 1961 h 2754"/>
              <a:gd name="T2" fmla="*/ 2808 w 3282"/>
              <a:gd name="T3" fmla="*/ 1961 h 2754"/>
              <a:gd name="T4" fmla="*/ 3281 w 3282"/>
              <a:gd name="T5" fmla="*/ 1044 h 2754"/>
              <a:gd name="T6" fmla="*/ 3281 w 3282"/>
              <a:gd name="T7" fmla="*/ 1044 h 2754"/>
              <a:gd name="T8" fmla="*/ 2595 w 3282"/>
              <a:gd name="T9" fmla="*/ 840 h 2754"/>
              <a:gd name="T10" fmla="*/ 2595 w 3282"/>
              <a:gd name="T11" fmla="*/ 840 h 2754"/>
              <a:gd name="T12" fmla="*/ 1828 w 3282"/>
              <a:gd name="T13" fmla="*/ 391 h 2754"/>
              <a:gd name="T14" fmla="*/ 1828 w 3282"/>
              <a:gd name="T15" fmla="*/ 391 h 2754"/>
              <a:gd name="T16" fmla="*/ 1408 w 3282"/>
              <a:gd name="T17" fmla="*/ 0 h 2754"/>
              <a:gd name="T18" fmla="*/ 1408 w 3282"/>
              <a:gd name="T19" fmla="*/ 0 h 2754"/>
              <a:gd name="T20" fmla="*/ 287 w 3282"/>
              <a:gd name="T21" fmla="*/ 1026 h 2754"/>
              <a:gd name="T22" fmla="*/ 287 w 3282"/>
              <a:gd name="T23" fmla="*/ 1026 h 2754"/>
              <a:gd name="T24" fmla="*/ 0 w 3282"/>
              <a:gd name="T25" fmla="*/ 989 h 2754"/>
              <a:gd name="T26" fmla="*/ 0 w 3282"/>
              <a:gd name="T27" fmla="*/ 989 h 2754"/>
              <a:gd name="T28" fmla="*/ 2691 w 3282"/>
              <a:gd name="T29" fmla="*/ 2665 h 2754"/>
              <a:gd name="T30" fmla="*/ 2691 w 3282"/>
              <a:gd name="T31" fmla="*/ 2665 h 2754"/>
              <a:gd name="T32" fmla="*/ 3134 w 3282"/>
              <a:gd name="T33" fmla="*/ 2753 h 2754"/>
              <a:gd name="T34" fmla="*/ 3134 w 3282"/>
              <a:gd name="T35" fmla="*/ 2753 h 2754"/>
              <a:gd name="T36" fmla="*/ 2808 w 3282"/>
              <a:gd name="T37" fmla="*/ 1961 h 2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282" h="2754">
                <a:moveTo>
                  <a:pt x="2808" y="1961"/>
                </a:moveTo>
                <a:lnTo>
                  <a:pt x="2808" y="1961"/>
                </a:lnTo>
                <a:cubicBezTo>
                  <a:pt x="2808" y="1582"/>
                  <a:pt x="2995" y="1248"/>
                  <a:pt x="3281" y="1044"/>
                </a:cubicBezTo>
                <a:lnTo>
                  <a:pt x="3281" y="1044"/>
                </a:lnTo>
                <a:cubicBezTo>
                  <a:pt x="3047" y="995"/>
                  <a:pt x="2818" y="926"/>
                  <a:pt x="2595" y="840"/>
                </a:cubicBezTo>
                <a:lnTo>
                  <a:pt x="2595" y="840"/>
                </a:lnTo>
                <a:cubicBezTo>
                  <a:pt x="2324" y="717"/>
                  <a:pt x="2067" y="567"/>
                  <a:pt x="1828" y="391"/>
                </a:cubicBezTo>
                <a:lnTo>
                  <a:pt x="1828" y="391"/>
                </a:lnTo>
                <a:cubicBezTo>
                  <a:pt x="1680" y="271"/>
                  <a:pt x="1539" y="140"/>
                  <a:pt x="1408" y="0"/>
                </a:cubicBezTo>
                <a:lnTo>
                  <a:pt x="1408" y="0"/>
                </a:lnTo>
                <a:cubicBezTo>
                  <a:pt x="1357" y="575"/>
                  <a:pt x="875" y="1026"/>
                  <a:pt x="287" y="1026"/>
                </a:cubicBezTo>
                <a:lnTo>
                  <a:pt x="287" y="1026"/>
                </a:lnTo>
                <a:cubicBezTo>
                  <a:pt x="187" y="1026"/>
                  <a:pt x="91" y="1013"/>
                  <a:pt x="0" y="989"/>
                </a:cubicBezTo>
                <a:lnTo>
                  <a:pt x="0" y="989"/>
                </a:lnTo>
                <a:cubicBezTo>
                  <a:pt x="696" y="1807"/>
                  <a:pt x="1644" y="2412"/>
                  <a:pt x="2691" y="2665"/>
                </a:cubicBezTo>
                <a:lnTo>
                  <a:pt x="2691" y="2665"/>
                </a:lnTo>
                <a:cubicBezTo>
                  <a:pt x="2837" y="2700"/>
                  <a:pt x="2985" y="2730"/>
                  <a:pt x="3134" y="2753"/>
                </a:cubicBezTo>
                <a:lnTo>
                  <a:pt x="3134" y="2753"/>
                </a:lnTo>
                <a:cubicBezTo>
                  <a:pt x="2933" y="2550"/>
                  <a:pt x="2808" y="2270"/>
                  <a:pt x="2808" y="1961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89" name="Freeform 5">
            <a:extLst>
              <a:ext uri="{FF2B5EF4-FFF2-40B4-BE49-F238E27FC236}">
                <a16:creationId xmlns:a16="http://schemas.microsoft.com/office/drawing/2014/main" id="{FEFBD4F5-2D4A-4841-94FF-32338A94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0205" y="10117268"/>
            <a:ext cx="2986516" cy="2523429"/>
          </a:xfrm>
          <a:custGeom>
            <a:avLst/>
            <a:gdLst>
              <a:gd name="T0" fmla="*/ 3070 w 3355"/>
              <a:gd name="T1" fmla="*/ 1021 h 2836"/>
              <a:gd name="T2" fmla="*/ 3070 w 3355"/>
              <a:gd name="T3" fmla="*/ 1021 h 2836"/>
              <a:gd name="T4" fmla="*/ 1949 w 3355"/>
              <a:gd name="T5" fmla="*/ 0 h 2836"/>
              <a:gd name="T6" fmla="*/ 1949 w 3355"/>
              <a:gd name="T7" fmla="*/ 0 h 2836"/>
              <a:gd name="T8" fmla="*/ 1453 w 3355"/>
              <a:gd name="T9" fmla="*/ 474 h 2836"/>
              <a:gd name="T10" fmla="*/ 1453 w 3355"/>
              <a:gd name="T11" fmla="*/ 474 h 2836"/>
              <a:gd name="T12" fmla="*/ 685 w 3355"/>
              <a:gd name="T13" fmla="*/ 923 h 2836"/>
              <a:gd name="T14" fmla="*/ 685 w 3355"/>
              <a:gd name="T15" fmla="*/ 923 h 2836"/>
              <a:gd name="T16" fmla="*/ 0 w 3355"/>
              <a:gd name="T17" fmla="*/ 1127 h 2836"/>
              <a:gd name="T18" fmla="*/ 0 w 3355"/>
              <a:gd name="T19" fmla="*/ 1127 h 2836"/>
              <a:gd name="T20" fmla="*/ 472 w 3355"/>
              <a:gd name="T21" fmla="*/ 2044 h 2836"/>
              <a:gd name="T22" fmla="*/ 472 w 3355"/>
              <a:gd name="T23" fmla="*/ 2044 h 2836"/>
              <a:gd name="T24" fmla="*/ 147 w 3355"/>
              <a:gd name="T25" fmla="*/ 2835 h 2836"/>
              <a:gd name="T26" fmla="*/ 147 w 3355"/>
              <a:gd name="T27" fmla="*/ 2835 h 2836"/>
              <a:gd name="T28" fmla="*/ 476 w 3355"/>
              <a:gd name="T29" fmla="*/ 2774 h 2836"/>
              <a:gd name="T30" fmla="*/ 476 w 3355"/>
              <a:gd name="T31" fmla="*/ 2774 h 2836"/>
              <a:gd name="T32" fmla="*/ 1517 w 3355"/>
              <a:gd name="T33" fmla="*/ 2417 h 2836"/>
              <a:gd name="T34" fmla="*/ 1517 w 3355"/>
              <a:gd name="T35" fmla="*/ 2417 h 2836"/>
              <a:gd name="T36" fmla="*/ 2285 w 3355"/>
              <a:gd name="T37" fmla="*/ 1977 h 2836"/>
              <a:gd name="T38" fmla="*/ 2285 w 3355"/>
              <a:gd name="T39" fmla="*/ 1977 h 2836"/>
              <a:gd name="T40" fmla="*/ 3096 w 3355"/>
              <a:gd name="T41" fmla="*/ 1282 h 2836"/>
              <a:gd name="T42" fmla="*/ 3096 w 3355"/>
              <a:gd name="T43" fmla="*/ 1282 h 2836"/>
              <a:gd name="T44" fmla="*/ 3354 w 3355"/>
              <a:gd name="T45" fmla="*/ 985 h 2836"/>
              <a:gd name="T46" fmla="*/ 3354 w 3355"/>
              <a:gd name="T47" fmla="*/ 985 h 2836"/>
              <a:gd name="T48" fmla="*/ 3070 w 3355"/>
              <a:gd name="T49" fmla="*/ 1021 h 28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355" h="2836">
                <a:moveTo>
                  <a:pt x="3070" y="1021"/>
                </a:moveTo>
                <a:lnTo>
                  <a:pt x="3070" y="1021"/>
                </a:lnTo>
                <a:cubicBezTo>
                  <a:pt x="2483" y="1021"/>
                  <a:pt x="2002" y="572"/>
                  <a:pt x="1949" y="0"/>
                </a:cubicBezTo>
                <a:lnTo>
                  <a:pt x="1949" y="0"/>
                </a:lnTo>
                <a:cubicBezTo>
                  <a:pt x="1796" y="170"/>
                  <a:pt x="1630" y="329"/>
                  <a:pt x="1453" y="474"/>
                </a:cubicBezTo>
                <a:lnTo>
                  <a:pt x="1453" y="474"/>
                </a:lnTo>
                <a:cubicBezTo>
                  <a:pt x="1213" y="650"/>
                  <a:pt x="956" y="800"/>
                  <a:pt x="685" y="923"/>
                </a:cubicBezTo>
                <a:lnTo>
                  <a:pt x="685" y="923"/>
                </a:lnTo>
                <a:cubicBezTo>
                  <a:pt x="463" y="1009"/>
                  <a:pt x="234" y="1078"/>
                  <a:pt x="0" y="1127"/>
                </a:cubicBezTo>
                <a:lnTo>
                  <a:pt x="0" y="1127"/>
                </a:lnTo>
                <a:cubicBezTo>
                  <a:pt x="286" y="1331"/>
                  <a:pt x="472" y="1665"/>
                  <a:pt x="472" y="2044"/>
                </a:cubicBezTo>
                <a:lnTo>
                  <a:pt x="472" y="2044"/>
                </a:lnTo>
                <a:cubicBezTo>
                  <a:pt x="472" y="2352"/>
                  <a:pt x="348" y="2631"/>
                  <a:pt x="147" y="2835"/>
                </a:cubicBezTo>
                <a:lnTo>
                  <a:pt x="147" y="2835"/>
                </a:lnTo>
                <a:cubicBezTo>
                  <a:pt x="257" y="2818"/>
                  <a:pt x="367" y="2797"/>
                  <a:pt x="476" y="2774"/>
                </a:cubicBezTo>
                <a:lnTo>
                  <a:pt x="476" y="2774"/>
                </a:lnTo>
                <a:cubicBezTo>
                  <a:pt x="837" y="2697"/>
                  <a:pt x="1179" y="2566"/>
                  <a:pt x="1517" y="2417"/>
                </a:cubicBezTo>
                <a:lnTo>
                  <a:pt x="1517" y="2417"/>
                </a:lnTo>
                <a:cubicBezTo>
                  <a:pt x="1787" y="2297"/>
                  <a:pt x="2045" y="2149"/>
                  <a:pt x="2285" y="1977"/>
                </a:cubicBezTo>
                <a:lnTo>
                  <a:pt x="2285" y="1977"/>
                </a:lnTo>
                <a:cubicBezTo>
                  <a:pt x="2574" y="1768"/>
                  <a:pt x="2852" y="1543"/>
                  <a:pt x="3096" y="1282"/>
                </a:cubicBezTo>
                <a:lnTo>
                  <a:pt x="3096" y="1282"/>
                </a:lnTo>
                <a:cubicBezTo>
                  <a:pt x="3186" y="1186"/>
                  <a:pt x="3271" y="1087"/>
                  <a:pt x="3354" y="985"/>
                </a:cubicBezTo>
                <a:lnTo>
                  <a:pt x="3354" y="985"/>
                </a:lnTo>
                <a:cubicBezTo>
                  <a:pt x="3263" y="1008"/>
                  <a:pt x="3168" y="1021"/>
                  <a:pt x="3070" y="1021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0" name="Freeform 6">
            <a:extLst>
              <a:ext uri="{FF2B5EF4-FFF2-40B4-BE49-F238E27FC236}">
                <a16:creationId xmlns:a16="http://schemas.microsoft.com/office/drawing/2014/main" id="{E7ED2D4B-9341-4D0F-91DA-758E210ED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5638" y="6620569"/>
            <a:ext cx="1699292" cy="3139571"/>
          </a:xfrm>
          <a:custGeom>
            <a:avLst/>
            <a:gdLst>
              <a:gd name="T0" fmla="*/ 1880 w 1911"/>
              <a:gd name="T1" fmla="*/ 1266 h 3528"/>
              <a:gd name="T2" fmla="*/ 1880 w 1911"/>
              <a:gd name="T3" fmla="*/ 1266 h 3528"/>
              <a:gd name="T4" fmla="*/ 1681 w 1911"/>
              <a:gd name="T5" fmla="*/ 186 h 3528"/>
              <a:gd name="T6" fmla="*/ 1681 w 1911"/>
              <a:gd name="T7" fmla="*/ 186 h 3528"/>
              <a:gd name="T8" fmla="*/ 1620 w 1911"/>
              <a:gd name="T9" fmla="*/ 0 h 3528"/>
              <a:gd name="T10" fmla="*/ 1620 w 1911"/>
              <a:gd name="T11" fmla="*/ 0 h 3528"/>
              <a:gd name="T12" fmla="*/ 556 w 1911"/>
              <a:gd name="T13" fmla="*/ 754 h 3528"/>
              <a:gd name="T14" fmla="*/ 556 w 1911"/>
              <a:gd name="T15" fmla="*/ 754 h 3528"/>
              <a:gd name="T16" fmla="*/ 22 w 1911"/>
              <a:gd name="T17" fmla="*/ 619 h 3528"/>
              <a:gd name="T18" fmla="*/ 22 w 1911"/>
              <a:gd name="T19" fmla="*/ 619 h 3528"/>
              <a:gd name="T20" fmla="*/ 162 w 1911"/>
              <a:gd name="T21" fmla="*/ 1210 h 3528"/>
              <a:gd name="T22" fmla="*/ 162 w 1911"/>
              <a:gd name="T23" fmla="*/ 1210 h 3528"/>
              <a:gd name="T24" fmla="*/ 162 w 1911"/>
              <a:gd name="T25" fmla="*/ 2139 h 3528"/>
              <a:gd name="T26" fmla="*/ 162 w 1911"/>
              <a:gd name="T27" fmla="*/ 2139 h 3528"/>
              <a:gd name="T28" fmla="*/ 0 w 1911"/>
              <a:gd name="T29" fmla="*/ 2801 h 3528"/>
              <a:gd name="T30" fmla="*/ 0 w 1911"/>
              <a:gd name="T31" fmla="*/ 2801 h 3528"/>
              <a:gd name="T32" fmla="*/ 468 w 1911"/>
              <a:gd name="T33" fmla="*/ 2698 h 3528"/>
              <a:gd name="T34" fmla="*/ 468 w 1911"/>
              <a:gd name="T35" fmla="*/ 2698 h 3528"/>
              <a:gd name="T36" fmla="*/ 1554 w 1911"/>
              <a:gd name="T37" fmla="*/ 3527 h 3528"/>
              <a:gd name="T38" fmla="*/ 1554 w 1911"/>
              <a:gd name="T39" fmla="*/ 3527 h 3528"/>
              <a:gd name="T40" fmla="*/ 1648 w 1911"/>
              <a:gd name="T41" fmla="*/ 3269 h 3528"/>
              <a:gd name="T42" fmla="*/ 1648 w 1911"/>
              <a:gd name="T43" fmla="*/ 3269 h 3528"/>
              <a:gd name="T44" fmla="*/ 1869 w 1911"/>
              <a:gd name="T45" fmla="*/ 2196 h 3528"/>
              <a:gd name="T46" fmla="*/ 1869 w 1911"/>
              <a:gd name="T47" fmla="*/ 2196 h 3528"/>
              <a:gd name="T48" fmla="*/ 1880 w 1911"/>
              <a:gd name="T49" fmla="*/ 1266 h 3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911" h="3528">
                <a:moveTo>
                  <a:pt x="1880" y="1266"/>
                </a:moveTo>
                <a:lnTo>
                  <a:pt x="1880" y="1266"/>
                </a:lnTo>
                <a:cubicBezTo>
                  <a:pt x="1846" y="901"/>
                  <a:pt x="1789" y="536"/>
                  <a:pt x="1681" y="186"/>
                </a:cubicBezTo>
                <a:lnTo>
                  <a:pt x="1681" y="186"/>
                </a:lnTo>
                <a:cubicBezTo>
                  <a:pt x="1662" y="124"/>
                  <a:pt x="1642" y="61"/>
                  <a:pt x="1620" y="0"/>
                </a:cubicBezTo>
                <a:lnTo>
                  <a:pt x="1620" y="0"/>
                </a:lnTo>
                <a:cubicBezTo>
                  <a:pt x="1466" y="438"/>
                  <a:pt x="1048" y="754"/>
                  <a:pt x="556" y="754"/>
                </a:cubicBezTo>
                <a:lnTo>
                  <a:pt x="556" y="754"/>
                </a:lnTo>
                <a:cubicBezTo>
                  <a:pt x="363" y="754"/>
                  <a:pt x="181" y="705"/>
                  <a:pt x="22" y="619"/>
                </a:cubicBezTo>
                <a:lnTo>
                  <a:pt x="22" y="619"/>
                </a:lnTo>
                <a:cubicBezTo>
                  <a:pt x="83" y="813"/>
                  <a:pt x="130" y="1010"/>
                  <a:pt x="162" y="1210"/>
                </a:cubicBezTo>
                <a:lnTo>
                  <a:pt x="162" y="1210"/>
                </a:lnTo>
                <a:cubicBezTo>
                  <a:pt x="195" y="1519"/>
                  <a:pt x="195" y="1830"/>
                  <a:pt x="162" y="2139"/>
                </a:cubicBezTo>
                <a:lnTo>
                  <a:pt x="162" y="2139"/>
                </a:lnTo>
                <a:cubicBezTo>
                  <a:pt x="125" y="2363"/>
                  <a:pt x="72" y="2584"/>
                  <a:pt x="0" y="2801"/>
                </a:cubicBezTo>
                <a:lnTo>
                  <a:pt x="0" y="2801"/>
                </a:lnTo>
                <a:cubicBezTo>
                  <a:pt x="143" y="2735"/>
                  <a:pt x="301" y="2698"/>
                  <a:pt x="468" y="2698"/>
                </a:cubicBezTo>
                <a:lnTo>
                  <a:pt x="468" y="2698"/>
                </a:lnTo>
                <a:cubicBezTo>
                  <a:pt x="987" y="2698"/>
                  <a:pt x="1423" y="3049"/>
                  <a:pt x="1554" y="3527"/>
                </a:cubicBezTo>
                <a:lnTo>
                  <a:pt x="1554" y="3527"/>
                </a:lnTo>
                <a:cubicBezTo>
                  <a:pt x="1588" y="3441"/>
                  <a:pt x="1619" y="3356"/>
                  <a:pt x="1648" y="3269"/>
                </a:cubicBezTo>
                <a:lnTo>
                  <a:pt x="1648" y="3269"/>
                </a:lnTo>
                <a:cubicBezTo>
                  <a:pt x="1764" y="2919"/>
                  <a:pt x="1824" y="2561"/>
                  <a:pt x="1869" y="2196"/>
                </a:cubicBezTo>
                <a:lnTo>
                  <a:pt x="1869" y="2196"/>
                </a:lnTo>
                <a:cubicBezTo>
                  <a:pt x="1906" y="1887"/>
                  <a:pt x="1910" y="1576"/>
                  <a:pt x="1880" y="1266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1" name="Freeform 7">
            <a:extLst>
              <a:ext uri="{FF2B5EF4-FFF2-40B4-BE49-F238E27FC236}">
                <a16:creationId xmlns:a16="http://schemas.microsoft.com/office/drawing/2014/main" id="{B306193C-073A-4B79-AC8A-6909A7E37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0205" y="3579111"/>
            <a:ext cx="3057156" cy="2617616"/>
          </a:xfrm>
          <a:custGeom>
            <a:avLst/>
            <a:gdLst>
              <a:gd name="T0" fmla="*/ 3158 w 3435"/>
              <a:gd name="T1" fmla="*/ 1919 h 2940"/>
              <a:gd name="T2" fmla="*/ 3158 w 3435"/>
              <a:gd name="T3" fmla="*/ 1919 h 2940"/>
              <a:gd name="T4" fmla="*/ 3434 w 3435"/>
              <a:gd name="T5" fmla="*/ 1953 h 2940"/>
              <a:gd name="T6" fmla="*/ 3434 w 3435"/>
              <a:gd name="T7" fmla="*/ 1953 h 2940"/>
              <a:gd name="T8" fmla="*/ 589 w 3435"/>
              <a:gd name="T9" fmla="*/ 88 h 2940"/>
              <a:gd name="T10" fmla="*/ 589 w 3435"/>
              <a:gd name="T11" fmla="*/ 88 h 2940"/>
              <a:gd name="T12" fmla="*/ 146 w 3435"/>
              <a:gd name="T13" fmla="*/ 0 h 2940"/>
              <a:gd name="T14" fmla="*/ 146 w 3435"/>
              <a:gd name="T15" fmla="*/ 0 h 2940"/>
              <a:gd name="T16" fmla="*/ 472 w 3435"/>
              <a:gd name="T17" fmla="*/ 792 h 2940"/>
              <a:gd name="T18" fmla="*/ 472 w 3435"/>
              <a:gd name="T19" fmla="*/ 792 h 2940"/>
              <a:gd name="T20" fmla="*/ 0 w 3435"/>
              <a:gd name="T21" fmla="*/ 1709 h 2940"/>
              <a:gd name="T22" fmla="*/ 0 w 3435"/>
              <a:gd name="T23" fmla="*/ 1709 h 2940"/>
              <a:gd name="T24" fmla="*/ 685 w 3435"/>
              <a:gd name="T25" fmla="*/ 1913 h 2940"/>
              <a:gd name="T26" fmla="*/ 685 w 3435"/>
              <a:gd name="T27" fmla="*/ 1913 h 2940"/>
              <a:gd name="T28" fmla="*/ 1453 w 3435"/>
              <a:gd name="T29" fmla="*/ 2362 h 2940"/>
              <a:gd name="T30" fmla="*/ 1453 w 3435"/>
              <a:gd name="T31" fmla="*/ 2362 h 2940"/>
              <a:gd name="T32" fmla="*/ 2037 w 3435"/>
              <a:gd name="T33" fmla="*/ 2939 h 2940"/>
              <a:gd name="T34" fmla="*/ 2037 w 3435"/>
              <a:gd name="T35" fmla="*/ 2939 h 2940"/>
              <a:gd name="T36" fmla="*/ 3158 w 3435"/>
              <a:gd name="T37" fmla="*/ 1919 h 2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435" h="2940">
                <a:moveTo>
                  <a:pt x="3158" y="1919"/>
                </a:moveTo>
                <a:lnTo>
                  <a:pt x="3158" y="1919"/>
                </a:lnTo>
                <a:cubicBezTo>
                  <a:pt x="3253" y="1919"/>
                  <a:pt x="3346" y="1931"/>
                  <a:pt x="3434" y="1953"/>
                </a:cubicBezTo>
                <a:lnTo>
                  <a:pt x="3434" y="1953"/>
                </a:lnTo>
                <a:cubicBezTo>
                  <a:pt x="2727" y="1039"/>
                  <a:pt x="1716" y="360"/>
                  <a:pt x="589" y="88"/>
                </a:cubicBezTo>
                <a:lnTo>
                  <a:pt x="589" y="88"/>
                </a:lnTo>
                <a:cubicBezTo>
                  <a:pt x="443" y="53"/>
                  <a:pt x="295" y="23"/>
                  <a:pt x="146" y="0"/>
                </a:cubicBezTo>
                <a:lnTo>
                  <a:pt x="146" y="0"/>
                </a:lnTo>
                <a:cubicBezTo>
                  <a:pt x="347" y="203"/>
                  <a:pt x="472" y="483"/>
                  <a:pt x="472" y="792"/>
                </a:cubicBezTo>
                <a:lnTo>
                  <a:pt x="472" y="792"/>
                </a:lnTo>
                <a:cubicBezTo>
                  <a:pt x="472" y="1171"/>
                  <a:pt x="286" y="1505"/>
                  <a:pt x="0" y="1709"/>
                </a:cubicBezTo>
                <a:lnTo>
                  <a:pt x="0" y="1709"/>
                </a:lnTo>
                <a:cubicBezTo>
                  <a:pt x="234" y="1758"/>
                  <a:pt x="463" y="1827"/>
                  <a:pt x="685" y="1913"/>
                </a:cubicBezTo>
                <a:lnTo>
                  <a:pt x="685" y="1913"/>
                </a:lnTo>
                <a:cubicBezTo>
                  <a:pt x="956" y="2037"/>
                  <a:pt x="1213" y="2186"/>
                  <a:pt x="1453" y="2362"/>
                </a:cubicBezTo>
                <a:lnTo>
                  <a:pt x="1453" y="2362"/>
                </a:lnTo>
                <a:cubicBezTo>
                  <a:pt x="1665" y="2535"/>
                  <a:pt x="1860" y="2728"/>
                  <a:pt x="2037" y="2939"/>
                </a:cubicBezTo>
                <a:lnTo>
                  <a:pt x="2037" y="2939"/>
                </a:lnTo>
                <a:cubicBezTo>
                  <a:pt x="2091" y="2367"/>
                  <a:pt x="2572" y="1919"/>
                  <a:pt x="3158" y="1919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3DD6E62A-10A4-4F53-BC58-C7B351DE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9580" y="3873445"/>
            <a:ext cx="1058716" cy="803629"/>
          </a:xfrm>
          <a:custGeom>
            <a:avLst/>
            <a:gdLst>
              <a:gd name="connsiteX0" fmla="*/ 841817 w 1058716"/>
              <a:gd name="connsiteY0" fmla="*/ 465503 h 803629"/>
              <a:gd name="connsiteX1" fmla="*/ 822261 w 1058716"/>
              <a:gd name="connsiteY1" fmla="*/ 471715 h 803629"/>
              <a:gd name="connsiteX2" fmla="*/ 822261 w 1058716"/>
              <a:gd name="connsiteY2" fmla="*/ 745056 h 803629"/>
              <a:gd name="connsiteX3" fmla="*/ 1000047 w 1058716"/>
              <a:gd name="connsiteY3" fmla="*/ 745056 h 803629"/>
              <a:gd name="connsiteX4" fmla="*/ 1000047 w 1058716"/>
              <a:gd name="connsiteY4" fmla="*/ 471715 h 803629"/>
              <a:gd name="connsiteX5" fmla="*/ 980490 w 1058716"/>
              <a:gd name="connsiteY5" fmla="*/ 465503 h 803629"/>
              <a:gd name="connsiteX6" fmla="*/ 312904 w 1058716"/>
              <a:gd name="connsiteY6" fmla="*/ 435329 h 803629"/>
              <a:gd name="connsiteX7" fmla="*/ 292458 w 1058716"/>
              <a:gd name="connsiteY7" fmla="*/ 459290 h 803629"/>
              <a:gd name="connsiteX8" fmla="*/ 292458 w 1058716"/>
              <a:gd name="connsiteY8" fmla="*/ 745056 h 803629"/>
              <a:gd name="connsiteX9" fmla="*/ 472022 w 1058716"/>
              <a:gd name="connsiteY9" fmla="*/ 745056 h 803629"/>
              <a:gd name="connsiteX10" fmla="*/ 472022 w 1058716"/>
              <a:gd name="connsiteY10" fmla="*/ 459290 h 803629"/>
              <a:gd name="connsiteX11" fmla="*/ 451577 w 1058716"/>
              <a:gd name="connsiteY11" fmla="*/ 435329 h 803629"/>
              <a:gd name="connsiteX12" fmla="*/ 911520 w 1058716"/>
              <a:gd name="connsiteY12" fmla="*/ 313313 h 803629"/>
              <a:gd name="connsiteX13" fmla="*/ 882163 w 1058716"/>
              <a:gd name="connsiteY13" fmla="*/ 342603 h 803629"/>
              <a:gd name="connsiteX14" fmla="*/ 911520 w 1058716"/>
              <a:gd name="connsiteY14" fmla="*/ 372781 h 803629"/>
              <a:gd name="connsiteX15" fmla="*/ 941766 w 1058716"/>
              <a:gd name="connsiteY15" fmla="*/ 342603 h 803629"/>
              <a:gd name="connsiteX16" fmla="*/ 911520 w 1058716"/>
              <a:gd name="connsiteY16" fmla="*/ 313313 h 803629"/>
              <a:gd name="connsiteX17" fmla="*/ 576916 w 1058716"/>
              <a:gd name="connsiteY17" fmla="*/ 288896 h 803629"/>
              <a:gd name="connsiteX18" fmla="*/ 556470 w 1058716"/>
              <a:gd name="connsiteY18" fmla="*/ 305758 h 803629"/>
              <a:gd name="connsiteX19" fmla="*/ 556470 w 1058716"/>
              <a:gd name="connsiteY19" fmla="*/ 745056 h 803629"/>
              <a:gd name="connsiteX20" fmla="*/ 735145 w 1058716"/>
              <a:gd name="connsiteY20" fmla="*/ 745056 h 803629"/>
              <a:gd name="connsiteX21" fmla="*/ 735145 w 1058716"/>
              <a:gd name="connsiteY21" fmla="*/ 305758 h 803629"/>
              <a:gd name="connsiteX22" fmla="*/ 715589 w 1058716"/>
              <a:gd name="connsiteY22" fmla="*/ 288896 h 803629"/>
              <a:gd name="connsiteX23" fmla="*/ 381320 w 1058716"/>
              <a:gd name="connsiteY23" fmla="*/ 261834 h 803629"/>
              <a:gd name="connsiteX24" fmla="*/ 351963 w 1058716"/>
              <a:gd name="connsiteY24" fmla="*/ 292011 h 803629"/>
              <a:gd name="connsiteX25" fmla="*/ 381320 w 1058716"/>
              <a:gd name="connsiteY25" fmla="*/ 321301 h 803629"/>
              <a:gd name="connsiteX26" fmla="*/ 411566 w 1058716"/>
              <a:gd name="connsiteY26" fmla="*/ 292011 h 803629"/>
              <a:gd name="connsiteX27" fmla="*/ 381320 w 1058716"/>
              <a:gd name="connsiteY27" fmla="*/ 261834 h 803629"/>
              <a:gd name="connsiteX28" fmla="*/ 74670 w 1058716"/>
              <a:gd name="connsiteY28" fmla="*/ 226773 h 803629"/>
              <a:gd name="connsiteX29" fmla="*/ 57780 w 1058716"/>
              <a:gd name="connsiteY29" fmla="*/ 247185 h 803629"/>
              <a:gd name="connsiteX30" fmla="*/ 57780 w 1058716"/>
              <a:gd name="connsiteY30" fmla="*/ 745056 h 803629"/>
              <a:gd name="connsiteX31" fmla="*/ 223122 w 1058716"/>
              <a:gd name="connsiteY31" fmla="*/ 745056 h 803629"/>
              <a:gd name="connsiteX32" fmla="*/ 223122 w 1058716"/>
              <a:gd name="connsiteY32" fmla="*/ 247185 h 803629"/>
              <a:gd name="connsiteX33" fmla="*/ 205343 w 1058716"/>
              <a:gd name="connsiteY33" fmla="*/ 226773 h 803629"/>
              <a:gd name="connsiteX34" fmla="*/ 74670 w 1058716"/>
              <a:gd name="connsiteY34" fmla="*/ 200149 h 803629"/>
              <a:gd name="connsiteX35" fmla="*/ 205343 w 1058716"/>
              <a:gd name="connsiteY35" fmla="*/ 200149 h 803629"/>
              <a:gd name="connsiteX36" fmla="*/ 250678 w 1058716"/>
              <a:gd name="connsiteY36" fmla="*/ 247185 h 803629"/>
              <a:gd name="connsiteX37" fmla="*/ 250678 w 1058716"/>
              <a:gd name="connsiteY37" fmla="*/ 745056 h 803629"/>
              <a:gd name="connsiteX38" fmla="*/ 264901 w 1058716"/>
              <a:gd name="connsiteY38" fmla="*/ 745056 h 803629"/>
              <a:gd name="connsiteX39" fmla="*/ 264901 w 1058716"/>
              <a:gd name="connsiteY39" fmla="*/ 459290 h 803629"/>
              <a:gd name="connsiteX40" fmla="*/ 312904 w 1058716"/>
              <a:gd name="connsiteY40" fmla="*/ 407817 h 803629"/>
              <a:gd name="connsiteX41" fmla="*/ 451577 w 1058716"/>
              <a:gd name="connsiteY41" fmla="*/ 407817 h 803629"/>
              <a:gd name="connsiteX42" fmla="*/ 498690 w 1058716"/>
              <a:gd name="connsiteY42" fmla="*/ 459290 h 803629"/>
              <a:gd name="connsiteX43" fmla="*/ 498690 w 1058716"/>
              <a:gd name="connsiteY43" fmla="*/ 745056 h 803629"/>
              <a:gd name="connsiteX44" fmla="*/ 530691 w 1058716"/>
              <a:gd name="connsiteY44" fmla="*/ 745056 h 803629"/>
              <a:gd name="connsiteX45" fmla="*/ 530691 w 1058716"/>
              <a:gd name="connsiteY45" fmla="*/ 305758 h 803629"/>
              <a:gd name="connsiteX46" fmla="*/ 576916 w 1058716"/>
              <a:gd name="connsiteY46" fmla="*/ 260497 h 803629"/>
              <a:gd name="connsiteX47" fmla="*/ 715589 w 1058716"/>
              <a:gd name="connsiteY47" fmla="*/ 260497 h 803629"/>
              <a:gd name="connsiteX48" fmla="*/ 762702 w 1058716"/>
              <a:gd name="connsiteY48" fmla="*/ 305758 h 803629"/>
              <a:gd name="connsiteX49" fmla="*/ 762702 w 1058716"/>
              <a:gd name="connsiteY49" fmla="*/ 745056 h 803629"/>
              <a:gd name="connsiteX50" fmla="*/ 793815 w 1058716"/>
              <a:gd name="connsiteY50" fmla="*/ 745056 h 803629"/>
              <a:gd name="connsiteX51" fmla="*/ 793815 w 1058716"/>
              <a:gd name="connsiteY51" fmla="*/ 471715 h 803629"/>
              <a:gd name="connsiteX52" fmla="*/ 841817 w 1058716"/>
              <a:gd name="connsiteY52" fmla="*/ 437104 h 803629"/>
              <a:gd name="connsiteX53" fmla="*/ 980490 w 1058716"/>
              <a:gd name="connsiteY53" fmla="*/ 437104 h 803629"/>
              <a:gd name="connsiteX54" fmla="*/ 1027604 w 1058716"/>
              <a:gd name="connsiteY54" fmla="*/ 471715 h 803629"/>
              <a:gd name="connsiteX55" fmla="*/ 1027604 w 1058716"/>
              <a:gd name="connsiteY55" fmla="*/ 745056 h 803629"/>
              <a:gd name="connsiteX56" fmla="*/ 1032048 w 1058716"/>
              <a:gd name="connsiteY56" fmla="*/ 745056 h 803629"/>
              <a:gd name="connsiteX57" fmla="*/ 1058716 w 1058716"/>
              <a:gd name="connsiteY57" fmla="*/ 771680 h 803629"/>
              <a:gd name="connsiteX58" fmla="*/ 1058716 w 1058716"/>
              <a:gd name="connsiteY58" fmla="*/ 777005 h 803629"/>
              <a:gd name="connsiteX59" fmla="*/ 1032048 w 1058716"/>
              <a:gd name="connsiteY59" fmla="*/ 803629 h 803629"/>
              <a:gd name="connsiteX60" fmla="*/ 26668 w 1058716"/>
              <a:gd name="connsiteY60" fmla="*/ 803629 h 803629"/>
              <a:gd name="connsiteX61" fmla="*/ 0 w 1058716"/>
              <a:gd name="connsiteY61" fmla="*/ 777005 h 803629"/>
              <a:gd name="connsiteX62" fmla="*/ 0 w 1058716"/>
              <a:gd name="connsiteY62" fmla="*/ 771680 h 803629"/>
              <a:gd name="connsiteX63" fmla="*/ 26668 w 1058716"/>
              <a:gd name="connsiteY63" fmla="*/ 745056 h 803629"/>
              <a:gd name="connsiteX64" fmla="*/ 30224 w 1058716"/>
              <a:gd name="connsiteY64" fmla="*/ 745056 h 803629"/>
              <a:gd name="connsiteX65" fmla="*/ 30224 w 1058716"/>
              <a:gd name="connsiteY65" fmla="*/ 247185 h 803629"/>
              <a:gd name="connsiteX66" fmla="*/ 74670 w 1058716"/>
              <a:gd name="connsiteY66" fmla="*/ 200149 h 803629"/>
              <a:gd name="connsiteX67" fmla="*/ 646420 w 1058716"/>
              <a:gd name="connsiteY67" fmla="*/ 56804 h 803629"/>
              <a:gd name="connsiteX68" fmla="*/ 617063 w 1058716"/>
              <a:gd name="connsiteY68" fmla="*/ 86982 h 803629"/>
              <a:gd name="connsiteX69" fmla="*/ 646420 w 1058716"/>
              <a:gd name="connsiteY69" fmla="*/ 116272 h 803629"/>
              <a:gd name="connsiteX70" fmla="*/ 676666 w 1058716"/>
              <a:gd name="connsiteY70" fmla="*/ 86982 h 803629"/>
              <a:gd name="connsiteX71" fmla="*/ 646420 w 1058716"/>
              <a:gd name="connsiteY71" fmla="*/ 56804 h 803629"/>
              <a:gd name="connsiteX72" fmla="*/ 140239 w 1058716"/>
              <a:gd name="connsiteY72" fmla="*/ 27515 h 803629"/>
              <a:gd name="connsiteX73" fmla="*/ 110882 w 1058716"/>
              <a:gd name="connsiteY73" fmla="*/ 56804 h 803629"/>
              <a:gd name="connsiteX74" fmla="*/ 140239 w 1058716"/>
              <a:gd name="connsiteY74" fmla="*/ 86982 h 803629"/>
              <a:gd name="connsiteX75" fmla="*/ 170485 w 1058716"/>
              <a:gd name="connsiteY75" fmla="*/ 56804 h 803629"/>
              <a:gd name="connsiteX76" fmla="*/ 140239 w 1058716"/>
              <a:gd name="connsiteY76" fmla="*/ 27515 h 803629"/>
              <a:gd name="connsiteX77" fmla="*/ 140239 w 1058716"/>
              <a:gd name="connsiteY77" fmla="*/ 0 h 803629"/>
              <a:gd name="connsiteX78" fmla="*/ 197173 w 1058716"/>
              <a:gd name="connsiteY78" fmla="*/ 56804 h 803629"/>
              <a:gd name="connsiteX79" fmla="*/ 190056 w 1058716"/>
              <a:gd name="connsiteY79" fmla="*/ 86094 h 803629"/>
              <a:gd name="connsiteX80" fmla="*/ 351074 w 1058716"/>
              <a:gd name="connsiteY80" fmla="*/ 243195 h 803629"/>
              <a:gd name="connsiteX81" fmla="*/ 381320 w 1058716"/>
              <a:gd name="connsiteY81" fmla="*/ 235207 h 803629"/>
              <a:gd name="connsiteX82" fmla="*/ 417793 w 1058716"/>
              <a:gd name="connsiteY82" fmla="*/ 247633 h 803629"/>
              <a:gd name="connsiteX83" fmla="*/ 593934 w 1058716"/>
              <a:gd name="connsiteY83" fmla="*/ 110059 h 803629"/>
              <a:gd name="connsiteX84" fmla="*/ 589486 w 1058716"/>
              <a:gd name="connsiteY84" fmla="*/ 86982 h 803629"/>
              <a:gd name="connsiteX85" fmla="*/ 646420 w 1058716"/>
              <a:gd name="connsiteY85" fmla="*/ 30177 h 803629"/>
              <a:gd name="connsiteX86" fmla="*/ 704244 w 1058716"/>
              <a:gd name="connsiteY86" fmla="*/ 86982 h 803629"/>
              <a:gd name="connsiteX87" fmla="*/ 698906 w 1058716"/>
              <a:gd name="connsiteY87" fmla="*/ 110946 h 803629"/>
              <a:gd name="connsiteX88" fmla="*/ 877715 w 1058716"/>
              <a:gd name="connsiteY88" fmla="*/ 297337 h 803629"/>
              <a:gd name="connsiteX89" fmla="*/ 911520 w 1058716"/>
              <a:gd name="connsiteY89" fmla="*/ 285798 h 803629"/>
              <a:gd name="connsiteX90" fmla="*/ 968454 w 1058716"/>
              <a:gd name="connsiteY90" fmla="*/ 342603 h 803629"/>
              <a:gd name="connsiteX91" fmla="*/ 911520 w 1058716"/>
              <a:gd name="connsiteY91" fmla="*/ 399408 h 803629"/>
              <a:gd name="connsiteX92" fmla="*/ 854586 w 1058716"/>
              <a:gd name="connsiteY92" fmla="*/ 342603 h 803629"/>
              <a:gd name="connsiteX93" fmla="*/ 859924 w 1058716"/>
              <a:gd name="connsiteY93" fmla="*/ 319526 h 803629"/>
              <a:gd name="connsiteX94" fmla="*/ 681114 w 1058716"/>
              <a:gd name="connsiteY94" fmla="*/ 132248 h 803629"/>
              <a:gd name="connsiteX95" fmla="*/ 646420 w 1058716"/>
              <a:gd name="connsiteY95" fmla="*/ 143787 h 803629"/>
              <a:gd name="connsiteX96" fmla="*/ 610836 w 1058716"/>
              <a:gd name="connsiteY96" fmla="*/ 131361 h 803629"/>
              <a:gd name="connsiteX97" fmla="*/ 434696 w 1058716"/>
              <a:gd name="connsiteY97" fmla="*/ 269822 h 803629"/>
              <a:gd name="connsiteX98" fmla="*/ 439144 w 1058716"/>
              <a:gd name="connsiteY98" fmla="*/ 292011 h 803629"/>
              <a:gd name="connsiteX99" fmla="*/ 381320 w 1058716"/>
              <a:gd name="connsiteY99" fmla="*/ 348816 h 803629"/>
              <a:gd name="connsiteX100" fmla="*/ 323496 w 1058716"/>
              <a:gd name="connsiteY100" fmla="*/ 292011 h 803629"/>
              <a:gd name="connsiteX101" fmla="*/ 332392 w 1058716"/>
              <a:gd name="connsiteY101" fmla="*/ 262721 h 803629"/>
              <a:gd name="connsiteX102" fmla="*/ 170485 w 1058716"/>
              <a:gd name="connsiteY102" fmla="*/ 105621 h 803629"/>
              <a:gd name="connsiteX103" fmla="*/ 140239 w 1058716"/>
              <a:gd name="connsiteY103" fmla="*/ 115384 h 803629"/>
              <a:gd name="connsiteX104" fmla="*/ 82415 w 1058716"/>
              <a:gd name="connsiteY104" fmla="*/ 56804 h 803629"/>
              <a:gd name="connsiteX105" fmla="*/ 140239 w 1058716"/>
              <a:gd name="connsiteY105" fmla="*/ 0 h 80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058716" h="803629">
                <a:moveTo>
                  <a:pt x="841817" y="465503"/>
                </a:moveTo>
                <a:cubicBezTo>
                  <a:pt x="830261" y="465503"/>
                  <a:pt x="822261" y="469940"/>
                  <a:pt x="822261" y="471715"/>
                </a:cubicBezTo>
                <a:lnTo>
                  <a:pt x="822261" y="745056"/>
                </a:lnTo>
                <a:lnTo>
                  <a:pt x="1000047" y="745056"/>
                </a:lnTo>
                <a:lnTo>
                  <a:pt x="1000047" y="471715"/>
                </a:lnTo>
                <a:cubicBezTo>
                  <a:pt x="1000047" y="469940"/>
                  <a:pt x="992935" y="465503"/>
                  <a:pt x="980490" y="465503"/>
                </a:cubicBezTo>
                <a:close/>
                <a:moveTo>
                  <a:pt x="312904" y="435329"/>
                </a:moveTo>
                <a:cubicBezTo>
                  <a:pt x="302236" y="435329"/>
                  <a:pt x="292458" y="445978"/>
                  <a:pt x="292458" y="459290"/>
                </a:cubicBezTo>
                <a:lnTo>
                  <a:pt x="292458" y="745056"/>
                </a:lnTo>
                <a:lnTo>
                  <a:pt x="472022" y="745056"/>
                </a:lnTo>
                <a:lnTo>
                  <a:pt x="472022" y="459290"/>
                </a:lnTo>
                <a:cubicBezTo>
                  <a:pt x="472022" y="445978"/>
                  <a:pt x="462244" y="435329"/>
                  <a:pt x="451577" y="435329"/>
                </a:cubicBezTo>
                <a:close/>
                <a:moveTo>
                  <a:pt x="911520" y="313313"/>
                </a:moveTo>
                <a:cubicBezTo>
                  <a:pt x="895507" y="313313"/>
                  <a:pt x="882163" y="326627"/>
                  <a:pt x="882163" y="342603"/>
                </a:cubicBezTo>
                <a:cubicBezTo>
                  <a:pt x="882163" y="359467"/>
                  <a:pt x="895507" y="372781"/>
                  <a:pt x="911520" y="372781"/>
                </a:cubicBezTo>
                <a:cubicBezTo>
                  <a:pt x="927533" y="372781"/>
                  <a:pt x="941766" y="359467"/>
                  <a:pt x="941766" y="342603"/>
                </a:cubicBezTo>
                <a:cubicBezTo>
                  <a:pt x="941766" y="326627"/>
                  <a:pt x="927533" y="313313"/>
                  <a:pt x="911520" y="313313"/>
                </a:cubicBezTo>
                <a:close/>
                <a:moveTo>
                  <a:pt x="576916" y="288896"/>
                </a:moveTo>
                <a:cubicBezTo>
                  <a:pt x="565360" y="288896"/>
                  <a:pt x="556470" y="295996"/>
                  <a:pt x="556470" y="305758"/>
                </a:cubicBezTo>
                <a:lnTo>
                  <a:pt x="556470" y="745056"/>
                </a:lnTo>
                <a:lnTo>
                  <a:pt x="735145" y="745056"/>
                </a:lnTo>
                <a:lnTo>
                  <a:pt x="735145" y="305758"/>
                </a:lnTo>
                <a:cubicBezTo>
                  <a:pt x="735145" y="295996"/>
                  <a:pt x="726256" y="288896"/>
                  <a:pt x="715589" y="288896"/>
                </a:cubicBezTo>
                <a:close/>
                <a:moveTo>
                  <a:pt x="381320" y="261834"/>
                </a:moveTo>
                <a:cubicBezTo>
                  <a:pt x="365307" y="261834"/>
                  <a:pt x="351963" y="275147"/>
                  <a:pt x="351963" y="292011"/>
                </a:cubicBezTo>
                <a:cubicBezTo>
                  <a:pt x="351963" y="307988"/>
                  <a:pt x="365307" y="321301"/>
                  <a:pt x="381320" y="321301"/>
                </a:cubicBezTo>
                <a:cubicBezTo>
                  <a:pt x="398222" y="321301"/>
                  <a:pt x="411566" y="307988"/>
                  <a:pt x="411566" y="292011"/>
                </a:cubicBezTo>
                <a:cubicBezTo>
                  <a:pt x="411566" y="275147"/>
                  <a:pt x="398222" y="261834"/>
                  <a:pt x="381320" y="261834"/>
                </a:cubicBezTo>
                <a:close/>
                <a:moveTo>
                  <a:pt x="74670" y="226773"/>
                </a:moveTo>
                <a:cubicBezTo>
                  <a:pt x="65781" y="226773"/>
                  <a:pt x="57780" y="236535"/>
                  <a:pt x="57780" y="247185"/>
                </a:cubicBezTo>
                <a:lnTo>
                  <a:pt x="57780" y="745056"/>
                </a:lnTo>
                <a:lnTo>
                  <a:pt x="223122" y="745056"/>
                </a:lnTo>
                <a:lnTo>
                  <a:pt x="223122" y="247185"/>
                </a:lnTo>
                <a:cubicBezTo>
                  <a:pt x="223122" y="236535"/>
                  <a:pt x="215121" y="226773"/>
                  <a:pt x="205343" y="226773"/>
                </a:cubicBezTo>
                <a:close/>
                <a:moveTo>
                  <a:pt x="74670" y="200149"/>
                </a:moveTo>
                <a:lnTo>
                  <a:pt x="205343" y="200149"/>
                </a:lnTo>
                <a:cubicBezTo>
                  <a:pt x="230233" y="200149"/>
                  <a:pt x="250678" y="220561"/>
                  <a:pt x="250678" y="247185"/>
                </a:cubicBezTo>
                <a:lnTo>
                  <a:pt x="250678" y="745056"/>
                </a:lnTo>
                <a:lnTo>
                  <a:pt x="264901" y="745056"/>
                </a:lnTo>
                <a:lnTo>
                  <a:pt x="264901" y="459290"/>
                </a:lnTo>
                <a:cubicBezTo>
                  <a:pt x="264901" y="430891"/>
                  <a:pt x="287124" y="407817"/>
                  <a:pt x="312904" y="407817"/>
                </a:cubicBezTo>
                <a:lnTo>
                  <a:pt x="451577" y="407817"/>
                </a:lnTo>
                <a:cubicBezTo>
                  <a:pt x="477356" y="407817"/>
                  <a:pt x="498690" y="430891"/>
                  <a:pt x="498690" y="459290"/>
                </a:cubicBezTo>
                <a:lnTo>
                  <a:pt x="498690" y="745056"/>
                </a:lnTo>
                <a:lnTo>
                  <a:pt x="530691" y="745056"/>
                </a:lnTo>
                <a:lnTo>
                  <a:pt x="530691" y="305758"/>
                </a:lnTo>
                <a:cubicBezTo>
                  <a:pt x="530691" y="280909"/>
                  <a:pt x="550248" y="260497"/>
                  <a:pt x="576916" y="260497"/>
                </a:cubicBezTo>
                <a:lnTo>
                  <a:pt x="715589" y="260497"/>
                </a:lnTo>
                <a:cubicBezTo>
                  <a:pt x="741368" y="260497"/>
                  <a:pt x="762702" y="280909"/>
                  <a:pt x="762702" y="305758"/>
                </a:cubicBezTo>
                <a:lnTo>
                  <a:pt x="762702" y="745056"/>
                </a:lnTo>
                <a:lnTo>
                  <a:pt x="793815" y="745056"/>
                </a:lnTo>
                <a:lnTo>
                  <a:pt x="793815" y="471715"/>
                </a:lnTo>
                <a:cubicBezTo>
                  <a:pt x="793815" y="452191"/>
                  <a:pt x="816038" y="437104"/>
                  <a:pt x="841817" y="437104"/>
                </a:cubicBezTo>
                <a:lnTo>
                  <a:pt x="980490" y="437104"/>
                </a:lnTo>
                <a:cubicBezTo>
                  <a:pt x="1007158" y="437104"/>
                  <a:pt x="1027604" y="452191"/>
                  <a:pt x="1027604" y="471715"/>
                </a:cubicBezTo>
                <a:lnTo>
                  <a:pt x="1027604" y="745056"/>
                </a:lnTo>
                <a:lnTo>
                  <a:pt x="1032048" y="745056"/>
                </a:lnTo>
                <a:cubicBezTo>
                  <a:pt x="1046271" y="745056"/>
                  <a:pt x="1058716" y="756593"/>
                  <a:pt x="1058716" y="771680"/>
                </a:cubicBezTo>
                <a:lnTo>
                  <a:pt x="1058716" y="777005"/>
                </a:lnTo>
                <a:cubicBezTo>
                  <a:pt x="1058716" y="792092"/>
                  <a:pt x="1046271" y="803629"/>
                  <a:pt x="1032048" y="803629"/>
                </a:cubicBezTo>
                <a:lnTo>
                  <a:pt x="26668" y="803629"/>
                </a:lnTo>
                <a:cubicBezTo>
                  <a:pt x="10667" y="803629"/>
                  <a:pt x="0" y="792092"/>
                  <a:pt x="0" y="777005"/>
                </a:cubicBezTo>
                <a:lnTo>
                  <a:pt x="0" y="771680"/>
                </a:lnTo>
                <a:cubicBezTo>
                  <a:pt x="0" y="756593"/>
                  <a:pt x="10667" y="745056"/>
                  <a:pt x="26668" y="745056"/>
                </a:cubicBezTo>
                <a:lnTo>
                  <a:pt x="30224" y="745056"/>
                </a:lnTo>
                <a:lnTo>
                  <a:pt x="30224" y="247185"/>
                </a:lnTo>
                <a:cubicBezTo>
                  <a:pt x="30224" y="220561"/>
                  <a:pt x="49780" y="200149"/>
                  <a:pt x="74670" y="200149"/>
                </a:cubicBezTo>
                <a:close/>
                <a:moveTo>
                  <a:pt x="646420" y="56804"/>
                </a:moveTo>
                <a:cubicBezTo>
                  <a:pt x="629518" y="56804"/>
                  <a:pt x="617063" y="71006"/>
                  <a:pt x="617063" y="86982"/>
                </a:cubicBezTo>
                <a:cubicBezTo>
                  <a:pt x="617063" y="103846"/>
                  <a:pt x="629518" y="116272"/>
                  <a:pt x="646420" y="116272"/>
                </a:cubicBezTo>
                <a:cubicBezTo>
                  <a:pt x="662433" y="116272"/>
                  <a:pt x="676666" y="103846"/>
                  <a:pt x="676666" y="86982"/>
                </a:cubicBezTo>
                <a:cubicBezTo>
                  <a:pt x="676666" y="71006"/>
                  <a:pt x="662433" y="56804"/>
                  <a:pt x="646420" y="56804"/>
                </a:cubicBezTo>
                <a:close/>
                <a:moveTo>
                  <a:pt x="140239" y="27515"/>
                </a:moveTo>
                <a:cubicBezTo>
                  <a:pt x="123336" y="27515"/>
                  <a:pt x="110882" y="40828"/>
                  <a:pt x="110882" y="56804"/>
                </a:cubicBezTo>
                <a:cubicBezTo>
                  <a:pt x="110882" y="73668"/>
                  <a:pt x="123336" y="86982"/>
                  <a:pt x="140239" y="86982"/>
                </a:cubicBezTo>
                <a:cubicBezTo>
                  <a:pt x="156252" y="86982"/>
                  <a:pt x="170485" y="73668"/>
                  <a:pt x="170485" y="56804"/>
                </a:cubicBezTo>
                <a:cubicBezTo>
                  <a:pt x="170485" y="40828"/>
                  <a:pt x="156252" y="27515"/>
                  <a:pt x="140239" y="27515"/>
                </a:cubicBezTo>
                <a:close/>
                <a:moveTo>
                  <a:pt x="140239" y="0"/>
                </a:moveTo>
                <a:cubicBezTo>
                  <a:pt x="171375" y="0"/>
                  <a:pt x="197173" y="25739"/>
                  <a:pt x="197173" y="56804"/>
                </a:cubicBezTo>
                <a:cubicBezTo>
                  <a:pt x="197173" y="67455"/>
                  <a:pt x="194504" y="77219"/>
                  <a:pt x="190056" y="86094"/>
                </a:cubicBezTo>
                <a:lnTo>
                  <a:pt x="351074" y="243195"/>
                </a:lnTo>
                <a:cubicBezTo>
                  <a:pt x="360859" y="237869"/>
                  <a:pt x="370645" y="235207"/>
                  <a:pt x="381320" y="235207"/>
                </a:cubicBezTo>
                <a:cubicBezTo>
                  <a:pt x="395553" y="235207"/>
                  <a:pt x="408008" y="239645"/>
                  <a:pt x="417793" y="247633"/>
                </a:cubicBezTo>
                <a:lnTo>
                  <a:pt x="593934" y="110059"/>
                </a:lnTo>
                <a:cubicBezTo>
                  <a:pt x="591265" y="102958"/>
                  <a:pt x="589486" y="94970"/>
                  <a:pt x="589486" y="86982"/>
                </a:cubicBezTo>
                <a:cubicBezTo>
                  <a:pt x="589486" y="55917"/>
                  <a:pt x="614394" y="30177"/>
                  <a:pt x="646420" y="30177"/>
                </a:cubicBezTo>
                <a:cubicBezTo>
                  <a:pt x="678446" y="30177"/>
                  <a:pt x="704244" y="55917"/>
                  <a:pt x="704244" y="86982"/>
                </a:cubicBezTo>
                <a:cubicBezTo>
                  <a:pt x="704244" y="94970"/>
                  <a:pt x="701575" y="103846"/>
                  <a:pt x="698906" y="110946"/>
                </a:cubicBezTo>
                <a:lnTo>
                  <a:pt x="877715" y="297337"/>
                </a:lnTo>
                <a:cubicBezTo>
                  <a:pt x="886611" y="290236"/>
                  <a:pt x="899066" y="285798"/>
                  <a:pt x="911520" y="285798"/>
                </a:cubicBezTo>
                <a:cubicBezTo>
                  <a:pt x="942656" y="285798"/>
                  <a:pt x="968454" y="311538"/>
                  <a:pt x="968454" y="342603"/>
                </a:cubicBezTo>
                <a:cubicBezTo>
                  <a:pt x="968454" y="374556"/>
                  <a:pt x="942656" y="399408"/>
                  <a:pt x="911520" y="399408"/>
                </a:cubicBezTo>
                <a:cubicBezTo>
                  <a:pt x="880384" y="399408"/>
                  <a:pt x="854586" y="374556"/>
                  <a:pt x="854586" y="342603"/>
                </a:cubicBezTo>
                <a:cubicBezTo>
                  <a:pt x="854586" y="334615"/>
                  <a:pt x="856365" y="325739"/>
                  <a:pt x="859924" y="319526"/>
                </a:cubicBezTo>
                <a:lnTo>
                  <a:pt x="681114" y="132248"/>
                </a:lnTo>
                <a:cubicBezTo>
                  <a:pt x="671329" y="139349"/>
                  <a:pt x="659764" y="143787"/>
                  <a:pt x="646420" y="143787"/>
                </a:cubicBezTo>
                <a:cubicBezTo>
                  <a:pt x="633076" y="143787"/>
                  <a:pt x="620622" y="139349"/>
                  <a:pt x="610836" y="131361"/>
                </a:cubicBezTo>
                <a:lnTo>
                  <a:pt x="434696" y="269822"/>
                </a:lnTo>
                <a:cubicBezTo>
                  <a:pt x="437365" y="276923"/>
                  <a:pt x="439144" y="284023"/>
                  <a:pt x="439144" y="292011"/>
                </a:cubicBezTo>
                <a:cubicBezTo>
                  <a:pt x="439144" y="323076"/>
                  <a:pt x="413345" y="348816"/>
                  <a:pt x="381320" y="348816"/>
                </a:cubicBezTo>
                <a:cubicBezTo>
                  <a:pt x="349294" y="348816"/>
                  <a:pt x="323496" y="323076"/>
                  <a:pt x="323496" y="292011"/>
                </a:cubicBezTo>
                <a:cubicBezTo>
                  <a:pt x="323496" y="281360"/>
                  <a:pt x="327054" y="271597"/>
                  <a:pt x="332392" y="262721"/>
                </a:cubicBezTo>
                <a:lnTo>
                  <a:pt x="170485" y="105621"/>
                </a:lnTo>
                <a:cubicBezTo>
                  <a:pt x="161589" y="110946"/>
                  <a:pt x="150914" y="115384"/>
                  <a:pt x="140239" y="115384"/>
                </a:cubicBezTo>
                <a:cubicBezTo>
                  <a:pt x="108213" y="115384"/>
                  <a:pt x="82415" y="88757"/>
                  <a:pt x="82415" y="56804"/>
                </a:cubicBezTo>
                <a:cubicBezTo>
                  <a:pt x="82415" y="25739"/>
                  <a:pt x="108213" y="0"/>
                  <a:pt x="1402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4" name="Freeform: Shape 193">
            <a:extLst>
              <a:ext uri="{FF2B5EF4-FFF2-40B4-BE49-F238E27FC236}">
                <a16:creationId xmlns:a16="http://schemas.microsoft.com/office/drawing/2014/main" id="{875BD754-8239-4BD0-A4E5-305210E89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1248" y="5500669"/>
            <a:ext cx="1001405" cy="942408"/>
          </a:xfrm>
          <a:custGeom>
            <a:avLst/>
            <a:gdLst>
              <a:gd name="connsiteX0" fmla="*/ 173715 w 1001405"/>
              <a:gd name="connsiteY0" fmla="*/ 189803 h 942408"/>
              <a:gd name="connsiteX1" fmla="*/ 229452 w 1001405"/>
              <a:gd name="connsiteY1" fmla="*/ 189803 h 942408"/>
              <a:gd name="connsiteX2" fmla="*/ 235645 w 1001405"/>
              <a:gd name="connsiteY2" fmla="*/ 197779 h 942408"/>
              <a:gd name="connsiteX3" fmla="*/ 232991 w 1001405"/>
              <a:gd name="connsiteY3" fmla="*/ 208413 h 942408"/>
              <a:gd name="connsiteX4" fmla="*/ 264840 w 1001405"/>
              <a:gd name="connsiteY4" fmla="*/ 231453 h 942408"/>
              <a:gd name="connsiteX5" fmla="*/ 280765 w 1001405"/>
              <a:gd name="connsiteY5" fmla="*/ 215502 h 942408"/>
              <a:gd name="connsiteX6" fmla="*/ 279880 w 1001405"/>
              <a:gd name="connsiteY6" fmla="*/ 197779 h 942408"/>
              <a:gd name="connsiteX7" fmla="*/ 285188 w 1001405"/>
              <a:gd name="connsiteY7" fmla="*/ 189803 h 942408"/>
              <a:gd name="connsiteX8" fmla="*/ 342694 w 1001405"/>
              <a:gd name="connsiteY8" fmla="*/ 189803 h 942408"/>
              <a:gd name="connsiteX9" fmla="*/ 363927 w 1001405"/>
              <a:gd name="connsiteY9" fmla="*/ 210185 h 942408"/>
              <a:gd name="connsiteX10" fmla="*/ 363927 w 1001405"/>
              <a:gd name="connsiteY10" fmla="*/ 269558 h 942408"/>
              <a:gd name="connsiteX11" fmla="*/ 390468 w 1001405"/>
              <a:gd name="connsiteY11" fmla="*/ 261582 h 942408"/>
              <a:gd name="connsiteX12" fmla="*/ 406393 w 1001405"/>
              <a:gd name="connsiteY12" fmla="*/ 278419 h 942408"/>
              <a:gd name="connsiteX13" fmla="*/ 382506 w 1001405"/>
              <a:gd name="connsiteY13" fmla="*/ 310321 h 942408"/>
              <a:gd name="connsiteX14" fmla="*/ 363927 w 1001405"/>
              <a:gd name="connsiteY14" fmla="*/ 301460 h 942408"/>
              <a:gd name="connsiteX15" fmla="*/ 363927 w 1001405"/>
              <a:gd name="connsiteY15" fmla="*/ 359946 h 942408"/>
              <a:gd name="connsiteX16" fmla="*/ 342694 w 1001405"/>
              <a:gd name="connsiteY16" fmla="*/ 381214 h 942408"/>
              <a:gd name="connsiteX17" fmla="*/ 285188 w 1001405"/>
              <a:gd name="connsiteY17" fmla="*/ 381214 h 942408"/>
              <a:gd name="connsiteX18" fmla="*/ 279880 w 1001405"/>
              <a:gd name="connsiteY18" fmla="*/ 373239 h 942408"/>
              <a:gd name="connsiteX19" fmla="*/ 282534 w 1001405"/>
              <a:gd name="connsiteY19" fmla="*/ 362605 h 942408"/>
              <a:gd name="connsiteX20" fmla="*/ 250685 w 1001405"/>
              <a:gd name="connsiteY20" fmla="*/ 337792 h 942408"/>
              <a:gd name="connsiteX21" fmla="*/ 233875 w 1001405"/>
              <a:gd name="connsiteY21" fmla="*/ 354629 h 942408"/>
              <a:gd name="connsiteX22" fmla="*/ 235645 w 1001405"/>
              <a:gd name="connsiteY22" fmla="*/ 372352 h 942408"/>
              <a:gd name="connsiteX23" fmla="*/ 230336 w 1001405"/>
              <a:gd name="connsiteY23" fmla="*/ 381214 h 942408"/>
              <a:gd name="connsiteX24" fmla="*/ 173715 w 1001405"/>
              <a:gd name="connsiteY24" fmla="*/ 381214 h 942408"/>
              <a:gd name="connsiteX25" fmla="*/ 152482 w 1001405"/>
              <a:gd name="connsiteY25" fmla="*/ 359946 h 942408"/>
              <a:gd name="connsiteX26" fmla="*/ 152482 w 1001405"/>
              <a:gd name="connsiteY26" fmla="*/ 300573 h 942408"/>
              <a:gd name="connsiteX27" fmla="*/ 133019 w 1001405"/>
              <a:gd name="connsiteY27" fmla="*/ 310321 h 942408"/>
              <a:gd name="connsiteX28" fmla="*/ 110017 w 1001405"/>
              <a:gd name="connsiteY28" fmla="*/ 278419 h 942408"/>
              <a:gd name="connsiteX29" fmla="*/ 125941 w 1001405"/>
              <a:gd name="connsiteY29" fmla="*/ 261582 h 942408"/>
              <a:gd name="connsiteX30" fmla="*/ 152482 w 1001405"/>
              <a:gd name="connsiteY30" fmla="*/ 269558 h 942408"/>
              <a:gd name="connsiteX31" fmla="*/ 152482 w 1001405"/>
              <a:gd name="connsiteY31" fmla="*/ 210185 h 942408"/>
              <a:gd name="connsiteX32" fmla="*/ 173715 w 1001405"/>
              <a:gd name="connsiteY32" fmla="*/ 189803 h 942408"/>
              <a:gd name="connsiteX33" fmla="*/ 258740 w 1001405"/>
              <a:gd name="connsiteY33" fmla="*/ 84453 h 942408"/>
              <a:gd name="connsiteX34" fmla="*/ 232081 w 1001405"/>
              <a:gd name="connsiteY34" fmla="*/ 86234 h 942408"/>
              <a:gd name="connsiteX35" fmla="*/ 28587 w 1001405"/>
              <a:gd name="connsiteY35" fmla="*/ 290255 h 942408"/>
              <a:gd name="connsiteX36" fmla="*/ 71241 w 1001405"/>
              <a:gd name="connsiteY36" fmla="*/ 451512 h 942408"/>
              <a:gd name="connsiteX37" fmla="*/ 89013 w 1001405"/>
              <a:gd name="connsiteY37" fmla="*/ 660878 h 942408"/>
              <a:gd name="connsiteX38" fmla="*/ 89013 w 1001405"/>
              <a:gd name="connsiteY38" fmla="*/ 887171 h 942408"/>
              <a:gd name="connsiteX39" fmla="*/ 115672 w 1001405"/>
              <a:gd name="connsiteY39" fmla="*/ 914790 h 942408"/>
              <a:gd name="connsiteX40" fmla="*/ 308503 w 1001405"/>
              <a:gd name="connsiteY40" fmla="*/ 914790 h 942408"/>
              <a:gd name="connsiteX41" fmla="*/ 333384 w 1001405"/>
              <a:gd name="connsiteY41" fmla="*/ 898753 h 942408"/>
              <a:gd name="connsiteX42" fmla="*/ 334273 w 1001405"/>
              <a:gd name="connsiteY42" fmla="*/ 896080 h 942408"/>
              <a:gd name="connsiteX43" fmla="*/ 335162 w 1001405"/>
              <a:gd name="connsiteY43" fmla="*/ 891626 h 942408"/>
              <a:gd name="connsiteX44" fmla="*/ 336050 w 1001405"/>
              <a:gd name="connsiteY44" fmla="*/ 887171 h 942408"/>
              <a:gd name="connsiteX45" fmla="*/ 336050 w 1001405"/>
              <a:gd name="connsiteY45" fmla="*/ 777588 h 942408"/>
              <a:gd name="connsiteX46" fmla="*/ 336939 w 1001405"/>
              <a:gd name="connsiteY46" fmla="*/ 771352 h 942408"/>
              <a:gd name="connsiteX47" fmla="*/ 337827 w 1001405"/>
              <a:gd name="connsiteY47" fmla="*/ 766897 h 942408"/>
              <a:gd name="connsiteX48" fmla="*/ 337827 w 1001405"/>
              <a:gd name="connsiteY48" fmla="*/ 765115 h 942408"/>
              <a:gd name="connsiteX49" fmla="*/ 340493 w 1001405"/>
              <a:gd name="connsiteY49" fmla="*/ 761552 h 942408"/>
              <a:gd name="connsiteX50" fmla="*/ 341382 w 1001405"/>
              <a:gd name="connsiteY50" fmla="*/ 759770 h 942408"/>
              <a:gd name="connsiteX51" fmla="*/ 344048 w 1001405"/>
              <a:gd name="connsiteY51" fmla="*/ 756206 h 942408"/>
              <a:gd name="connsiteX52" fmla="*/ 345825 w 1001405"/>
              <a:gd name="connsiteY52" fmla="*/ 754424 h 942408"/>
              <a:gd name="connsiteX53" fmla="*/ 349380 w 1001405"/>
              <a:gd name="connsiteY53" fmla="*/ 752642 h 942408"/>
              <a:gd name="connsiteX54" fmla="*/ 351157 w 1001405"/>
              <a:gd name="connsiteY54" fmla="*/ 750861 h 942408"/>
              <a:gd name="connsiteX55" fmla="*/ 365375 w 1001405"/>
              <a:gd name="connsiteY55" fmla="*/ 746406 h 942408"/>
              <a:gd name="connsiteX56" fmla="*/ 369818 w 1001405"/>
              <a:gd name="connsiteY56" fmla="*/ 746406 h 942408"/>
              <a:gd name="connsiteX57" fmla="*/ 378704 w 1001405"/>
              <a:gd name="connsiteY57" fmla="*/ 746406 h 942408"/>
              <a:gd name="connsiteX58" fmla="*/ 455126 w 1001405"/>
              <a:gd name="connsiteY58" fmla="*/ 746406 h 942408"/>
              <a:gd name="connsiteX59" fmla="*/ 488893 w 1001405"/>
              <a:gd name="connsiteY59" fmla="*/ 711660 h 942408"/>
              <a:gd name="connsiteX60" fmla="*/ 488893 w 1001405"/>
              <a:gd name="connsiteY60" fmla="*/ 638605 h 942408"/>
              <a:gd name="connsiteX61" fmla="*/ 474675 w 1001405"/>
              <a:gd name="connsiteY61" fmla="*/ 639496 h 942408"/>
              <a:gd name="connsiteX62" fmla="*/ 422247 w 1001405"/>
              <a:gd name="connsiteY62" fmla="*/ 632368 h 942408"/>
              <a:gd name="connsiteX63" fmla="*/ 413360 w 1001405"/>
              <a:gd name="connsiteY63" fmla="*/ 614550 h 942408"/>
              <a:gd name="connsiteX64" fmla="*/ 430244 w 1001405"/>
              <a:gd name="connsiteY64" fmla="*/ 605641 h 942408"/>
              <a:gd name="connsiteX65" fmla="*/ 488893 w 1001405"/>
              <a:gd name="connsiteY65" fmla="*/ 610986 h 942408"/>
              <a:gd name="connsiteX66" fmla="*/ 488893 w 1001405"/>
              <a:gd name="connsiteY66" fmla="*/ 551295 h 942408"/>
              <a:gd name="connsiteX67" fmla="*/ 489782 w 1001405"/>
              <a:gd name="connsiteY67" fmla="*/ 545058 h 942408"/>
              <a:gd name="connsiteX68" fmla="*/ 520884 w 1001405"/>
              <a:gd name="connsiteY68" fmla="*/ 519222 h 942408"/>
              <a:gd name="connsiteX69" fmla="*/ 546654 w 1001405"/>
              <a:gd name="connsiteY69" fmla="*/ 519222 h 942408"/>
              <a:gd name="connsiteX70" fmla="*/ 558206 w 1001405"/>
              <a:gd name="connsiteY70" fmla="*/ 512985 h 942408"/>
              <a:gd name="connsiteX71" fmla="*/ 559983 w 1001405"/>
              <a:gd name="connsiteY71" fmla="*/ 505858 h 942408"/>
              <a:gd name="connsiteX72" fmla="*/ 559094 w 1001405"/>
              <a:gd name="connsiteY72" fmla="*/ 501403 h 942408"/>
              <a:gd name="connsiteX73" fmla="*/ 558206 w 1001405"/>
              <a:gd name="connsiteY73" fmla="*/ 498730 h 942408"/>
              <a:gd name="connsiteX74" fmla="*/ 500445 w 1001405"/>
              <a:gd name="connsiteY74" fmla="*/ 401620 h 942408"/>
              <a:gd name="connsiteX75" fmla="*/ 488893 w 1001405"/>
              <a:gd name="connsiteY75" fmla="*/ 357965 h 942408"/>
              <a:gd name="connsiteX76" fmla="*/ 488893 w 1001405"/>
              <a:gd name="connsiteY76" fmla="*/ 316092 h 942408"/>
              <a:gd name="connsiteX77" fmla="*/ 488005 w 1001405"/>
              <a:gd name="connsiteY77" fmla="*/ 300055 h 942408"/>
              <a:gd name="connsiteX78" fmla="*/ 487116 w 1001405"/>
              <a:gd name="connsiteY78" fmla="*/ 294710 h 942408"/>
              <a:gd name="connsiteX79" fmla="*/ 486227 w 1001405"/>
              <a:gd name="connsiteY79" fmla="*/ 282237 h 942408"/>
              <a:gd name="connsiteX80" fmla="*/ 484450 w 1001405"/>
              <a:gd name="connsiteY80" fmla="*/ 273328 h 942408"/>
              <a:gd name="connsiteX81" fmla="*/ 482673 w 1001405"/>
              <a:gd name="connsiteY81" fmla="*/ 265310 h 942408"/>
              <a:gd name="connsiteX82" fmla="*/ 480896 w 1001405"/>
              <a:gd name="connsiteY82" fmla="*/ 256400 h 942408"/>
              <a:gd name="connsiteX83" fmla="*/ 480896 w 1001405"/>
              <a:gd name="connsiteY83" fmla="*/ 255510 h 942408"/>
              <a:gd name="connsiteX84" fmla="*/ 412472 w 1001405"/>
              <a:gd name="connsiteY84" fmla="*/ 144144 h 942408"/>
              <a:gd name="connsiteX85" fmla="*/ 377815 w 1001405"/>
              <a:gd name="connsiteY85" fmla="*/ 118307 h 942408"/>
              <a:gd name="connsiteX86" fmla="*/ 368929 w 1001405"/>
              <a:gd name="connsiteY86" fmla="*/ 113853 h 942408"/>
              <a:gd name="connsiteX87" fmla="*/ 361820 w 1001405"/>
              <a:gd name="connsiteY87" fmla="*/ 109398 h 942408"/>
              <a:gd name="connsiteX88" fmla="*/ 344936 w 1001405"/>
              <a:gd name="connsiteY88" fmla="*/ 102271 h 942408"/>
              <a:gd name="connsiteX89" fmla="*/ 328941 w 1001405"/>
              <a:gd name="connsiteY89" fmla="*/ 96034 h 942408"/>
              <a:gd name="connsiteX90" fmla="*/ 326275 w 1001405"/>
              <a:gd name="connsiteY90" fmla="*/ 95144 h 942408"/>
              <a:gd name="connsiteX91" fmla="*/ 320055 w 1001405"/>
              <a:gd name="connsiteY91" fmla="*/ 93362 h 942408"/>
              <a:gd name="connsiteX92" fmla="*/ 258740 w 1001405"/>
              <a:gd name="connsiteY92" fmla="*/ 84453 h 942408"/>
              <a:gd name="connsiteX93" fmla="*/ 483784 w 1001405"/>
              <a:gd name="connsiteY93" fmla="*/ 57057 h 942408"/>
              <a:gd name="connsiteX94" fmla="*/ 439130 w 1001405"/>
              <a:gd name="connsiteY94" fmla="*/ 58616 h 942408"/>
              <a:gd name="connsiteX95" fmla="*/ 364486 w 1001405"/>
              <a:gd name="connsiteY95" fmla="*/ 79998 h 942408"/>
              <a:gd name="connsiteX96" fmla="*/ 380481 w 1001405"/>
              <a:gd name="connsiteY96" fmla="*/ 88016 h 942408"/>
              <a:gd name="connsiteX97" fmla="*/ 381370 w 1001405"/>
              <a:gd name="connsiteY97" fmla="*/ 88907 h 942408"/>
              <a:gd name="connsiteX98" fmla="*/ 394699 w 1001405"/>
              <a:gd name="connsiteY98" fmla="*/ 96034 h 942408"/>
              <a:gd name="connsiteX99" fmla="*/ 400031 w 1001405"/>
              <a:gd name="connsiteY99" fmla="*/ 99598 h 942408"/>
              <a:gd name="connsiteX100" fmla="*/ 408917 w 1001405"/>
              <a:gd name="connsiteY100" fmla="*/ 105835 h 942408"/>
              <a:gd name="connsiteX101" fmla="*/ 507554 w 1001405"/>
              <a:gd name="connsiteY101" fmla="*/ 249273 h 942408"/>
              <a:gd name="connsiteX102" fmla="*/ 512886 w 1001405"/>
              <a:gd name="connsiteY102" fmla="*/ 271546 h 942408"/>
              <a:gd name="connsiteX103" fmla="*/ 512886 w 1001405"/>
              <a:gd name="connsiteY103" fmla="*/ 275110 h 942408"/>
              <a:gd name="connsiteX104" fmla="*/ 513775 w 1001405"/>
              <a:gd name="connsiteY104" fmla="*/ 283128 h 942408"/>
              <a:gd name="connsiteX105" fmla="*/ 515552 w 1001405"/>
              <a:gd name="connsiteY105" fmla="*/ 292928 h 942408"/>
              <a:gd name="connsiteX106" fmla="*/ 515552 w 1001405"/>
              <a:gd name="connsiteY106" fmla="*/ 299165 h 942408"/>
              <a:gd name="connsiteX107" fmla="*/ 516440 w 1001405"/>
              <a:gd name="connsiteY107" fmla="*/ 316092 h 942408"/>
              <a:gd name="connsiteX108" fmla="*/ 516440 w 1001405"/>
              <a:gd name="connsiteY108" fmla="*/ 357965 h 942408"/>
              <a:gd name="connsiteX109" fmla="*/ 524438 w 1001405"/>
              <a:gd name="connsiteY109" fmla="*/ 386475 h 942408"/>
              <a:gd name="connsiteX110" fmla="*/ 582199 w 1001405"/>
              <a:gd name="connsiteY110" fmla="*/ 485367 h 942408"/>
              <a:gd name="connsiteX111" fmla="*/ 587530 w 1001405"/>
              <a:gd name="connsiteY111" fmla="*/ 505858 h 942408"/>
              <a:gd name="connsiteX112" fmla="*/ 582199 w 1001405"/>
              <a:gd name="connsiteY112" fmla="*/ 526349 h 942408"/>
              <a:gd name="connsiteX113" fmla="*/ 557317 w 1001405"/>
              <a:gd name="connsiteY113" fmla="*/ 545058 h 942408"/>
              <a:gd name="connsiteX114" fmla="*/ 546654 w 1001405"/>
              <a:gd name="connsiteY114" fmla="*/ 546840 h 942408"/>
              <a:gd name="connsiteX115" fmla="*/ 520884 w 1001405"/>
              <a:gd name="connsiteY115" fmla="*/ 546840 h 942408"/>
              <a:gd name="connsiteX116" fmla="*/ 516440 w 1001405"/>
              <a:gd name="connsiteY116" fmla="*/ 551295 h 942408"/>
              <a:gd name="connsiteX117" fmla="*/ 516440 w 1001405"/>
              <a:gd name="connsiteY117" fmla="*/ 711660 h 942408"/>
              <a:gd name="connsiteX118" fmla="*/ 455126 w 1001405"/>
              <a:gd name="connsiteY118" fmla="*/ 774025 h 942408"/>
              <a:gd name="connsiteX119" fmla="*/ 378704 w 1001405"/>
              <a:gd name="connsiteY119" fmla="*/ 774025 h 942408"/>
              <a:gd name="connsiteX120" fmla="*/ 368041 w 1001405"/>
              <a:gd name="connsiteY120" fmla="*/ 773134 h 942408"/>
              <a:gd name="connsiteX121" fmla="*/ 365375 w 1001405"/>
              <a:gd name="connsiteY121" fmla="*/ 774025 h 942408"/>
              <a:gd name="connsiteX122" fmla="*/ 364486 w 1001405"/>
              <a:gd name="connsiteY122" fmla="*/ 774025 h 942408"/>
              <a:gd name="connsiteX123" fmla="*/ 364486 w 1001405"/>
              <a:gd name="connsiteY123" fmla="*/ 774915 h 942408"/>
              <a:gd name="connsiteX124" fmla="*/ 363598 w 1001405"/>
              <a:gd name="connsiteY124" fmla="*/ 777588 h 942408"/>
              <a:gd name="connsiteX125" fmla="*/ 363598 w 1001405"/>
              <a:gd name="connsiteY125" fmla="*/ 886280 h 942408"/>
              <a:gd name="connsiteX126" fmla="*/ 515552 w 1001405"/>
              <a:gd name="connsiteY126" fmla="*/ 886280 h 942408"/>
              <a:gd name="connsiteX127" fmla="*/ 540433 w 1001405"/>
              <a:gd name="connsiteY127" fmla="*/ 869353 h 942408"/>
              <a:gd name="connsiteX128" fmla="*/ 541322 w 1001405"/>
              <a:gd name="connsiteY128" fmla="*/ 866680 h 942408"/>
              <a:gd name="connsiteX129" fmla="*/ 542211 w 1001405"/>
              <a:gd name="connsiteY129" fmla="*/ 863116 h 942408"/>
              <a:gd name="connsiteX130" fmla="*/ 543099 w 1001405"/>
              <a:gd name="connsiteY130" fmla="*/ 858662 h 942408"/>
              <a:gd name="connsiteX131" fmla="*/ 543099 w 1001405"/>
              <a:gd name="connsiteY131" fmla="*/ 748188 h 942408"/>
              <a:gd name="connsiteX132" fmla="*/ 552874 w 1001405"/>
              <a:gd name="connsiteY132" fmla="*/ 725915 h 942408"/>
              <a:gd name="connsiteX133" fmla="*/ 576867 w 1001405"/>
              <a:gd name="connsiteY133" fmla="*/ 717006 h 942408"/>
              <a:gd name="connsiteX134" fmla="*/ 585753 w 1001405"/>
              <a:gd name="connsiteY134" fmla="*/ 717897 h 942408"/>
              <a:gd name="connsiteX135" fmla="*/ 661286 w 1001405"/>
              <a:gd name="connsiteY135" fmla="*/ 717897 h 942408"/>
              <a:gd name="connsiteX136" fmla="*/ 695942 w 1001405"/>
              <a:gd name="connsiteY136" fmla="*/ 683151 h 942408"/>
              <a:gd name="connsiteX137" fmla="*/ 695942 w 1001405"/>
              <a:gd name="connsiteY137" fmla="*/ 610095 h 942408"/>
              <a:gd name="connsiteX138" fmla="*/ 681724 w 1001405"/>
              <a:gd name="connsiteY138" fmla="*/ 610095 h 942408"/>
              <a:gd name="connsiteX139" fmla="*/ 629296 w 1001405"/>
              <a:gd name="connsiteY139" fmla="*/ 603859 h 942408"/>
              <a:gd name="connsiteX140" fmla="*/ 619521 w 1001405"/>
              <a:gd name="connsiteY140" fmla="*/ 586931 h 942408"/>
              <a:gd name="connsiteX141" fmla="*/ 636404 w 1001405"/>
              <a:gd name="connsiteY141" fmla="*/ 577131 h 942408"/>
              <a:gd name="connsiteX142" fmla="*/ 695942 w 1001405"/>
              <a:gd name="connsiteY142" fmla="*/ 582477 h 942408"/>
              <a:gd name="connsiteX143" fmla="*/ 695942 w 1001405"/>
              <a:gd name="connsiteY143" fmla="*/ 522785 h 942408"/>
              <a:gd name="connsiteX144" fmla="*/ 727044 w 1001405"/>
              <a:gd name="connsiteY144" fmla="*/ 490712 h 942408"/>
              <a:gd name="connsiteX145" fmla="*/ 752814 w 1001405"/>
              <a:gd name="connsiteY145" fmla="*/ 490712 h 942408"/>
              <a:gd name="connsiteX146" fmla="*/ 765255 w 1001405"/>
              <a:gd name="connsiteY146" fmla="*/ 484476 h 942408"/>
              <a:gd name="connsiteX147" fmla="*/ 765255 w 1001405"/>
              <a:gd name="connsiteY147" fmla="*/ 471112 h 942408"/>
              <a:gd name="connsiteX148" fmla="*/ 707494 w 1001405"/>
              <a:gd name="connsiteY148" fmla="*/ 372220 h 942408"/>
              <a:gd name="connsiteX149" fmla="*/ 695942 w 1001405"/>
              <a:gd name="connsiteY149" fmla="*/ 329456 h 942408"/>
              <a:gd name="connsiteX150" fmla="*/ 695942 w 1001405"/>
              <a:gd name="connsiteY150" fmla="*/ 287583 h 942408"/>
              <a:gd name="connsiteX151" fmla="*/ 695054 w 1001405"/>
              <a:gd name="connsiteY151" fmla="*/ 270655 h 942408"/>
              <a:gd name="connsiteX152" fmla="*/ 694165 w 1001405"/>
              <a:gd name="connsiteY152" fmla="*/ 266201 h 942408"/>
              <a:gd name="connsiteX153" fmla="*/ 693276 w 1001405"/>
              <a:gd name="connsiteY153" fmla="*/ 252837 h 942408"/>
              <a:gd name="connsiteX154" fmla="*/ 691499 w 1001405"/>
              <a:gd name="connsiteY154" fmla="*/ 243928 h 942408"/>
              <a:gd name="connsiteX155" fmla="*/ 689722 w 1001405"/>
              <a:gd name="connsiteY155" fmla="*/ 237691 h 942408"/>
              <a:gd name="connsiteX156" fmla="*/ 687945 w 1001405"/>
              <a:gd name="connsiteY156" fmla="*/ 227000 h 942408"/>
              <a:gd name="connsiteX157" fmla="*/ 687945 w 1001405"/>
              <a:gd name="connsiteY157" fmla="*/ 226109 h 942408"/>
              <a:gd name="connsiteX158" fmla="*/ 618632 w 1001405"/>
              <a:gd name="connsiteY158" fmla="*/ 114744 h 942408"/>
              <a:gd name="connsiteX159" fmla="*/ 608857 w 1001405"/>
              <a:gd name="connsiteY159" fmla="*/ 106726 h 942408"/>
              <a:gd name="connsiteX160" fmla="*/ 595528 w 1001405"/>
              <a:gd name="connsiteY160" fmla="*/ 96925 h 942408"/>
              <a:gd name="connsiteX161" fmla="*/ 586642 w 1001405"/>
              <a:gd name="connsiteY161" fmla="*/ 90689 h 942408"/>
              <a:gd name="connsiteX162" fmla="*/ 583087 w 1001405"/>
              <a:gd name="connsiteY162" fmla="*/ 88907 h 942408"/>
              <a:gd name="connsiteX163" fmla="*/ 534213 w 1001405"/>
              <a:gd name="connsiteY163" fmla="*/ 67525 h 942408"/>
              <a:gd name="connsiteX164" fmla="*/ 527104 w 1001405"/>
              <a:gd name="connsiteY164" fmla="*/ 64852 h 942408"/>
              <a:gd name="connsiteX165" fmla="*/ 483784 w 1001405"/>
              <a:gd name="connsiteY165" fmla="*/ 57057 h 942408"/>
              <a:gd name="connsiteX166" fmla="*/ 694220 w 1001405"/>
              <a:gd name="connsiteY166" fmla="*/ 28478 h 942408"/>
              <a:gd name="connsiteX167" fmla="*/ 644402 w 1001405"/>
              <a:gd name="connsiteY167" fmla="*/ 29216 h 942408"/>
              <a:gd name="connsiteX168" fmla="*/ 570646 w 1001405"/>
              <a:gd name="connsiteY168" fmla="*/ 51489 h 942408"/>
              <a:gd name="connsiteX169" fmla="*/ 586642 w 1001405"/>
              <a:gd name="connsiteY169" fmla="*/ 59507 h 942408"/>
              <a:gd name="connsiteX170" fmla="*/ 587530 w 1001405"/>
              <a:gd name="connsiteY170" fmla="*/ 59507 h 942408"/>
              <a:gd name="connsiteX171" fmla="*/ 601748 w 1001405"/>
              <a:gd name="connsiteY171" fmla="*/ 67525 h 942408"/>
              <a:gd name="connsiteX172" fmla="*/ 604414 w 1001405"/>
              <a:gd name="connsiteY172" fmla="*/ 69307 h 942408"/>
              <a:gd name="connsiteX173" fmla="*/ 615966 w 1001405"/>
              <a:gd name="connsiteY173" fmla="*/ 77325 h 942408"/>
              <a:gd name="connsiteX174" fmla="*/ 714603 w 1001405"/>
              <a:gd name="connsiteY174" fmla="*/ 219873 h 942408"/>
              <a:gd name="connsiteX175" fmla="*/ 714603 w 1001405"/>
              <a:gd name="connsiteY175" fmla="*/ 220764 h 942408"/>
              <a:gd name="connsiteX176" fmla="*/ 719046 w 1001405"/>
              <a:gd name="connsiteY176" fmla="*/ 243037 h 942408"/>
              <a:gd name="connsiteX177" fmla="*/ 719935 w 1001405"/>
              <a:gd name="connsiteY177" fmla="*/ 246600 h 942408"/>
              <a:gd name="connsiteX178" fmla="*/ 720824 w 1001405"/>
              <a:gd name="connsiteY178" fmla="*/ 254619 h 942408"/>
              <a:gd name="connsiteX179" fmla="*/ 721712 w 1001405"/>
              <a:gd name="connsiteY179" fmla="*/ 264419 h 942408"/>
              <a:gd name="connsiteX180" fmla="*/ 722601 w 1001405"/>
              <a:gd name="connsiteY180" fmla="*/ 270655 h 942408"/>
              <a:gd name="connsiteX181" fmla="*/ 723489 w 1001405"/>
              <a:gd name="connsiteY181" fmla="*/ 287583 h 942408"/>
              <a:gd name="connsiteX182" fmla="*/ 723489 w 1001405"/>
              <a:gd name="connsiteY182" fmla="*/ 329456 h 942408"/>
              <a:gd name="connsiteX183" fmla="*/ 723489 w 1001405"/>
              <a:gd name="connsiteY183" fmla="*/ 337474 h 942408"/>
              <a:gd name="connsiteX184" fmla="*/ 730598 w 1001405"/>
              <a:gd name="connsiteY184" fmla="*/ 358856 h 942408"/>
              <a:gd name="connsiteX185" fmla="*/ 788359 w 1001405"/>
              <a:gd name="connsiteY185" fmla="*/ 455966 h 942408"/>
              <a:gd name="connsiteX186" fmla="*/ 793691 w 1001405"/>
              <a:gd name="connsiteY186" fmla="*/ 487149 h 942408"/>
              <a:gd name="connsiteX187" fmla="*/ 788359 w 1001405"/>
              <a:gd name="connsiteY187" fmla="*/ 497840 h 942408"/>
              <a:gd name="connsiteX188" fmla="*/ 752814 w 1001405"/>
              <a:gd name="connsiteY188" fmla="*/ 518331 h 942408"/>
              <a:gd name="connsiteX189" fmla="*/ 727044 w 1001405"/>
              <a:gd name="connsiteY189" fmla="*/ 518331 h 942408"/>
              <a:gd name="connsiteX190" fmla="*/ 723489 w 1001405"/>
              <a:gd name="connsiteY190" fmla="*/ 522785 h 942408"/>
              <a:gd name="connsiteX191" fmla="*/ 723489 w 1001405"/>
              <a:gd name="connsiteY191" fmla="*/ 683151 h 942408"/>
              <a:gd name="connsiteX192" fmla="*/ 661286 w 1001405"/>
              <a:gd name="connsiteY192" fmla="*/ 745515 h 942408"/>
              <a:gd name="connsiteX193" fmla="*/ 585753 w 1001405"/>
              <a:gd name="connsiteY193" fmla="*/ 745515 h 942408"/>
              <a:gd name="connsiteX194" fmla="*/ 575090 w 1001405"/>
              <a:gd name="connsiteY194" fmla="*/ 745515 h 942408"/>
              <a:gd name="connsiteX195" fmla="*/ 571535 w 1001405"/>
              <a:gd name="connsiteY195" fmla="*/ 746406 h 942408"/>
              <a:gd name="connsiteX196" fmla="*/ 570646 w 1001405"/>
              <a:gd name="connsiteY196" fmla="*/ 748188 h 942408"/>
              <a:gd name="connsiteX197" fmla="*/ 570646 w 1001405"/>
              <a:gd name="connsiteY197" fmla="*/ 857771 h 942408"/>
              <a:gd name="connsiteX198" fmla="*/ 722601 w 1001405"/>
              <a:gd name="connsiteY198" fmla="*/ 857771 h 942408"/>
              <a:gd name="connsiteX199" fmla="*/ 750148 w 1001405"/>
              <a:gd name="connsiteY199" fmla="*/ 830152 h 942408"/>
              <a:gd name="connsiteX200" fmla="*/ 750148 w 1001405"/>
              <a:gd name="connsiteY200" fmla="*/ 720569 h 942408"/>
              <a:gd name="connsiteX201" fmla="*/ 759034 w 1001405"/>
              <a:gd name="connsiteY201" fmla="*/ 697405 h 942408"/>
              <a:gd name="connsiteX202" fmla="*/ 783027 w 1001405"/>
              <a:gd name="connsiteY202" fmla="*/ 688496 h 942408"/>
              <a:gd name="connsiteX203" fmla="*/ 791913 w 1001405"/>
              <a:gd name="connsiteY203" fmla="*/ 688496 h 942408"/>
              <a:gd name="connsiteX204" fmla="*/ 867446 w 1001405"/>
              <a:gd name="connsiteY204" fmla="*/ 688496 h 942408"/>
              <a:gd name="connsiteX205" fmla="*/ 902102 w 1001405"/>
              <a:gd name="connsiteY205" fmla="*/ 654641 h 942408"/>
              <a:gd name="connsiteX206" fmla="*/ 902102 w 1001405"/>
              <a:gd name="connsiteY206" fmla="*/ 581586 h 942408"/>
              <a:gd name="connsiteX207" fmla="*/ 888773 w 1001405"/>
              <a:gd name="connsiteY207" fmla="*/ 582477 h 942408"/>
              <a:gd name="connsiteX208" fmla="*/ 835456 w 1001405"/>
              <a:gd name="connsiteY208" fmla="*/ 575350 h 942408"/>
              <a:gd name="connsiteX209" fmla="*/ 826570 w 1001405"/>
              <a:gd name="connsiteY209" fmla="*/ 557531 h 942408"/>
              <a:gd name="connsiteX210" fmla="*/ 843453 w 1001405"/>
              <a:gd name="connsiteY210" fmla="*/ 548622 h 942408"/>
              <a:gd name="connsiteX211" fmla="*/ 902102 w 1001405"/>
              <a:gd name="connsiteY211" fmla="*/ 553077 h 942408"/>
              <a:gd name="connsiteX212" fmla="*/ 902102 w 1001405"/>
              <a:gd name="connsiteY212" fmla="*/ 494276 h 942408"/>
              <a:gd name="connsiteX213" fmla="*/ 934093 w 1001405"/>
              <a:gd name="connsiteY213" fmla="*/ 462203 h 942408"/>
              <a:gd name="connsiteX214" fmla="*/ 959863 w 1001405"/>
              <a:gd name="connsiteY214" fmla="*/ 462203 h 942408"/>
              <a:gd name="connsiteX215" fmla="*/ 972304 w 1001405"/>
              <a:gd name="connsiteY215" fmla="*/ 455075 h 942408"/>
              <a:gd name="connsiteX216" fmla="*/ 972304 w 1001405"/>
              <a:gd name="connsiteY216" fmla="*/ 441712 h 942408"/>
              <a:gd name="connsiteX217" fmla="*/ 913655 w 1001405"/>
              <a:gd name="connsiteY217" fmla="*/ 343711 h 942408"/>
              <a:gd name="connsiteX218" fmla="*/ 902102 w 1001405"/>
              <a:gd name="connsiteY218" fmla="*/ 300946 h 942408"/>
              <a:gd name="connsiteX219" fmla="*/ 902102 w 1001405"/>
              <a:gd name="connsiteY219" fmla="*/ 258182 h 942408"/>
              <a:gd name="connsiteX220" fmla="*/ 825681 w 1001405"/>
              <a:gd name="connsiteY220" fmla="*/ 86234 h 942408"/>
              <a:gd name="connsiteX221" fmla="*/ 694220 w 1001405"/>
              <a:gd name="connsiteY221" fmla="*/ 28478 h 942408"/>
              <a:gd name="connsiteX222" fmla="*/ 697386 w 1001405"/>
              <a:gd name="connsiteY222" fmla="*/ 1221 h 942408"/>
              <a:gd name="connsiteX223" fmla="*/ 844342 w 1001405"/>
              <a:gd name="connsiteY223" fmla="*/ 65743 h 942408"/>
              <a:gd name="connsiteX224" fmla="*/ 930538 w 1001405"/>
              <a:gd name="connsiteY224" fmla="*/ 258182 h 942408"/>
              <a:gd name="connsiteX225" fmla="*/ 930538 w 1001405"/>
              <a:gd name="connsiteY225" fmla="*/ 300946 h 942408"/>
              <a:gd name="connsiteX226" fmla="*/ 937647 w 1001405"/>
              <a:gd name="connsiteY226" fmla="*/ 329456 h 942408"/>
              <a:gd name="connsiteX227" fmla="*/ 995408 w 1001405"/>
              <a:gd name="connsiteY227" fmla="*/ 428348 h 942408"/>
              <a:gd name="connsiteX228" fmla="*/ 995408 w 1001405"/>
              <a:gd name="connsiteY228" fmla="*/ 469330 h 942408"/>
              <a:gd name="connsiteX229" fmla="*/ 959863 w 1001405"/>
              <a:gd name="connsiteY229" fmla="*/ 489821 h 942408"/>
              <a:gd name="connsiteX230" fmla="*/ 934093 w 1001405"/>
              <a:gd name="connsiteY230" fmla="*/ 489821 h 942408"/>
              <a:gd name="connsiteX231" fmla="*/ 930538 w 1001405"/>
              <a:gd name="connsiteY231" fmla="*/ 494276 h 942408"/>
              <a:gd name="connsiteX232" fmla="*/ 930538 w 1001405"/>
              <a:gd name="connsiteY232" fmla="*/ 654641 h 942408"/>
              <a:gd name="connsiteX233" fmla="*/ 867446 w 1001405"/>
              <a:gd name="connsiteY233" fmla="*/ 716115 h 942408"/>
              <a:gd name="connsiteX234" fmla="*/ 791913 w 1001405"/>
              <a:gd name="connsiteY234" fmla="*/ 716115 h 942408"/>
              <a:gd name="connsiteX235" fmla="*/ 782138 w 1001405"/>
              <a:gd name="connsiteY235" fmla="*/ 716115 h 942408"/>
              <a:gd name="connsiteX236" fmla="*/ 778584 w 1001405"/>
              <a:gd name="connsiteY236" fmla="*/ 717006 h 942408"/>
              <a:gd name="connsiteX237" fmla="*/ 776807 w 1001405"/>
              <a:gd name="connsiteY237" fmla="*/ 720569 h 942408"/>
              <a:gd name="connsiteX238" fmla="*/ 776807 w 1001405"/>
              <a:gd name="connsiteY238" fmla="*/ 830152 h 942408"/>
              <a:gd name="connsiteX239" fmla="*/ 722601 w 1001405"/>
              <a:gd name="connsiteY239" fmla="*/ 884499 h 942408"/>
              <a:gd name="connsiteX240" fmla="*/ 563538 w 1001405"/>
              <a:gd name="connsiteY240" fmla="*/ 884499 h 942408"/>
              <a:gd name="connsiteX241" fmla="*/ 515552 w 1001405"/>
              <a:gd name="connsiteY241" fmla="*/ 913899 h 942408"/>
              <a:gd name="connsiteX242" fmla="*/ 356489 w 1001405"/>
              <a:gd name="connsiteY242" fmla="*/ 913899 h 942408"/>
              <a:gd name="connsiteX243" fmla="*/ 308503 w 1001405"/>
              <a:gd name="connsiteY243" fmla="*/ 942408 h 942408"/>
              <a:gd name="connsiteX244" fmla="*/ 115672 w 1001405"/>
              <a:gd name="connsiteY244" fmla="*/ 942408 h 942408"/>
              <a:gd name="connsiteX245" fmla="*/ 61466 w 1001405"/>
              <a:gd name="connsiteY245" fmla="*/ 887171 h 942408"/>
              <a:gd name="connsiteX246" fmla="*/ 61466 w 1001405"/>
              <a:gd name="connsiteY246" fmla="*/ 660878 h 942408"/>
              <a:gd name="connsiteX247" fmla="*/ 48137 w 1001405"/>
              <a:gd name="connsiteY247" fmla="*/ 466657 h 942408"/>
              <a:gd name="connsiteX248" fmla="*/ 1039 w 1001405"/>
              <a:gd name="connsiteY248" fmla="*/ 287583 h 942408"/>
              <a:gd name="connsiteX249" fmla="*/ 228527 w 1001405"/>
              <a:gd name="connsiteY249" fmla="*/ 58616 h 942408"/>
              <a:gd name="connsiteX250" fmla="*/ 329830 w 1001405"/>
              <a:gd name="connsiteY250" fmla="*/ 67525 h 942408"/>
              <a:gd name="connsiteX251" fmla="*/ 435576 w 1001405"/>
              <a:gd name="connsiteY251" fmla="*/ 30106 h 942408"/>
              <a:gd name="connsiteX252" fmla="*/ 536879 w 1001405"/>
              <a:gd name="connsiteY252" fmla="*/ 39016 h 942408"/>
              <a:gd name="connsiteX253" fmla="*/ 641736 w 1001405"/>
              <a:gd name="connsiteY253" fmla="*/ 1597 h 942408"/>
              <a:gd name="connsiteX254" fmla="*/ 697386 w 1001405"/>
              <a:gd name="connsiteY254" fmla="*/ 1221 h 94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001405" h="942408">
                <a:moveTo>
                  <a:pt x="173715" y="189803"/>
                </a:moveTo>
                <a:lnTo>
                  <a:pt x="229452" y="189803"/>
                </a:lnTo>
                <a:cubicBezTo>
                  <a:pt x="233875" y="189803"/>
                  <a:pt x="237414" y="194234"/>
                  <a:pt x="235645" y="197779"/>
                </a:cubicBezTo>
                <a:cubicBezTo>
                  <a:pt x="233875" y="200437"/>
                  <a:pt x="232991" y="204868"/>
                  <a:pt x="232991" y="208413"/>
                </a:cubicBezTo>
                <a:cubicBezTo>
                  <a:pt x="232991" y="224364"/>
                  <a:pt x="248031" y="236770"/>
                  <a:pt x="264840" y="231453"/>
                </a:cubicBezTo>
                <a:cubicBezTo>
                  <a:pt x="271918" y="229681"/>
                  <a:pt x="278995" y="223477"/>
                  <a:pt x="280765" y="215502"/>
                </a:cubicBezTo>
                <a:cubicBezTo>
                  <a:pt x="283419" y="209299"/>
                  <a:pt x="282534" y="203096"/>
                  <a:pt x="279880" y="197779"/>
                </a:cubicBezTo>
                <a:cubicBezTo>
                  <a:pt x="278111" y="194234"/>
                  <a:pt x="280765" y="189803"/>
                  <a:pt x="285188" y="189803"/>
                </a:cubicBezTo>
                <a:lnTo>
                  <a:pt x="342694" y="189803"/>
                </a:lnTo>
                <a:cubicBezTo>
                  <a:pt x="354195" y="189803"/>
                  <a:pt x="363927" y="198665"/>
                  <a:pt x="363927" y="210185"/>
                </a:cubicBezTo>
                <a:lnTo>
                  <a:pt x="363927" y="269558"/>
                </a:lnTo>
                <a:cubicBezTo>
                  <a:pt x="369235" y="262468"/>
                  <a:pt x="379852" y="258038"/>
                  <a:pt x="390468" y="261582"/>
                </a:cubicBezTo>
                <a:cubicBezTo>
                  <a:pt x="397546" y="263355"/>
                  <a:pt x="403739" y="270444"/>
                  <a:pt x="406393" y="278419"/>
                </a:cubicBezTo>
                <a:cubicBezTo>
                  <a:pt x="410816" y="295256"/>
                  <a:pt x="398430" y="310321"/>
                  <a:pt x="382506" y="310321"/>
                </a:cubicBezTo>
                <a:cubicBezTo>
                  <a:pt x="375428" y="310321"/>
                  <a:pt x="368350" y="306777"/>
                  <a:pt x="363927" y="301460"/>
                </a:cubicBezTo>
                <a:lnTo>
                  <a:pt x="363927" y="359946"/>
                </a:lnTo>
                <a:cubicBezTo>
                  <a:pt x="363927" y="371466"/>
                  <a:pt x="354195" y="381214"/>
                  <a:pt x="342694" y="381214"/>
                </a:cubicBezTo>
                <a:lnTo>
                  <a:pt x="285188" y="381214"/>
                </a:lnTo>
                <a:cubicBezTo>
                  <a:pt x="281649" y="381214"/>
                  <a:pt x="278111" y="376783"/>
                  <a:pt x="279880" y="373239"/>
                </a:cubicBezTo>
                <a:cubicBezTo>
                  <a:pt x="281649" y="369694"/>
                  <a:pt x="282534" y="366149"/>
                  <a:pt x="282534" y="362605"/>
                </a:cubicBezTo>
                <a:cubicBezTo>
                  <a:pt x="282534" y="346654"/>
                  <a:pt x="267494" y="334248"/>
                  <a:pt x="250685" y="337792"/>
                </a:cubicBezTo>
                <a:cubicBezTo>
                  <a:pt x="243607" y="340451"/>
                  <a:pt x="236529" y="347540"/>
                  <a:pt x="233875" y="354629"/>
                </a:cubicBezTo>
                <a:cubicBezTo>
                  <a:pt x="232991" y="360832"/>
                  <a:pt x="232991" y="367036"/>
                  <a:pt x="235645" y="372352"/>
                </a:cubicBezTo>
                <a:cubicBezTo>
                  <a:pt x="237414" y="376783"/>
                  <a:pt x="234760" y="381214"/>
                  <a:pt x="230336" y="381214"/>
                </a:cubicBezTo>
                <a:lnTo>
                  <a:pt x="173715" y="381214"/>
                </a:lnTo>
                <a:cubicBezTo>
                  <a:pt x="162214" y="381214"/>
                  <a:pt x="152482" y="371466"/>
                  <a:pt x="152482" y="359946"/>
                </a:cubicBezTo>
                <a:lnTo>
                  <a:pt x="152482" y="300573"/>
                </a:lnTo>
                <a:cubicBezTo>
                  <a:pt x="148059" y="306777"/>
                  <a:pt x="140981" y="310321"/>
                  <a:pt x="133019" y="310321"/>
                </a:cubicBezTo>
                <a:cubicBezTo>
                  <a:pt x="117094" y="310321"/>
                  <a:pt x="105593" y="295256"/>
                  <a:pt x="110017" y="278419"/>
                </a:cubicBezTo>
                <a:cubicBezTo>
                  <a:pt x="110901" y="270444"/>
                  <a:pt x="117979" y="263355"/>
                  <a:pt x="125941" y="261582"/>
                </a:cubicBezTo>
                <a:cubicBezTo>
                  <a:pt x="137442" y="258038"/>
                  <a:pt x="147174" y="262468"/>
                  <a:pt x="152482" y="269558"/>
                </a:cubicBezTo>
                <a:lnTo>
                  <a:pt x="152482" y="210185"/>
                </a:lnTo>
                <a:cubicBezTo>
                  <a:pt x="152482" y="198665"/>
                  <a:pt x="162214" y="189803"/>
                  <a:pt x="173715" y="189803"/>
                </a:cubicBezTo>
                <a:close/>
                <a:moveTo>
                  <a:pt x="258740" y="84453"/>
                </a:moveTo>
                <a:cubicBezTo>
                  <a:pt x="249854" y="84453"/>
                  <a:pt x="240968" y="85343"/>
                  <a:pt x="232081" y="86234"/>
                </a:cubicBezTo>
                <a:cubicBezTo>
                  <a:pt x="125447" y="98707"/>
                  <a:pt x="40139" y="185126"/>
                  <a:pt x="28587" y="290255"/>
                </a:cubicBezTo>
                <a:cubicBezTo>
                  <a:pt x="22367" y="348165"/>
                  <a:pt x="37473" y="405184"/>
                  <a:pt x="71241" y="451512"/>
                </a:cubicBezTo>
                <a:cubicBezTo>
                  <a:pt x="84570" y="471112"/>
                  <a:pt x="89013" y="659096"/>
                  <a:pt x="89013" y="660878"/>
                </a:cubicBezTo>
                <a:lnTo>
                  <a:pt x="89013" y="887171"/>
                </a:lnTo>
                <a:cubicBezTo>
                  <a:pt x="89013" y="902317"/>
                  <a:pt x="100565" y="914790"/>
                  <a:pt x="115672" y="914790"/>
                </a:cubicBezTo>
                <a:lnTo>
                  <a:pt x="308503" y="914790"/>
                </a:lnTo>
                <a:cubicBezTo>
                  <a:pt x="320055" y="914790"/>
                  <a:pt x="328941" y="907662"/>
                  <a:pt x="333384" y="898753"/>
                </a:cubicBezTo>
                <a:lnTo>
                  <a:pt x="334273" y="896080"/>
                </a:lnTo>
                <a:cubicBezTo>
                  <a:pt x="335162" y="894299"/>
                  <a:pt x="335162" y="892517"/>
                  <a:pt x="335162" y="891626"/>
                </a:cubicBezTo>
                <a:cubicBezTo>
                  <a:pt x="336050" y="889844"/>
                  <a:pt x="336050" y="888953"/>
                  <a:pt x="336050" y="887171"/>
                </a:cubicBezTo>
                <a:lnTo>
                  <a:pt x="336050" y="777588"/>
                </a:lnTo>
                <a:cubicBezTo>
                  <a:pt x="336050" y="774915"/>
                  <a:pt x="336050" y="773134"/>
                  <a:pt x="336939" y="771352"/>
                </a:cubicBezTo>
                <a:cubicBezTo>
                  <a:pt x="336939" y="769570"/>
                  <a:pt x="337827" y="767788"/>
                  <a:pt x="337827" y="766897"/>
                </a:cubicBezTo>
                <a:cubicBezTo>
                  <a:pt x="337827" y="766006"/>
                  <a:pt x="337827" y="766006"/>
                  <a:pt x="337827" y="765115"/>
                </a:cubicBezTo>
                <a:cubicBezTo>
                  <a:pt x="338716" y="763334"/>
                  <a:pt x="339605" y="761552"/>
                  <a:pt x="340493" y="761552"/>
                </a:cubicBezTo>
                <a:cubicBezTo>
                  <a:pt x="341382" y="760661"/>
                  <a:pt x="341382" y="759770"/>
                  <a:pt x="341382" y="759770"/>
                </a:cubicBezTo>
                <a:cubicBezTo>
                  <a:pt x="342271" y="757988"/>
                  <a:pt x="344048" y="757988"/>
                  <a:pt x="344048" y="756206"/>
                </a:cubicBezTo>
                <a:cubicBezTo>
                  <a:pt x="344936" y="756206"/>
                  <a:pt x="344936" y="755315"/>
                  <a:pt x="345825" y="754424"/>
                </a:cubicBezTo>
                <a:cubicBezTo>
                  <a:pt x="346714" y="753533"/>
                  <a:pt x="347602" y="752642"/>
                  <a:pt x="349380" y="752642"/>
                </a:cubicBezTo>
                <a:cubicBezTo>
                  <a:pt x="349380" y="752642"/>
                  <a:pt x="350268" y="751752"/>
                  <a:pt x="351157" y="750861"/>
                </a:cubicBezTo>
                <a:cubicBezTo>
                  <a:pt x="354711" y="748188"/>
                  <a:pt x="360932" y="747297"/>
                  <a:pt x="365375" y="746406"/>
                </a:cubicBezTo>
                <a:cubicBezTo>
                  <a:pt x="367152" y="746406"/>
                  <a:pt x="368041" y="746406"/>
                  <a:pt x="369818" y="746406"/>
                </a:cubicBezTo>
                <a:cubicBezTo>
                  <a:pt x="372484" y="746406"/>
                  <a:pt x="376038" y="746406"/>
                  <a:pt x="378704" y="746406"/>
                </a:cubicBezTo>
                <a:lnTo>
                  <a:pt x="455126" y="746406"/>
                </a:lnTo>
                <a:cubicBezTo>
                  <a:pt x="472898" y="746406"/>
                  <a:pt x="488893" y="730370"/>
                  <a:pt x="488893" y="711660"/>
                </a:cubicBezTo>
                <a:lnTo>
                  <a:pt x="488893" y="638605"/>
                </a:lnTo>
                <a:cubicBezTo>
                  <a:pt x="483562" y="639496"/>
                  <a:pt x="479118" y="639496"/>
                  <a:pt x="474675" y="639496"/>
                </a:cubicBezTo>
                <a:cubicBezTo>
                  <a:pt x="455126" y="639496"/>
                  <a:pt x="438242" y="636823"/>
                  <a:pt x="422247" y="632368"/>
                </a:cubicBezTo>
                <a:cubicBezTo>
                  <a:pt x="415138" y="629696"/>
                  <a:pt x="410694" y="622568"/>
                  <a:pt x="413360" y="614550"/>
                </a:cubicBezTo>
                <a:cubicBezTo>
                  <a:pt x="415138" y="608314"/>
                  <a:pt x="423135" y="603859"/>
                  <a:pt x="430244" y="605641"/>
                </a:cubicBezTo>
                <a:cubicBezTo>
                  <a:pt x="447128" y="610095"/>
                  <a:pt x="465789" y="611877"/>
                  <a:pt x="488893" y="610986"/>
                </a:cubicBezTo>
                <a:lnTo>
                  <a:pt x="488893" y="551295"/>
                </a:lnTo>
                <a:cubicBezTo>
                  <a:pt x="488893" y="549513"/>
                  <a:pt x="488893" y="546840"/>
                  <a:pt x="489782" y="545058"/>
                </a:cubicBezTo>
                <a:cubicBezTo>
                  <a:pt x="492448" y="529913"/>
                  <a:pt x="504888" y="519222"/>
                  <a:pt x="520884" y="519222"/>
                </a:cubicBezTo>
                <a:lnTo>
                  <a:pt x="546654" y="519222"/>
                </a:lnTo>
                <a:cubicBezTo>
                  <a:pt x="553763" y="519222"/>
                  <a:pt x="556428" y="514767"/>
                  <a:pt x="558206" y="512985"/>
                </a:cubicBezTo>
                <a:cubicBezTo>
                  <a:pt x="559094" y="511203"/>
                  <a:pt x="559983" y="509422"/>
                  <a:pt x="559983" y="505858"/>
                </a:cubicBezTo>
                <a:cubicBezTo>
                  <a:pt x="559983" y="504076"/>
                  <a:pt x="559983" y="503185"/>
                  <a:pt x="559094" y="501403"/>
                </a:cubicBezTo>
                <a:cubicBezTo>
                  <a:pt x="559094" y="500512"/>
                  <a:pt x="558206" y="499621"/>
                  <a:pt x="558206" y="498730"/>
                </a:cubicBezTo>
                <a:lnTo>
                  <a:pt x="500445" y="401620"/>
                </a:lnTo>
                <a:cubicBezTo>
                  <a:pt x="492448" y="388256"/>
                  <a:pt x="488893" y="373111"/>
                  <a:pt x="488893" y="357965"/>
                </a:cubicBezTo>
                <a:lnTo>
                  <a:pt x="488893" y="316092"/>
                </a:lnTo>
                <a:cubicBezTo>
                  <a:pt x="488893" y="310747"/>
                  <a:pt x="488005" y="305401"/>
                  <a:pt x="488005" y="300055"/>
                </a:cubicBezTo>
                <a:cubicBezTo>
                  <a:pt x="488005" y="298274"/>
                  <a:pt x="488005" y="296492"/>
                  <a:pt x="487116" y="294710"/>
                </a:cubicBezTo>
                <a:cubicBezTo>
                  <a:pt x="487116" y="290255"/>
                  <a:pt x="487116" y="285801"/>
                  <a:pt x="486227" y="282237"/>
                </a:cubicBezTo>
                <a:cubicBezTo>
                  <a:pt x="486227" y="278673"/>
                  <a:pt x="485339" y="276001"/>
                  <a:pt x="484450" y="273328"/>
                </a:cubicBezTo>
                <a:cubicBezTo>
                  <a:pt x="484450" y="269764"/>
                  <a:pt x="483562" y="267982"/>
                  <a:pt x="482673" y="265310"/>
                </a:cubicBezTo>
                <a:cubicBezTo>
                  <a:pt x="481784" y="262637"/>
                  <a:pt x="480896" y="259073"/>
                  <a:pt x="480896" y="256400"/>
                </a:cubicBezTo>
                <a:cubicBezTo>
                  <a:pt x="480896" y="255510"/>
                  <a:pt x="480896" y="255510"/>
                  <a:pt x="480896" y="255510"/>
                </a:cubicBezTo>
                <a:cubicBezTo>
                  <a:pt x="469344" y="212745"/>
                  <a:pt x="445351" y="173544"/>
                  <a:pt x="412472" y="144144"/>
                </a:cubicBezTo>
                <a:cubicBezTo>
                  <a:pt x="401808" y="134344"/>
                  <a:pt x="390256" y="126326"/>
                  <a:pt x="377815" y="118307"/>
                </a:cubicBezTo>
                <a:cubicBezTo>
                  <a:pt x="375150" y="116526"/>
                  <a:pt x="371595" y="114744"/>
                  <a:pt x="368929" y="113853"/>
                </a:cubicBezTo>
                <a:cubicBezTo>
                  <a:pt x="366263" y="112071"/>
                  <a:pt x="364486" y="111180"/>
                  <a:pt x="361820" y="109398"/>
                </a:cubicBezTo>
                <a:cubicBezTo>
                  <a:pt x="356489" y="106726"/>
                  <a:pt x="351157" y="104944"/>
                  <a:pt x="344936" y="102271"/>
                </a:cubicBezTo>
                <a:cubicBezTo>
                  <a:pt x="339605" y="99598"/>
                  <a:pt x="333384" y="97816"/>
                  <a:pt x="328941" y="96034"/>
                </a:cubicBezTo>
                <a:cubicBezTo>
                  <a:pt x="328053" y="95144"/>
                  <a:pt x="327164" y="95144"/>
                  <a:pt x="326275" y="95144"/>
                </a:cubicBezTo>
                <a:lnTo>
                  <a:pt x="320055" y="93362"/>
                </a:lnTo>
                <a:cubicBezTo>
                  <a:pt x="300505" y="88016"/>
                  <a:pt x="280067" y="84453"/>
                  <a:pt x="258740" y="84453"/>
                </a:cubicBezTo>
                <a:close/>
                <a:moveTo>
                  <a:pt x="483784" y="57057"/>
                </a:moveTo>
                <a:cubicBezTo>
                  <a:pt x="469122" y="55943"/>
                  <a:pt x="454237" y="56389"/>
                  <a:pt x="439130" y="58616"/>
                </a:cubicBezTo>
                <a:cubicBezTo>
                  <a:pt x="412472" y="61289"/>
                  <a:pt x="387590" y="67525"/>
                  <a:pt x="364486" y="79998"/>
                </a:cubicBezTo>
                <a:cubicBezTo>
                  <a:pt x="369818" y="82671"/>
                  <a:pt x="375150" y="85343"/>
                  <a:pt x="380481" y="88016"/>
                </a:cubicBezTo>
                <a:cubicBezTo>
                  <a:pt x="381370" y="88907"/>
                  <a:pt x="381370" y="88907"/>
                  <a:pt x="381370" y="88907"/>
                </a:cubicBezTo>
                <a:cubicBezTo>
                  <a:pt x="384924" y="90689"/>
                  <a:pt x="390256" y="94253"/>
                  <a:pt x="394699" y="96034"/>
                </a:cubicBezTo>
                <a:cubicBezTo>
                  <a:pt x="396477" y="97816"/>
                  <a:pt x="397365" y="98707"/>
                  <a:pt x="400031" y="99598"/>
                </a:cubicBezTo>
                <a:cubicBezTo>
                  <a:pt x="402697" y="101380"/>
                  <a:pt x="406251" y="104053"/>
                  <a:pt x="408917" y="105835"/>
                </a:cubicBezTo>
                <a:cubicBezTo>
                  <a:pt x="456903" y="140580"/>
                  <a:pt x="492448" y="190472"/>
                  <a:pt x="507554" y="249273"/>
                </a:cubicBezTo>
                <a:cubicBezTo>
                  <a:pt x="509332" y="256400"/>
                  <a:pt x="511109" y="263528"/>
                  <a:pt x="512886" y="271546"/>
                </a:cubicBezTo>
                <a:cubicBezTo>
                  <a:pt x="512886" y="272437"/>
                  <a:pt x="512886" y="274219"/>
                  <a:pt x="512886" y="275110"/>
                </a:cubicBezTo>
                <a:cubicBezTo>
                  <a:pt x="512886" y="277782"/>
                  <a:pt x="513775" y="281346"/>
                  <a:pt x="513775" y="283128"/>
                </a:cubicBezTo>
                <a:cubicBezTo>
                  <a:pt x="514663" y="286692"/>
                  <a:pt x="514663" y="290255"/>
                  <a:pt x="515552" y="292928"/>
                </a:cubicBezTo>
                <a:cubicBezTo>
                  <a:pt x="515552" y="295601"/>
                  <a:pt x="515552" y="297383"/>
                  <a:pt x="515552" y="299165"/>
                </a:cubicBezTo>
                <a:cubicBezTo>
                  <a:pt x="516440" y="305401"/>
                  <a:pt x="516440" y="310747"/>
                  <a:pt x="516440" y="316092"/>
                </a:cubicBezTo>
                <a:lnTo>
                  <a:pt x="516440" y="357965"/>
                </a:lnTo>
                <a:cubicBezTo>
                  <a:pt x="516440" y="368656"/>
                  <a:pt x="519106" y="378456"/>
                  <a:pt x="524438" y="386475"/>
                </a:cubicBezTo>
                <a:lnTo>
                  <a:pt x="582199" y="485367"/>
                </a:lnTo>
                <a:cubicBezTo>
                  <a:pt x="585753" y="491603"/>
                  <a:pt x="587530" y="498730"/>
                  <a:pt x="587530" y="505858"/>
                </a:cubicBezTo>
                <a:cubicBezTo>
                  <a:pt x="587530" y="512985"/>
                  <a:pt x="585753" y="520113"/>
                  <a:pt x="582199" y="526349"/>
                </a:cubicBezTo>
                <a:cubicBezTo>
                  <a:pt x="576867" y="536149"/>
                  <a:pt x="567981" y="543276"/>
                  <a:pt x="557317" y="545058"/>
                </a:cubicBezTo>
                <a:cubicBezTo>
                  <a:pt x="553763" y="546840"/>
                  <a:pt x="551097" y="546840"/>
                  <a:pt x="546654" y="546840"/>
                </a:cubicBezTo>
                <a:lnTo>
                  <a:pt x="520884" y="546840"/>
                </a:lnTo>
                <a:cubicBezTo>
                  <a:pt x="519106" y="546840"/>
                  <a:pt x="516440" y="549513"/>
                  <a:pt x="516440" y="551295"/>
                </a:cubicBezTo>
                <a:lnTo>
                  <a:pt x="516440" y="711660"/>
                </a:lnTo>
                <a:cubicBezTo>
                  <a:pt x="516440" y="746406"/>
                  <a:pt x="488005" y="774025"/>
                  <a:pt x="455126" y="774025"/>
                </a:cubicBezTo>
                <a:lnTo>
                  <a:pt x="378704" y="774025"/>
                </a:lnTo>
                <a:cubicBezTo>
                  <a:pt x="375150" y="774025"/>
                  <a:pt x="371595" y="773134"/>
                  <a:pt x="368041" y="773134"/>
                </a:cubicBezTo>
                <a:cubicBezTo>
                  <a:pt x="367152" y="773134"/>
                  <a:pt x="366263" y="773134"/>
                  <a:pt x="365375" y="774025"/>
                </a:cubicBezTo>
                <a:cubicBezTo>
                  <a:pt x="365375" y="774025"/>
                  <a:pt x="365375" y="774025"/>
                  <a:pt x="364486" y="774025"/>
                </a:cubicBezTo>
                <a:lnTo>
                  <a:pt x="364486" y="774915"/>
                </a:lnTo>
                <a:cubicBezTo>
                  <a:pt x="364486" y="775806"/>
                  <a:pt x="363598" y="776697"/>
                  <a:pt x="363598" y="777588"/>
                </a:cubicBezTo>
                <a:lnTo>
                  <a:pt x="363598" y="886280"/>
                </a:lnTo>
                <a:lnTo>
                  <a:pt x="515552" y="886280"/>
                </a:lnTo>
                <a:cubicBezTo>
                  <a:pt x="527104" y="886280"/>
                  <a:pt x="535990" y="879153"/>
                  <a:pt x="540433" y="869353"/>
                </a:cubicBezTo>
                <a:lnTo>
                  <a:pt x="541322" y="866680"/>
                </a:lnTo>
                <a:cubicBezTo>
                  <a:pt x="542211" y="865789"/>
                  <a:pt x="542211" y="864007"/>
                  <a:pt x="542211" y="863116"/>
                </a:cubicBezTo>
                <a:cubicBezTo>
                  <a:pt x="543099" y="861335"/>
                  <a:pt x="543099" y="859553"/>
                  <a:pt x="543099" y="858662"/>
                </a:cubicBezTo>
                <a:lnTo>
                  <a:pt x="543099" y="748188"/>
                </a:lnTo>
                <a:cubicBezTo>
                  <a:pt x="543099" y="740170"/>
                  <a:pt x="545765" y="732151"/>
                  <a:pt x="552874" y="725915"/>
                </a:cubicBezTo>
                <a:cubicBezTo>
                  <a:pt x="559094" y="720569"/>
                  <a:pt x="567092" y="717006"/>
                  <a:pt x="576867" y="717006"/>
                </a:cubicBezTo>
                <a:cubicBezTo>
                  <a:pt x="579533" y="717897"/>
                  <a:pt x="583087" y="717897"/>
                  <a:pt x="585753" y="717897"/>
                </a:cubicBezTo>
                <a:lnTo>
                  <a:pt x="661286" y="717897"/>
                </a:lnTo>
                <a:cubicBezTo>
                  <a:pt x="679947" y="717897"/>
                  <a:pt x="695942" y="701860"/>
                  <a:pt x="695942" y="683151"/>
                </a:cubicBezTo>
                <a:lnTo>
                  <a:pt x="695942" y="610095"/>
                </a:lnTo>
                <a:cubicBezTo>
                  <a:pt x="690610" y="610095"/>
                  <a:pt x="686167" y="610095"/>
                  <a:pt x="681724" y="610095"/>
                </a:cubicBezTo>
                <a:cubicBezTo>
                  <a:pt x="662174" y="610095"/>
                  <a:pt x="644402" y="608314"/>
                  <a:pt x="629296" y="603859"/>
                </a:cubicBezTo>
                <a:cubicBezTo>
                  <a:pt x="622186" y="601186"/>
                  <a:pt x="617743" y="593168"/>
                  <a:pt x="619521" y="586931"/>
                </a:cubicBezTo>
                <a:cubicBezTo>
                  <a:pt x="622186" y="578913"/>
                  <a:pt x="630184" y="575350"/>
                  <a:pt x="636404" y="577131"/>
                </a:cubicBezTo>
                <a:cubicBezTo>
                  <a:pt x="654177" y="582477"/>
                  <a:pt x="672838" y="583368"/>
                  <a:pt x="695942" y="582477"/>
                </a:cubicBezTo>
                <a:lnTo>
                  <a:pt x="695942" y="522785"/>
                </a:lnTo>
                <a:cubicBezTo>
                  <a:pt x="695942" y="504967"/>
                  <a:pt x="709272" y="490712"/>
                  <a:pt x="727044" y="490712"/>
                </a:cubicBezTo>
                <a:lnTo>
                  <a:pt x="752814" y="490712"/>
                </a:lnTo>
                <a:cubicBezTo>
                  <a:pt x="760812" y="490712"/>
                  <a:pt x="763477" y="486258"/>
                  <a:pt x="765255" y="484476"/>
                </a:cubicBezTo>
                <a:cubicBezTo>
                  <a:pt x="766143" y="481803"/>
                  <a:pt x="767921" y="477348"/>
                  <a:pt x="765255" y="471112"/>
                </a:cubicBezTo>
                <a:lnTo>
                  <a:pt x="707494" y="372220"/>
                </a:lnTo>
                <a:cubicBezTo>
                  <a:pt x="699497" y="359747"/>
                  <a:pt x="695942" y="343711"/>
                  <a:pt x="695942" y="329456"/>
                </a:cubicBezTo>
                <a:lnTo>
                  <a:pt x="695942" y="287583"/>
                </a:lnTo>
                <a:cubicBezTo>
                  <a:pt x="695942" y="282237"/>
                  <a:pt x="695054" y="276001"/>
                  <a:pt x="695054" y="270655"/>
                </a:cubicBezTo>
                <a:cubicBezTo>
                  <a:pt x="695054" y="269764"/>
                  <a:pt x="694165" y="267982"/>
                  <a:pt x="694165" y="266201"/>
                </a:cubicBezTo>
                <a:cubicBezTo>
                  <a:pt x="694165" y="261746"/>
                  <a:pt x="694165" y="258182"/>
                  <a:pt x="693276" y="252837"/>
                </a:cubicBezTo>
                <a:cubicBezTo>
                  <a:pt x="693276" y="250164"/>
                  <a:pt x="691499" y="246600"/>
                  <a:pt x="691499" y="243928"/>
                </a:cubicBezTo>
                <a:cubicBezTo>
                  <a:pt x="690610" y="242146"/>
                  <a:pt x="690610" y="239473"/>
                  <a:pt x="689722" y="237691"/>
                </a:cubicBezTo>
                <a:cubicBezTo>
                  <a:pt x="688833" y="233237"/>
                  <a:pt x="687945" y="230564"/>
                  <a:pt x="687945" y="227000"/>
                </a:cubicBezTo>
                <a:lnTo>
                  <a:pt x="687945" y="226109"/>
                </a:lnTo>
                <a:cubicBezTo>
                  <a:pt x="676392" y="184235"/>
                  <a:pt x="651511" y="145035"/>
                  <a:pt x="618632" y="114744"/>
                </a:cubicBezTo>
                <a:cubicBezTo>
                  <a:pt x="615078" y="112071"/>
                  <a:pt x="612412" y="109398"/>
                  <a:pt x="608857" y="106726"/>
                </a:cubicBezTo>
                <a:cubicBezTo>
                  <a:pt x="604414" y="103162"/>
                  <a:pt x="599971" y="99598"/>
                  <a:pt x="595528" y="96925"/>
                </a:cubicBezTo>
                <a:cubicBezTo>
                  <a:pt x="591973" y="94253"/>
                  <a:pt x="589308" y="93362"/>
                  <a:pt x="586642" y="90689"/>
                </a:cubicBezTo>
                <a:cubicBezTo>
                  <a:pt x="585753" y="89798"/>
                  <a:pt x="583976" y="89798"/>
                  <a:pt x="583087" y="88907"/>
                </a:cubicBezTo>
                <a:cubicBezTo>
                  <a:pt x="567981" y="79998"/>
                  <a:pt x="551097" y="72871"/>
                  <a:pt x="534213" y="67525"/>
                </a:cubicBezTo>
                <a:lnTo>
                  <a:pt x="527104" y="64852"/>
                </a:lnTo>
                <a:cubicBezTo>
                  <a:pt x="512886" y="60843"/>
                  <a:pt x="498446" y="58171"/>
                  <a:pt x="483784" y="57057"/>
                </a:cubicBezTo>
                <a:close/>
                <a:moveTo>
                  <a:pt x="694220" y="28478"/>
                </a:moveTo>
                <a:cubicBezTo>
                  <a:pt x="677947" y="26988"/>
                  <a:pt x="661286" y="27211"/>
                  <a:pt x="644402" y="29216"/>
                </a:cubicBezTo>
                <a:cubicBezTo>
                  <a:pt x="618632" y="31888"/>
                  <a:pt x="593751" y="39907"/>
                  <a:pt x="570646" y="51489"/>
                </a:cubicBezTo>
                <a:cubicBezTo>
                  <a:pt x="576867" y="53270"/>
                  <a:pt x="582199" y="56834"/>
                  <a:pt x="586642" y="59507"/>
                </a:cubicBezTo>
                <a:cubicBezTo>
                  <a:pt x="586642" y="59507"/>
                  <a:pt x="586642" y="59507"/>
                  <a:pt x="587530" y="59507"/>
                </a:cubicBezTo>
                <a:cubicBezTo>
                  <a:pt x="591973" y="62180"/>
                  <a:pt x="597305" y="64852"/>
                  <a:pt x="601748" y="67525"/>
                </a:cubicBezTo>
                <a:cubicBezTo>
                  <a:pt x="602637" y="67525"/>
                  <a:pt x="603525" y="68416"/>
                  <a:pt x="604414" y="69307"/>
                </a:cubicBezTo>
                <a:cubicBezTo>
                  <a:pt x="608857" y="71980"/>
                  <a:pt x="612412" y="74652"/>
                  <a:pt x="615966" y="77325"/>
                </a:cubicBezTo>
                <a:cubicBezTo>
                  <a:pt x="663952" y="111180"/>
                  <a:pt x="698608" y="161963"/>
                  <a:pt x="714603" y="219873"/>
                </a:cubicBezTo>
                <a:lnTo>
                  <a:pt x="714603" y="220764"/>
                </a:lnTo>
                <a:cubicBezTo>
                  <a:pt x="716380" y="227891"/>
                  <a:pt x="718158" y="235018"/>
                  <a:pt x="719046" y="243037"/>
                </a:cubicBezTo>
                <a:cubicBezTo>
                  <a:pt x="719935" y="243928"/>
                  <a:pt x="719935" y="245709"/>
                  <a:pt x="719935" y="246600"/>
                </a:cubicBezTo>
                <a:cubicBezTo>
                  <a:pt x="719935" y="249273"/>
                  <a:pt x="719935" y="251946"/>
                  <a:pt x="720824" y="254619"/>
                </a:cubicBezTo>
                <a:cubicBezTo>
                  <a:pt x="720824" y="258182"/>
                  <a:pt x="721712" y="260855"/>
                  <a:pt x="721712" y="264419"/>
                </a:cubicBezTo>
                <a:cubicBezTo>
                  <a:pt x="722601" y="266201"/>
                  <a:pt x="722601" y="268873"/>
                  <a:pt x="722601" y="270655"/>
                </a:cubicBezTo>
                <a:cubicBezTo>
                  <a:pt x="722601" y="276001"/>
                  <a:pt x="723489" y="281346"/>
                  <a:pt x="723489" y="287583"/>
                </a:cubicBezTo>
                <a:lnTo>
                  <a:pt x="723489" y="329456"/>
                </a:lnTo>
                <a:cubicBezTo>
                  <a:pt x="723489" y="332129"/>
                  <a:pt x="723489" y="333910"/>
                  <a:pt x="723489" y="337474"/>
                </a:cubicBezTo>
                <a:cubicBezTo>
                  <a:pt x="724378" y="344601"/>
                  <a:pt x="727044" y="351729"/>
                  <a:pt x="730598" y="358856"/>
                </a:cubicBezTo>
                <a:lnTo>
                  <a:pt x="788359" y="455966"/>
                </a:lnTo>
                <a:cubicBezTo>
                  <a:pt x="793691" y="465766"/>
                  <a:pt x="795468" y="477348"/>
                  <a:pt x="793691" y="487149"/>
                </a:cubicBezTo>
                <a:cubicBezTo>
                  <a:pt x="792802" y="491603"/>
                  <a:pt x="791025" y="494276"/>
                  <a:pt x="788359" y="497840"/>
                </a:cubicBezTo>
                <a:cubicBezTo>
                  <a:pt x="782138" y="511203"/>
                  <a:pt x="767921" y="518331"/>
                  <a:pt x="752814" y="518331"/>
                </a:cubicBezTo>
                <a:lnTo>
                  <a:pt x="727044" y="518331"/>
                </a:lnTo>
                <a:cubicBezTo>
                  <a:pt x="724378" y="518331"/>
                  <a:pt x="723489" y="520113"/>
                  <a:pt x="723489" y="522785"/>
                </a:cubicBezTo>
                <a:lnTo>
                  <a:pt x="723489" y="683151"/>
                </a:lnTo>
                <a:cubicBezTo>
                  <a:pt x="723489" y="717006"/>
                  <a:pt x="695054" y="745515"/>
                  <a:pt x="661286" y="745515"/>
                </a:cubicBezTo>
                <a:lnTo>
                  <a:pt x="585753" y="745515"/>
                </a:lnTo>
                <a:cubicBezTo>
                  <a:pt x="582199" y="745515"/>
                  <a:pt x="577755" y="745515"/>
                  <a:pt x="575090" y="745515"/>
                </a:cubicBezTo>
                <a:cubicBezTo>
                  <a:pt x="573312" y="744624"/>
                  <a:pt x="571535" y="745515"/>
                  <a:pt x="571535" y="746406"/>
                </a:cubicBezTo>
                <a:cubicBezTo>
                  <a:pt x="571535" y="747297"/>
                  <a:pt x="570646" y="747297"/>
                  <a:pt x="570646" y="748188"/>
                </a:cubicBezTo>
                <a:lnTo>
                  <a:pt x="570646" y="857771"/>
                </a:lnTo>
                <a:lnTo>
                  <a:pt x="722601" y="857771"/>
                </a:lnTo>
                <a:cubicBezTo>
                  <a:pt x="737707" y="857771"/>
                  <a:pt x="750148" y="845298"/>
                  <a:pt x="750148" y="830152"/>
                </a:cubicBezTo>
                <a:lnTo>
                  <a:pt x="750148" y="720569"/>
                </a:lnTo>
                <a:cubicBezTo>
                  <a:pt x="750148" y="710769"/>
                  <a:pt x="752814" y="703642"/>
                  <a:pt x="759034" y="697405"/>
                </a:cubicBezTo>
                <a:cubicBezTo>
                  <a:pt x="766143" y="691169"/>
                  <a:pt x="774141" y="688496"/>
                  <a:pt x="783027" y="688496"/>
                </a:cubicBezTo>
                <a:cubicBezTo>
                  <a:pt x="786582" y="688496"/>
                  <a:pt x="788359" y="688496"/>
                  <a:pt x="791913" y="688496"/>
                </a:cubicBezTo>
                <a:lnTo>
                  <a:pt x="867446" y="688496"/>
                </a:lnTo>
                <a:cubicBezTo>
                  <a:pt x="886996" y="688496"/>
                  <a:pt x="902102" y="673351"/>
                  <a:pt x="902102" y="654641"/>
                </a:cubicBezTo>
                <a:lnTo>
                  <a:pt x="902102" y="581586"/>
                </a:lnTo>
                <a:cubicBezTo>
                  <a:pt x="897659" y="581586"/>
                  <a:pt x="893216" y="582477"/>
                  <a:pt x="888773" y="582477"/>
                </a:cubicBezTo>
                <a:cubicBezTo>
                  <a:pt x="869223" y="582477"/>
                  <a:pt x="851451" y="579804"/>
                  <a:pt x="835456" y="575350"/>
                </a:cubicBezTo>
                <a:cubicBezTo>
                  <a:pt x="828347" y="572677"/>
                  <a:pt x="824792" y="565549"/>
                  <a:pt x="826570" y="557531"/>
                </a:cubicBezTo>
                <a:cubicBezTo>
                  <a:pt x="828347" y="550404"/>
                  <a:pt x="835456" y="545949"/>
                  <a:pt x="843453" y="548622"/>
                </a:cubicBezTo>
                <a:cubicBezTo>
                  <a:pt x="861226" y="553077"/>
                  <a:pt x="879887" y="554858"/>
                  <a:pt x="902102" y="553077"/>
                </a:cubicBezTo>
                <a:lnTo>
                  <a:pt x="902102" y="494276"/>
                </a:lnTo>
                <a:cubicBezTo>
                  <a:pt x="902102" y="477348"/>
                  <a:pt x="916320" y="462203"/>
                  <a:pt x="934093" y="462203"/>
                </a:cubicBezTo>
                <a:lnTo>
                  <a:pt x="959863" y="462203"/>
                </a:lnTo>
                <a:cubicBezTo>
                  <a:pt x="967860" y="462203"/>
                  <a:pt x="970526" y="457748"/>
                  <a:pt x="972304" y="455075"/>
                </a:cubicBezTo>
                <a:cubicBezTo>
                  <a:pt x="972304" y="453294"/>
                  <a:pt x="974970" y="447948"/>
                  <a:pt x="972304" y="441712"/>
                </a:cubicBezTo>
                <a:lnTo>
                  <a:pt x="913655" y="343711"/>
                </a:lnTo>
                <a:cubicBezTo>
                  <a:pt x="906546" y="330347"/>
                  <a:pt x="902102" y="316092"/>
                  <a:pt x="902102" y="300946"/>
                </a:cubicBezTo>
                <a:lnTo>
                  <a:pt x="902102" y="258182"/>
                </a:lnTo>
                <a:cubicBezTo>
                  <a:pt x="902102" y="193145"/>
                  <a:pt x="874555" y="130780"/>
                  <a:pt x="825681" y="86234"/>
                </a:cubicBezTo>
                <a:cubicBezTo>
                  <a:pt x="788359" y="52825"/>
                  <a:pt x="743039" y="32946"/>
                  <a:pt x="694220" y="28478"/>
                </a:cubicBezTo>
                <a:close/>
                <a:moveTo>
                  <a:pt x="697386" y="1221"/>
                </a:moveTo>
                <a:cubicBezTo>
                  <a:pt x="751870" y="6441"/>
                  <a:pt x="802355" y="28325"/>
                  <a:pt x="844342" y="65743"/>
                </a:cubicBezTo>
                <a:cubicBezTo>
                  <a:pt x="898548" y="114744"/>
                  <a:pt x="930538" y="185126"/>
                  <a:pt x="930538" y="258182"/>
                </a:cubicBezTo>
                <a:lnTo>
                  <a:pt x="930538" y="300946"/>
                </a:lnTo>
                <a:cubicBezTo>
                  <a:pt x="930538" y="310747"/>
                  <a:pt x="932316" y="321438"/>
                  <a:pt x="937647" y="329456"/>
                </a:cubicBezTo>
                <a:lnTo>
                  <a:pt x="995408" y="428348"/>
                </a:lnTo>
                <a:cubicBezTo>
                  <a:pt x="1003405" y="440821"/>
                  <a:pt x="1003405" y="455966"/>
                  <a:pt x="995408" y="469330"/>
                </a:cubicBezTo>
                <a:cubicBezTo>
                  <a:pt x="988299" y="481803"/>
                  <a:pt x="974970" y="489821"/>
                  <a:pt x="959863" y="489821"/>
                </a:cubicBezTo>
                <a:lnTo>
                  <a:pt x="934093" y="489821"/>
                </a:lnTo>
                <a:cubicBezTo>
                  <a:pt x="931427" y="489821"/>
                  <a:pt x="930538" y="492494"/>
                  <a:pt x="930538" y="494276"/>
                </a:cubicBezTo>
                <a:lnTo>
                  <a:pt x="930538" y="654641"/>
                </a:lnTo>
                <a:cubicBezTo>
                  <a:pt x="930538" y="688496"/>
                  <a:pt x="902102" y="716115"/>
                  <a:pt x="867446" y="716115"/>
                </a:cubicBezTo>
                <a:lnTo>
                  <a:pt x="791913" y="716115"/>
                </a:lnTo>
                <a:cubicBezTo>
                  <a:pt x="788359" y="716115"/>
                  <a:pt x="784804" y="716115"/>
                  <a:pt x="782138" y="716115"/>
                </a:cubicBezTo>
                <a:cubicBezTo>
                  <a:pt x="780361" y="716115"/>
                  <a:pt x="778584" y="717006"/>
                  <a:pt x="778584" y="717006"/>
                </a:cubicBezTo>
                <a:cubicBezTo>
                  <a:pt x="776807" y="717897"/>
                  <a:pt x="776807" y="718788"/>
                  <a:pt x="776807" y="720569"/>
                </a:cubicBezTo>
                <a:lnTo>
                  <a:pt x="776807" y="830152"/>
                </a:lnTo>
                <a:cubicBezTo>
                  <a:pt x="776807" y="860444"/>
                  <a:pt x="752814" y="884499"/>
                  <a:pt x="722601" y="884499"/>
                </a:cubicBezTo>
                <a:lnTo>
                  <a:pt x="563538" y="884499"/>
                </a:lnTo>
                <a:cubicBezTo>
                  <a:pt x="554651" y="902317"/>
                  <a:pt x="535990" y="913899"/>
                  <a:pt x="515552" y="913899"/>
                </a:cubicBezTo>
                <a:lnTo>
                  <a:pt x="356489" y="913899"/>
                </a:lnTo>
                <a:cubicBezTo>
                  <a:pt x="347602" y="930826"/>
                  <a:pt x="328941" y="942408"/>
                  <a:pt x="308503" y="942408"/>
                </a:cubicBezTo>
                <a:lnTo>
                  <a:pt x="115672" y="942408"/>
                </a:lnTo>
                <a:cubicBezTo>
                  <a:pt x="85459" y="942408"/>
                  <a:pt x="61466" y="917463"/>
                  <a:pt x="61466" y="887171"/>
                </a:cubicBezTo>
                <a:lnTo>
                  <a:pt x="61466" y="660878"/>
                </a:lnTo>
                <a:cubicBezTo>
                  <a:pt x="61466" y="635932"/>
                  <a:pt x="55246" y="486258"/>
                  <a:pt x="48137" y="466657"/>
                </a:cubicBezTo>
                <a:cubicBezTo>
                  <a:pt x="10814" y="414984"/>
                  <a:pt x="-4292" y="351729"/>
                  <a:pt x="1039" y="287583"/>
                </a:cubicBezTo>
                <a:cubicBezTo>
                  <a:pt x="14369" y="168199"/>
                  <a:pt x="109452" y="72871"/>
                  <a:pt x="228527" y="58616"/>
                </a:cubicBezTo>
                <a:cubicBezTo>
                  <a:pt x="264072" y="55052"/>
                  <a:pt x="296951" y="58616"/>
                  <a:pt x="329830" y="67525"/>
                </a:cubicBezTo>
                <a:cubicBezTo>
                  <a:pt x="361820" y="47034"/>
                  <a:pt x="398254" y="34561"/>
                  <a:pt x="435576" y="30106"/>
                </a:cubicBezTo>
                <a:cubicBezTo>
                  <a:pt x="470232" y="26543"/>
                  <a:pt x="504000" y="29216"/>
                  <a:pt x="536879" y="39016"/>
                </a:cubicBezTo>
                <a:cubicBezTo>
                  <a:pt x="568869" y="18524"/>
                  <a:pt x="605303" y="5161"/>
                  <a:pt x="641736" y="1597"/>
                </a:cubicBezTo>
                <a:cubicBezTo>
                  <a:pt x="660619" y="-407"/>
                  <a:pt x="679225" y="-519"/>
                  <a:pt x="697386" y="122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5" name="Freeform 13">
            <a:extLst>
              <a:ext uri="{FF2B5EF4-FFF2-40B4-BE49-F238E27FC236}">
                <a16:creationId xmlns:a16="http://schemas.microsoft.com/office/drawing/2014/main" id="{F2070F6F-50F9-4A0A-86C6-7C0366A78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9369" y="9603162"/>
            <a:ext cx="1000740" cy="1000740"/>
          </a:xfrm>
          <a:custGeom>
            <a:avLst/>
            <a:gdLst>
              <a:gd name="T0" fmla="*/ 777 w 1125"/>
              <a:gd name="T1" fmla="*/ 755 h 1125"/>
              <a:gd name="T2" fmla="*/ 836 w 1125"/>
              <a:gd name="T3" fmla="*/ 699 h 1125"/>
              <a:gd name="T4" fmla="*/ 820 w 1125"/>
              <a:gd name="T5" fmla="*/ 606 h 1125"/>
              <a:gd name="T6" fmla="*/ 694 w 1125"/>
              <a:gd name="T7" fmla="*/ 616 h 1125"/>
              <a:gd name="T8" fmla="*/ 684 w 1125"/>
              <a:gd name="T9" fmla="*/ 463 h 1125"/>
              <a:gd name="T10" fmla="*/ 688 w 1125"/>
              <a:gd name="T11" fmla="*/ 450 h 1125"/>
              <a:gd name="T12" fmla="*/ 634 w 1125"/>
              <a:gd name="T13" fmla="*/ 405 h 1125"/>
              <a:gd name="T14" fmla="*/ 627 w 1125"/>
              <a:gd name="T15" fmla="*/ 326 h 1125"/>
              <a:gd name="T16" fmla="*/ 686 w 1125"/>
              <a:gd name="T17" fmla="*/ 316 h 1125"/>
              <a:gd name="T18" fmla="*/ 740 w 1125"/>
              <a:gd name="T19" fmla="*/ 380 h 1125"/>
              <a:gd name="T20" fmla="*/ 763 w 1125"/>
              <a:gd name="T21" fmla="*/ 383 h 1125"/>
              <a:gd name="T22" fmla="*/ 1072 w 1125"/>
              <a:gd name="T23" fmla="*/ 511 h 1125"/>
              <a:gd name="T24" fmla="*/ 1072 w 1125"/>
              <a:gd name="T25" fmla="*/ 614 h 1125"/>
              <a:gd name="T26" fmla="*/ 562 w 1125"/>
              <a:gd name="T27" fmla="*/ 1093 h 1125"/>
              <a:gd name="T28" fmla="*/ 292 w 1125"/>
              <a:gd name="T29" fmla="*/ 853 h 1125"/>
              <a:gd name="T30" fmla="*/ 393 w 1125"/>
              <a:gd name="T31" fmla="*/ 810 h 1125"/>
              <a:gd name="T32" fmla="*/ 518 w 1125"/>
              <a:gd name="T33" fmla="*/ 820 h 1125"/>
              <a:gd name="T34" fmla="*/ 535 w 1125"/>
              <a:gd name="T35" fmla="*/ 726 h 1125"/>
              <a:gd name="T36" fmla="*/ 562 w 1125"/>
              <a:gd name="T37" fmla="*/ 584 h 1125"/>
              <a:gd name="T38" fmla="*/ 673 w 1125"/>
              <a:gd name="T39" fmla="*/ 688 h 1125"/>
              <a:gd name="T40" fmla="*/ 719 w 1125"/>
              <a:gd name="T41" fmla="*/ 634 h 1125"/>
              <a:gd name="T42" fmla="*/ 739 w 1125"/>
              <a:gd name="T43" fmla="*/ 617 h 1125"/>
              <a:gd name="T44" fmla="*/ 808 w 1125"/>
              <a:gd name="T45" fmla="*/ 686 h 1125"/>
              <a:gd name="T46" fmla="*/ 744 w 1125"/>
              <a:gd name="T47" fmla="*/ 741 h 1125"/>
              <a:gd name="T48" fmla="*/ 738 w 1125"/>
              <a:gd name="T49" fmla="*/ 751 h 1125"/>
              <a:gd name="T50" fmla="*/ 613 w 1125"/>
              <a:gd name="T51" fmla="*/ 1072 h 1125"/>
              <a:gd name="T52" fmla="*/ 52 w 1125"/>
              <a:gd name="T53" fmla="*/ 511 h 1125"/>
              <a:gd name="T54" fmla="*/ 315 w 1125"/>
              <a:gd name="T55" fmla="*/ 393 h 1125"/>
              <a:gd name="T56" fmla="*/ 287 w 1125"/>
              <a:gd name="T57" fmla="*/ 425 h 1125"/>
              <a:gd name="T58" fmla="*/ 398 w 1125"/>
              <a:gd name="T59" fmla="*/ 535 h 1125"/>
              <a:gd name="T60" fmla="*/ 453 w 1125"/>
              <a:gd name="T61" fmla="*/ 476 h 1125"/>
              <a:gd name="T62" fmla="*/ 441 w 1125"/>
              <a:gd name="T63" fmla="*/ 662 h 1125"/>
              <a:gd name="T64" fmla="*/ 443 w 1125"/>
              <a:gd name="T65" fmla="*/ 686 h 1125"/>
              <a:gd name="T66" fmla="*/ 506 w 1125"/>
              <a:gd name="T67" fmla="*/ 740 h 1125"/>
              <a:gd name="T68" fmla="*/ 496 w 1125"/>
              <a:gd name="T69" fmla="*/ 798 h 1125"/>
              <a:gd name="T70" fmla="*/ 417 w 1125"/>
              <a:gd name="T71" fmla="*/ 792 h 1125"/>
              <a:gd name="T72" fmla="*/ 372 w 1125"/>
              <a:gd name="T73" fmla="*/ 738 h 1125"/>
              <a:gd name="T74" fmla="*/ 270 w 1125"/>
              <a:gd name="T75" fmla="*/ 832 h 1125"/>
              <a:gd name="T76" fmla="*/ 31 w 1125"/>
              <a:gd name="T77" fmla="*/ 563 h 1125"/>
              <a:gd name="T78" fmla="*/ 562 w 1125"/>
              <a:gd name="T79" fmla="*/ 32 h 1125"/>
              <a:gd name="T80" fmla="*/ 831 w 1125"/>
              <a:gd name="T81" fmla="*/ 271 h 1125"/>
              <a:gd name="T82" fmla="*/ 731 w 1125"/>
              <a:gd name="T83" fmla="*/ 315 h 1125"/>
              <a:gd name="T84" fmla="*/ 606 w 1125"/>
              <a:gd name="T85" fmla="*/ 305 h 1125"/>
              <a:gd name="T86" fmla="*/ 589 w 1125"/>
              <a:gd name="T87" fmla="*/ 398 h 1125"/>
              <a:gd name="T88" fmla="*/ 562 w 1125"/>
              <a:gd name="T89" fmla="*/ 540 h 1125"/>
              <a:gd name="T90" fmla="*/ 450 w 1125"/>
              <a:gd name="T91" fmla="*/ 436 h 1125"/>
              <a:gd name="T92" fmla="*/ 405 w 1125"/>
              <a:gd name="T93" fmla="*/ 490 h 1125"/>
              <a:gd name="T94" fmla="*/ 385 w 1125"/>
              <a:gd name="T95" fmla="*/ 507 h 1125"/>
              <a:gd name="T96" fmla="*/ 316 w 1125"/>
              <a:gd name="T97" fmla="*/ 438 h 1125"/>
              <a:gd name="T98" fmla="*/ 380 w 1125"/>
              <a:gd name="T99" fmla="*/ 384 h 1125"/>
              <a:gd name="T100" fmla="*/ 387 w 1125"/>
              <a:gd name="T101" fmla="*/ 372 h 1125"/>
              <a:gd name="T102" fmla="*/ 511 w 1125"/>
              <a:gd name="T103" fmla="*/ 52 h 1125"/>
              <a:gd name="T104" fmla="*/ 635 w 1125"/>
              <a:gd name="T105" fmla="*/ 31 h 1125"/>
              <a:gd name="T106" fmla="*/ 489 w 1125"/>
              <a:gd name="T107" fmla="*/ 31 h 1125"/>
              <a:gd name="T108" fmla="*/ 0 w 1125"/>
              <a:gd name="T109" fmla="*/ 563 h 1125"/>
              <a:gd name="T110" fmla="*/ 489 w 1125"/>
              <a:gd name="T111" fmla="*/ 1094 h 1125"/>
              <a:gd name="T112" fmla="*/ 562 w 1125"/>
              <a:gd name="T113" fmla="*/ 1124 h 1125"/>
              <a:gd name="T114" fmla="*/ 1094 w 1125"/>
              <a:gd name="T115" fmla="*/ 635 h 1125"/>
              <a:gd name="T116" fmla="*/ 1094 w 1125"/>
              <a:gd name="T117" fmla="*/ 489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25" h="1125">
                <a:moveTo>
                  <a:pt x="1072" y="614"/>
                </a:moveTo>
                <a:lnTo>
                  <a:pt x="853" y="832"/>
                </a:lnTo>
                <a:lnTo>
                  <a:pt x="777" y="755"/>
                </a:lnTo>
                <a:lnTo>
                  <a:pt x="810" y="732"/>
                </a:lnTo>
                <a:lnTo>
                  <a:pt x="810" y="732"/>
                </a:lnTo>
                <a:cubicBezTo>
                  <a:pt x="822" y="722"/>
                  <a:pt x="831" y="712"/>
                  <a:pt x="836" y="699"/>
                </a:cubicBezTo>
                <a:lnTo>
                  <a:pt x="836" y="699"/>
                </a:lnTo>
                <a:cubicBezTo>
                  <a:pt x="851" y="669"/>
                  <a:pt x="844" y="631"/>
                  <a:pt x="820" y="606"/>
                </a:cubicBezTo>
                <a:lnTo>
                  <a:pt x="820" y="606"/>
                </a:lnTo>
                <a:cubicBezTo>
                  <a:pt x="795" y="581"/>
                  <a:pt x="758" y="574"/>
                  <a:pt x="726" y="589"/>
                </a:cubicBezTo>
                <a:lnTo>
                  <a:pt x="726" y="589"/>
                </a:lnTo>
                <a:cubicBezTo>
                  <a:pt x="714" y="595"/>
                  <a:pt x="703" y="603"/>
                  <a:pt x="694" y="616"/>
                </a:cubicBezTo>
                <a:lnTo>
                  <a:pt x="670" y="649"/>
                </a:lnTo>
                <a:lnTo>
                  <a:pt x="584" y="563"/>
                </a:lnTo>
                <a:lnTo>
                  <a:pt x="684" y="463"/>
                </a:lnTo>
                <a:lnTo>
                  <a:pt x="684" y="463"/>
                </a:lnTo>
                <a:cubicBezTo>
                  <a:pt x="686" y="460"/>
                  <a:pt x="688" y="455"/>
                  <a:pt x="688" y="450"/>
                </a:cubicBezTo>
                <a:lnTo>
                  <a:pt x="688" y="450"/>
                </a:lnTo>
                <a:cubicBezTo>
                  <a:pt x="687" y="446"/>
                  <a:pt x="686" y="442"/>
                  <a:pt x="681" y="439"/>
                </a:cubicBezTo>
                <a:lnTo>
                  <a:pt x="634" y="405"/>
                </a:lnTo>
                <a:lnTo>
                  <a:pt x="634" y="405"/>
                </a:lnTo>
                <a:cubicBezTo>
                  <a:pt x="627" y="399"/>
                  <a:pt x="621" y="393"/>
                  <a:pt x="617" y="385"/>
                </a:cubicBezTo>
                <a:lnTo>
                  <a:pt x="617" y="385"/>
                </a:lnTo>
                <a:cubicBezTo>
                  <a:pt x="608" y="366"/>
                  <a:pt x="612" y="341"/>
                  <a:pt x="627" y="326"/>
                </a:cubicBezTo>
                <a:lnTo>
                  <a:pt x="627" y="326"/>
                </a:lnTo>
                <a:cubicBezTo>
                  <a:pt x="643" y="311"/>
                  <a:pt x="667" y="307"/>
                  <a:pt x="686" y="316"/>
                </a:cubicBezTo>
                <a:lnTo>
                  <a:pt x="686" y="316"/>
                </a:lnTo>
                <a:cubicBezTo>
                  <a:pt x="693" y="319"/>
                  <a:pt x="700" y="325"/>
                  <a:pt x="706" y="333"/>
                </a:cubicBezTo>
                <a:lnTo>
                  <a:pt x="740" y="380"/>
                </a:lnTo>
                <a:lnTo>
                  <a:pt x="740" y="380"/>
                </a:lnTo>
                <a:cubicBezTo>
                  <a:pt x="743" y="384"/>
                  <a:pt x="747" y="386"/>
                  <a:pt x="752" y="387"/>
                </a:cubicBezTo>
                <a:lnTo>
                  <a:pt x="752" y="387"/>
                </a:lnTo>
                <a:cubicBezTo>
                  <a:pt x="756" y="387"/>
                  <a:pt x="761" y="385"/>
                  <a:pt x="763" y="383"/>
                </a:cubicBezTo>
                <a:lnTo>
                  <a:pt x="853" y="293"/>
                </a:lnTo>
                <a:lnTo>
                  <a:pt x="1072" y="511"/>
                </a:lnTo>
                <a:lnTo>
                  <a:pt x="1072" y="511"/>
                </a:lnTo>
                <a:cubicBezTo>
                  <a:pt x="1085" y="525"/>
                  <a:pt x="1093" y="543"/>
                  <a:pt x="1093" y="563"/>
                </a:cubicBezTo>
                <a:lnTo>
                  <a:pt x="1093" y="563"/>
                </a:lnTo>
                <a:cubicBezTo>
                  <a:pt x="1093" y="581"/>
                  <a:pt x="1085" y="600"/>
                  <a:pt x="1072" y="614"/>
                </a:cubicBezTo>
                <a:close/>
                <a:moveTo>
                  <a:pt x="613" y="1072"/>
                </a:moveTo>
                <a:lnTo>
                  <a:pt x="613" y="1072"/>
                </a:lnTo>
                <a:cubicBezTo>
                  <a:pt x="599" y="1086"/>
                  <a:pt x="581" y="1093"/>
                  <a:pt x="562" y="1093"/>
                </a:cubicBezTo>
                <a:lnTo>
                  <a:pt x="562" y="1093"/>
                </a:lnTo>
                <a:cubicBezTo>
                  <a:pt x="542" y="1093"/>
                  <a:pt x="525" y="1086"/>
                  <a:pt x="511" y="1072"/>
                </a:cubicBezTo>
                <a:lnTo>
                  <a:pt x="292" y="853"/>
                </a:lnTo>
                <a:lnTo>
                  <a:pt x="369" y="777"/>
                </a:lnTo>
                <a:lnTo>
                  <a:pt x="393" y="810"/>
                </a:lnTo>
                <a:lnTo>
                  <a:pt x="393" y="810"/>
                </a:lnTo>
                <a:cubicBezTo>
                  <a:pt x="401" y="822"/>
                  <a:pt x="413" y="831"/>
                  <a:pt x="424" y="837"/>
                </a:cubicBezTo>
                <a:lnTo>
                  <a:pt x="424" y="837"/>
                </a:lnTo>
                <a:cubicBezTo>
                  <a:pt x="456" y="851"/>
                  <a:pt x="494" y="845"/>
                  <a:pt x="518" y="820"/>
                </a:cubicBezTo>
                <a:lnTo>
                  <a:pt x="518" y="820"/>
                </a:lnTo>
                <a:cubicBezTo>
                  <a:pt x="542" y="795"/>
                  <a:pt x="549" y="758"/>
                  <a:pt x="535" y="726"/>
                </a:cubicBezTo>
                <a:lnTo>
                  <a:pt x="535" y="726"/>
                </a:lnTo>
                <a:cubicBezTo>
                  <a:pt x="529" y="714"/>
                  <a:pt x="520" y="704"/>
                  <a:pt x="507" y="694"/>
                </a:cubicBezTo>
                <a:lnTo>
                  <a:pt x="475" y="671"/>
                </a:lnTo>
                <a:lnTo>
                  <a:pt x="562" y="584"/>
                </a:lnTo>
                <a:lnTo>
                  <a:pt x="661" y="684"/>
                </a:lnTo>
                <a:lnTo>
                  <a:pt x="661" y="684"/>
                </a:lnTo>
                <a:cubicBezTo>
                  <a:pt x="665" y="688"/>
                  <a:pt x="669" y="688"/>
                  <a:pt x="673" y="688"/>
                </a:cubicBezTo>
                <a:lnTo>
                  <a:pt x="673" y="688"/>
                </a:lnTo>
                <a:cubicBezTo>
                  <a:pt x="678" y="688"/>
                  <a:pt x="682" y="686"/>
                  <a:pt x="685" y="682"/>
                </a:cubicBezTo>
                <a:lnTo>
                  <a:pt x="719" y="634"/>
                </a:lnTo>
                <a:lnTo>
                  <a:pt x="719" y="634"/>
                </a:lnTo>
                <a:cubicBezTo>
                  <a:pt x="725" y="627"/>
                  <a:pt x="732" y="621"/>
                  <a:pt x="739" y="617"/>
                </a:cubicBezTo>
                <a:lnTo>
                  <a:pt x="739" y="617"/>
                </a:lnTo>
                <a:cubicBezTo>
                  <a:pt x="758" y="609"/>
                  <a:pt x="782" y="613"/>
                  <a:pt x="798" y="629"/>
                </a:cubicBezTo>
                <a:lnTo>
                  <a:pt x="798" y="629"/>
                </a:lnTo>
                <a:cubicBezTo>
                  <a:pt x="813" y="644"/>
                  <a:pt x="817" y="667"/>
                  <a:pt x="808" y="686"/>
                </a:cubicBezTo>
                <a:lnTo>
                  <a:pt x="808" y="686"/>
                </a:lnTo>
                <a:cubicBezTo>
                  <a:pt x="805" y="694"/>
                  <a:pt x="799" y="701"/>
                  <a:pt x="791" y="706"/>
                </a:cubicBezTo>
                <a:lnTo>
                  <a:pt x="744" y="741"/>
                </a:lnTo>
                <a:lnTo>
                  <a:pt x="744" y="741"/>
                </a:lnTo>
                <a:cubicBezTo>
                  <a:pt x="740" y="743"/>
                  <a:pt x="738" y="747"/>
                  <a:pt x="738" y="751"/>
                </a:cubicBezTo>
                <a:lnTo>
                  <a:pt x="738" y="751"/>
                </a:lnTo>
                <a:cubicBezTo>
                  <a:pt x="737" y="757"/>
                  <a:pt x="739" y="761"/>
                  <a:pt x="742" y="764"/>
                </a:cubicBezTo>
                <a:lnTo>
                  <a:pt x="831" y="853"/>
                </a:lnTo>
                <a:lnTo>
                  <a:pt x="613" y="1072"/>
                </a:lnTo>
                <a:close/>
                <a:moveTo>
                  <a:pt x="31" y="563"/>
                </a:moveTo>
                <a:lnTo>
                  <a:pt x="31" y="563"/>
                </a:lnTo>
                <a:cubicBezTo>
                  <a:pt x="31" y="543"/>
                  <a:pt x="38" y="525"/>
                  <a:pt x="52" y="511"/>
                </a:cubicBezTo>
                <a:lnTo>
                  <a:pt x="270" y="293"/>
                </a:lnTo>
                <a:lnTo>
                  <a:pt x="347" y="370"/>
                </a:lnTo>
                <a:lnTo>
                  <a:pt x="315" y="393"/>
                </a:lnTo>
                <a:lnTo>
                  <a:pt x="315" y="393"/>
                </a:lnTo>
                <a:cubicBezTo>
                  <a:pt x="302" y="402"/>
                  <a:pt x="292" y="413"/>
                  <a:pt x="287" y="425"/>
                </a:cubicBezTo>
                <a:lnTo>
                  <a:pt x="287" y="425"/>
                </a:lnTo>
                <a:cubicBezTo>
                  <a:pt x="273" y="456"/>
                  <a:pt x="280" y="494"/>
                  <a:pt x="305" y="519"/>
                </a:cubicBezTo>
                <a:lnTo>
                  <a:pt x="305" y="519"/>
                </a:lnTo>
                <a:cubicBezTo>
                  <a:pt x="328" y="543"/>
                  <a:pt x="366" y="550"/>
                  <a:pt x="398" y="535"/>
                </a:cubicBezTo>
                <a:lnTo>
                  <a:pt x="398" y="535"/>
                </a:lnTo>
                <a:cubicBezTo>
                  <a:pt x="410" y="530"/>
                  <a:pt x="421" y="521"/>
                  <a:pt x="430" y="508"/>
                </a:cubicBezTo>
                <a:lnTo>
                  <a:pt x="453" y="476"/>
                </a:lnTo>
                <a:lnTo>
                  <a:pt x="540" y="563"/>
                </a:lnTo>
                <a:lnTo>
                  <a:pt x="441" y="662"/>
                </a:lnTo>
                <a:lnTo>
                  <a:pt x="441" y="662"/>
                </a:lnTo>
                <a:cubicBezTo>
                  <a:pt x="437" y="665"/>
                  <a:pt x="436" y="669"/>
                  <a:pt x="436" y="674"/>
                </a:cubicBezTo>
                <a:lnTo>
                  <a:pt x="436" y="674"/>
                </a:lnTo>
                <a:cubicBezTo>
                  <a:pt x="436" y="679"/>
                  <a:pt x="439" y="683"/>
                  <a:pt x="443" y="686"/>
                </a:cubicBezTo>
                <a:lnTo>
                  <a:pt x="489" y="720"/>
                </a:lnTo>
                <a:lnTo>
                  <a:pt x="489" y="720"/>
                </a:lnTo>
                <a:cubicBezTo>
                  <a:pt x="497" y="725"/>
                  <a:pt x="503" y="732"/>
                  <a:pt x="506" y="740"/>
                </a:cubicBezTo>
                <a:lnTo>
                  <a:pt x="506" y="740"/>
                </a:lnTo>
                <a:cubicBezTo>
                  <a:pt x="516" y="759"/>
                  <a:pt x="512" y="783"/>
                  <a:pt x="496" y="798"/>
                </a:cubicBezTo>
                <a:lnTo>
                  <a:pt x="496" y="798"/>
                </a:lnTo>
                <a:cubicBezTo>
                  <a:pt x="481" y="813"/>
                  <a:pt x="457" y="817"/>
                  <a:pt x="437" y="809"/>
                </a:cubicBezTo>
                <a:lnTo>
                  <a:pt x="437" y="809"/>
                </a:lnTo>
                <a:cubicBezTo>
                  <a:pt x="430" y="806"/>
                  <a:pt x="424" y="800"/>
                  <a:pt x="417" y="792"/>
                </a:cubicBezTo>
                <a:lnTo>
                  <a:pt x="383" y="744"/>
                </a:lnTo>
                <a:lnTo>
                  <a:pt x="383" y="744"/>
                </a:lnTo>
                <a:cubicBezTo>
                  <a:pt x="381" y="741"/>
                  <a:pt x="377" y="738"/>
                  <a:pt x="372" y="738"/>
                </a:cubicBezTo>
                <a:lnTo>
                  <a:pt x="372" y="738"/>
                </a:lnTo>
                <a:cubicBezTo>
                  <a:pt x="368" y="737"/>
                  <a:pt x="363" y="739"/>
                  <a:pt x="360" y="742"/>
                </a:cubicBezTo>
                <a:lnTo>
                  <a:pt x="270" y="832"/>
                </a:lnTo>
                <a:lnTo>
                  <a:pt x="52" y="614"/>
                </a:lnTo>
                <a:lnTo>
                  <a:pt x="52" y="614"/>
                </a:lnTo>
                <a:cubicBezTo>
                  <a:pt x="38" y="600"/>
                  <a:pt x="31" y="581"/>
                  <a:pt x="31" y="563"/>
                </a:cubicBezTo>
                <a:close/>
                <a:moveTo>
                  <a:pt x="511" y="52"/>
                </a:moveTo>
                <a:lnTo>
                  <a:pt x="511" y="52"/>
                </a:lnTo>
                <a:cubicBezTo>
                  <a:pt x="525" y="38"/>
                  <a:pt x="542" y="32"/>
                  <a:pt x="562" y="32"/>
                </a:cubicBezTo>
                <a:lnTo>
                  <a:pt x="562" y="32"/>
                </a:lnTo>
                <a:cubicBezTo>
                  <a:pt x="581" y="32"/>
                  <a:pt x="599" y="38"/>
                  <a:pt x="613" y="52"/>
                </a:cubicBezTo>
                <a:lnTo>
                  <a:pt x="831" y="271"/>
                </a:lnTo>
                <a:lnTo>
                  <a:pt x="755" y="347"/>
                </a:lnTo>
                <a:lnTo>
                  <a:pt x="731" y="315"/>
                </a:lnTo>
                <a:lnTo>
                  <a:pt x="731" y="315"/>
                </a:lnTo>
                <a:cubicBezTo>
                  <a:pt x="722" y="302"/>
                  <a:pt x="711" y="294"/>
                  <a:pt x="699" y="288"/>
                </a:cubicBezTo>
                <a:lnTo>
                  <a:pt x="699" y="288"/>
                </a:lnTo>
                <a:cubicBezTo>
                  <a:pt x="667" y="273"/>
                  <a:pt x="630" y="280"/>
                  <a:pt x="606" y="305"/>
                </a:cubicBezTo>
                <a:lnTo>
                  <a:pt x="606" y="305"/>
                </a:lnTo>
                <a:cubicBezTo>
                  <a:pt x="581" y="329"/>
                  <a:pt x="574" y="366"/>
                  <a:pt x="589" y="398"/>
                </a:cubicBezTo>
                <a:lnTo>
                  <a:pt x="589" y="398"/>
                </a:lnTo>
                <a:cubicBezTo>
                  <a:pt x="594" y="411"/>
                  <a:pt x="604" y="421"/>
                  <a:pt x="616" y="431"/>
                </a:cubicBezTo>
                <a:lnTo>
                  <a:pt x="649" y="454"/>
                </a:lnTo>
                <a:lnTo>
                  <a:pt x="562" y="540"/>
                </a:lnTo>
                <a:lnTo>
                  <a:pt x="462" y="441"/>
                </a:lnTo>
                <a:lnTo>
                  <a:pt x="462" y="441"/>
                </a:lnTo>
                <a:cubicBezTo>
                  <a:pt x="460" y="438"/>
                  <a:pt x="454" y="436"/>
                  <a:pt x="450" y="436"/>
                </a:cubicBezTo>
                <a:lnTo>
                  <a:pt x="450" y="436"/>
                </a:lnTo>
                <a:cubicBezTo>
                  <a:pt x="446" y="436"/>
                  <a:pt x="441" y="439"/>
                  <a:pt x="439" y="442"/>
                </a:cubicBezTo>
                <a:lnTo>
                  <a:pt x="405" y="490"/>
                </a:lnTo>
                <a:lnTo>
                  <a:pt x="405" y="490"/>
                </a:lnTo>
                <a:cubicBezTo>
                  <a:pt x="399" y="498"/>
                  <a:pt x="392" y="504"/>
                  <a:pt x="385" y="507"/>
                </a:cubicBezTo>
                <a:lnTo>
                  <a:pt x="385" y="507"/>
                </a:lnTo>
                <a:cubicBezTo>
                  <a:pt x="365" y="516"/>
                  <a:pt x="341" y="512"/>
                  <a:pt x="326" y="497"/>
                </a:cubicBezTo>
                <a:lnTo>
                  <a:pt x="326" y="497"/>
                </a:lnTo>
                <a:cubicBezTo>
                  <a:pt x="311" y="481"/>
                  <a:pt x="306" y="457"/>
                  <a:pt x="316" y="438"/>
                </a:cubicBezTo>
                <a:lnTo>
                  <a:pt x="316" y="438"/>
                </a:lnTo>
                <a:cubicBezTo>
                  <a:pt x="319" y="431"/>
                  <a:pt x="325" y="424"/>
                  <a:pt x="333" y="418"/>
                </a:cubicBezTo>
                <a:lnTo>
                  <a:pt x="380" y="384"/>
                </a:lnTo>
                <a:lnTo>
                  <a:pt x="380" y="384"/>
                </a:lnTo>
                <a:cubicBezTo>
                  <a:pt x="383" y="381"/>
                  <a:pt x="386" y="377"/>
                  <a:pt x="387" y="372"/>
                </a:cubicBezTo>
                <a:lnTo>
                  <a:pt x="387" y="372"/>
                </a:lnTo>
                <a:cubicBezTo>
                  <a:pt x="387" y="368"/>
                  <a:pt x="385" y="364"/>
                  <a:pt x="381" y="360"/>
                </a:cubicBezTo>
                <a:lnTo>
                  <a:pt x="292" y="271"/>
                </a:lnTo>
                <a:lnTo>
                  <a:pt x="511" y="52"/>
                </a:lnTo>
                <a:close/>
                <a:moveTo>
                  <a:pt x="1094" y="489"/>
                </a:moveTo>
                <a:lnTo>
                  <a:pt x="635" y="31"/>
                </a:lnTo>
                <a:lnTo>
                  <a:pt x="635" y="31"/>
                </a:lnTo>
                <a:cubicBezTo>
                  <a:pt x="615" y="11"/>
                  <a:pt x="590" y="0"/>
                  <a:pt x="562" y="0"/>
                </a:cubicBezTo>
                <a:lnTo>
                  <a:pt x="562" y="0"/>
                </a:lnTo>
                <a:cubicBezTo>
                  <a:pt x="534" y="0"/>
                  <a:pt x="508" y="11"/>
                  <a:pt x="489" y="31"/>
                </a:cubicBezTo>
                <a:lnTo>
                  <a:pt x="30" y="489"/>
                </a:lnTo>
                <a:lnTo>
                  <a:pt x="30" y="489"/>
                </a:lnTo>
                <a:cubicBezTo>
                  <a:pt x="11" y="508"/>
                  <a:pt x="0" y="535"/>
                  <a:pt x="0" y="563"/>
                </a:cubicBezTo>
                <a:lnTo>
                  <a:pt x="0" y="563"/>
                </a:lnTo>
                <a:cubicBezTo>
                  <a:pt x="0" y="590"/>
                  <a:pt x="11" y="616"/>
                  <a:pt x="30" y="635"/>
                </a:cubicBezTo>
                <a:lnTo>
                  <a:pt x="489" y="1094"/>
                </a:lnTo>
                <a:lnTo>
                  <a:pt x="489" y="1094"/>
                </a:lnTo>
                <a:cubicBezTo>
                  <a:pt x="508" y="1114"/>
                  <a:pt x="534" y="1124"/>
                  <a:pt x="562" y="1124"/>
                </a:cubicBezTo>
                <a:lnTo>
                  <a:pt x="562" y="1124"/>
                </a:lnTo>
                <a:cubicBezTo>
                  <a:pt x="590" y="1124"/>
                  <a:pt x="615" y="1114"/>
                  <a:pt x="635" y="1094"/>
                </a:cubicBezTo>
                <a:lnTo>
                  <a:pt x="1094" y="635"/>
                </a:lnTo>
                <a:lnTo>
                  <a:pt x="1094" y="635"/>
                </a:lnTo>
                <a:cubicBezTo>
                  <a:pt x="1113" y="616"/>
                  <a:pt x="1124" y="590"/>
                  <a:pt x="1124" y="563"/>
                </a:cubicBezTo>
                <a:lnTo>
                  <a:pt x="1124" y="563"/>
                </a:lnTo>
                <a:cubicBezTo>
                  <a:pt x="1124" y="535"/>
                  <a:pt x="1113" y="508"/>
                  <a:pt x="1094" y="48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9453A18E-474C-4B8E-92CC-6A747FEB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7090" y="9524673"/>
            <a:ext cx="895982" cy="972377"/>
          </a:xfrm>
          <a:custGeom>
            <a:avLst/>
            <a:gdLst>
              <a:gd name="connsiteX0" fmla="*/ 27503 w 895982"/>
              <a:gd name="connsiteY0" fmla="*/ 854150 h 972377"/>
              <a:gd name="connsiteX1" fmla="*/ 27503 w 895982"/>
              <a:gd name="connsiteY1" fmla="*/ 855928 h 972377"/>
              <a:gd name="connsiteX2" fmla="*/ 187509 w 895982"/>
              <a:gd name="connsiteY2" fmla="*/ 944820 h 972377"/>
              <a:gd name="connsiteX3" fmla="*/ 606193 w 895982"/>
              <a:gd name="connsiteY3" fmla="*/ 944820 h 972377"/>
              <a:gd name="connsiteX4" fmla="*/ 764421 w 895982"/>
              <a:gd name="connsiteY4" fmla="*/ 855928 h 972377"/>
              <a:gd name="connsiteX5" fmla="*/ 765310 w 895982"/>
              <a:gd name="connsiteY5" fmla="*/ 854150 h 972377"/>
              <a:gd name="connsiteX6" fmla="*/ 554635 w 895982"/>
              <a:gd name="connsiteY6" fmla="*/ 854150 h 972377"/>
              <a:gd name="connsiteX7" fmla="*/ 237289 w 895982"/>
              <a:gd name="connsiteY7" fmla="*/ 854150 h 972377"/>
              <a:gd name="connsiteX8" fmla="*/ 767977 w 895982"/>
              <a:gd name="connsiteY8" fmla="*/ 530580 h 972377"/>
              <a:gd name="connsiteX9" fmla="*/ 760865 w 895982"/>
              <a:gd name="connsiteY9" fmla="*/ 583916 h 972377"/>
              <a:gd name="connsiteX10" fmla="*/ 702196 w 895982"/>
              <a:gd name="connsiteY10" fmla="*/ 733255 h 972377"/>
              <a:gd name="connsiteX11" fmla="*/ 868425 w 895982"/>
              <a:gd name="connsiteY11" fmla="*/ 593694 h 972377"/>
              <a:gd name="connsiteX12" fmla="*/ 805312 w 895982"/>
              <a:gd name="connsiteY12" fmla="*/ 530580 h 972377"/>
              <a:gd name="connsiteX13" fmla="*/ 66615 w 895982"/>
              <a:gd name="connsiteY13" fmla="*/ 471022 h 972377"/>
              <a:gd name="connsiteX14" fmla="*/ 51503 w 895982"/>
              <a:gd name="connsiteY14" fmla="*/ 478133 h 972377"/>
              <a:gd name="connsiteX15" fmla="*/ 47059 w 895982"/>
              <a:gd name="connsiteY15" fmla="*/ 494134 h 972377"/>
              <a:gd name="connsiteX16" fmla="*/ 60393 w 895982"/>
              <a:gd name="connsiteY16" fmla="*/ 579471 h 972377"/>
              <a:gd name="connsiteX17" fmla="*/ 243511 w 895982"/>
              <a:gd name="connsiteY17" fmla="*/ 826593 h 972377"/>
              <a:gd name="connsiteX18" fmla="*/ 549301 w 895982"/>
              <a:gd name="connsiteY18" fmla="*/ 826593 h 972377"/>
              <a:gd name="connsiteX19" fmla="*/ 732420 w 895982"/>
              <a:gd name="connsiteY19" fmla="*/ 579471 h 972377"/>
              <a:gd name="connsiteX20" fmla="*/ 744865 w 895982"/>
              <a:gd name="connsiteY20" fmla="*/ 494134 h 972377"/>
              <a:gd name="connsiteX21" fmla="*/ 740420 w 895982"/>
              <a:gd name="connsiteY21" fmla="*/ 478133 h 972377"/>
              <a:gd name="connsiteX22" fmla="*/ 726197 w 895982"/>
              <a:gd name="connsiteY22" fmla="*/ 471022 h 972377"/>
              <a:gd name="connsiteX23" fmla="*/ 66615 w 895982"/>
              <a:gd name="connsiteY23" fmla="*/ 443465 h 972377"/>
              <a:gd name="connsiteX24" fmla="*/ 726197 w 895982"/>
              <a:gd name="connsiteY24" fmla="*/ 443465 h 972377"/>
              <a:gd name="connsiteX25" fmla="*/ 761754 w 895982"/>
              <a:gd name="connsiteY25" fmla="*/ 459466 h 972377"/>
              <a:gd name="connsiteX26" fmla="*/ 772421 w 895982"/>
              <a:gd name="connsiteY26" fmla="*/ 497690 h 972377"/>
              <a:gd name="connsiteX27" fmla="*/ 771533 w 895982"/>
              <a:gd name="connsiteY27" fmla="*/ 502134 h 972377"/>
              <a:gd name="connsiteX28" fmla="*/ 805312 w 895982"/>
              <a:gd name="connsiteY28" fmla="*/ 502134 h 972377"/>
              <a:gd name="connsiteX29" fmla="*/ 895982 w 895982"/>
              <a:gd name="connsiteY29" fmla="*/ 593694 h 972377"/>
              <a:gd name="connsiteX30" fmla="*/ 677307 w 895982"/>
              <a:gd name="connsiteY30" fmla="*/ 765257 h 972377"/>
              <a:gd name="connsiteX31" fmla="*/ 606193 w 895982"/>
              <a:gd name="connsiteY31" fmla="*/ 826593 h 972377"/>
              <a:gd name="connsiteX32" fmla="*/ 768866 w 895982"/>
              <a:gd name="connsiteY32" fmla="*/ 826593 h 972377"/>
              <a:gd name="connsiteX33" fmla="*/ 790200 w 895982"/>
              <a:gd name="connsiteY33" fmla="*/ 839927 h 972377"/>
              <a:gd name="connsiteX34" fmla="*/ 786644 w 895982"/>
              <a:gd name="connsiteY34" fmla="*/ 871928 h 972377"/>
              <a:gd name="connsiteX35" fmla="*/ 606193 w 895982"/>
              <a:gd name="connsiteY35" fmla="*/ 972377 h 972377"/>
              <a:gd name="connsiteX36" fmla="*/ 187509 w 895982"/>
              <a:gd name="connsiteY36" fmla="*/ 972377 h 972377"/>
              <a:gd name="connsiteX37" fmla="*/ 5279 w 895982"/>
              <a:gd name="connsiteY37" fmla="*/ 871928 h 972377"/>
              <a:gd name="connsiteX38" fmla="*/ 3502 w 895982"/>
              <a:gd name="connsiteY38" fmla="*/ 839927 h 972377"/>
              <a:gd name="connsiteX39" fmla="*/ 24836 w 895982"/>
              <a:gd name="connsiteY39" fmla="*/ 826593 h 972377"/>
              <a:gd name="connsiteX40" fmla="*/ 187509 w 895982"/>
              <a:gd name="connsiteY40" fmla="*/ 826593 h 972377"/>
              <a:gd name="connsiteX41" fmla="*/ 32836 w 895982"/>
              <a:gd name="connsiteY41" fmla="*/ 583916 h 972377"/>
              <a:gd name="connsiteX42" fmla="*/ 19502 w 895982"/>
              <a:gd name="connsiteY42" fmla="*/ 497690 h 972377"/>
              <a:gd name="connsiteX43" fmla="*/ 31058 w 895982"/>
              <a:gd name="connsiteY43" fmla="*/ 459466 h 972377"/>
              <a:gd name="connsiteX44" fmla="*/ 66615 w 895982"/>
              <a:gd name="connsiteY44" fmla="*/ 443465 h 972377"/>
              <a:gd name="connsiteX45" fmla="*/ 468733 w 895982"/>
              <a:gd name="connsiteY45" fmla="*/ 44942 h 972377"/>
              <a:gd name="connsiteX46" fmla="*/ 484961 w 895982"/>
              <a:gd name="connsiteY46" fmla="*/ 54686 h 972377"/>
              <a:gd name="connsiteX47" fmla="*/ 498485 w 895982"/>
              <a:gd name="connsiteY47" fmla="*/ 97206 h 972377"/>
              <a:gd name="connsiteX48" fmla="*/ 519221 w 895982"/>
              <a:gd name="connsiteY48" fmla="*/ 190219 h 972377"/>
              <a:gd name="connsiteX49" fmla="*/ 498485 w 895982"/>
              <a:gd name="connsiteY49" fmla="*/ 283232 h 972377"/>
              <a:gd name="connsiteX50" fmla="*/ 481355 w 895982"/>
              <a:gd name="connsiteY50" fmla="*/ 365615 h 972377"/>
              <a:gd name="connsiteX51" fmla="*/ 467831 w 895982"/>
              <a:gd name="connsiteY51" fmla="*/ 379788 h 972377"/>
              <a:gd name="connsiteX52" fmla="*/ 453406 w 895982"/>
              <a:gd name="connsiteY52" fmla="*/ 365615 h 972377"/>
              <a:gd name="connsiteX53" fmla="*/ 473241 w 895982"/>
              <a:gd name="connsiteY53" fmla="*/ 272602 h 972377"/>
              <a:gd name="connsiteX54" fmla="*/ 491272 w 895982"/>
              <a:gd name="connsiteY54" fmla="*/ 190219 h 972377"/>
              <a:gd name="connsiteX55" fmla="*/ 473241 w 895982"/>
              <a:gd name="connsiteY55" fmla="*/ 106950 h 972377"/>
              <a:gd name="connsiteX56" fmla="*/ 457914 w 895982"/>
              <a:gd name="connsiteY56" fmla="*/ 60001 h 972377"/>
              <a:gd name="connsiteX57" fmla="*/ 468733 w 895982"/>
              <a:gd name="connsiteY57" fmla="*/ 44942 h 972377"/>
              <a:gd name="connsiteX58" fmla="*/ 288208 w 895982"/>
              <a:gd name="connsiteY58" fmla="*/ 44942 h 972377"/>
              <a:gd name="connsiteX59" fmla="*/ 304436 w 895982"/>
              <a:gd name="connsiteY59" fmla="*/ 54686 h 972377"/>
              <a:gd name="connsiteX60" fmla="*/ 317960 w 895982"/>
              <a:gd name="connsiteY60" fmla="*/ 97206 h 972377"/>
              <a:gd name="connsiteX61" fmla="*/ 338696 w 895982"/>
              <a:gd name="connsiteY61" fmla="*/ 190219 h 972377"/>
              <a:gd name="connsiteX62" fmla="*/ 317960 w 895982"/>
              <a:gd name="connsiteY62" fmla="*/ 283232 h 972377"/>
              <a:gd name="connsiteX63" fmla="*/ 301732 w 895982"/>
              <a:gd name="connsiteY63" fmla="*/ 365615 h 972377"/>
              <a:gd name="connsiteX64" fmla="*/ 287306 w 895982"/>
              <a:gd name="connsiteY64" fmla="*/ 379788 h 972377"/>
              <a:gd name="connsiteX65" fmla="*/ 272881 w 895982"/>
              <a:gd name="connsiteY65" fmla="*/ 365615 h 972377"/>
              <a:gd name="connsiteX66" fmla="*/ 292716 w 895982"/>
              <a:gd name="connsiteY66" fmla="*/ 272602 h 972377"/>
              <a:gd name="connsiteX67" fmla="*/ 310747 w 895982"/>
              <a:gd name="connsiteY67" fmla="*/ 190219 h 972377"/>
              <a:gd name="connsiteX68" fmla="*/ 292716 w 895982"/>
              <a:gd name="connsiteY68" fmla="*/ 106950 h 972377"/>
              <a:gd name="connsiteX69" fmla="*/ 277389 w 895982"/>
              <a:gd name="connsiteY69" fmla="*/ 60001 h 972377"/>
              <a:gd name="connsiteX70" fmla="*/ 288208 w 895982"/>
              <a:gd name="connsiteY70" fmla="*/ 44942 h 972377"/>
              <a:gd name="connsiteX71" fmla="*/ 378471 w 895982"/>
              <a:gd name="connsiteY71" fmla="*/ 0 h 972377"/>
              <a:gd name="connsiteX72" fmla="*/ 391995 w 895982"/>
              <a:gd name="connsiteY72" fmla="*/ 13310 h 972377"/>
              <a:gd name="connsiteX73" fmla="*/ 410026 w 895982"/>
              <a:gd name="connsiteY73" fmla="*/ 96721 h 972377"/>
              <a:gd name="connsiteX74" fmla="*/ 428958 w 895982"/>
              <a:gd name="connsiteY74" fmla="*/ 189893 h 972377"/>
              <a:gd name="connsiteX75" fmla="*/ 410026 w 895982"/>
              <a:gd name="connsiteY75" fmla="*/ 283065 h 972377"/>
              <a:gd name="connsiteX76" fmla="*/ 391995 w 895982"/>
              <a:gd name="connsiteY76" fmla="*/ 365589 h 972377"/>
              <a:gd name="connsiteX77" fmla="*/ 378471 w 895982"/>
              <a:gd name="connsiteY77" fmla="*/ 379787 h 972377"/>
              <a:gd name="connsiteX78" fmla="*/ 363145 w 895982"/>
              <a:gd name="connsiteY78" fmla="*/ 365589 h 972377"/>
              <a:gd name="connsiteX79" fmla="*/ 383881 w 895982"/>
              <a:gd name="connsiteY79" fmla="*/ 272417 h 972377"/>
              <a:gd name="connsiteX80" fmla="*/ 401010 w 895982"/>
              <a:gd name="connsiteY80" fmla="*/ 189893 h 972377"/>
              <a:gd name="connsiteX81" fmla="*/ 383881 w 895982"/>
              <a:gd name="connsiteY81" fmla="*/ 106482 h 972377"/>
              <a:gd name="connsiteX82" fmla="*/ 363145 w 895982"/>
              <a:gd name="connsiteY82" fmla="*/ 13310 h 972377"/>
              <a:gd name="connsiteX83" fmla="*/ 378471 w 895982"/>
              <a:gd name="connsiteY83" fmla="*/ 0 h 97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95982" h="972377">
                <a:moveTo>
                  <a:pt x="27503" y="854150"/>
                </a:moveTo>
                <a:cubicBezTo>
                  <a:pt x="27503" y="855039"/>
                  <a:pt x="27503" y="855928"/>
                  <a:pt x="27503" y="855928"/>
                </a:cubicBezTo>
                <a:cubicBezTo>
                  <a:pt x="71060" y="912819"/>
                  <a:pt x="127062" y="944820"/>
                  <a:pt x="187509" y="944820"/>
                </a:cubicBezTo>
                <a:lnTo>
                  <a:pt x="606193" y="944820"/>
                </a:lnTo>
                <a:cubicBezTo>
                  <a:pt x="665751" y="944820"/>
                  <a:pt x="722642" y="912819"/>
                  <a:pt x="764421" y="855928"/>
                </a:cubicBezTo>
                <a:cubicBezTo>
                  <a:pt x="764421" y="855928"/>
                  <a:pt x="765310" y="855039"/>
                  <a:pt x="765310" y="854150"/>
                </a:cubicBezTo>
                <a:lnTo>
                  <a:pt x="554635" y="854150"/>
                </a:lnTo>
                <a:lnTo>
                  <a:pt x="237289" y="854150"/>
                </a:lnTo>
                <a:close/>
                <a:moveTo>
                  <a:pt x="767977" y="530580"/>
                </a:moveTo>
                <a:lnTo>
                  <a:pt x="760865" y="583916"/>
                </a:lnTo>
                <a:cubicBezTo>
                  <a:pt x="752865" y="638140"/>
                  <a:pt x="732420" y="688809"/>
                  <a:pt x="702196" y="733255"/>
                </a:cubicBezTo>
                <a:cubicBezTo>
                  <a:pt x="758199" y="720811"/>
                  <a:pt x="868425" y="686142"/>
                  <a:pt x="868425" y="593694"/>
                </a:cubicBezTo>
                <a:cubicBezTo>
                  <a:pt x="868425" y="559026"/>
                  <a:pt x="839980" y="530580"/>
                  <a:pt x="805312" y="530580"/>
                </a:cubicBezTo>
                <a:close/>
                <a:moveTo>
                  <a:pt x="66615" y="471022"/>
                </a:moveTo>
                <a:cubicBezTo>
                  <a:pt x="60393" y="471022"/>
                  <a:pt x="55948" y="473689"/>
                  <a:pt x="51503" y="478133"/>
                </a:cubicBezTo>
                <a:cubicBezTo>
                  <a:pt x="47948" y="482578"/>
                  <a:pt x="46170" y="487911"/>
                  <a:pt x="47059" y="494134"/>
                </a:cubicBezTo>
                <a:lnTo>
                  <a:pt x="60393" y="579471"/>
                </a:lnTo>
                <a:cubicBezTo>
                  <a:pt x="75504" y="688809"/>
                  <a:pt x="143952" y="780369"/>
                  <a:pt x="243511" y="826593"/>
                </a:cubicBezTo>
                <a:lnTo>
                  <a:pt x="549301" y="826593"/>
                </a:lnTo>
                <a:cubicBezTo>
                  <a:pt x="649750" y="780369"/>
                  <a:pt x="717308" y="688809"/>
                  <a:pt x="732420" y="579471"/>
                </a:cubicBezTo>
                <a:lnTo>
                  <a:pt x="744865" y="494134"/>
                </a:lnTo>
                <a:cubicBezTo>
                  <a:pt x="745754" y="487911"/>
                  <a:pt x="743976" y="482578"/>
                  <a:pt x="740420" y="478133"/>
                </a:cubicBezTo>
                <a:cubicBezTo>
                  <a:pt x="736865" y="473689"/>
                  <a:pt x="731531" y="471022"/>
                  <a:pt x="726197" y="471022"/>
                </a:cubicBezTo>
                <a:close/>
                <a:moveTo>
                  <a:pt x="66615" y="443465"/>
                </a:moveTo>
                <a:lnTo>
                  <a:pt x="726197" y="443465"/>
                </a:lnTo>
                <a:cubicBezTo>
                  <a:pt x="739531" y="443465"/>
                  <a:pt x="752865" y="449687"/>
                  <a:pt x="761754" y="459466"/>
                </a:cubicBezTo>
                <a:cubicBezTo>
                  <a:pt x="769755" y="470133"/>
                  <a:pt x="775088" y="484356"/>
                  <a:pt x="772421" y="497690"/>
                </a:cubicBezTo>
                <a:lnTo>
                  <a:pt x="771533" y="502134"/>
                </a:lnTo>
                <a:lnTo>
                  <a:pt x="805312" y="502134"/>
                </a:lnTo>
                <a:cubicBezTo>
                  <a:pt x="855092" y="502134"/>
                  <a:pt x="895982" y="543914"/>
                  <a:pt x="895982" y="593694"/>
                </a:cubicBezTo>
                <a:cubicBezTo>
                  <a:pt x="895982" y="731478"/>
                  <a:pt x="711975" y="759923"/>
                  <a:pt x="677307" y="765257"/>
                </a:cubicBezTo>
                <a:cubicBezTo>
                  <a:pt x="655972" y="788369"/>
                  <a:pt x="632860" y="808814"/>
                  <a:pt x="606193" y="826593"/>
                </a:cubicBezTo>
                <a:lnTo>
                  <a:pt x="768866" y="826593"/>
                </a:lnTo>
                <a:cubicBezTo>
                  <a:pt x="777755" y="826593"/>
                  <a:pt x="784867" y="831926"/>
                  <a:pt x="790200" y="839927"/>
                </a:cubicBezTo>
                <a:cubicBezTo>
                  <a:pt x="794645" y="850594"/>
                  <a:pt x="793756" y="863039"/>
                  <a:pt x="786644" y="871928"/>
                </a:cubicBezTo>
                <a:cubicBezTo>
                  <a:pt x="739531" y="935042"/>
                  <a:pt x="673751" y="972377"/>
                  <a:pt x="606193" y="972377"/>
                </a:cubicBezTo>
                <a:lnTo>
                  <a:pt x="187509" y="972377"/>
                </a:lnTo>
                <a:cubicBezTo>
                  <a:pt x="119062" y="972377"/>
                  <a:pt x="53281" y="935042"/>
                  <a:pt x="5279" y="871928"/>
                </a:cubicBezTo>
                <a:cubicBezTo>
                  <a:pt x="-943" y="863039"/>
                  <a:pt x="-1832" y="850594"/>
                  <a:pt x="3502" y="839927"/>
                </a:cubicBezTo>
                <a:cubicBezTo>
                  <a:pt x="7057" y="831926"/>
                  <a:pt x="15058" y="826593"/>
                  <a:pt x="24836" y="826593"/>
                </a:cubicBezTo>
                <a:lnTo>
                  <a:pt x="187509" y="826593"/>
                </a:lnTo>
                <a:cubicBezTo>
                  <a:pt x="103061" y="771479"/>
                  <a:pt x="47059" y="685253"/>
                  <a:pt x="32836" y="583916"/>
                </a:cubicBezTo>
                <a:lnTo>
                  <a:pt x="19502" y="497690"/>
                </a:lnTo>
                <a:cubicBezTo>
                  <a:pt x="18613" y="484356"/>
                  <a:pt x="22169" y="470133"/>
                  <a:pt x="31058" y="459466"/>
                </a:cubicBezTo>
                <a:cubicBezTo>
                  <a:pt x="39947" y="449687"/>
                  <a:pt x="53281" y="443465"/>
                  <a:pt x="66615" y="443465"/>
                </a:cubicBezTo>
                <a:close/>
                <a:moveTo>
                  <a:pt x="468733" y="44942"/>
                </a:moveTo>
                <a:cubicBezTo>
                  <a:pt x="475946" y="43170"/>
                  <a:pt x="483158" y="48485"/>
                  <a:pt x="484961" y="54686"/>
                </a:cubicBezTo>
                <a:cubicBezTo>
                  <a:pt x="488568" y="71517"/>
                  <a:pt x="493076" y="83919"/>
                  <a:pt x="498485" y="97206"/>
                </a:cubicBezTo>
                <a:cubicBezTo>
                  <a:pt x="508402" y="119352"/>
                  <a:pt x="519221" y="143270"/>
                  <a:pt x="519221" y="190219"/>
                </a:cubicBezTo>
                <a:cubicBezTo>
                  <a:pt x="519221" y="237168"/>
                  <a:pt x="508402" y="260200"/>
                  <a:pt x="498485" y="283232"/>
                </a:cubicBezTo>
                <a:cubicBezTo>
                  <a:pt x="490371" y="304492"/>
                  <a:pt x="481355" y="324866"/>
                  <a:pt x="481355" y="365615"/>
                </a:cubicBezTo>
                <a:cubicBezTo>
                  <a:pt x="481355" y="373587"/>
                  <a:pt x="475946" y="379788"/>
                  <a:pt x="467831" y="379788"/>
                </a:cubicBezTo>
                <a:cubicBezTo>
                  <a:pt x="459717" y="379788"/>
                  <a:pt x="453406" y="373587"/>
                  <a:pt x="453406" y="365615"/>
                </a:cubicBezTo>
                <a:cubicBezTo>
                  <a:pt x="453406" y="318665"/>
                  <a:pt x="463323" y="295634"/>
                  <a:pt x="473241" y="272602"/>
                </a:cubicBezTo>
                <a:cubicBezTo>
                  <a:pt x="482257" y="251342"/>
                  <a:pt x="491272" y="230967"/>
                  <a:pt x="491272" y="190219"/>
                </a:cubicBezTo>
                <a:cubicBezTo>
                  <a:pt x="491272" y="149470"/>
                  <a:pt x="482257" y="129096"/>
                  <a:pt x="473241" y="106950"/>
                </a:cubicBezTo>
                <a:cubicBezTo>
                  <a:pt x="467831" y="93663"/>
                  <a:pt x="461520" y="80375"/>
                  <a:pt x="457914" y="60001"/>
                </a:cubicBezTo>
                <a:cubicBezTo>
                  <a:pt x="456111" y="53800"/>
                  <a:pt x="460619" y="45828"/>
                  <a:pt x="468733" y="44942"/>
                </a:cubicBezTo>
                <a:close/>
                <a:moveTo>
                  <a:pt x="288208" y="44942"/>
                </a:moveTo>
                <a:cubicBezTo>
                  <a:pt x="296322" y="43170"/>
                  <a:pt x="303535" y="48485"/>
                  <a:pt x="304436" y="54686"/>
                </a:cubicBezTo>
                <a:cubicBezTo>
                  <a:pt x="308043" y="71517"/>
                  <a:pt x="312551" y="83919"/>
                  <a:pt x="317960" y="97206"/>
                </a:cubicBezTo>
                <a:cubicBezTo>
                  <a:pt x="328779" y="119352"/>
                  <a:pt x="338696" y="143270"/>
                  <a:pt x="338696" y="190219"/>
                </a:cubicBezTo>
                <a:cubicBezTo>
                  <a:pt x="338696" y="237168"/>
                  <a:pt x="328779" y="260200"/>
                  <a:pt x="317960" y="283232"/>
                </a:cubicBezTo>
                <a:cubicBezTo>
                  <a:pt x="309846" y="304492"/>
                  <a:pt x="301732" y="324866"/>
                  <a:pt x="301732" y="365615"/>
                </a:cubicBezTo>
                <a:cubicBezTo>
                  <a:pt x="301732" y="373587"/>
                  <a:pt x="295421" y="379788"/>
                  <a:pt x="287306" y="379788"/>
                </a:cubicBezTo>
                <a:cubicBezTo>
                  <a:pt x="280094" y="379788"/>
                  <a:pt x="272881" y="373587"/>
                  <a:pt x="272881" y="365615"/>
                </a:cubicBezTo>
                <a:cubicBezTo>
                  <a:pt x="272881" y="318665"/>
                  <a:pt x="282798" y="295634"/>
                  <a:pt x="292716" y="272602"/>
                </a:cubicBezTo>
                <a:cubicBezTo>
                  <a:pt x="302633" y="251342"/>
                  <a:pt x="310747" y="230967"/>
                  <a:pt x="310747" y="190219"/>
                </a:cubicBezTo>
                <a:cubicBezTo>
                  <a:pt x="310747" y="149470"/>
                  <a:pt x="302633" y="129096"/>
                  <a:pt x="292716" y="106950"/>
                </a:cubicBezTo>
                <a:cubicBezTo>
                  <a:pt x="287306" y="93663"/>
                  <a:pt x="281897" y="80375"/>
                  <a:pt x="277389" y="60001"/>
                </a:cubicBezTo>
                <a:cubicBezTo>
                  <a:pt x="275586" y="53800"/>
                  <a:pt x="280995" y="45828"/>
                  <a:pt x="288208" y="44942"/>
                </a:cubicBezTo>
                <a:close/>
                <a:moveTo>
                  <a:pt x="378471" y="0"/>
                </a:moveTo>
                <a:cubicBezTo>
                  <a:pt x="385684" y="0"/>
                  <a:pt x="391995" y="6211"/>
                  <a:pt x="391995" y="13310"/>
                </a:cubicBezTo>
                <a:cubicBezTo>
                  <a:pt x="391995" y="54128"/>
                  <a:pt x="400109" y="74538"/>
                  <a:pt x="410026" y="96721"/>
                </a:cubicBezTo>
                <a:cubicBezTo>
                  <a:pt x="419041" y="118905"/>
                  <a:pt x="428958" y="142864"/>
                  <a:pt x="428958" y="189893"/>
                </a:cubicBezTo>
                <a:cubicBezTo>
                  <a:pt x="428958" y="236923"/>
                  <a:pt x="419041" y="259994"/>
                  <a:pt x="410026" y="283065"/>
                </a:cubicBezTo>
                <a:cubicBezTo>
                  <a:pt x="400109" y="304362"/>
                  <a:pt x="391995" y="324771"/>
                  <a:pt x="391995" y="365589"/>
                </a:cubicBezTo>
                <a:cubicBezTo>
                  <a:pt x="391995" y="373575"/>
                  <a:pt x="385684" y="379787"/>
                  <a:pt x="378471" y="379787"/>
                </a:cubicBezTo>
                <a:cubicBezTo>
                  <a:pt x="370357" y="379787"/>
                  <a:pt x="363145" y="373575"/>
                  <a:pt x="363145" y="365589"/>
                </a:cubicBezTo>
                <a:cubicBezTo>
                  <a:pt x="363145" y="318559"/>
                  <a:pt x="373062" y="295488"/>
                  <a:pt x="383881" y="272417"/>
                </a:cubicBezTo>
                <a:cubicBezTo>
                  <a:pt x="392896" y="251121"/>
                  <a:pt x="401010" y="230712"/>
                  <a:pt x="401010" y="189893"/>
                </a:cubicBezTo>
                <a:cubicBezTo>
                  <a:pt x="401010" y="149075"/>
                  <a:pt x="392896" y="128666"/>
                  <a:pt x="383881" y="106482"/>
                </a:cubicBezTo>
                <a:cubicBezTo>
                  <a:pt x="373062" y="84298"/>
                  <a:pt x="363145" y="59453"/>
                  <a:pt x="363145" y="13310"/>
                </a:cubicBezTo>
                <a:cubicBezTo>
                  <a:pt x="363145" y="6211"/>
                  <a:pt x="370357" y="0"/>
                  <a:pt x="3784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8" name="Freeform: Shape 197">
            <a:extLst>
              <a:ext uri="{FF2B5EF4-FFF2-40B4-BE49-F238E27FC236}">
                <a16:creationId xmlns:a16="http://schemas.microsoft.com/office/drawing/2014/main" id="{778D3CAA-306A-42FA-9BC5-3B9131536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4128" y="5886696"/>
            <a:ext cx="838945" cy="866414"/>
          </a:xfrm>
          <a:custGeom>
            <a:avLst/>
            <a:gdLst>
              <a:gd name="connsiteX0" fmla="*/ 684145 w 838945"/>
              <a:gd name="connsiteY0" fmla="*/ 281945 h 866414"/>
              <a:gd name="connsiteX1" fmla="*/ 640552 w 838945"/>
              <a:gd name="connsiteY1" fmla="*/ 313128 h 866414"/>
              <a:gd name="connsiteX2" fmla="*/ 619200 w 838945"/>
              <a:gd name="connsiteY2" fmla="*/ 306892 h 866414"/>
              <a:gd name="connsiteX3" fmla="*/ 619200 w 838945"/>
              <a:gd name="connsiteY3" fmla="*/ 428062 h 866414"/>
              <a:gd name="connsiteX4" fmla="*/ 598738 w 838945"/>
              <a:gd name="connsiteY4" fmla="*/ 474392 h 866414"/>
              <a:gd name="connsiteX5" fmla="*/ 536462 w 838945"/>
              <a:gd name="connsiteY5" fmla="*/ 534977 h 866414"/>
              <a:gd name="connsiteX6" fmla="*/ 536462 w 838945"/>
              <a:gd name="connsiteY6" fmla="*/ 561706 h 866414"/>
              <a:gd name="connsiteX7" fmla="*/ 538242 w 838945"/>
              <a:gd name="connsiteY7" fmla="*/ 560815 h 866414"/>
              <a:gd name="connsiteX8" fmla="*/ 731297 w 838945"/>
              <a:gd name="connsiteY8" fmla="*/ 560815 h 866414"/>
              <a:gd name="connsiteX9" fmla="*/ 760656 w 838945"/>
              <a:gd name="connsiteY9" fmla="*/ 359458 h 866414"/>
              <a:gd name="connsiteX10" fmla="*/ 776669 w 838945"/>
              <a:gd name="connsiteY10" fmla="*/ 348767 h 866414"/>
              <a:gd name="connsiteX11" fmla="*/ 787345 w 838945"/>
              <a:gd name="connsiteY11" fmla="*/ 363913 h 866414"/>
              <a:gd name="connsiteX12" fmla="*/ 762435 w 838945"/>
              <a:gd name="connsiteY12" fmla="*/ 536759 h 866414"/>
              <a:gd name="connsiteX13" fmla="*/ 799800 w 838945"/>
              <a:gd name="connsiteY13" fmla="*/ 501121 h 866414"/>
              <a:gd name="connsiteX14" fmla="*/ 811366 w 838945"/>
              <a:gd name="connsiteY14" fmla="*/ 474392 h 866414"/>
              <a:gd name="connsiteX15" fmla="*/ 811366 w 838945"/>
              <a:gd name="connsiteY15" fmla="*/ 331839 h 866414"/>
              <a:gd name="connsiteX16" fmla="*/ 789125 w 838945"/>
              <a:gd name="connsiteY16" fmla="*/ 299764 h 866414"/>
              <a:gd name="connsiteX17" fmla="*/ 757987 w 838945"/>
              <a:gd name="connsiteY17" fmla="*/ 291745 h 866414"/>
              <a:gd name="connsiteX18" fmla="*/ 685925 w 838945"/>
              <a:gd name="connsiteY18" fmla="*/ 281945 h 866414"/>
              <a:gd name="connsiteX19" fmla="*/ 152131 w 838945"/>
              <a:gd name="connsiteY19" fmla="*/ 281945 h 866414"/>
              <a:gd name="connsiteX20" fmla="*/ 80959 w 838945"/>
              <a:gd name="connsiteY20" fmla="*/ 291745 h 866414"/>
              <a:gd name="connsiteX21" fmla="*/ 49821 w 838945"/>
              <a:gd name="connsiteY21" fmla="*/ 299764 h 866414"/>
              <a:gd name="connsiteX22" fmla="*/ 27579 w 838945"/>
              <a:gd name="connsiteY22" fmla="*/ 331839 h 866414"/>
              <a:gd name="connsiteX23" fmla="*/ 27579 w 838945"/>
              <a:gd name="connsiteY23" fmla="*/ 474392 h 866414"/>
              <a:gd name="connsiteX24" fmla="*/ 39145 w 838945"/>
              <a:gd name="connsiteY24" fmla="*/ 501121 h 866414"/>
              <a:gd name="connsiteX25" fmla="*/ 76510 w 838945"/>
              <a:gd name="connsiteY25" fmla="*/ 536759 h 866414"/>
              <a:gd name="connsiteX26" fmla="*/ 50710 w 838945"/>
              <a:gd name="connsiteY26" fmla="*/ 363913 h 866414"/>
              <a:gd name="connsiteX27" fmla="*/ 62276 w 838945"/>
              <a:gd name="connsiteY27" fmla="*/ 348767 h 866414"/>
              <a:gd name="connsiteX28" fmla="*/ 78290 w 838945"/>
              <a:gd name="connsiteY28" fmla="*/ 359458 h 866414"/>
              <a:gd name="connsiteX29" fmla="*/ 107648 w 838945"/>
              <a:gd name="connsiteY29" fmla="*/ 560815 h 866414"/>
              <a:gd name="connsiteX30" fmla="*/ 300704 w 838945"/>
              <a:gd name="connsiteY30" fmla="*/ 560815 h 866414"/>
              <a:gd name="connsiteX31" fmla="*/ 305152 w 838945"/>
              <a:gd name="connsiteY31" fmla="*/ 561706 h 866414"/>
              <a:gd name="connsiteX32" fmla="*/ 305152 w 838945"/>
              <a:gd name="connsiteY32" fmla="*/ 534977 h 866414"/>
              <a:gd name="connsiteX33" fmla="*/ 242876 w 838945"/>
              <a:gd name="connsiteY33" fmla="*/ 474392 h 866414"/>
              <a:gd name="connsiteX34" fmla="*/ 222414 w 838945"/>
              <a:gd name="connsiteY34" fmla="*/ 428062 h 866414"/>
              <a:gd name="connsiteX35" fmla="*/ 222414 w 838945"/>
              <a:gd name="connsiteY35" fmla="*/ 305110 h 866414"/>
              <a:gd name="connsiteX36" fmla="*/ 198393 w 838945"/>
              <a:gd name="connsiteY36" fmla="*/ 313128 h 866414"/>
              <a:gd name="connsiteX37" fmla="*/ 153910 w 838945"/>
              <a:gd name="connsiteY37" fmla="*/ 281945 h 866414"/>
              <a:gd name="connsiteX38" fmla="*/ 375435 w 838945"/>
              <a:gd name="connsiteY38" fmla="*/ 235615 h 866414"/>
              <a:gd name="connsiteX39" fmla="*/ 303373 w 838945"/>
              <a:gd name="connsiteY39" fmla="*/ 245416 h 866414"/>
              <a:gd name="connsiteX40" fmla="*/ 273124 w 838945"/>
              <a:gd name="connsiteY40" fmla="*/ 253434 h 866414"/>
              <a:gd name="connsiteX41" fmla="*/ 249993 w 838945"/>
              <a:gd name="connsiteY41" fmla="*/ 286400 h 866414"/>
              <a:gd name="connsiteX42" fmla="*/ 249993 w 838945"/>
              <a:gd name="connsiteY42" fmla="*/ 428062 h 866414"/>
              <a:gd name="connsiteX43" fmla="*/ 261559 w 838945"/>
              <a:gd name="connsiteY43" fmla="*/ 454791 h 866414"/>
              <a:gd name="connsiteX44" fmla="*/ 298924 w 838945"/>
              <a:gd name="connsiteY44" fmla="*/ 490429 h 866414"/>
              <a:gd name="connsiteX45" fmla="*/ 274014 w 838945"/>
              <a:gd name="connsiteY45" fmla="*/ 317583 h 866414"/>
              <a:gd name="connsiteX46" fmla="*/ 284690 w 838945"/>
              <a:gd name="connsiteY46" fmla="*/ 301546 h 866414"/>
              <a:gd name="connsiteX47" fmla="*/ 300704 w 838945"/>
              <a:gd name="connsiteY47" fmla="*/ 313128 h 866414"/>
              <a:gd name="connsiteX48" fmla="*/ 330062 w 838945"/>
              <a:gd name="connsiteY48" fmla="*/ 515376 h 866414"/>
              <a:gd name="connsiteX49" fmla="*/ 511552 w 838945"/>
              <a:gd name="connsiteY49" fmla="*/ 515376 h 866414"/>
              <a:gd name="connsiteX50" fmla="*/ 540911 w 838945"/>
              <a:gd name="connsiteY50" fmla="*/ 310456 h 866414"/>
              <a:gd name="connsiteX51" fmla="*/ 556924 w 838945"/>
              <a:gd name="connsiteY51" fmla="*/ 298873 h 866414"/>
              <a:gd name="connsiteX52" fmla="*/ 568490 w 838945"/>
              <a:gd name="connsiteY52" fmla="*/ 314910 h 866414"/>
              <a:gd name="connsiteX53" fmla="*/ 542690 w 838945"/>
              <a:gd name="connsiteY53" fmla="*/ 490429 h 866414"/>
              <a:gd name="connsiteX54" fmla="*/ 580056 w 838945"/>
              <a:gd name="connsiteY54" fmla="*/ 454791 h 866414"/>
              <a:gd name="connsiteX55" fmla="*/ 590731 w 838945"/>
              <a:gd name="connsiteY55" fmla="*/ 428062 h 866414"/>
              <a:gd name="connsiteX56" fmla="*/ 590731 w 838945"/>
              <a:gd name="connsiteY56" fmla="*/ 286400 h 866414"/>
              <a:gd name="connsiteX57" fmla="*/ 569380 w 838945"/>
              <a:gd name="connsiteY57" fmla="*/ 253434 h 866414"/>
              <a:gd name="connsiteX58" fmla="*/ 538242 w 838945"/>
              <a:gd name="connsiteY58" fmla="*/ 245416 h 866414"/>
              <a:gd name="connsiteX59" fmla="*/ 465290 w 838945"/>
              <a:gd name="connsiteY59" fmla="*/ 235615 h 866414"/>
              <a:gd name="connsiteX60" fmla="*/ 442159 w 838945"/>
              <a:gd name="connsiteY60" fmla="*/ 261453 h 866414"/>
              <a:gd name="connsiteX61" fmla="*/ 460842 w 838945"/>
              <a:gd name="connsiteY61" fmla="*/ 414698 h 866414"/>
              <a:gd name="connsiteX62" fmla="*/ 452835 w 838945"/>
              <a:gd name="connsiteY62" fmla="*/ 436972 h 866414"/>
              <a:gd name="connsiteX63" fmla="*/ 429704 w 838945"/>
              <a:gd name="connsiteY63" fmla="*/ 460137 h 866414"/>
              <a:gd name="connsiteX64" fmla="*/ 411911 w 838945"/>
              <a:gd name="connsiteY64" fmla="*/ 460137 h 866414"/>
              <a:gd name="connsiteX65" fmla="*/ 388780 w 838945"/>
              <a:gd name="connsiteY65" fmla="*/ 436972 h 866414"/>
              <a:gd name="connsiteX66" fmla="*/ 379883 w 838945"/>
              <a:gd name="connsiteY66" fmla="*/ 414698 h 866414"/>
              <a:gd name="connsiteX67" fmla="*/ 399455 w 838945"/>
              <a:gd name="connsiteY67" fmla="*/ 261453 h 866414"/>
              <a:gd name="connsiteX68" fmla="*/ 377214 w 838945"/>
              <a:gd name="connsiteY68" fmla="*/ 235615 h 866414"/>
              <a:gd name="connsiteX69" fmla="*/ 375435 w 838945"/>
              <a:gd name="connsiteY69" fmla="*/ 207995 h 866414"/>
              <a:gd name="connsiteX70" fmla="*/ 465290 w 838945"/>
              <a:gd name="connsiteY70" fmla="*/ 207995 h 866414"/>
              <a:gd name="connsiteX71" fmla="*/ 545359 w 838945"/>
              <a:gd name="connsiteY71" fmla="*/ 218687 h 866414"/>
              <a:gd name="connsiteX72" fmla="*/ 576497 w 838945"/>
              <a:gd name="connsiteY72" fmla="*/ 227596 h 866414"/>
              <a:gd name="connsiteX73" fmla="*/ 577387 w 838945"/>
              <a:gd name="connsiteY73" fmla="*/ 227596 h 866414"/>
              <a:gd name="connsiteX74" fmla="*/ 609414 w 838945"/>
              <a:gd name="connsiteY74" fmla="*/ 253434 h 866414"/>
              <a:gd name="connsiteX75" fmla="*/ 685925 w 838945"/>
              <a:gd name="connsiteY75" fmla="*/ 253434 h 866414"/>
              <a:gd name="connsiteX76" fmla="*/ 765994 w 838945"/>
              <a:gd name="connsiteY76" fmla="*/ 265017 h 866414"/>
              <a:gd name="connsiteX77" fmla="*/ 797132 w 838945"/>
              <a:gd name="connsiteY77" fmla="*/ 273035 h 866414"/>
              <a:gd name="connsiteX78" fmla="*/ 798021 w 838945"/>
              <a:gd name="connsiteY78" fmla="*/ 273926 h 866414"/>
              <a:gd name="connsiteX79" fmla="*/ 838945 w 838945"/>
              <a:gd name="connsiteY79" fmla="*/ 331839 h 866414"/>
              <a:gd name="connsiteX80" fmla="*/ 838945 w 838945"/>
              <a:gd name="connsiteY80" fmla="*/ 474392 h 866414"/>
              <a:gd name="connsiteX81" fmla="*/ 819373 w 838945"/>
              <a:gd name="connsiteY81" fmla="*/ 521613 h 866414"/>
              <a:gd name="connsiteX82" fmla="*/ 757097 w 838945"/>
              <a:gd name="connsiteY82" fmla="*/ 580416 h 866414"/>
              <a:gd name="connsiteX83" fmla="*/ 757097 w 838945"/>
              <a:gd name="connsiteY83" fmla="*/ 778209 h 866414"/>
              <a:gd name="connsiteX84" fmla="*/ 742862 w 838945"/>
              <a:gd name="connsiteY84" fmla="*/ 791574 h 866414"/>
              <a:gd name="connsiteX85" fmla="*/ 728628 w 838945"/>
              <a:gd name="connsiteY85" fmla="*/ 778209 h 866414"/>
              <a:gd name="connsiteX86" fmla="*/ 728628 w 838945"/>
              <a:gd name="connsiteY86" fmla="*/ 589326 h 866414"/>
              <a:gd name="connsiteX87" fmla="*/ 653007 w 838945"/>
              <a:gd name="connsiteY87" fmla="*/ 589326 h 866414"/>
              <a:gd name="connsiteX88" fmla="*/ 653007 w 838945"/>
              <a:gd name="connsiteY88" fmla="*/ 823648 h 866414"/>
              <a:gd name="connsiteX89" fmla="*/ 639662 w 838945"/>
              <a:gd name="connsiteY89" fmla="*/ 838795 h 866414"/>
              <a:gd name="connsiteX90" fmla="*/ 625428 w 838945"/>
              <a:gd name="connsiteY90" fmla="*/ 823648 h 866414"/>
              <a:gd name="connsiteX91" fmla="*/ 625428 w 838945"/>
              <a:gd name="connsiteY91" fmla="*/ 589326 h 866414"/>
              <a:gd name="connsiteX92" fmla="*/ 538242 w 838945"/>
              <a:gd name="connsiteY92" fmla="*/ 589326 h 866414"/>
              <a:gd name="connsiteX93" fmla="*/ 536462 w 838945"/>
              <a:gd name="connsiteY93" fmla="*/ 588435 h 866414"/>
              <a:gd name="connsiteX94" fmla="*/ 536462 w 838945"/>
              <a:gd name="connsiteY94" fmla="*/ 852159 h 866414"/>
              <a:gd name="connsiteX95" fmla="*/ 523118 w 838945"/>
              <a:gd name="connsiteY95" fmla="*/ 866414 h 866414"/>
              <a:gd name="connsiteX96" fmla="*/ 508883 w 838945"/>
              <a:gd name="connsiteY96" fmla="*/ 852159 h 866414"/>
              <a:gd name="connsiteX97" fmla="*/ 508883 w 838945"/>
              <a:gd name="connsiteY97" fmla="*/ 542996 h 866414"/>
              <a:gd name="connsiteX98" fmla="*/ 435931 w 838945"/>
              <a:gd name="connsiteY98" fmla="*/ 542996 h 866414"/>
              <a:gd name="connsiteX99" fmla="*/ 435931 w 838945"/>
              <a:gd name="connsiteY99" fmla="*/ 852159 h 866414"/>
              <a:gd name="connsiteX100" fmla="*/ 421697 w 838945"/>
              <a:gd name="connsiteY100" fmla="*/ 866414 h 866414"/>
              <a:gd name="connsiteX101" fmla="*/ 408352 w 838945"/>
              <a:gd name="connsiteY101" fmla="*/ 852159 h 866414"/>
              <a:gd name="connsiteX102" fmla="*/ 408352 w 838945"/>
              <a:gd name="connsiteY102" fmla="*/ 542996 h 866414"/>
              <a:gd name="connsiteX103" fmla="*/ 332731 w 838945"/>
              <a:gd name="connsiteY103" fmla="*/ 542996 h 866414"/>
              <a:gd name="connsiteX104" fmla="*/ 332731 w 838945"/>
              <a:gd name="connsiteY104" fmla="*/ 852159 h 866414"/>
              <a:gd name="connsiteX105" fmla="*/ 318497 w 838945"/>
              <a:gd name="connsiteY105" fmla="*/ 866414 h 866414"/>
              <a:gd name="connsiteX106" fmla="*/ 305152 w 838945"/>
              <a:gd name="connsiteY106" fmla="*/ 852159 h 866414"/>
              <a:gd name="connsiteX107" fmla="*/ 305152 w 838945"/>
              <a:gd name="connsiteY107" fmla="*/ 588435 h 866414"/>
              <a:gd name="connsiteX108" fmla="*/ 300704 w 838945"/>
              <a:gd name="connsiteY108" fmla="*/ 589326 h 866414"/>
              <a:gd name="connsiteX109" fmla="*/ 213517 w 838945"/>
              <a:gd name="connsiteY109" fmla="*/ 589326 h 866414"/>
              <a:gd name="connsiteX110" fmla="*/ 213517 w 838945"/>
              <a:gd name="connsiteY110" fmla="*/ 823648 h 866414"/>
              <a:gd name="connsiteX111" fmla="*/ 199283 w 838945"/>
              <a:gd name="connsiteY111" fmla="*/ 838795 h 866414"/>
              <a:gd name="connsiteX112" fmla="*/ 185048 w 838945"/>
              <a:gd name="connsiteY112" fmla="*/ 823648 h 866414"/>
              <a:gd name="connsiteX113" fmla="*/ 185048 w 838945"/>
              <a:gd name="connsiteY113" fmla="*/ 589326 h 866414"/>
              <a:gd name="connsiteX114" fmla="*/ 109428 w 838945"/>
              <a:gd name="connsiteY114" fmla="*/ 589326 h 866414"/>
              <a:gd name="connsiteX115" fmla="*/ 109428 w 838945"/>
              <a:gd name="connsiteY115" fmla="*/ 778209 h 866414"/>
              <a:gd name="connsiteX116" fmla="*/ 95193 w 838945"/>
              <a:gd name="connsiteY116" fmla="*/ 791574 h 866414"/>
              <a:gd name="connsiteX117" fmla="*/ 81848 w 838945"/>
              <a:gd name="connsiteY117" fmla="*/ 778209 h 866414"/>
              <a:gd name="connsiteX118" fmla="*/ 81848 w 838945"/>
              <a:gd name="connsiteY118" fmla="*/ 580416 h 866414"/>
              <a:gd name="connsiteX119" fmla="*/ 20462 w 838945"/>
              <a:gd name="connsiteY119" fmla="*/ 521613 h 866414"/>
              <a:gd name="connsiteX120" fmla="*/ 0 w 838945"/>
              <a:gd name="connsiteY120" fmla="*/ 474392 h 866414"/>
              <a:gd name="connsiteX121" fmla="*/ 0 w 838945"/>
              <a:gd name="connsiteY121" fmla="*/ 331839 h 866414"/>
              <a:gd name="connsiteX122" fmla="*/ 40924 w 838945"/>
              <a:gd name="connsiteY122" fmla="*/ 273926 h 866414"/>
              <a:gd name="connsiteX123" fmla="*/ 41814 w 838945"/>
              <a:gd name="connsiteY123" fmla="*/ 273035 h 866414"/>
              <a:gd name="connsiteX124" fmla="*/ 72952 w 838945"/>
              <a:gd name="connsiteY124" fmla="*/ 265017 h 866414"/>
              <a:gd name="connsiteX125" fmla="*/ 152131 w 838945"/>
              <a:gd name="connsiteY125" fmla="*/ 253434 h 866414"/>
              <a:gd name="connsiteX126" fmla="*/ 231310 w 838945"/>
              <a:gd name="connsiteY126" fmla="*/ 253434 h 866414"/>
              <a:gd name="connsiteX127" fmla="*/ 263338 w 838945"/>
              <a:gd name="connsiteY127" fmla="*/ 227596 h 866414"/>
              <a:gd name="connsiteX128" fmla="*/ 264228 w 838945"/>
              <a:gd name="connsiteY128" fmla="*/ 227596 h 866414"/>
              <a:gd name="connsiteX129" fmla="*/ 295366 w 838945"/>
              <a:gd name="connsiteY129" fmla="*/ 218687 h 866414"/>
              <a:gd name="connsiteX130" fmla="*/ 375435 w 838945"/>
              <a:gd name="connsiteY130" fmla="*/ 207995 h 866414"/>
              <a:gd name="connsiteX131" fmla="*/ 639239 w 838945"/>
              <a:gd name="connsiteY131" fmla="*/ 71048 h 866414"/>
              <a:gd name="connsiteX132" fmla="*/ 581084 w 838945"/>
              <a:gd name="connsiteY132" fmla="*/ 129506 h 866414"/>
              <a:gd name="connsiteX133" fmla="*/ 639239 w 838945"/>
              <a:gd name="connsiteY133" fmla="*/ 187065 h 866414"/>
              <a:gd name="connsiteX134" fmla="*/ 697394 w 838945"/>
              <a:gd name="connsiteY134" fmla="*/ 129506 h 866414"/>
              <a:gd name="connsiteX135" fmla="*/ 639239 w 838945"/>
              <a:gd name="connsiteY135" fmla="*/ 71048 h 866414"/>
              <a:gd name="connsiteX136" fmla="*/ 195324 w 838945"/>
              <a:gd name="connsiteY136" fmla="*/ 71048 h 866414"/>
              <a:gd name="connsiteX137" fmla="*/ 137765 w 838945"/>
              <a:gd name="connsiteY137" fmla="*/ 129506 h 866414"/>
              <a:gd name="connsiteX138" fmla="*/ 195324 w 838945"/>
              <a:gd name="connsiteY138" fmla="*/ 187065 h 866414"/>
              <a:gd name="connsiteX139" fmla="*/ 253782 w 838945"/>
              <a:gd name="connsiteY139" fmla="*/ 129506 h 866414"/>
              <a:gd name="connsiteX140" fmla="*/ 195324 w 838945"/>
              <a:gd name="connsiteY140" fmla="*/ 71048 h 866414"/>
              <a:gd name="connsiteX141" fmla="*/ 639239 w 838945"/>
              <a:gd name="connsiteY141" fmla="*/ 43168 h 866414"/>
              <a:gd name="connsiteX142" fmla="*/ 725129 w 838945"/>
              <a:gd name="connsiteY142" fmla="*/ 129506 h 866414"/>
              <a:gd name="connsiteX143" fmla="*/ 639239 w 838945"/>
              <a:gd name="connsiteY143" fmla="*/ 214945 h 866414"/>
              <a:gd name="connsiteX144" fmla="*/ 553348 w 838945"/>
              <a:gd name="connsiteY144" fmla="*/ 129506 h 866414"/>
              <a:gd name="connsiteX145" fmla="*/ 639239 w 838945"/>
              <a:gd name="connsiteY145" fmla="*/ 43168 h 866414"/>
              <a:gd name="connsiteX146" fmla="*/ 195324 w 838945"/>
              <a:gd name="connsiteY146" fmla="*/ 43168 h 866414"/>
              <a:gd name="connsiteX147" fmla="*/ 281662 w 838945"/>
              <a:gd name="connsiteY147" fmla="*/ 129506 h 866414"/>
              <a:gd name="connsiteX148" fmla="*/ 195324 w 838945"/>
              <a:gd name="connsiteY148" fmla="*/ 214945 h 866414"/>
              <a:gd name="connsiteX149" fmla="*/ 109885 w 838945"/>
              <a:gd name="connsiteY149" fmla="*/ 129506 h 866414"/>
              <a:gd name="connsiteX150" fmla="*/ 195324 w 838945"/>
              <a:gd name="connsiteY150" fmla="*/ 43168 h 866414"/>
              <a:gd name="connsiteX151" fmla="*/ 419469 w 838945"/>
              <a:gd name="connsiteY151" fmla="*/ 27735 h 866414"/>
              <a:gd name="connsiteX152" fmla="*/ 361314 w 838945"/>
              <a:gd name="connsiteY152" fmla="*/ 85891 h 866414"/>
              <a:gd name="connsiteX153" fmla="*/ 419469 w 838945"/>
              <a:gd name="connsiteY153" fmla="*/ 144046 h 866414"/>
              <a:gd name="connsiteX154" fmla="*/ 477624 w 838945"/>
              <a:gd name="connsiteY154" fmla="*/ 85891 h 866414"/>
              <a:gd name="connsiteX155" fmla="*/ 419469 w 838945"/>
              <a:gd name="connsiteY155" fmla="*/ 27735 h 866414"/>
              <a:gd name="connsiteX156" fmla="*/ 419469 w 838945"/>
              <a:gd name="connsiteY156" fmla="*/ 0 h 866414"/>
              <a:gd name="connsiteX157" fmla="*/ 505359 w 838945"/>
              <a:gd name="connsiteY157" fmla="*/ 85891 h 866414"/>
              <a:gd name="connsiteX158" fmla="*/ 419469 w 838945"/>
              <a:gd name="connsiteY158" fmla="*/ 171782 h 866414"/>
              <a:gd name="connsiteX159" fmla="*/ 333578 w 838945"/>
              <a:gd name="connsiteY159" fmla="*/ 85891 h 866414"/>
              <a:gd name="connsiteX160" fmla="*/ 419469 w 838945"/>
              <a:gd name="connsiteY160" fmla="*/ 0 h 8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838945" h="866414">
                <a:moveTo>
                  <a:pt x="684145" y="281945"/>
                </a:moveTo>
                <a:cubicBezTo>
                  <a:pt x="677918" y="299764"/>
                  <a:pt x="661014" y="313128"/>
                  <a:pt x="640552" y="313128"/>
                </a:cubicBezTo>
                <a:cubicBezTo>
                  <a:pt x="632545" y="313128"/>
                  <a:pt x="625428" y="310456"/>
                  <a:pt x="619200" y="306892"/>
                </a:cubicBezTo>
                <a:lnTo>
                  <a:pt x="619200" y="428062"/>
                </a:lnTo>
                <a:cubicBezTo>
                  <a:pt x="619200" y="444990"/>
                  <a:pt x="612083" y="462810"/>
                  <a:pt x="598738" y="474392"/>
                </a:cubicBezTo>
                <a:lnTo>
                  <a:pt x="536462" y="534977"/>
                </a:lnTo>
                <a:lnTo>
                  <a:pt x="536462" y="561706"/>
                </a:lnTo>
                <a:cubicBezTo>
                  <a:pt x="537352" y="560815"/>
                  <a:pt x="538242" y="560815"/>
                  <a:pt x="538242" y="560815"/>
                </a:cubicBezTo>
                <a:lnTo>
                  <a:pt x="731297" y="560815"/>
                </a:lnTo>
                <a:lnTo>
                  <a:pt x="760656" y="359458"/>
                </a:lnTo>
                <a:cubicBezTo>
                  <a:pt x="761545" y="352331"/>
                  <a:pt x="768663" y="346094"/>
                  <a:pt x="776669" y="348767"/>
                </a:cubicBezTo>
                <a:cubicBezTo>
                  <a:pt x="783787" y="348767"/>
                  <a:pt x="789125" y="355895"/>
                  <a:pt x="787345" y="363913"/>
                </a:cubicBezTo>
                <a:lnTo>
                  <a:pt x="762435" y="536759"/>
                </a:lnTo>
                <a:lnTo>
                  <a:pt x="799800" y="501121"/>
                </a:lnTo>
                <a:cubicBezTo>
                  <a:pt x="806918" y="493993"/>
                  <a:pt x="811366" y="484193"/>
                  <a:pt x="811366" y="474392"/>
                </a:cubicBezTo>
                <a:lnTo>
                  <a:pt x="811366" y="331839"/>
                </a:lnTo>
                <a:cubicBezTo>
                  <a:pt x="811366" y="318474"/>
                  <a:pt x="802469" y="305110"/>
                  <a:pt x="789125" y="299764"/>
                </a:cubicBezTo>
                <a:lnTo>
                  <a:pt x="757987" y="291745"/>
                </a:lnTo>
                <a:cubicBezTo>
                  <a:pt x="733966" y="284618"/>
                  <a:pt x="709945" y="281945"/>
                  <a:pt x="685925" y="281945"/>
                </a:cubicBezTo>
                <a:close/>
                <a:moveTo>
                  <a:pt x="152131" y="281945"/>
                </a:moveTo>
                <a:cubicBezTo>
                  <a:pt x="128110" y="281945"/>
                  <a:pt x="104090" y="284618"/>
                  <a:pt x="80959" y="291745"/>
                </a:cubicBezTo>
                <a:lnTo>
                  <a:pt x="49821" y="299764"/>
                </a:lnTo>
                <a:cubicBezTo>
                  <a:pt x="35586" y="305110"/>
                  <a:pt x="27579" y="318474"/>
                  <a:pt x="27579" y="331839"/>
                </a:cubicBezTo>
                <a:lnTo>
                  <a:pt x="27579" y="474392"/>
                </a:lnTo>
                <a:cubicBezTo>
                  <a:pt x="27579" y="484193"/>
                  <a:pt x="32028" y="493993"/>
                  <a:pt x="39145" y="501121"/>
                </a:cubicBezTo>
                <a:lnTo>
                  <a:pt x="76510" y="536759"/>
                </a:lnTo>
                <a:lnTo>
                  <a:pt x="50710" y="363913"/>
                </a:lnTo>
                <a:cubicBezTo>
                  <a:pt x="49821" y="355895"/>
                  <a:pt x="55159" y="348767"/>
                  <a:pt x="62276" y="348767"/>
                </a:cubicBezTo>
                <a:cubicBezTo>
                  <a:pt x="69393" y="346094"/>
                  <a:pt x="77400" y="352331"/>
                  <a:pt x="78290" y="359458"/>
                </a:cubicBezTo>
                <a:lnTo>
                  <a:pt x="107648" y="560815"/>
                </a:lnTo>
                <a:lnTo>
                  <a:pt x="300704" y="560815"/>
                </a:lnTo>
                <a:cubicBezTo>
                  <a:pt x="301593" y="560815"/>
                  <a:pt x="303373" y="561706"/>
                  <a:pt x="305152" y="561706"/>
                </a:cubicBezTo>
                <a:lnTo>
                  <a:pt x="305152" y="534977"/>
                </a:lnTo>
                <a:lnTo>
                  <a:pt x="242876" y="474392"/>
                </a:lnTo>
                <a:cubicBezTo>
                  <a:pt x="230421" y="462810"/>
                  <a:pt x="222414" y="444990"/>
                  <a:pt x="222414" y="428062"/>
                </a:cubicBezTo>
                <a:lnTo>
                  <a:pt x="222414" y="305110"/>
                </a:lnTo>
                <a:cubicBezTo>
                  <a:pt x="216186" y="310456"/>
                  <a:pt x="207290" y="313128"/>
                  <a:pt x="198393" y="313128"/>
                </a:cubicBezTo>
                <a:cubicBezTo>
                  <a:pt x="177931" y="313128"/>
                  <a:pt x="161028" y="299764"/>
                  <a:pt x="153910" y="281945"/>
                </a:cubicBezTo>
                <a:close/>
                <a:moveTo>
                  <a:pt x="375435" y="235615"/>
                </a:moveTo>
                <a:cubicBezTo>
                  <a:pt x="351414" y="235615"/>
                  <a:pt x="327393" y="239179"/>
                  <a:pt x="303373" y="245416"/>
                </a:cubicBezTo>
                <a:lnTo>
                  <a:pt x="273124" y="253434"/>
                </a:lnTo>
                <a:cubicBezTo>
                  <a:pt x="259779" y="258780"/>
                  <a:pt x="249993" y="272144"/>
                  <a:pt x="249993" y="286400"/>
                </a:cubicBezTo>
                <a:lnTo>
                  <a:pt x="249993" y="428062"/>
                </a:lnTo>
                <a:cubicBezTo>
                  <a:pt x="249993" y="437863"/>
                  <a:pt x="254442" y="448554"/>
                  <a:pt x="261559" y="454791"/>
                </a:cubicBezTo>
                <a:lnTo>
                  <a:pt x="298924" y="490429"/>
                </a:lnTo>
                <a:lnTo>
                  <a:pt x="274014" y="317583"/>
                </a:lnTo>
                <a:cubicBezTo>
                  <a:pt x="272235" y="310456"/>
                  <a:pt x="277573" y="303328"/>
                  <a:pt x="284690" y="301546"/>
                </a:cubicBezTo>
                <a:cubicBezTo>
                  <a:pt x="292697" y="300655"/>
                  <a:pt x="299814" y="306001"/>
                  <a:pt x="300704" y="313128"/>
                </a:cubicBezTo>
                <a:lnTo>
                  <a:pt x="330062" y="515376"/>
                </a:lnTo>
                <a:lnTo>
                  <a:pt x="511552" y="515376"/>
                </a:lnTo>
                <a:lnTo>
                  <a:pt x="540911" y="310456"/>
                </a:lnTo>
                <a:cubicBezTo>
                  <a:pt x="541800" y="303328"/>
                  <a:pt x="549807" y="297982"/>
                  <a:pt x="556924" y="298873"/>
                </a:cubicBezTo>
                <a:cubicBezTo>
                  <a:pt x="564931" y="299764"/>
                  <a:pt x="569380" y="306892"/>
                  <a:pt x="568490" y="314910"/>
                </a:cubicBezTo>
                <a:lnTo>
                  <a:pt x="542690" y="490429"/>
                </a:lnTo>
                <a:lnTo>
                  <a:pt x="580056" y="454791"/>
                </a:lnTo>
                <a:cubicBezTo>
                  <a:pt x="587173" y="448554"/>
                  <a:pt x="590731" y="437863"/>
                  <a:pt x="590731" y="428062"/>
                </a:cubicBezTo>
                <a:lnTo>
                  <a:pt x="590731" y="286400"/>
                </a:lnTo>
                <a:cubicBezTo>
                  <a:pt x="590731" y="272144"/>
                  <a:pt x="581835" y="258780"/>
                  <a:pt x="569380" y="253434"/>
                </a:cubicBezTo>
                <a:lnTo>
                  <a:pt x="538242" y="245416"/>
                </a:lnTo>
                <a:cubicBezTo>
                  <a:pt x="514221" y="239179"/>
                  <a:pt x="490200" y="235615"/>
                  <a:pt x="465290" y="235615"/>
                </a:cubicBezTo>
                <a:cubicBezTo>
                  <a:pt x="460842" y="246307"/>
                  <a:pt x="452835" y="256107"/>
                  <a:pt x="442159" y="261453"/>
                </a:cubicBezTo>
                <a:lnTo>
                  <a:pt x="460842" y="414698"/>
                </a:lnTo>
                <a:cubicBezTo>
                  <a:pt x="461731" y="422716"/>
                  <a:pt x="459062" y="431626"/>
                  <a:pt x="452835" y="436972"/>
                </a:cubicBezTo>
                <a:lnTo>
                  <a:pt x="429704" y="460137"/>
                </a:lnTo>
                <a:cubicBezTo>
                  <a:pt x="424366" y="465483"/>
                  <a:pt x="417249" y="465483"/>
                  <a:pt x="411911" y="460137"/>
                </a:cubicBezTo>
                <a:lnTo>
                  <a:pt x="388780" y="436972"/>
                </a:lnTo>
                <a:cubicBezTo>
                  <a:pt x="382552" y="431626"/>
                  <a:pt x="379883" y="422716"/>
                  <a:pt x="379883" y="414698"/>
                </a:cubicBezTo>
                <a:lnTo>
                  <a:pt x="399455" y="261453"/>
                </a:lnTo>
                <a:cubicBezTo>
                  <a:pt x="389669" y="256107"/>
                  <a:pt x="380773" y="246307"/>
                  <a:pt x="377214" y="235615"/>
                </a:cubicBezTo>
                <a:close/>
                <a:moveTo>
                  <a:pt x="375435" y="207995"/>
                </a:moveTo>
                <a:lnTo>
                  <a:pt x="465290" y="207995"/>
                </a:lnTo>
                <a:cubicBezTo>
                  <a:pt x="492869" y="207995"/>
                  <a:pt x="519559" y="211559"/>
                  <a:pt x="545359" y="218687"/>
                </a:cubicBezTo>
                <a:lnTo>
                  <a:pt x="576497" y="227596"/>
                </a:lnTo>
                <a:cubicBezTo>
                  <a:pt x="577387" y="227596"/>
                  <a:pt x="577387" y="227596"/>
                  <a:pt x="577387" y="227596"/>
                </a:cubicBezTo>
                <a:cubicBezTo>
                  <a:pt x="590731" y="232942"/>
                  <a:pt x="602297" y="241852"/>
                  <a:pt x="609414" y="253434"/>
                </a:cubicBezTo>
                <a:lnTo>
                  <a:pt x="685925" y="253434"/>
                </a:lnTo>
                <a:cubicBezTo>
                  <a:pt x="713504" y="253434"/>
                  <a:pt x="740194" y="257889"/>
                  <a:pt x="765994" y="265017"/>
                </a:cubicBezTo>
                <a:lnTo>
                  <a:pt x="797132" y="273035"/>
                </a:lnTo>
                <a:cubicBezTo>
                  <a:pt x="798021" y="273035"/>
                  <a:pt x="798021" y="273035"/>
                  <a:pt x="798021" y="273926"/>
                </a:cubicBezTo>
                <a:cubicBezTo>
                  <a:pt x="822932" y="282836"/>
                  <a:pt x="838945" y="306001"/>
                  <a:pt x="838945" y="331839"/>
                </a:cubicBezTo>
                <a:lnTo>
                  <a:pt x="838945" y="474392"/>
                </a:lnTo>
                <a:cubicBezTo>
                  <a:pt x="838945" y="492211"/>
                  <a:pt x="831828" y="508249"/>
                  <a:pt x="819373" y="521613"/>
                </a:cubicBezTo>
                <a:lnTo>
                  <a:pt x="757097" y="580416"/>
                </a:lnTo>
                <a:lnTo>
                  <a:pt x="757097" y="778209"/>
                </a:lnTo>
                <a:cubicBezTo>
                  <a:pt x="757097" y="786228"/>
                  <a:pt x="750869" y="791574"/>
                  <a:pt x="742862" y="791574"/>
                </a:cubicBezTo>
                <a:cubicBezTo>
                  <a:pt x="734856" y="791574"/>
                  <a:pt x="728628" y="786228"/>
                  <a:pt x="728628" y="778209"/>
                </a:cubicBezTo>
                <a:lnTo>
                  <a:pt x="728628" y="589326"/>
                </a:lnTo>
                <a:lnTo>
                  <a:pt x="653007" y="589326"/>
                </a:lnTo>
                <a:lnTo>
                  <a:pt x="653007" y="823648"/>
                </a:lnTo>
                <a:cubicBezTo>
                  <a:pt x="653007" y="831667"/>
                  <a:pt x="646780" y="838795"/>
                  <a:pt x="639662" y="838795"/>
                </a:cubicBezTo>
                <a:cubicBezTo>
                  <a:pt x="631656" y="838795"/>
                  <a:pt x="625428" y="831667"/>
                  <a:pt x="625428" y="823648"/>
                </a:cubicBezTo>
                <a:lnTo>
                  <a:pt x="625428" y="589326"/>
                </a:lnTo>
                <a:lnTo>
                  <a:pt x="538242" y="589326"/>
                </a:lnTo>
                <a:cubicBezTo>
                  <a:pt x="538242" y="589326"/>
                  <a:pt x="537352" y="588435"/>
                  <a:pt x="536462" y="588435"/>
                </a:cubicBezTo>
                <a:lnTo>
                  <a:pt x="536462" y="852159"/>
                </a:lnTo>
                <a:cubicBezTo>
                  <a:pt x="536462" y="860178"/>
                  <a:pt x="530235" y="866414"/>
                  <a:pt x="523118" y="866414"/>
                </a:cubicBezTo>
                <a:cubicBezTo>
                  <a:pt x="515111" y="866414"/>
                  <a:pt x="508883" y="860178"/>
                  <a:pt x="508883" y="852159"/>
                </a:cubicBezTo>
                <a:lnTo>
                  <a:pt x="508883" y="542996"/>
                </a:lnTo>
                <a:lnTo>
                  <a:pt x="435931" y="542996"/>
                </a:lnTo>
                <a:lnTo>
                  <a:pt x="435931" y="852159"/>
                </a:lnTo>
                <a:cubicBezTo>
                  <a:pt x="435931" y="860178"/>
                  <a:pt x="429704" y="866414"/>
                  <a:pt x="421697" y="866414"/>
                </a:cubicBezTo>
                <a:cubicBezTo>
                  <a:pt x="414580" y="866414"/>
                  <a:pt x="408352" y="860178"/>
                  <a:pt x="408352" y="852159"/>
                </a:cubicBezTo>
                <a:lnTo>
                  <a:pt x="408352" y="542996"/>
                </a:lnTo>
                <a:lnTo>
                  <a:pt x="332731" y="542996"/>
                </a:lnTo>
                <a:lnTo>
                  <a:pt x="332731" y="852159"/>
                </a:lnTo>
                <a:cubicBezTo>
                  <a:pt x="332731" y="860178"/>
                  <a:pt x="326504" y="866414"/>
                  <a:pt x="318497" y="866414"/>
                </a:cubicBezTo>
                <a:cubicBezTo>
                  <a:pt x="310490" y="866414"/>
                  <a:pt x="305152" y="860178"/>
                  <a:pt x="305152" y="852159"/>
                </a:cubicBezTo>
                <a:lnTo>
                  <a:pt x="305152" y="588435"/>
                </a:lnTo>
                <a:cubicBezTo>
                  <a:pt x="303373" y="588435"/>
                  <a:pt x="301593" y="589326"/>
                  <a:pt x="300704" y="589326"/>
                </a:cubicBezTo>
                <a:lnTo>
                  <a:pt x="213517" y="589326"/>
                </a:lnTo>
                <a:lnTo>
                  <a:pt x="213517" y="823648"/>
                </a:lnTo>
                <a:cubicBezTo>
                  <a:pt x="213517" y="831667"/>
                  <a:pt x="206400" y="838795"/>
                  <a:pt x="199283" y="838795"/>
                </a:cubicBezTo>
                <a:cubicBezTo>
                  <a:pt x="191276" y="838795"/>
                  <a:pt x="185048" y="831667"/>
                  <a:pt x="185048" y="823648"/>
                </a:cubicBezTo>
                <a:lnTo>
                  <a:pt x="185048" y="589326"/>
                </a:lnTo>
                <a:lnTo>
                  <a:pt x="109428" y="589326"/>
                </a:lnTo>
                <a:lnTo>
                  <a:pt x="109428" y="778209"/>
                </a:lnTo>
                <a:cubicBezTo>
                  <a:pt x="109428" y="786228"/>
                  <a:pt x="103200" y="791574"/>
                  <a:pt x="95193" y="791574"/>
                </a:cubicBezTo>
                <a:cubicBezTo>
                  <a:pt x="88076" y="791574"/>
                  <a:pt x="81848" y="786228"/>
                  <a:pt x="81848" y="778209"/>
                </a:cubicBezTo>
                <a:lnTo>
                  <a:pt x="81848" y="580416"/>
                </a:lnTo>
                <a:lnTo>
                  <a:pt x="20462" y="521613"/>
                </a:lnTo>
                <a:cubicBezTo>
                  <a:pt x="7117" y="508249"/>
                  <a:pt x="0" y="492211"/>
                  <a:pt x="0" y="474392"/>
                </a:cubicBezTo>
                <a:lnTo>
                  <a:pt x="0" y="331839"/>
                </a:lnTo>
                <a:cubicBezTo>
                  <a:pt x="0" y="306001"/>
                  <a:pt x="16014" y="282836"/>
                  <a:pt x="40924" y="273926"/>
                </a:cubicBezTo>
                <a:cubicBezTo>
                  <a:pt x="40924" y="273035"/>
                  <a:pt x="40924" y="273035"/>
                  <a:pt x="41814" y="273035"/>
                </a:cubicBezTo>
                <a:lnTo>
                  <a:pt x="72952" y="265017"/>
                </a:lnTo>
                <a:cubicBezTo>
                  <a:pt x="99641" y="257889"/>
                  <a:pt x="125441" y="253434"/>
                  <a:pt x="152131" y="253434"/>
                </a:cubicBezTo>
                <a:lnTo>
                  <a:pt x="231310" y="253434"/>
                </a:lnTo>
                <a:cubicBezTo>
                  <a:pt x="239317" y="241852"/>
                  <a:pt x="249993" y="232942"/>
                  <a:pt x="263338" y="227596"/>
                </a:cubicBezTo>
                <a:lnTo>
                  <a:pt x="264228" y="227596"/>
                </a:lnTo>
                <a:lnTo>
                  <a:pt x="295366" y="218687"/>
                </a:lnTo>
                <a:cubicBezTo>
                  <a:pt x="322055" y="211559"/>
                  <a:pt x="348745" y="207995"/>
                  <a:pt x="375435" y="207995"/>
                </a:cubicBezTo>
                <a:close/>
                <a:moveTo>
                  <a:pt x="639239" y="71048"/>
                </a:moveTo>
                <a:cubicBezTo>
                  <a:pt x="607030" y="71048"/>
                  <a:pt x="581084" y="97129"/>
                  <a:pt x="581084" y="129506"/>
                </a:cubicBezTo>
                <a:cubicBezTo>
                  <a:pt x="581084" y="160984"/>
                  <a:pt x="607030" y="187065"/>
                  <a:pt x="639239" y="187065"/>
                </a:cubicBezTo>
                <a:cubicBezTo>
                  <a:pt x="671448" y="187065"/>
                  <a:pt x="697394" y="160984"/>
                  <a:pt x="697394" y="129506"/>
                </a:cubicBezTo>
                <a:cubicBezTo>
                  <a:pt x="697394" y="97129"/>
                  <a:pt x="671448" y="71048"/>
                  <a:pt x="639239" y="71048"/>
                </a:cubicBezTo>
                <a:close/>
                <a:moveTo>
                  <a:pt x="195324" y="71048"/>
                </a:moveTo>
                <a:cubicBezTo>
                  <a:pt x="163846" y="71048"/>
                  <a:pt x="137765" y="97129"/>
                  <a:pt x="137765" y="129506"/>
                </a:cubicBezTo>
                <a:cubicBezTo>
                  <a:pt x="137765" y="160984"/>
                  <a:pt x="163846" y="187065"/>
                  <a:pt x="195324" y="187065"/>
                </a:cubicBezTo>
                <a:cubicBezTo>
                  <a:pt x="227700" y="187065"/>
                  <a:pt x="253782" y="160984"/>
                  <a:pt x="253782" y="129506"/>
                </a:cubicBezTo>
                <a:cubicBezTo>
                  <a:pt x="253782" y="97129"/>
                  <a:pt x="227700" y="71048"/>
                  <a:pt x="195324" y="71048"/>
                </a:cubicBezTo>
                <a:close/>
                <a:moveTo>
                  <a:pt x="639239" y="43168"/>
                </a:moveTo>
                <a:cubicBezTo>
                  <a:pt x="686657" y="43168"/>
                  <a:pt x="725129" y="81840"/>
                  <a:pt x="725129" y="129506"/>
                </a:cubicBezTo>
                <a:cubicBezTo>
                  <a:pt x="725129" y="177172"/>
                  <a:pt x="686657" y="214945"/>
                  <a:pt x="639239" y="214945"/>
                </a:cubicBezTo>
                <a:cubicBezTo>
                  <a:pt x="591820" y="214945"/>
                  <a:pt x="553348" y="177172"/>
                  <a:pt x="553348" y="129506"/>
                </a:cubicBezTo>
                <a:cubicBezTo>
                  <a:pt x="553348" y="81840"/>
                  <a:pt x="591820" y="43168"/>
                  <a:pt x="639239" y="43168"/>
                </a:cubicBezTo>
                <a:close/>
                <a:moveTo>
                  <a:pt x="195324" y="43168"/>
                </a:moveTo>
                <a:cubicBezTo>
                  <a:pt x="242989" y="43168"/>
                  <a:pt x="281662" y="81840"/>
                  <a:pt x="281662" y="129506"/>
                </a:cubicBezTo>
                <a:cubicBezTo>
                  <a:pt x="281662" y="177172"/>
                  <a:pt x="242989" y="214945"/>
                  <a:pt x="195324" y="214945"/>
                </a:cubicBezTo>
                <a:cubicBezTo>
                  <a:pt x="148557" y="214945"/>
                  <a:pt x="109885" y="177172"/>
                  <a:pt x="109885" y="129506"/>
                </a:cubicBezTo>
                <a:cubicBezTo>
                  <a:pt x="109885" y="81840"/>
                  <a:pt x="148557" y="43168"/>
                  <a:pt x="195324" y="43168"/>
                </a:cubicBezTo>
                <a:close/>
                <a:moveTo>
                  <a:pt x="419469" y="27735"/>
                </a:moveTo>
                <a:cubicBezTo>
                  <a:pt x="387260" y="27735"/>
                  <a:pt x="361314" y="53682"/>
                  <a:pt x="361314" y="85891"/>
                </a:cubicBezTo>
                <a:cubicBezTo>
                  <a:pt x="361314" y="118100"/>
                  <a:pt x="387260" y="144046"/>
                  <a:pt x="419469" y="144046"/>
                </a:cubicBezTo>
                <a:cubicBezTo>
                  <a:pt x="451678" y="144046"/>
                  <a:pt x="477624" y="118100"/>
                  <a:pt x="477624" y="85891"/>
                </a:cubicBezTo>
                <a:cubicBezTo>
                  <a:pt x="477624" y="53682"/>
                  <a:pt x="451678" y="27735"/>
                  <a:pt x="419469" y="27735"/>
                </a:cubicBezTo>
                <a:close/>
                <a:moveTo>
                  <a:pt x="419469" y="0"/>
                </a:moveTo>
                <a:cubicBezTo>
                  <a:pt x="466887" y="0"/>
                  <a:pt x="505359" y="38472"/>
                  <a:pt x="505359" y="85891"/>
                </a:cubicBezTo>
                <a:cubicBezTo>
                  <a:pt x="505359" y="133310"/>
                  <a:pt x="466887" y="171782"/>
                  <a:pt x="419469" y="171782"/>
                </a:cubicBezTo>
                <a:cubicBezTo>
                  <a:pt x="372050" y="171782"/>
                  <a:pt x="333578" y="133310"/>
                  <a:pt x="333578" y="85891"/>
                </a:cubicBezTo>
                <a:cubicBezTo>
                  <a:pt x="333578" y="38472"/>
                  <a:pt x="372050" y="0"/>
                  <a:pt x="4194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9" name="Freeform: Shape 198">
            <a:extLst>
              <a:ext uri="{FF2B5EF4-FFF2-40B4-BE49-F238E27FC236}">
                <a16:creationId xmlns:a16="http://schemas.microsoft.com/office/drawing/2014/main" id="{2B8A8525-BA26-4543-8E92-0F37433B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1731" y="11514377"/>
            <a:ext cx="1090110" cy="882114"/>
          </a:xfrm>
          <a:custGeom>
            <a:avLst/>
            <a:gdLst>
              <a:gd name="connsiteX0" fmla="*/ 911986 w 1090110"/>
              <a:gd name="connsiteY0" fmla="*/ 804514 h 882114"/>
              <a:gd name="connsiteX1" fmla="*/ 929193 w 1090110"/>
              <a:gd name="connsiteY1" fmla="*/ 821291 h 882114"/>
              <a:gd name="connsiteX2" fmla="*/ 911986 w 1090110"/>
              <a:gd name="connsiteY2" fmla="*/ 838952 h 882114"/>
              <a:gd name="connsiteX3" fmla="*/ 894778 w 1090110"/>
              <a:gd name="connsiteY3" fmla="*/ 821291 h 882114"/>
              <a:gd name="connsiteX4" fmla="*/ 911986 w 1090110"/>
              <a:gd name="connsiteY4" fmla="*/ 804514 h 882114"/>
              <a:gd name="connsiteX5" fmla="*/ 762096 w 1090110"/>
              <a:gd name="connsiteY5" fmla="*/ 794080 h 882114"/>
              <a:gd name="connsiteX6" fmla="*/ 762096 w 1090110"/>
              <a:gd name="connsiteY6" fmla="*/ 851880 h 882114"/>
              <a:gd name="connsiteX7" fmla="*/ 765662 w 1090110"/>
              <a:gd name="connsiteY7" fmla="*/ 853659 h 882114"/>
              <a:gd name="connsiteX8" fmla="*/ 1058913 w 1090110"/>
              <a:gd name="connsiteY8" fmla="*/ 853659 h 882114"/>
              <a:gd name="connsiteX9" fmla="*/ 1062478 w 1090110"/>
              <a:gd name="connsiteY9" fmla="*/ 851880 h 882114"/>
              <a:gd name="connsiteX10" fmla="*/ 1062478 w 1090110"/>
              <a:gd name="connsiteY10" fmla="*/ 794080 h 882114"/>
              <a:gd name="connsiteX11" fmla="*/ 364558 w 1090110"/>
              <a:gd name="connsiteY11" fmla="*/ 645579 h 882114"/>
              <a:gd name="connsiteX12" fmla="*/ 368124 w 1090110"/>
              <a:gd name="connsiteY12" fmla="*/ 676702 h 882114"/>
              <a:gd name="connsiteX13" fmla="*/ 327122 w 1090110"/>
              <a:gd name="connsiteY13" fmla="*/ 853659 h 882114"/>
              <a:gd name="connsiteX14" fmla="*/ 614134 w 1090110"/>
              <a:gd name="connsiteY14" fmla="*/ 853659 h 882114"/>
              <a:gd name="connsiteX15" fmla="*/ 574023 w 1090110"/>
              <a:gd name="connsiteY15" fmla="*/ 676702 h 882114"/>
              <a:gd name="connsiteX16" fmla="*/ 576697 w 1090110"/>
              <a:gd name="connsiteY16" fmla="*/ 645579 h 882114"/>
              <a:gd name="connsiteX17" fmla="*/ 972344 w 1090110"/>
              <a:gd name="connsiteY17" fmla="*/ 557274 h 882114"/>
              <a:gd name="connsiteX18" fmla="*/ 988042 w 1090110"/>
              <a:gd name="connsiteY18" fmla="*/ 572972 h 882114"/>
              <a:gd name="connsiteX19" fmla="*/ 972344 w 1090110"/>
              <a:gd name="connsiteY19" fmla="*/ 587747 h 882114"/>
              <a:gd name="connsiteX20" fmla="*/ 957569 w 1090110"/>
              <a:gd name="connsiteY20" fmla="*/ 572972 h 882114"/>
              <a:gd name="connsiteX21" fmla="*/ 972344 w 1090110"/>
              <a:gd name="connsiteY21" fmla="*/ 557274 h 882114"/>
              <a:gd name="connsiteX22" fmla="*/ 912023 w 1090110"/>
              <a:gd name="connsiteY22" fmla="*/ 557274 h 882114"/>
              <a:gd name="connsiteX23" fmla="*/ 925342 w 1090110"/>
              <a:gd name="connsiteY23" fmla="*/ 572972 h 882114"/>
              <a:gd name="connsiteX24" fmla="*/ 912023 w 1090110"/>
              <a:gd name="connsiteY24" fmla="*/ 587747 h 882114"/>
              <a:gd name="connsiteX25" fmla="*/ 898704 w 1090110"/>
              <a:gd name="connsiteY25" fmla="*/ 572972 h 882114"/>
              <a:gd name="connsiteX26" fmla="*/ 912023 w 1090110"/>
              <a:gd name="connsiteY26" fmla="*/ 557274 h 882114"/>
              <a:gd name="connsiteX27" fmla="*/ 855533 w 1090110"/>
              <a:gd name="connsiteY27" fmla="*/ 557274 h 882114"/>
              <a:gd name="connsiteX28" fmla="*/ 870308 w 1090110"/>
              <a:gd name="connsiteY28" fmla="*/ 572972 h 882114"/>
              <a:gd name="connsiteX29" fmla="*/ 855533 w 1090110"/>
              <a:gd name="connsiteY29" fmla="*/ 587747 h 882114"/>
              <a:gd name="connsiteX30" fmla="*/ 839835 w 1090110"/>
              <a:gd name="connsiteY30" fmla="*/ 572972 h 882114"/>
              <a:gd name="connsiteX31" fmla="*/ 855533 w 1090110"/>
              <a:gd name="connsiteY31" fmla="*/ 557274 h 882114"/>
              <a:gd name="connsiteX32" fmla="*/ 468535 w 1090110"/>
              <a:gd name="connsiteY32" fmla="*/ 529801 h 882114"/>
              <a:gd name="connsiteX33" fmla="*/ 497529 w 1090110"/>
              <a:gd name="connsiteY33" fmla="*/ 558796 h 882114"/>
              <a:gd name="connsiteX34" fmla="*/ 468535 w 1090110"/>
              <a:gd name="connsiteY34" fmla="*/ 587790 h 882114"/>
              <a:gd name="connsiteX35" fmla="*/ 439540 w 1090110"/>
              <a:gd name="connsiteY35" fmla="*/ 558796 h 882114"/>
              <a:gd name="connsiteX36" fmla="*/ 468535 w 1090110"/>
              <a:gd name="connsiteY36" fmla="*/ 529801 h 882114"/>
              <a:gd name="connsiteX37" fmla="*/ 27632 w 1090110"/>
              <a:gd name="connsiteY37" fmla="*/ 498857 h 882114"/>
              <a:gd name="connsiteX38" fmla="*/ 27632 w 1090110"/>
              <a:gd name="connsiteY38" fmla="*/ 602896 h 882114"/>
              <a:gd name="connsiteX39" fmla="*/ 43676 w 1090110"/>
              <a:gd name="connsiteY39" fmla="*/ 618902 h 882114"/>
              <a:gd name="connsiteX40" fmla="*/ 735356 w 1090110"/>
              <a:gd name="connsiteY40" fmla="*/ 618902 h 882114"/>
              <a:gd name="connsiteX41" fmla="*/ 735356 w 1090110"/>
              <a:gd name="connsiteY41" fmla="*/ 498857 h 882114"/>
              <a:gd name="connsiteX42" fmla="*/ 881750 w 1090110"/>
              <a:gd name="connsiteY42" fmla="*/ 364974 h 882114"/>
              <a:gd name="connsiteX43" fmla="*/ 943127 w 1090110"/>
              <a:gd name="connsiteY43" fmla="*/ 364974 h 882114"/>
              <a:gd name="connsiteX44" fmla="*/ 956666 w 1090110"/>
              <a:gd name="connsiteY44" fmla="*/ 378710 h 882114"/>
              <a:gd name="connsiteX45" fmla="*/ 943127 w 1090110"/>
              <a:gd name="connsiteY45" fmla="*/ 391587 h 882114"/>
              <a:gd name="connsiteX46" fmla="*/ 881750 w 1090110"/>
              <a:gd name="connsiteY46" fmla="*/ 391587 h 882114"/>
              <a:gd name="connsiteX47" fmla="*/ 867308 w 1090110"/>
              <a:gd name="connsiteY47" fmla="*/ 378710 h 882114"/>
              <a:gd name="connsiteX48" fmla="*/ 881750 w 1090110"/>
              <a:gd name="connsiteY48" fmla="*/ 364974 h 882114"/>
              <a:gd name="connsiteX49" fmla="*/ 765662 w 1090110"/>
              <a:gd name="connsiteY49" fmla="*/ 351245 h 882114"/>
              <a:gd name="connsiteX50" fmla="*/ 762096 w 1090110"/>
              <a:gd name="connsiteY50" fmla="*/ 354802 h 882114"/>
              <a:gd name="connsiteX51" fmla="*/ 762096 w 1090110"/>
              <a:gd name="connsiteY51" fmla="*/ 632241 h 882114"/>
              <a:gd name="connsiteX52" fmla="*/ 762096 w 1090110"/>
              <a:gd name="connsiteY52" fmla="*/ 765625 h 882114"/>
              <a:gd name="connsiteX53" fmla="*/ 1062478 w 1090110"/>
              <a:gd name="connsiteY53" fmla="*/ 765625 h 882114"/>
              <a:gd name="connsiteX54" fmla="*/ 1062478 w 1090110"/>
              <a:gd name="connsiteY54" fmla="*/ 354802 h 882114"/>
              <a:gd name="connsiteX55" fmla="*/ 1058913 w 1090110"/>
              <a:gd name="connsiteY55" fmla="*/ 351245 h 882114"/>
              <a:gd name="connsiteX56" fmla="*/ 927886 w 1090110"/>
              <a:gd name="connsiteY56" fmla="*/ 351245 h 882114"/>
              <a:gd name="connsiteX57" fmla="*/ 855533 w 1090110"/>
              <a:gd name="connsiteY57" fmla="*/ 231542 h 882114"/>
              <a:gd name="connsiteX58" fmla="*/ 870308 w 1090110"/>
              <a:gd name="connsiteY58" fmla="*/ 246317 h 882114"/>
              <a:gd name="connsiteX59" fmla="*/ 855533 w 1090110"/>
              <a:gd name="connsiteY59" fmla="*/ 262015 h 882114"/>
              <a:gd name="connsiteX60" fmla="*/ 839835 w 1090110"/>
              <a:gd name="connsiteY60" fmla="*/ 246317 h 882114"/>
              <a:gd name="connsiteX61" fmla="*/ 855533 w 1090110"/>
              <a:gd name="connsiteY61" fmla="*/ 231542 h 882114"/>
              <a:gd name="connsiteX62" fmla="*/ 795745 w 1090110"/>
              <a:gd name="connsiteY62" fmla="*/ 231542 h 882114"/>
              <a:gd name="connsiteX63" fmla="*/ 811443 w 1090110"/>
              <a:gd name="connsiteY63" fmla="*/ 246317 h 882114"/>
              <a:gd name="connsiteX64" fmla="*/ 795745 w 1090110"/>
              <a:gd name="connsiteY64" fmla="*/ 262015 h 882114"/>
              <a:gd name="connsiteX65" fmla="*/ 780970 w 1090110"/>
              <a:gd name="connsiteY65" fmla="*/ 246317 h 882114"/>
              <a:gd name="connsiteX66" fmla="*/ 795745 w 1090110"/>
              <a:gd name="connsiteY66" fmla="*/ 231542 h 882114"/>
              <a:gd name="connsiteX67" fmla="*/ 733876 w 1090110"/>
              <a:gd name="connsiteY67" fmla="*/ 231542 h 882114"/>
              <a:gd name="connsiteX68" fmla="*/ 748651 w 1090110"/>
              <a:gd name="connsiteY68" fmla="*/ 246317 h 882114"/>
              <a:gd name="connsiteX69" fmla="*/ 733876 w 1090110"/>
              <a:gd name="connsiteY69" fmla="*/ 262015 h 882114"/>
              <a:gd name="connsiteX70" fmla="*/ 718178 w 1090110"/>
              <a:gd name="connsiteY70" fmla="*/ 246317 h 882114"/>
              <a:gd name="connsiteX71" fmla="*/ 733876 w 1090110"/>
              <a:gd name="connsiteY71" fmla="*/ 231542 h 882114"/>
              <a:gd name="connsiteX72" fmla="*/ 203623 w 1090110"/>
              <a:gd name="connsiteY72" fmla="*/ 231542 h 882114"/>
              <a:gd name="connsiteX73" fmla="*/ 218873 w 1090110"/>
              <a:gd name="connsiteY73" fmla="*/ 246317 h 882114"/>
              <a:gd name="connsiteX74" fmla="*/ 203623 w 1090110"/>
              <a:gd name="connsiteY74" fmla="*/ 262015 h 882114"/>
              <a:gd name="connsiteX75" fmla="*/ 188374 w 1090110"/>
              <a:gd name="connsiteY75" fmla="*/ 246317 h 882114"/>
              <a:gd name="connsiteX76" fmla="*/ 203623 w 1090110"/>
              <a:gd name="connsiteY76" fmla="*/ 231542 h 882114"/>
              <a:gd name="connsiteX77" fmla="*/ 145207 w 1090110"/>
              <a:gd name="connsiteY77" fmla="*/ 231542 h 882114"/>
              <a:gd name="connsiteX78" fmla="*/ 159982 w 1090110"/>
              <a:gd name="connsiteY78" fmla="*/ 246317 h 882114"/>
              <a:gd name="connsiteX79" fmla="*/ 145207 w 1090110"/>
              <a:gd name="connsiteY79" fmla="*/ 262015 h 882114"/>
              <a:gd name="connsiteX80" fmla="*/ 129509 w 1090110"/>
              <a:gd name="connsiteY80" fmla="*/ 246317 h 882114"/>
              <a:gd name="connsiteX81" fmla="*/ 145207 w 1090110"/>
              <a:gd name="connsiteY81" fmla="*/ 231542 h 882114"/>
              <a:gd name="connsiteX82" fmla="*/ 90264 w 1090110"/>
              <a:gd name="connsiteY82" fmla="*/ 231542 h 882114"/>
              <a:gd name="connsiteX83" fmla="*/ 105039 w 1090110"/>
              <a:gd name="connsiteY83" fmla="*/ 246317 h 882114"/>
              <a:gd name="connsiteX84" fmla="*/ 90264 w 1090110"/>
              <a:gd name="connsiteY84" fmla="*/ 262015 h 882114"/>
              <a:gd name="connsiteX85" fmla="*/ 74566 w 1090110"/>
              <a:gd name="connsiteY85" fmla="*/ 246317 h 882114"/>
              <a:gd name="connsiteX86" fmla="*/ 90264 w 1090110"/>
              <a:gd name="connsiteY86" fmla="*/ 231542 h 882114"/>
              <a:gd name="connsiteX87" fmla="*/ 497960 w 1090110"/>
              <a:gd name="connsiteY87" fmla="*/ 172676 h 882114"/>
              <a:gd name="connsiteX88" fmla="*/ 506902 w 1090110"/>
              <a:gd name="connsiteY88" fmla="*/ 181468 h 882114"/>
              <a:gd name="connsiteX89" fmla="*/ 506902 w 1090110"/>
              <a:gd name="connsiteY89" fmla="*/ 193778 h 882114"/>
              <a:gd name="connsiteX90" fmla="*/ 527468 w 1090110"/>
              <a:gd name="connsiteY90" fmla="*/ 211363 h 882114"/>
              <a:gd name="connsiteX91" fmla="*/ 521209 w 1090110"/>
              <a:gd name="connsiteY91" fmla="*/ 222793 h 882114"/>
              <a:gd name="connsiteX92" fmla="*/ 510478 w 1090110"/>
              <a:gd name="connsiteY92" fmla="*/ 215759 h 882114"/>
              <a:gd name="connsiteX93" fmla="*/ 500642 w 1090110"/>
              <a:gd name="connsiteY93" fmla="*/ 210484 h 882114"/>
              <a:gd name="connsiteX94" fmla="*/ 488124 w 1090110"/>
              <a:gd name="connsiteY94" fmla="*/ 215759 h 882114"/>
              <a:gd name="connsiteX95" fmla="*/ 482759 w 1090110"/>
              <a:gd name="connsiteY95" fmla="*/ 227189 h 882114"/>
              <a:gd name="connsiteX96" fmla="*/ 497960 w 1090110"/>
              <a:gd name="connsiteY96" fmla="*/ 243895 h 882114"/>
              <a:gd name="connsiteX97" fmla="*/ 531939 w 1090110"/>
              <a:gd name="connsiteY97" fmla="*/ 279944 h 882114"/>
              <a:gd name="connsiteX98" fmla="*/ 506902 w 1090110"/>
              <a:gd name="connsiteY98" fmla="*/ 312476 h 882114"/>
              <a:gd name="connsiteX99" fmla="*/ 506902 w 1090110"/>
              <a:gd name="connsiteY99" fmla="*/ 323906 h 882114"/>
              <a:gd name="connsiteX100" fmla="*/ 497960 w 1090110"/>
              <a:gd name="connsiteY100" fmla="*/ 332699 h 882114"/>
              <a:gd name="connsiteX101" fmla="*/ 489018 w 1090110"/>
              <a:gd name="connsiteY101" fmla="*/ 323906 h 882114"/>
              <a:gd name="connsiteX102" fmla="*/ 489018 w 1090110"/>
              <a:gd name="connsiteY102" fmla="*/ 313355 h 882114"/>
              <a:gd name="connsiteX103" fmla="*/ 468452 w 1090110"/>
              <a:gd name="connsiteY103" fmla="*/ 292253 h 882114"/>
              <a:gd name="connsiteX104" fmla="*/ 474711 w 1090110"/>
              <a:gd name="connsiteY104" fmla="*/ 281702 h 882114"/>
              <a:gd name="connsiteX105" fmla="*/ 485441 w 1090110"/>
              <a:gd name="connsiteY105" fmla="*/ 288736 h 882114"/>
              <a:gd name="connsiteX106" fmla="*/ 495277 w 1090110"/>
              <a:gd name="connsiteY106" fmla="*/ 295770 h 882114"/>
              <a:gd name="connsiteX107" fmla="*/ 513161 w 1090110"/>
              <a:gd name="connsiteY107" fmla="*/ 279944 h 882114"/>
              <a:gd name="connsiteX108" fmla="*/ 497066 w 1090110"/>
              <a:gd name="connsiteY108" fmla="*/ 262359 h 882114"/>
              <a:gd name="connsiteX109" fmla="*/ 496172 w 1090110"/>
              <a:gd name="connsiteY109" fmla="*/ 262359 h 882114"/>
              <a:gd name="connsiteX110" fmla="*/ 464875 w 1090110"/>
              <a:gd name="connsiteY110" fmla="*/ 226310 h 882114"/>
              <a:gd name="connsiteX111" fmla="*/ 475605 w 1090110"/>
              <a:gd name="connsiteY111" fmla="*/ 202570 h 882114"/>
              <a:gd name="connsiteX112" fmla="*/ 489018 w 1090110"/>
              <a:gd name="connsiteY112" fmla="*/ 194657 h 882114"/>
              <a:gd name="connsiteX113" fmla="*/ 489018 w 1090110"/>
              <a:gd name="connsiteY113" fmla="*/ 181468 h 882114"/>
              <a:gd name="connsiteX114" fmla="*/ 497960 w 1090110"/>
              <a:gd name="connsiteY114" fmla="*/ 172676 h 882114"/>
              <a:gd name="connsiteX115" fmla="*/ 498409 w 1090110"/>
              <a:gd name="connsiteY115" fmla="*/ 132527 h 882114"/>
              <a:gd name="connsiteX116" fmla="*/ 375012 w 1090110"/>
              <a:gd name="connsiteY116" fmla="*/ 253751 h 882114"/>
              <a:gd name="connsiteX117" fmla="*/ 498409 w 1090110"/>
              <a:gd name="connsiteY117" fmla="*/ 376759 h 882114"/>
              <a:gd name="connsiteX118" fmla="*/ 620017 w 1090110"/>
              <a:gd name="connsiteY118" fmla="*/ 253751 h 882114"/>
              <a:gd name="connsiteX119" fmla="*/ 498409 w 1090110"/>
              <a:gd name="connsiteY119" fmla="*/ 132527 h 882114"/>
              <a:gd name="connsiteX120" fmla="*/ 389659 w 1090110"/>
              <a:gd name="connsiteY120" fmla="*/ 115950 h 882114"/>
              <a:gd name="connsiteX121" fmla="*/ 305320 w 1090110"/>
              <a:gd name="connsiteY121" fmla="*/ 254198 h 882114"/>
              <a:gd name="connsiteX122" fmla="*/ 389659 w 1090110"/>
              <a:gd name="connsiteY122" fmla="*/ 394230 h 882114"/>
              <a:gd name="connsiteX123" fmla="*/ 320413 w 1090110"/>
              <a:gd name="connsiteY123" fmla="*/ 254198 h 882114"/>
              <a:gd name="connsiteX124" fmla="*/ 389659 w 1090110"/>
              <a:gd name="connsiteY124" fmla="*/ 115950 h 882114"/>
              <a:gd name="connsiteX125" fmla="*/ 498409 w 1090110"/>
              <a:gd name="connsiteY125" fmla="*/ 113808 h 882114"/>
              <a:gd name="connsiteX126" fmla="*/ 638795 w 1090110"/>
              <a:gd name="connsiteY126" fmla="*/ 253751 h 882114"/>
              <a:gd name="connsiteX127" fmla="*/ 498409 w 1090110"/>
              <a:gd name="connsiteY127" fmla="*/ 395478 h 882114"/>
              <a:gd name="connsiteX128" fmla="*/ 357128 w 1090110"/>
              <a:gd name="connsiteY128" fmla="*/ 253751 h 882114"/>
              <a:gd name="connsiteX129" fmla="*/ 498409 w 1090110"/>
              <a:gd name="connsiteY129" fmla="*/ 113808 h 882114"/>
              <a:gd name="connsiteX130" fmla="*/ 359475 w 1090110"/>
              <a:gd name="connsiteY130" fmla="*/ 112382 h 882114"/>
              <a:gd name="connsiteX131" fmla="*/ 269809 w 1090110"/>
              <a:gd name="connsiteY131" fmla="*/ 254198 h 882114"/>
              <a:gd name="connsiteX132" fmla="*/ 359475 w 1090110"/>
              <a:gd name="connsiteY132" fmla="*/ 396906 h 882114"/>
              <a:gd name="connsiteX133" fmla="*/ 287565 w 1090110"/>
              <a:gd name="connsiteY133" fmla="*/ 254198 h 882114"/>
              <a:gd name="connsiteX134" fmla="*/ 359475 w 1090110"/>
              <a:gd name="connsiteY134" fmla="*/ 112382 h 882114"/>
              <a:gd name="connsiteX135" fmla="*/ 496193 w 1090110"/>
              <a:gd name="connsiteY135" fmla="*/ 97219 h 882114"/>
              <a:gd name="connsiteX136" fmla="*/ 339944 w 1090110"/>
              <a:gd name="connsiteY136" fmla="*/ 254198 h 882114"/>
              <a:gd name="connsiteX137" fmla="*/ 496193 w 1090110"/>
              <a:gd name="connsiteY137" fmla="*/ 412961 h 882114"/>
              <a:gd name="connsiteX138" fmla="*/ 652442 w 1090110"/>
              <a:gd name="connsiteY138" fmla="*/ 254198 h 882114"/>
              <a:gd name="connsiteX139" fmla="*/ 496193 w 1090110"/>
              <a:gd name="connsiteY139" fmla="*/ 97219 h 882114"/>
              <a:gd name="connsiteX140" fmla="*/ 426946 w 1090110"/>
              <a:gd name="connsiteY140" fmla="*/ 78489 h 882114"/>
              <a:gd name="connsiteX141" fmla="*/ 444702 w 1090110"/>
              <a:gd name="connsiteY141" fmla="*/ 80273 h 882114"/>
              <a:gd name="connsiteX142" fmla="*/ 463345 w 1090110"/>
              <a:gd name="connsiteY142" fmla="*/ 78489 h 882114"/>
              <a:gd name="connsiteX143" fmla="*/ 479325 w 1090110"/>
              <a:gd name="connsiteY143" fmla="*/ 80273 h 882114"/>
              <a:gd name="connsiteX144" fmla="*/ 496193 w 1090110"/>
              <a:gd name="connsiteY144" fmla="*/ 78489 h 882114"/>
              <a:gd name="connsiteX145" fmla="*/ 670197 w 1090110"/>
              <a:gd name="connsiteY145" fmla="*/ 254198 h 882114"/>
              <a:gd name="connsiteX146" fmla="*/ 496193 w 1090110"/>
              <a:gd name="connsiteY146" fmla="*/ 430799 h 882114"/>
              <a:gd name="connsiteX147" fmla="*/ 479325 w 1090110"/>
              <a:gd name="connsiteY147" fmla="*/ 429907 h 882114"/>
              <a:gd name="connsiteX148" fmla="*/ 463345 w 1090110"/>
              <a:gd name="connsiteY148" fmla="*/ 430799 h 882114"/>
              <a:gd name="connsiteX149" fmla="*/ 444702 w 1090110"/>
              <a:gd name="connsiteY149" fmla="*/ 429907 h 882114"/>
              <a:gd name="connsiteX150" fmla="*/ 426946 w 1090110"/>
              <a:gd name="connsiteY150" fmla="*/ 430799 h 882114"/>
              <a:gd name="connsiteX151" fmla="*/ 251166 w 1090110"/>
              <a:gd name="connsiteY151" fmla="*/ 254198 h 882114"/>
              <a:gd name="connsiteX152" fmla="*/ 426946 w 1090110"/>
              <a:gd name="connsiteY152" fmla="*/ 78489 h 882114"/>
              <a:gd name="connsiteX153" fmla="*/ 43676 w 1090110"/>
              <a:gd name="connsiteY153" fmla="*/ 28455 h 882114"/>
              <a:gd name="connsiteX154" fmla="*/ 27632 w 1090110"/>
              <a:gd name="connsiteY154" fmla="*/ 42683 h 882114"/>
              <a:gd name="connsiteX155" fmla="*/ 27632 w 1090110"/>
              <a:gd name="connsiteY155" fmla="*/ 470401 h 882114"/>
              <a:gd name="connsiteX156" fmla="*/ 735356 w 1090110"/>
              <a:gd name="connsiteY156" fmla="*/ 470401 h 882114"/>
              <a:gd name="connsiteX157" fmla="*/ 735356 w 1090110"/>
              <a:gd name="connsiteY157" fmla="*/ 354802 h 882114"/>
              <a:gd name="connsiteX158" fmla="*/ 765662 w 1090110"/>
              <a:gd name="connsiteY158" fmla="*/ 323679 h 882114"/>
              <a:gd name="connsiteX159" fmla="*/ 914516 w 1090110"/>
              <a:gd name="connsiteY159" fmla="*/ 323679 h 882114"/>
              <a:gd name="connsiteX160" fmla="*/ 914516 w 1090110"/>
              <a:gd name="connsiteY160" fmla="*/ 42683 h 882114"/>
              <a:gd name="connsiteX161" fmla="*/ 899363 w 1090110"/>
              <a:gd name="connsiteY161" fmla="*/ 28455 h 882114"/>
              <a:gd name="connsiteX162" fmla="*/ 43676 w 1090110"/>
              <a:gd name="connsiteY162" fmla="*/ 0 h 882114"/>
              <a:gd name="connsiteX163" fmla="*/ 899363 w 1090110"/>
              <a:gd name="connsiteY163" fmla="*/ 0 h 882114"/>
              <a:gd name="connsiteX164" fmla="*/ 941256 w 1090110"/>
              <a:gd name="connsiteY164" fmla="*/ 42683 h 882114"/>
              <a:gd name="connsiteX165" fmla="*/ 941256 w 1090110"/>
              <a:gd name="connsiteY165" fmla="*/ 323679 h 882114"/>
              <a:gd name="connsiteX166" fmla="*/ 1058913 w 1090110"/>
              <a:gd name="connsiteY166" fmla="*/ 323679 h 882114"/>
              <a:gd name="connsiteX167" fmla="*/ 1090110 w 1090110"/>
              <a:gd name="connsiteY167" fmla="*/ 354802 h 882114"/>
              <a:gd name="connsiteX168" fmla="*/ 1090110 w 1090110"/>
              <a:gd name="connsiteY168" fmla="*/ 851880 h 882114"/>
              <a:gd name="connsiteX169" fmla="*/ 1058913 w 1090110"/>
              <a:gd name="connsiteY169" fmla="*/ 882114 h 882114"/>
              <a:gd name="connsiteX170" fmla="*/ 765662 w 1090110"/>
              <a:gd name="connsiteY170" fmla="*/ 882114 h 882114"/>
              <a:gd name="connsiteX171" fmla="*/ 735356 w 1090110"/>
              <a:gd name="connsiteY171" fmla="*/ 851880 h 882114"/>
              <a:gd name="connsiteX172" fmla="*/ 735356 w 1090110"/>
              <a:gd name="connsiteY172" fmla="*/ 781631 h 882114"/>
              <a:gd name="connsiteX173" fmla="*/ 735356 w 1090110"/>
              <a:gd name="connsiteY173" fmla="*/ 778963 h 882114"/>
              <a:gd name="connsiteX174" fmla="*/ 735356 w 1090110"/>
              <a:gd name="connsiteY174" fmla="*/ 777185 h 882114"/>
              <a:gd name="connsiteX175" fmla="*/ 735356 w 1090110"/>
              <a:gd name="connsiteY175" fmla="*/ 645579 h 882114"/>
              <a:gd name="connsiteX176" fmla="*/ 606112 w 1090110"/>
              <a:gd name="connsiteY176" fmla="*/ 645579 h 882114"/>
              <a:gd name="connsiteX177" fmla="*/ 613242 w 1090110"/>
              <a:gd name="connsiteY177" fmla="*/ 768293 h 882114"/>
              <a:gd name="connsiteX178" fmla="*/ 648896 w 1090110"/>
              <a:gd name="connsiteY178" fmla="*/ 853659 h 882114"/>
              <a:gd name="connsiteX179" fmla="*/ 691680 w 1090110"/>
              <a:gd name="connsiteY179" fmla="*/ 853659 h 882114"/>
              <a:gd name="connsiteX180" fmla="*/ 705942 w 1090110"/>
              <a:gd name="connsiteY180" fmla="*/ 867886 h 882114"/>
              <a:gd name="connsiteX181" fmla="*/ 691680 w 1090110"/>
              <a:gd name="connsiteY181" fmla="*/ 882114 h 882114"/>
              <a:gd name="connsiteX182" fmla="*/ 648005 w 1090110"/>
              <a:gd name="connsiteY182" fmla="*/ 882114 h 882114"/>
              <a:gd name="connsiteX183" fmla="*/ 294142 w 1090110"/>
              <a:gd name="connsiteY183" fmla="*/ 882114 h 882114"/>
              <a:gd name="connsiteX184" fmla="*/ 249575 w 1090110"/>
              <a:gd name="connsiteY184" fmla="*/ 882114 h 882114"/>
              <a:gd name="connsiteX185" fmla="*/ 236205 w 1090110"/>
              <a:gd name="connsiteY185" fmla="*/ 867886 h 882114"/>
              <a:gd name="connsiteX186" fmla="*/ 249575 w 1090110"/>
              <a:gd name="connsiteY186" fmla="*/ 853659 h 882114"/>
              <a:gd name="connsiteX187" fmla="*/ 294142 w 1090110"/>
              <a:gd name="connsiteY187" fmla="*/ 853659 h 882114"/>
              <a:gd name="connsiteX188" fmla="*/ 328905 w 1090110"/>
              <a:gd name="connsiteY188" fmla="*/ 768293 h 882114"/>
              <a:gd name="connsiteX189" fmla="*/ 336035 w 1090110"/>
              <a:gd name="connsiteY189" fmla="*/ 645579 h 882114"/>
              <a:gd name="connsiteX190" fmla="*/ 43676 w 1090110"/>
              <a:gd name="connsiteY190" fmla="*/ 645579 h 882114"/>
              <a:gd name="connsiteX191" fmla="*/ 0 w 1090110"/>
              <a:gd name="connsiteY191" fmla="*/ 602896 h 882114"/>
              <a:gd name="connsiteX192" fmla="*/ 0 w 1090110"/>
              <a:gd name="connsiteY192" fmla="*/ 42683 h 882114"/>
              <a:gd name="connsiteX193" fmla="*/ 43676 w 1090110"/>
              <a:gd name="connsiteY193" fmla="*/ 0 h 88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1090110" h="882114">
                <a:moveTo>
                  <a:pt x="911986" y="804514"/>
                </a:moveTo>
                <a:cubicBezTo>
                  <a:pt x="921042" y="804514"/>
                  <a:pt x="929193" y="812461"/>
                  <a:pt x="929193" y="821291"/>
                </a:cubicBezTo>
                <a:cubicBezTo>
                  <a:pt x="929193" y="831005"/>
                  <a:pt x="921042" y="838952"/>
                  <a:pt x="911986" y="838952"/>
                </a:cubicBezTo>
                <a:cubicBezTo>
                  <a:pt x="902929" y="838952"/>
                  <a:pt x="894778" y="831005"/>
                  <a:pt x="894778" y="821291"/>
                </a:cubicBezTo>
                <a:cubicBezTo>
                  <a:pt x="894778" y="812461"/>
                  <a:pt x="902929" y="804514"/>
                  <a:pt x="911986" y="804514"/>
                </a:cubicBezTo>
                <a:close/>
                <a:moveTo>
                  <a:pt x="762096" y="794080"/>
                </a:moveTo>
                <a:lnTo>
                  <a:pt x="762096" y="851880"/>
                </a:lnTo>
                <a:cubicBezTo>
                  <a:pt x="762096" y="852769"/>
                  <a:pt x="763879" y="853659"/>
                  <a:pt x="765662" y="853659"/>
                </a:cubicBezTo>
                <a:lnTo>
                  <a:pt x="1058913" y="853659"/>
                </a:lnTo>
                <a:cubicBezTo>
                  <a:pt x="1060695" y="853659"/>
                  <a:pt x="1062478" y="852769"/>
                  <a:pt x="1062478" y="851880"/>
                </a:cubicBezTo>
                <a:lnTo>
                  <a:pt x="1062478" y="794080"/>
                </a:lnTo>
                <a:close/>
                <a:moveTo>
                  <a:pt x="364558" y="645579"/>
                </a:moveTo>
                <a:cubicBezTo>
                  <a:pt x="367232" y="654471"/>
                  <a:pt x="368124" y="664253"/>
                  <a:pt x="368124" y="676702"/>
                </a:cubicBezTo>
                <a:cubicBezTo>
                  <a:pt x="368124" y="714050"/>
                  <a:pt x="352971" y="807419"/>
                  <a:pt x="327122" y="853659"/>
                </a:cubicBezTo>
                <a:lnTo>
                  <a:pt x="614134" y="853659"/>
                </a:lnTo>
                <a:cubicBezTo>
                  <a:pt x="588285" y="807419"/>
                  <a:pt x="574023" y="714050"/>
                  <a:pt x="574023" y="676702"/>
                </a:cubicBezTo>
                <a:cubicBezTo>
                  <a:pt x="574023" y="664253"/>
                  <a:pt x="574915" y="654471"/>
                  <a:pt x="576697" y="645579"/>
                </a:cubicBezTo>
                <a:close/>
                <a:moveTo>
                  <a:pt x="972344" y="557274"/>
                </a:moveTo>
                <a:cubicBezTo>
                  <a:pt x="980654" y="557274"/>
                  <a:pt x="988042" y="564661"/>
                  <a:pt x="988042" y="572972"/>
                </a:cubicBezTo>
                <a:cubicBezTo>
                  <a:pt x="988042" y="581283"/>
                  <a:pt x="980654" y="587747"/>
                  <a:pt x="972344" y="587747"/>
                </a:cubicBezTo>
                <a:cubicBezTo>
                  <a:pt x="964033" y="587747"/>
                  <a:pt x="957569" y="581283"/>
                  <a:pt x="957569" y="572972"/>
                </a:cubicBezTo>
                <a:cubicBezTo>
                  <a:pt x="957569" y="564661"/>
                  <a:pt x="964033" y="557274"/>
                  <a:pt x="972344" y="557274"/>
                </a:cubicBezTo>
                <a:close/>
                <a:moveTo>
                  <a:pt x="912023" y="557274"/>
                </a:moveTo>
                <a:cubicBezTo>
                  <a:pt x="919515" y="557274"/>
                  <a:pt x="925342" y="564661"/>
                  <a:pt x="925342" y="572972"/>
                </a:cubicBezTo>
                <a:cubicBezTo>
                  <a:pt x="925342" y="581283"/>
                  <a:pt x="919515" y="587747"/>
                  <a:pt x="912023" y="587747"/>
                </a:cubicBezTo>
                <a:cubicBezTo>
                  <a:pt x="904531" y="587747"/>
                  <a:pt x="898704" y="581283"/>
                  <a:pt x="898704" y="572972"/>
                </a:cubicBezTo>
                <a:cubicBezTo>
                  <a:pt x="898704" y="564661"/>
                  <a:pt x="904531" y="557274"/>
                  <a:pt x="912023" y="557274"/>
                </a:cubicBezTo>
                <a:close/>
                <a:moveTo>
                  <a:pt x="855533" y="557274"/>
                </a:moveTo>
                <a:cubicBezTo>
                  <a:pt x="862920" y="557274"/>
                  <a:pt x="870308" y="564661"/>
                  <a:pt x="870308" y="572972"/>
                </a:cubicBezTo>
                <a:cubicBezTo>
                  <a:pt x="870308" y="581283"/>
                  <a:pt x="862920" y="587747"/>
                  <a:pt x="855533" y="587747"/>
                </a:cubicBezTo>
                <a:cubicBezTo>
                  <a:pt x="847222" y="587747"/>
                  <a:pt x="839835" y="581283"/>
                  <a:pt x="839835" y="572972"/>
                </a:cubicBezTo>
                <a:cubicBezTo>
                  <a:pt x="839835" y="564661"/>
                  <a:pt x="847222" y="557274"/>
                  <a:pt x="855533" y="557274"/>
                </a:cubicBezTo>
                <a:close/>
                <a:moveTo>
                  <a:pt x="468535" y="529801"/>
                </a:moveTo>
                <a:cubicBezTo>
                  <a:pt x="484350" y="529801"/>
                  <a:pt x="497529" y="542980"/>
                  <a:pt x="497529" y="558796"/>
                </a:cubicBezTo>
                <a:cubicBezTo>
                  <a:pt x="497529" y="575490"/>
                  <a:pt x="484350" y="587790"/>
                  <a:pt x="468535" y="587790"/>
                </a:cubicBezTo>
                <a:cubicBezTo>
                  <a:pt x="451841" y="587790"/>
                  <a:pt x="439540" y="575490"/>
                  <a:pt x="439540" y="558796"/>
                </a:cubicBezTo>
                <a:cubicBezTo>
                  <a:pt x="439540" y="542980"/>
                  <a:pt x="451841" y="529801"/>
                  <a:pt x="468535" y="529801"/>
                </a:cubicBezTo>
                <a:close/>
                <a:moveTo>
                  <a:pt x="27632" y="498857"/>
                </a:moveTo>
                <a:lnTo>
                  <a:pt x="27632" y="602896"/>
                </a:lnTo>
                <a:cubicBezTo>
                  <a:pt x="27632" y="611789"/>
                  <a:pt x="34762" y="618902"/>
                  <a:pt x="43676" y="618902"/>
                </a:cubicBezTo>
                <a:lnTo>
                  <a:pt x="735356" y="618902"/>
                </a:lnTo>
                <a:lnTo>
                  <a:pt x="735356" y="498857"/>
                </a:lnTo>
                <a:close/>
                <a:moveTo>
                  <a:pt x="881750" y="364974"/>
                </a:moveTo>
                <a:lnTo>
                  <a:pt x="943127" y="364974"/>
                </a:lnTo>
                <a:cubicBezTo>
                  <a:pt x="950348" y="364974"/>
                  <a:pt x="956666" y="370983"/>
                  <a:pt x="956666" y="378710"/>
                </a:cubicBezTo>
                <a:cubicBezTo>
                  <a:pt x="956666" y="385578"/>
                  <a:pt x="950348" y="391587"/>
                  <a:pt x="943127" y="391587"/>
                </a:cubicBezTo>
                <a:lnTo>
                  <a:pt x="881750" y="391587"/>
                </a:lnTo>
                <a:cubicBezTo>
                  <a:pt x="873626" y="391587"/>
                  <a:pt x="867308" y="385578"/>
                  <a:pt x="867308" y="378710"/>
                </a:cubicBezTo>
                <a:cubicBezTo>
                  <a:pt x="867308" y="370983"/>
                  <a:pt x="873626" y="364974"/>
                  <a:pt x="881750" y="364974"/>
                </a:cubicBezTo>
                <a:close/>
                <a:moveTo>
                  <a:pt x="765662" y="351245"/>
                </a:moveTo>
                <a:cubicBezTo>
                  <a:pt x="763879" y="351245"/>
                  <a:pt x="762096" y="353023"/>
                  <a:pt x="762096" y="354802"/>
                </a:cubicBezTo>
                <a:lnTo>
                  <a:pt x="762096" y="632241"/>
                </a:lnTo>
                <a:lnTo>
                  <a:pt x="762096" y="765625"/>
                </a:lnTo>
                <a:lnTo>
                  <a:pt x="1062478" y="765625"/>
                </a:lnTo>
                <a:lnTo>
                  <a:pt x="1062478" y="354802"/>
                </a:lnTo>
                <a:cubicBezTo>
                  <a:pt x="1062478" y="353023"/>
                  <a:pt x="1060695" y="351245"/>
                  <a:pt x="1058913" y="351245"/>
                </a:cubicBezTo>
                <a:lnTo>
                  <a:pt x="927886" y="351245"/>
                </a:lnTo>
                <a:close/>
                <a:moveTo>
                  <a:pt x="855533" y="231542"/>
                </a:moveTo>
                <a:cubicBezTo>
                  <a:pt x="862920" y="231542"/>
                  <a:pt x="870308" y="238006"/>
                  <a:pt x="870308" y="246317"/>
                </a:cubicBezTo>
                <a:cubicBezTo>
                  <a:pt x="870308" y="255551"/>
                  <a:pt x="862920" y="262015"/>
                  <a:pt x="855533" y="262015"/>
                </a:cubicBezTo>
                <a:cubicBezTo>
                  <a:pt x="847222" y="262015"/>
                  <a:pt x="839835" y="255551"/>
                  <a:pt x="839835" y="246317"/>
                </a:cubicBezTo>
                <a:cubicBezTo>
                  <a:pt x="839835" y="238006"/>
                  <a:pt x="847222" y="231542"/>
                  <a:pt x="855533" y="231542"/>
                </a:cubicBezTo>
                <a:close/>
                <a:moveTo>
                  <a:pt x="795745" y="231542"/>
                </a:moveTo>
                <a:cubicBezTo>
                  <a:pt x="804055" y="231542"/>
                  <a:pt x="811443" y="238006"/>
                  <a:pt x="811443" y="246317"/>
                </a:cubicBezTo>
                <a:cubicBezTo>
                  <a:pt x="811443" y="255551"/>
                  <a:pt x="804055" y="262015"/>
                  <a:pt x="795745" y="262015"/>
                </a:cubicBezTo>
                <a:cubicBezTo>
                  <a:pt x="787434" y="262015"/>
                  <a:pt x="780970" y="255551"/>
                  <a:pt x="780970" y="246317"/>
                </a:cubicBezTo>
                <a:cubicBezTo>
                  <a:pt x="780970" y="238006"/>
                  <a:pt x="787434" y="231542"/>
                  <a:pt x="795745" y="231542"/>
                </a:cubicBezTo>
                <a:close/>
                <a:moveTo>
                  <a:pt x="733876" y="231542"/>
                </a:moveTo>
                <a:cubicBezTo>
                  <a:pt x="742187" y="231542"/>
                  <a:pt x="748651" y="238006"/>
                  <a:pt x="748651" y="246317"/>
                </a:cubicBezTo>
                <a:cubicBezTo>
                  <a:pt x="748651" y="255551"/>
                  <a:pt x="742187" y="262015"/>
                  <a:pt x="733876" y="262015"/>
                </a:cubicBezTo>
                <a:cubicBezTo>
                  <a:pt x="725565" y="262015"/>
                  <a:pt x="718178" y="255551"/>
                  <a:pt x="718178" y="246317"/>
                </a:cubicBezTo>
                <a:cubicBezTo>
                  <a:pt x="718178" y="238006"/>
                  <a:pt x="725565" y="231542"/>
                  <a:pt x="733876" y="231542"/>
                </a:cubicBezTo>
                <a:close/>
                <a:moveTo>
                  <a:pt x="203623" y="231542"/>
                </a:moveTo>
                <a:cubicBezTo>
                  <a:pt x="211697" y="231542"/>
                  <a:pt x="218873" y="238006"/>
                  <a:pt x="218873" y="246317"/>
                </a:cubicBezTo>
                <a:cubicBezTo>
                  <a:pt x="218873" y="255551"/>
                  <a:pt x="211697" y="262015"/>
                  <a:pt x="203623" y="262015"/>
                </a:cubicBezTo>
                <a:cubicBezTo>
                  <a:pt x="195550" y="262015"/>
                  <a:pt x="188374" y="255551"/>
                  <a:pt x="188374" y="246317"/>
                </a:cubicBezTo>
                <a:cubicBezTo>
                  <a:pt x="188374" y="238006"/>
                  <a:pt x="195550" y="231542"/>
                  <a:pt x="203623" y="231542"/>
                </a:cubicBezTo>
                <a:close/>
                <a:moveTo>
                  <a:pt x="145207" y="231542"/>
                </a:moveTo>
                <a:cubicBezTo>
                  <a:pt x="153518" y="231542"/>
                  <a:pt x="159982" y="238006"/>
                  <a:pt x="159982" y="246317"/>
                </a:cubicBezTo>
                <a:cubicBezTo>
                  <a:pt x="159982" y="255551"/>
                  <a:pt x="153518" y="262015"/>
                  <a:pt x="145207" y="262015"/>
                </a:cubicBezTo>
                <a:cubicBezTo>
                  <a:pt x="135973" y="262015"/>
                  <a:pt x="129509" y="255551"/>
                  <a:pt x="129509" y="246317"/>
                </a:cubicBezTo>
                <a:cubicBezTo>
                  <a:pt x="129509" y="238006"/>
                  <a:pt x="135973" y="231542"/>
                  <a:pt x="145207" y="231542"/>
                </a:cubicBezTo>
                <a:close/>
                <a:moveTo>
                  <a:pt x="90264" y="231542"/>
                </a:moveTo>
                <a:cubicBezTo>
                  <a:pt x="97651" y="231542"/>
                  <a:pt x="105039" y="238006"/>
                  <a:pt x="105039" y="246317"/>
                </a:cubicBezTo>
                <a:cubicBezTo>
                  <a:pt x="105039" y="255551"/>
                  <a:pt x="97651" y="262015"/>
                  <a:pt x="90264" y="262015"/>
                </a:cubicBezTo>
                <a:cubicBezTo>
                  <a:pt x="81030" y="262015"/>
                  <a:pt x="74566" y="255551"/>
                  <a:pt x="74566" y="246317"/>
                </a:cubicBezTo>
                <a:cubicBezTo>
                  <a:pt x="74566" y="238006"/>
                  <a:pt x="81030" y="231542"/>
                  <a:pt x="90264" y="231542"/>
                </a:cubicBezTo>
                <a:close/>
                <a:moveTo>
                  <a:pt x="497960" y="172676"/>
                </a:moveTo>
                <a:cubicBezTo>
                  <a:pt x="503325" y="172676"/>
                  <a:pt x="506902" y="176193"/>
                  <a:pt x="506902" y="181468"/>
                </a:cubicBezTo>
                <a:lnTo>
                  <a:pt x="506902" y="193778"/>
                </a:lnTo>
                <a:cubicBezTo>
                  <a:pt x="515843" y="194657"/>
                  <a:pt x="525679" y="199933"/>
                  <a:pt x="527468" y="211363"/>
                </a:cubicBezTo>
                <a:cubicBezTo>
                  <a:pt x="529256" y="216638"/>
                  <a:pt x="526574" y="221914"/>
                  <a:pt x="521209" y="222793"/>
                </a:cubicBezTo>
                <a:cubicBezTo>
                  <a:pt x="515843" y="223672"/>
                  <a:pt x="511373" y="220155"/>
                  <a:pt x="510478" y="215759"/>
                </a:cubicBezTo>
                <a:cubicBezTo>
                  <a:pt x="508690" y="211363"/>
                  <a:pt x="500642" y="210484"/>
                  <a:pt x="500642" y="210484"/>
                </a:cubicBezTo>
                <a:cubicBezTo>
                  <a:pt x="495277" y="210484"/>
                  <a:pt x="491701" y="212242"/>
                  <a:pt x="488124" y="215759"/>
                </a:cubicBezTo>
                <a:cubicBezTo>
                  <a:pt x="485441" y="218397"/>
                  <a:pt x="482759" y="222793"/>
                  <a:pt x="482759" y="227189"/>
                </a:cubicBezTo>
                <a:cubicBezTo>
                  <a:pt x="482759" y="235982"/>
                  <a:pt x="489018" y="243016"/>
                  <a:pt x="497960" y="243895"/>
                </a:cubicBezTo>
                <a:cubicBezTo>
                  <a:pt x="517632" y="245653"/>
                  <a:pt x="532833" y="261480"/>
                  <a:pt x="531939" y="279944"/>
                </a:cubicBezTo>
                <a:cubicBezTo>
                  <a:pt x="531044" y="294891"/>
                  <a:pt x="521209" y="308080"/>
                  <a:pt x="506902" y="312476"/>
                </a:cubicBezTo>
                <a:lnTo>
                  <a:pt x="506902" y="323906"/>
                </a:lnTo>
                <a:cubicBezTo>
                  <a:pt x="506902" y="328303"/>
                  <a:pt x="503325" y="332699"/>
                  <a:pt x="497960" y="332699"/>
                </a:cubicBezTo>
                <a:cubicBezTo>
                  <a:pt x="492595" y="332699"/>
                  <a:pt x="489018" y="328303"/>
                  <a:pt x="489018" y="323906"/>
                </a:cubicBezTo>
                <a:lnTo>
                  <a:pt x="489018" y="313355"/>
                </a:lnTo>
                <a:cubicBezTo>
                  <a:pt x="480076" y="311597"/>
                  <a:pt x="470240" y="305442"/>
                  <a:pt x="468452" y="292253"/>
                </a:cubicBezTo>
                <a:cubicBezTo>
                  <a:pt x="466664" y="287857"/>
                  <a:pt x="470240" y="282582"/>
                  <a:pt x="474711" y="281702"/>
                </a:cubicBezTo>
                <a:cubicBezTo>
                  <a:pt x="480076" y="280823"/>
                  <a:pt x="485441" y="283461"/>
                  <a:pt x="485441" y="288736"/>
                </a:cubicBezTo>
                <a:cubicBezTo>
                  <a:pt x="487230" y="295770"/>
                  <a:pt x="494383" y="295770"/>
                  <a:pt x="495277" y="295770"/>
                </a:cubicBezTo>
                <a:cubicBezTo>
                  <a:pt x="505113" y="295770"/>
                  <a:pt x="512267" y="288736"/>
                  <a:pt x="513161" y="279944"/>
                </a:cubicBezTo>
                <a:cubicBezTo>
                  <a:pt x="513161" y="270272"/>
                  <a:pt x="506902" y="262359"/>
                  <a:pt x="497066" y="262359"/>
                </a:cubicBezTo>
                <a:lnTo>
                  <a:pt x="496172" y="262359"/>
                </a:lnTo>
                <a:cubicBezTo>
                  <a:pt x="478288" y="260601"/>
                  <a:pt x="463087" y="244774"/>
                  <a:pt x="464875" y="226310"/>
                </a:cubicBezTo>
                <a:cubicBezTo>
                  <a:pt x="464875" y="216638"/>
                  <a:pt x="468452" y="208725"/>
                  <a:pt x="475605" y="202570"/>
                </a:cubicBezTo>
                <a:cubicBezTo>
                  <a:pt x="480076" y="199053"/>
                  <a:pt x="483653" y="196416"/>
                  <a:pt x="489018" y="194657"/>
                </a:cubicBezTo>
                <a:lnTo>
                  <a:pt x="489018" y="181468"/>
                </a:lnTo>
                <a:cubicBezTo>
                  <a:pt x="489018" y="176193"/>
                  <a:pt x="492595" y="172676"/>
                  <a:pt x="497960" y="172676"/>
                </a:cubicBezTo>
                <a:close/>
                <a:moveTo>
                  <a:pt x="498409" y="132527"/>
                </a:moveTo>
                <a:cubicBezTo>
                  <a:pt x="430451" y="132527"/>
                  <a:pt x="375012" y="186899"/>
                  <a:pt x="375012" y="253751"/>
                </a:cubicBezTo>
                <a:cubicBezTo>
                  <a:pt x="375012" y="322386"/>
                  <a:pt x="430451" y="376759"/>
                  <a:pt x="498409" y="376759"/>
                </a:cubicBezTo>
                <a:cubicBezTo>
                  <a:pt x="564578" y="376759"/>
                  <a:pt x="620017" y="322386"/>
                  <a:pt x="620017" y="253751"/>
                </a:cubicBezTo>
                <a:cubicBezTo>
                  <a:pt x="620017" y="186899"/>
                  <a:pt x="564578" y="132527"/>
                  <a:pt x="498409" y="132527"/>
                </a:cubicBezTo>
                <a:close/>
                <a:moveTo>
                  <a:pt x="389659" y="115950"/>
                </a:moveTo>
                <a:cubicBezTo>
                  <a:pt x="339944" y="141816"/>
                  <a:pt x="305320" y="194439"/>
                  <a:pt x="305320" y="254198"/>
                </a:cubicBezTo>
                <a:cubicBezTo>
                  <a:pt x="305320" y="314849"/>
                  <a:pt x="339944" y="367472"/>
                  <a:pt x="389659" y="394230"/>
                </a:cubicBezTo>
                <a:cubicBezTo>
                  <a:pt x="347934" y="362121"/>
                  <a:pt x="320413" y="312173"/>
                  <a:pt x="320413" y="254198"/>
                </a:cubicBezTo>
                <a:cubicBezTo>
                  <a:pt x="320413" y="198007"/>
                  <a:pt x="347934" y="148059"/>
                  <a:pt x="389659" y="115950"/>
                </a:cubicBezTo>
                <a:close/>
                <a:moveTo>
                  <a:pt x="498409" y="113808"/>
                </a:moveTo>
                <a:cubicBezTo>
                  <a:pt x="576202" y="113808"/>
                  <a:pt x="638795" y="176203"/>
                  <a:pt x="638795" y="253751"/>
                </a:cubicBezTo>
                <a:cubicBezTo>
                  <a:pt x="638795" y="332191"/>
                  <a:pt x="576202" y="395478"/>
                  <a:pt x="498409" y="395478"/>
                </a:cubicBezTo>
                <a:cubicBezTo>
                  <a:pt x="420615" y="395478"/>
                  <a:pt x="357128" y="332191"/>
                  <a:pt x="357128" y="253751"/>
                </a:cubicBezTo>
                <a:cubicBezTo>
                  <a:pt x="357128" y="176203"/>
                  <a:pt x="420615" y="113808"/>
                  <a:pt x="498409" y="113808"/>
                </a:cubicBezTo>
                <a:close/>
                <a:moveTo>
                  <a:pt x="359475" y="112382"/>
                </a:moveTo>
                <a:cubicBezTo>
                  <a:pt x="307096" y="138248"/>
                  <a:pt x="269809" y="191763"/>
                  <a:pt x="269809" y="254198"/>
                </a:cubicBezTo>
                <a:cubicBezTo>
                  <a:pt x="269809" y="317525"/>
                  <a:pt x="307096" y="371040"/>
                  <a:pt x="359475" y="396906"/>
                </a:cubicBezTo>
                <a:cubicBezTo>
                  <a:pt x="315974" y="364797"/>
                  <a:pt x="287565" y="313065"/>
                  <a:pt x="287565" y="254198"/>
                </a:cubicBezTo>
                <a:cubicBezTo>
                  <a:pt x="287565" y="196223"/>
                  <a:pt x="315974" y="144491"/>
                  <a:pt x="359475" y="112382"/>
                </a:cubicBezTo>
                <a:close/>
                <a:moveTo>
                  <a:pt x="496193" y="97219"/>
                </a:moveTo>
                <a:cubicBezTo>
                  <a:pt x="409190" y="97219"/>
                  <a:pt x="339944" y="168573"/>
                  <a:pt x="339944" y="254198"/>
                </a:cubicBezTo>
                <a:cubicBezTo>
                  <a:pt x="339944" y="341607"/>
                  <a:pt x="409190" y="412961"/>
                  <a:pt x="496193" y="412961"/>
                </a:cubicBezTo>
                <a:cubicBezTo>
                  <a:pt x="582307" y="412961"/>
                  <a:pt x="652442" y="341607"/>
                  <a:pt x="652442" y="254198"/>
                </a:cubicBezTo>
                <a:cubicBezTo>
                  <a:pt x="652442" y="168573"/>
                  <a:pt x="582307" y="97219"/>
                  <a:pt x="496193" y="97219"/>
                </a:cubicBezTo>
                <a:close/>
                <a:moveTo>
                  <a:pt x="426946" y="78489"/>
                </a:moveTo>
                <a:cubicBezTo>
                  <a:pt x="433161" y="78489"/>
                  <a:pt x="438487" y="78489"/>
                  <a:pt x="444702" y="80273"/>
                </a:cubicBezTo>
                <a:cubicBezTo>
                  <a:pt x="450916" y="78489"/>
                  <a:pt x="457131" y="78489"/>
                  <a:pt x="463345" y="78489"/>
                </a:cubicBezTo>
                <a:cubicBezTo>
                  <a:pt x="467784" y="78489"/>
                  <a:pt x="473111" y="78489"/>
                  <a:pt x="479325" y="80273"/>
                </a:cubicBezTo>
                <a:cubicBezTo>
                  <a:pt x="484652" y="78489"/>
                  <a:pt x="489978" y="78489"/>
                  <a:pt x="496193" y="78489"/>
                </a:cubicBezTo>
                <a:cubicBezTo>
                  <a:pt x="592073" y="78489"/>
                  <a:pt x="670197" y="157870"/>
                  <a:pt x="670197" y="254198"/>
                </a:cubicBezTo>
                <a:cubicBezTo>
                  <a:pt x="670197" y="351418"/>
                  <a:pt x="592073" y="430799"/>
                  <a:pt x="496193" y="430799"/>
                </a:cubicBezTo>
                <a:cubicBezTo>
                  <a:pt x="489978" y="430799"/>
                  <a:pt x="484652" y="429907"/>
                  <a:pt x="479325" y="429907"/>
                </a:cubicBezTo>
                <a:cubicBezTo>
                  <a:pt x="473111" y="429907"/>
                  <a:pt x="467784" y="430799"/>
                  <a:pt x="463345" y="430799"/>
                </a:cubicBezTo>
                <a:cubicBezTo>
                  <a:pt x="457131" y="430799"/>
                  <a:pt x="450916" y="429907"/>
                  <a:pt x="444702" y="429907"/>
                </a:cubicBezTo>
                <a:cubicBezTo>
                  <a:pt x="438487" y="429907"/>
                  <a:pt x="433161" y="430799"/>
                  <a:pt x="426946" y="430799"/>
                </a:cubicBezTo>
                <a:cubicBezTo>
                  <a:pt x="330178" y="430799"/>
                  <a:pt x="251166" y="351418"/>
                  <a:pt x="251166" y="254198"/>
                </a:cubicBezTo>
                <a:cubicBezTo>
                  <a:pt x="251166" y="157870"/>
                  <a:pt x="330178" y="78489"/>
                  <a:pt x="426946" y="78489"/>
                </a:cubicBezTo>
                <a:close/>
                <a:moveTo>
                  <a:pt x="43676" y="28455"/>
                </a:moveTo>
                <a:cubicBezTo>
                  <a:pt x="34762" y="28455"/>
                  <a:pt x="27632" y="34680"/>
                  <a:pt x="27632" y="42683"/>
                </a:cubicBezTo>
                <a:lnTo>
                  <a:pt x="27632" y="470401"/>
                </a:lnTo>
                <a:lnTo>
                  <a:pt x="735356" y="470401"/>
                </a:lnTo>
                <a:lnTo>
                  <a:pt x="735356" y="354802"/>
                </a:lnTo>
                <a:cubicBezTo>
                  <a:pt x="735356" y="337907"/>
                  <a:pt x="748726" y="323679"/>
                  <a:pt x="765662" y="323679"/>
                </a:cubicBezTo>
                <a:lnTo>
                  <a:pt x="914516" y="323679"/>
                </a:lnTo>
                <a:lnTo>
                  <a:pt x="914516" y="42683"/>
                </a:lnTo>
                <a:cubicBezTo>
                  <a:pt x="914516" y="34680"/>
                  <a:pt x="907385" y="28455"/>
                  <a:pt x="899363" y="28455"/>
                </a:cubicBezTo>
                <a:close/>
                <a:moveTo>
                  <a:pt x="43676" y="0"/>
                </a:moveTo>
                <a:lnTo>
                  <a:pt x="899363" y="0"/>
                </a:lnTo>
                <a:cubicBezTo>
                  <a:pt x="922538" y="0"/>
                  <a:pt x="941256" y="19563"/>
                  <a:pt x="941256" y="42683"/>
                </a:cubicBezTo>
                <a:lnTo>
                  <a:pt x="941256" y="323679"/>
                </a:lnTo>
                <a:lnTo>
                  <a:pt x="1058913" y="323679"/>
                </a:lnTo>
                <a:cubicBezTo>
                  <a:pt x="1075848" y="323679"/>
                  <a:pt x="1090110" y="337907"/>
                  <a:pt x="1090110" y="354802"/>
                </a:cubicBezTo>
                <a:lnTo>
                  <a:pt x="1090110" y="851880"/>
                </a:lnTo>
                <a:cubicBezTo>
                  <a:pt x="1090110" y="867886"/>
                  <a:pt x="1075848" y="882114"/>
                  <a:pt x="1058913" y="882114"/>
                </a:cubicBezTo>
                <a:lnTo>
                  <a:pt x="765662" y="882114"/>
                </a:lnTo>
                <a:cubicBezTo>
                  <a:pt x="748726" y="882114"/>
                  <a:pt x="735356" y="867886"/>
                  <a:pt x="735356" y="851880"/>
                </a:cubicBezTo>
                <a:lnTo>
                  <a:pt x="735356" y="781631"/>
                </a:lnTo>
                <a:cubicBezTo>
                  <a:pt x="735356" y="780742"/>
                  <a:pt x="735356" y="779853"/>
                  <a:pt x="735356" y="778963"/>
                </a:cubicBezTo>
                <a:cubicBezTo>
                  <a:pt x="735356" y="778963"/>
                  <a:pt x="735356" y="778963"/>
                  <a:pt x="735356" y="777185"/>
                </a:cubicBezTo>
                <a:lnTo>
                  <a:pt x="735356" y="645579"/>
                </a:lnTo>
                <a:lnTo>
                  <a:pt x="606112" y="645579"/>
                </a:lnTo>
                <a:cubicBezTo>
                  <a:pt x="599872" y="657139"/>
                  <a:pt x="599872" y="706047"/>
                  <a:pt x="613242" y="768293"/>
                </a:cubicBezTo>
                <a:cubicBezTo>
                  <a:pt x="627504" y="826092"/>
                  <a:pt x="642657" y="850991"/>
                  <a:pt x="648896" y="853659"/>
                </a:cubicBezTo>
                <a:lnTo>
                  <a:pt x="691680" y="853659"/>
                </a:lnTo>
                <a:cubicBezTo>
                  <a:pt x="699702" y="853659"/>
                  <a:pt x="705942" y="859883"/>
                  <a:pt x="705942" y="867886"/>
                </a:cubicBezTo>
                <a:cubicBezTo>
                  <a:pt x="705942" y="875889"/>
                  <a:pt x="699702" y="882114"/>
                  <a:pt x="691680" y="882114"/>
                </a:cubicBezTo>
                <a:lnTo>
                  <a:pt x="648005" y="882114"/>
                </a:lnTo>
                <a:lnTo>
                  <a:pt x="294142" y="882114"/>
                </a:lnTo>
                <a:lnTo>
                  <a:pt x="249575" y="882114"/>
                </a:lnTo>
                <a:cubicBezTo>
                  <a:pt x="241553" y="882114"/>
                  <a:pt x="236205" y="875889"/>
                  <a:pt x="236205" y="867886"/>
                </a:cubicBezTo>
                <a:cubicBezTo>
                  <a:pt x="236205" y="859883"/>
                  <a:pt x="241553" y="853659"/>
                  <a:pt x="249575" y="853659"/>
                </a:cubicBezTo>
                <a:lnTo>
                  <a:pt x="294142" y="853659"/>
                </a:lnTo>
                <a:cubicBezTo>
                  <a:pt x="299490" y="850991"/>
                  <a:pt x="314643" y="826092"/>
                  <a:pt x="328905" y="768293"/>
                </a:cubicBezTo>
                <a:cubicBezTo>
                  <a:pt x="342275" y="706047"/>
                  <a:pt x="342275" y="657139"/>
                  <a:pt x="336035" y="645579"/>
                </a:cubicBezTo>
                <a:lnTo>
                  <a:pt x="43676" y="645579"/>
                </a:lnTo>
                <a:cubicBezTo>
                  <a:pt x="18718" y="645579"/>
                  <a:pt x="0" y="626905"/>
                  <a:pt x="0" y="602896"/>
                </a:cubicBezTo>
                <a:lnTo>
                  <a:pt x="0" y="42683"/>
                </a:lnTo>
                <a:cubicBezTo>
                  <a:pt x="0" y="19563"/>
                  <a:pt x="18718" y="0"/>
                  <a:pt x="4367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73885D9-62B1-498D-A58B-4D14B16D8369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6B489EF-AE52-4069-9CA4-34676DF7B995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2335310-C921-483E-802E-8B37CE647F63}"/>
              </a:ext>
            </a:extLst>
          </p:cNvPr>
          <p:cNvSpPr txBox="1"/>
          <p:nvPr/>
        </p:nvSpPr>
        <p:spPr>
          <a:xfrm>
            <a:off x="1188233" y="340759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D553A48-6EC6-496F-AAF6-474CE0979124}"/>
              </a:ext>
            </a:extLst>
          </p:cNvPr>
          <p:cNvSpPr txBox="1"/>
          <p:nvPr/>
        </p:nvSpPr>
        <p:spPr>
          <a:xfrm>
            <a:off x="1188234" y="4088936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AB77482-49EB-4006-8A63-75C235DB3AE7}"/>
              </a:ext>
            </a:extLst>
          </p:cNvPr>
          <p:cNvSpPr txBox="1"/>
          <p:nvPr/>
        </p:nvSpPr>
        <p:spPr>
          <a:xfrm>
            <a:off x="1188233" y="5961818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STRATEGY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030285A-F2D9-4860-B672-0BF84F0C9EEE}"/>
              </a:ext>
            </a:extLst>
          </p:cNvPr>
          <p:cNvSpPr txBox="1"/>
          <p:nvPr/>
        </p:nvSpPr>
        <p:spPr>
          <a:xfrm>
            <a:off x="1188234" y="6643160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5F7BDDC-29BE-4FCD-9ECD-1D8CD0B51521}"/>
              </a:ext>
            </a:extLst>
          </p:cNvPr>
          <p:cNvSpPr txBox="1"/>
          <p:nvPr/>
        </p:nvSpPr>
        <p:spPr>
          <a:xfrm>
            <a:off x="1188233" y="854347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24CB675-7455-440F-BD9B-99B48B9E7117}"/>
              </a:ext>
            </a:extLst>
          </p:cNvPr>
          <p:cNvSpPr txBox="1"/>
          <p:nvPr/>
        </p:nvSpPr>
        <p:spPr>
          <a:xfrm>
            <a:off x="1188234" y="9224816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F481B02-50EF-4ED8-A315-DADB35ECF9FE}"/>
              </a:ext>
            </a:extLst>
          </p:cNvPr>
          <p:cNvSpPr txBox="1"/>
          <p:nvPr/>
        </p:nvSpPr>
        <p:spPr>
          <a:xfrm>
            <a:off x="1188233" y="11102778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6"/>
                </a:solidFill>
                <a:latin typeface="Montserrat" pitchFamily="2" charset="77"/>
                <a:cs typeface="Poppins" pitchFamily="2" charset="77"/>
              </a:rPr>
              <a:t>SYSTEMS</a:t>
            </a:r>
            <a:endParaRPr lang="en-US" sz="3200" b="1" spc="-30" dirty="0">
              <a:solidFill>
                <a:schemeClr val="accent6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58D98B9-4CDB-48DB-8C4E-69CEB655DD9D}"/>
              </a:ext>
            </a:extLst>
          </p:cNvPr>
          <p:cNvSpPr txBox="1"/>
          <p:nvPr/>
        </p:nvSpPr>
        <p:spPr>
          <a:xfrm>
            <a:off x="1188234" y="11784120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B7DC927-8276-4208-BA71-DFE20431B3BA}"/>
              </a:ext>
            </a:extLst>
          </p:cNvPr>
          <p:cNvSpPr txBox="1"/>
          <p:nvPr/>
        </p:nvSpPr>
        <p:spPr>
          <a:xfrm>
            <a:off x="17508768" y="469765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5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accent5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F63C687-3C7E-437C-8D68-67F73F0804FB}"/>
              </a:ext>
            </a:extLst>
          </p:cNvPr>
          <p:cNvSpPr txBox="1"/>
          <p:nvPr/>
        </p:nvSpPr>
        <p:spPr>
          <a:xfrm>
            <a:off x="17508769" y="5356877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1C9738D-F1C2-475C-9F30-99026F5E5D14}"/>
              </a:ext>
            </a:extLst>
          </p:cNvPr>
          <p:cNvSpPr txBox="1"/>
          <p:nvPr/>
        </p:nvSpPr>
        <p:spPr>
          <a:xfrm>
            <a:off x="17508768" y="726813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7FA73477-572E-4167-B4B5-716596F8C01D}"/>
              </a:ext>
            </a:extLst>
          </p:cNvPr>
          <p:cNvSpPr txBox="1"/>
          <p:nvPr/>
        </p:nvSpPr>
        <p:spPr>
          <a:xfrm>
            <a:off x="17508769" y="7927357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0EED994-7178-4716-85CA-A05B57CC8476}"/>
              </a:ext>
            </a:extLst>
          </p:cNvPr>
          <p:cNvSpPr txBox="1"/>
          <p:nvPr/>
        </p:nvSpPr>
        <p:spPr>
          <a:xfrm>
            <a:off x="17508768" y="9843694"/>
            <a:ext cx="565870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>
                    <a:lumMod val="85000"/>
                  </a:schemeClr>
                </a:solidFill>
                <a:latin typeface="Montserrat" pitchFamily="2" charset="77"/>
                <a:cs typeface="Poppins" pitchFamily="2" charset="77"/>
              </a:rPr>
              <a:t>SHARED VALUES</a:t>
            </a:r>
            <a:endParaRPr lang="en-US" sz="3200" b="1" spc="-30" dirty="0">
              <a:solidFill>
                <a:schemeClr val="bg1">
                  <a:lumMod val="85000"/>
                </a:schemeClr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C67DB15-501B-4090-ABC9-D72D60FE9408}"/>
              </a:ext>
            </a:extLst>
          </p:cNvPr>
          <p:cNvSpPr txBox="1"/>
          <p:nvPr/>
        </p:nvSpPr>
        <p:spPr>
          <a:xfrm>
            <a:off x="17508769" y="10502917"/>
            <a:ext cx="565870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2">
            <a:extLst>
              <a:ext uri="{FF2B5EF4-FFF2-40B4-BE49-F238E27FC236}">
                <a16:creationId xmlns:a16="http://schemas.microsoft.com/office/drawing/2014/main" id="{09119473-8B3B-4E00-B297-65D392E05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7129" y="6807420"/>
            <a:ext cx="3003390" cy="2648877"/>
          </a:xfrm>
          <a:custGeom>
            <a:avLst/>
            <a:gdLst>
              <a:gd name="T0" fmla="*/ 3297 w 3324"/>
              <a:gd name="T1" fmla="*/ 1539 h 2931"/>
              <a:gd name="T2" fmla="*/ 2543 w 3324"/>
              <a:gd name="T3" fmla="*/ 2856 h 2931"/>
              <a:gd name="T4" fmla="*/ 2543 w 3324"/>
              <a:gd name="T5" fmla="*/ 2856 h 2931"/>
              <a:gd name="T6" fmla="*/ 2415 w 3324"/>
              <a:gd name="T7" fmla="*/ 2930 h 2931"/>
              <a:gd name="T8" fmla="*/ 908 w 3324"/>
              <a:gd name="T9" fmla="*/ 2930 h 2931"/>
              <a:gd name="T10" fmla="*/ 908 w 3324"/>
              <a:gd name="T11" fmla="*/ 2930 h 2931"/>
              <a:gd name="T12" fmla="*/ 780 w 3324"/>
              <a:gd name="T13" fmla="*/ 2856 h 2931"/>
              <a:gd name="T14" fmla="*/ 26 w 3324"/>
              <a:gd name="T15" fmla="*/ 1539 h 2931"/>
              <a:gd name="T16" fmla="*/ 26 w 3324"/>
              <a:gd name="T17" fmla="*/ 1539 h 2931"/>
              <a:gd name="T18" fmla="*/ 26 w 3324"/>
              <a:gd name="T19" fmla="*/ 1390 h 2931"/>
              <a:gd name="T20" fmla="*/ 780 w 3324"/>
              <a:gd name="T21" fmla="*/ 74 h 2931"/>
              <a:gd name="T22" fmla="*/ 780 w 3324"/>
              <a:gd name="T23" fmla="*/ 74 h 2931"/>
              <a:gd name="T24" fmla="*/ 908 w 3324"/>
              <a:gd name="T25" fmla="*/ 0 h 2931"/>
              <a:gd name="T26" fmla="*/ 2415 w 3324"/>
              <a:gd name="T27" fmla="*/ 0 h 2931"/>
              <a:gd name="T28" fmla="*/ 2415 w 3324"/>
              <a:gd name="T29" fmla="*/ 0 h 2931"/>
              <a:gd name="T30" fmla="*/ 2543 w 3324"/>
              <a:gd name="T31" fmla="*/ 74 h 2931"/>
              <a:gd name="T32" fmla="*/ 3242 w 3324"/>
              <a:gd name="T33" fmla="*/ 1294 h 2931"/>
              <a:gd name="T34" fmla="*/ 3297 w 3324"/>
              <a:gd name="T35" fmla="*/ 1390 h 2931"/>
              <a:gd name="T36" fmla="*/ 3297 w 3324"/>
              <a:gd name="T37" fmla="*/ 1390 h 2931"/>
              <a:gd name="T38" fmla="*/ 3297 w 3324"/>
              <a:gd name="T39" fmla="*/ 1539 h 2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324" h="2931">
                <a:moveTo>
                  <a:pt x="3297" y="1539"/>
                </a:moveTo>
                <a:lnTo>
                  <a:pt x="2543" y="2856"/>
                </a:lnTo>
                <a:lnTo>
                  <a:pt x="2543" y="2856"/>
                </a:lnTo>
                <a:cubicBezTo>
                  <a:pt x="2517" y="2902"/>
                  <a:pt x="2468" y="2930"/>
                  <a:pt x="2415" y="2930"/>
                </a:cubicBezTo>
                <a:lnTo>
                  <a:pt x="908" y="2930"/>
                </a:lnTo>
                <a:lnTo>
                  <a:pt x="908" y="2930"/>
                </a:lnTo>
                <a:cubicBezTo>
                  <a:pt x="855" y="2930"/>
                  <a:pt x="806" y="2902"/>
                  <a:pt x="780" y="2856"/>
                </a:cubicBezTo>
                <a:lnTo>
                  <a:pt x="26" y="1539"/>
                </a:lnTo>
                <a:lnTo>
                  <a:pt x="26" y="1539"/>
                </a:lnTo>
                <a:cubicBezTo>
                  <a:pt x="0" y="1493"/>
                  <a:pt x="0" y="1436"/>
                  <a:pt x="26" y="1390"/>
                </a:cubicBezTo>
                <a:lnTo>
                  <a:pt x="780" y="74"/>
                </a:lnTo>
                <a:lnTo>
                  <a:pt x="780" y="74"/>
                </a:lnTo>
                <a:cubicBezTo>
                  <a:pt x="806" y="28"/>
                  <a:pt x="855" y="0"/>
                  <a:pt x="908" y="0"/>
                </a:cubicBezTo>
                <a:lnTo>
                  <a:pt x="2415" y="0"/>
                </a:lnTo>
                <a:lnTo>
                  <a:pt x="2415" y="0"/>
                </a:lnTo>
                <a:cubicBezTo>
                  <a:pt x="2468" y="0"/>
                  <a:pt x="2517" y="28"/>
                  <a:pt x="2543" y="74"/>
                </a:cubicBezTo>
                <a:lnTo>
                  <a:pt x="3242" y="1294"/>
                </a:lnTo>
                <a:lnTo>
                  <a:pt x="3297" y="1390"/>
                </a:lnTo>
                <a:lnTo>
                  <a:pt x="3297" y="1390"/>
                </a:lnTo>
                <a:cubicBezTo>
                  <a:pt x="3323" y="1436"/>
                  <a:pt x="3323" y="1493"/>
                  <a:pt x="3297" y="1539"/>
                </a:cubicBezTo>
              </a:path>
            </a:pathLst>
          </a:custGeom>
          <a:solidFill>
            <a:schemeClr val="bg1">
              <a:lumMod val="8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4" name="Freeform 8">
            <a:extLst>
              <a:ext uri="{FF2B5EF4-FFF2-40B4-BE49-F238E27FC236}">
                <a16:creationId xmlns:a16="http://schemas.microsoft.com/office/drawing/2014/main" id="{F6AFFA0B-65FA-419E-9AC5-D7E7AD7CE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151" y="3290186"/>
            <a:ext cx="3999209" cy="3959376"/>
          </a:xfrm>
          <a:custGeom>
            <a:avLst/>
            <a:gdLst>
              <a:gd name="T0" fmla="*/ 1476 w 4429"/>
              <a:gd name="T1" fmla="*/ 0 h 4383"/>
              <a:gd name="T2" fmla="*/ 0 w 4429"/>
              <a:gd name="T3" fmla="*/ 2556 h 4383"/>
              <a:gd name="T4" fmla="*/ 0 w 4429"/>
              <a:gd name="T5" fmla="*/ 2556 h 4383"/>
              <a:gd name="T6" fmla="*/ 736 w 4429"/>
              <a:gd name="T7" fmla="*/ 2980 h 4383"/>
              <a:gd name="T8" fmla="*/ 736 w 4429"/>
              <a:gd name="T9" fmla="*/ 2980 h 4383"/>
              <a:gd name="T10" fmla="*/ 1920 w 4429"/>
              <a:gd name="T11" fmla="*/ 3663 h 4383"/>
              <a:gd name="T12" fmla="*/ 1920 w 4429"/>
              <a:gd name="T13" fmla="*/ 3663 h 4383"/>
              <a:gd name="T14" fmla="*/ 3166 w 4429"/>
              <a:gd name="T15" fmla="*/ 4382 h 4383"/>
              <a:gd name="T16" fmla="*/ 3586 w 4429"/>
              <a:gd name="T17" fmla="*/ 3654 h 4383"/>
              <a:gd name="T18" fmla="*/ 4428 w 4429"/>
              <a:gd name="T19" fmla="*/ 3654 h 4383"/>
              <a:gd name="T20" fmla="*/ 4428 w 4429"/>
              <a:gd name="T21" fmla="*/ 3426 h 4383"/>
              <a:gd name="T22" fmla="*/ 4428 w 4429"/>
              <a:gd name="T23" fmla="*/ 1858 h 4383"/>
              <a:gd name="T24" fmla="*/ 4428 w 4429"/>
              <a:gd name="T25" fmla="*/ 567 h 4383"/>
              <a:gd name="T26" fmla="*/ 4428 w 4429"/>
              <a:gd name="T27" fmla="*/ 0 h 4383"/>
              <a:gd name="T28" fmla="*/ 1476 w 4429"/>
              <a:gd name="T29" fmla="*/ 0 h 4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429" h="4383">
                <a:moveTo>
                  <a:pt x="1476" y="0"/>
                </a:moveTo>
                <a:lnTo>
                  <a:pt x="0" y="2556"/>
                </a:lnTo>
                <a:lnTo>
                  <a:pt x="0" y="2556"/>
                </a:lnTo>
                <a:cubicBezTo>
                  <a:pt x="246" y="2698"/>
                  <a:pt x="491" y="2839"/>
                  <a:pt x="736" y="2980"/>
                </a:cubicBezTo>
                <a:lnTo>
                  <a:pt x="736" y="2980"/>
                </a:lnTo>
                <a:cubicBezTo>
                  <a:pt x="1130" y="3208"/>
                  <a:pt x="1525" y="3436"/>
                  <a:pt x="1920" y="3663"/>
                </a:cubicBezTo>
                <a:lnTo>
                  <a:pt x="1920" y="3663"/>
                </a:lnTo>
                <a:cubicBezTo>
                  <a:pt x="2335" y="3904"/>
                  <a:pt x="2750" y="4142"/>
                  <a:pt x="3166" y="4382"/>
                </a:cubicBezTo>
                <a:lnTo>
                  <a:pt x="3586" y="3654"/>
                </a:lnTo>
                <a:lnTo>
                  <a:pt x="4428" y="3654"/>
                </a:lnTo>
                <a:lnTo>
                  <a:pt x="4428" y="3426"/>
                </a:lnTo>
                <a:lnTo>
                  <a:pt x="4428" y="1858"/>
                </a:lnTo>
                <a:lnTo>
                  <a:pt x="4428" y="567"/>
                </a:lnTo>
                <a:lnTo>
                  <a:pt x="4428" y="0"/>
                </a:lnTo>
                <a:lnTo>
                  <a:pt x="1476" y="0"/>
                </a:lnTo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5" name="Freeform 19">
            <a:extLst>
              <a:ext uri="{FF2B5EF4-FFF2-40B4-BE49-F238E27FC236}">
                <a16:creationId xmlns:a16="http://schemas.microsoft.com/office/drawing/2014/main" id="{757E0C61-64EB-461A-9CF7-2C0EC4B42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2685" y="4086863"/>
            <a:ext cx="2048256" cy="20482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6" name="Freeform 20">
            <a:extLst>
              <a:ext uri="{FF2B5EF4-FFF2-40B4-BE49-F238E27FC236}">
                <a16:creationId xmlns:a16="http://schemas.microsoft.com/office/drawing/2014/main" id="{A003FB03-96FC-40BF-89F7-946B737BF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4145" y="4338323"/>
            <a:ext cx="1545336" cy="154533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3284BAF2-DF9D-4EA3-85DF-AA1EE86B5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8190" y="4728149"/>
            <a:ext cx="971016" cy="739988"/>
          </a:xfrm>
          <a:custGeom>
            <a:avLst/>
            <a:gdLst>
              <a:gd name="connsiteX0" fmla="*/ 773200 w 971016"/>
              <a:gd name="connsiteY0" fmla="*/ 429785 h 739988"/>
              <a:gd name="connsiteX1" fmla="*/ 755134 w 971016"/>
              <a:gd name="connsiteY1" fmla="*/ 435196 h 739988"/>
              <a:gd name="connsiteX2" fmla="*/ 755134 w 971016"/>
              <a:gd name="connsiteY2" fmla="*/ 685883 h 739988"/>
              <a:gd name="connsiteX3" fmla="*/ 918626 w 971016"/>
              <a:gd name="connsiteY3" fmla="*/ 685883 h 739988"/>
              <a:gd name="connsiteX4" fmla="*/ 918626 w 971016"/>
              <a:gd name="connsiteY4" fmla="*/ 435196 h 739988"/>
              <a:gd name="connsiteX5" fmla="*/ 899657 w 971016"/>
              <a:gd name="connsiteY5" fmla="*/ 429785 h 739988"/>
              <a:gd name="connsiteX6" fmla="*/ 287240 w 971016"/>
              <a:gd name="connsiteY6" fmla="*/ 401831 h 739988"/>
              <a:gd name="connsiteX7" fmla="*/ 269175 w 971016"/>
              <a:gd name="connsiteY7" fmla="*/ 424375 h 739988"/>
              <a:gd name="connsiteX8" fmla="*/ 269175 w 971016"/>
              <a:gd name="connsiteY8" fmla="*/ 685883 h 739988"/>
              <a:gd name="connsiteX9" fmla="*/ 431763 w 971016"/>
              <a:gd name="connsiteY9" fmla="*/ 685883 h 739988"/>
              <a:gd name="connsiteX10" fmla="*/ 431763 w 971016"/>
              <a:gd name="connsiteY10" fmla="*/ 424375 h 739988"/>
              <a:gd name="connsiteX11" fmla="*/ 414601 w 971016"/>
              <a:gd name="connsiteY11" fmla="*/ 401831 h 739988"/>
              <a:gd name="connsiteX12" fmla="*/ 834999 w 971016"/>
              <a:gd name="connsiteY12" fmla="*/ 288728 h 739988"/>
              <a:gd name="connsiteX13" fmla="*/ 807913 w 971016"/>
              <a:gd name="connsiteY13" fmla="*/ 316874 h 739988"/>
              <a:gd name="connsiteX14" fmla="*/ 834999 w 971016"/>
              <a:gd name="connsiteY14" fmla="*/ 344113 h 739988"/>
              <a:gd name="connsiteX15" fmla="*/ 862086 w 971016"/>
              <a:gd name="connsiteY15" fmla="*/ 316874 h 739988"/>
              <a:gd name="connsiteX16" fmla="*/ 834999 w 971016"/>
              <a:gd name="connsiteY16" fmla="*/ 288728 h 739988"/>
              <a:gd name="connsiteX17" fmla="*/ 529316 w 971016"/>
              <a:gd name="connsiteY17" fmla="*/ 267469 h 739988"/>
              <a:gd name="connsiteX18" fmla="*/ 512154 w 971016"/>
              <a:gd name="connsiteY18" fmla="*/ 283701 h 739988"/>
              <a:gd name="connsiteX19" fmla="*/ 512154 w 971016"/>
              <a:gd name="connsiteY19" fmla="*/ 685883 h 739988"/>
              <a:gd name="connsiteX20" fmla="*/ 675646 w 971016"/>
              <a:gd name="connsiteY20" fmla="*/ 685883 h 739988"/>
              <a:gd name="connsiteX21" fmla="*/ 675646 w 971016"/>
              <a:gd name="connsiteY21" fmla="*/ 283701 h 739988"/>
              <a:gd name="connsiteX22" fmla="*/ 657581 w 971016"/>
              <a:gd name="connsiteY22" fmla="*/ 267469 h 739988"/>
              <a:gd name="connsiteX23" fmla="*/ 349252 w 971016"/>
              <a:gd name="connsiteY23" fmla="*/ 241515 h 739988"/>
              <a:gd name="connsiteX24" fmla="*/ 321263 w 971016"/>
              <a:gd name="connsiteY24" fmla="*/ 268753 h 739988"/>
              <a:gd name="connsiteX25" fmla="*/ 349252 w 971016"/>
              <a:gd name="connsiteY25" fmla="*/ 296899 h 739988"/>
              <a:gd name="connsiteX26" fmla="*/ 376339 w 971016"/>
              <a:gd name="connsiteY26" fmla="*/ 268753 h 739988"/>
              <a:gd name="connsiteX27" fmla="*/ 349252 w 971016"/>
              <a:gd name="connsiteY27" fmla="*/ 241515 h 739988"/>
              <a:gd name="connsiteX28" fmla="*/ 69552 w 971016"/>
              <a:gd name="connsiteY28" fmla="*/ 212462 h 739988"/>
              <a:gd name="connsiteX29" fmla="*/ 53293 w 971016"/>
              <a:gd name="connsiteY29" fmla="*/ 230497 h 739988"/>
              <a:gd name="connsiteX30" fmla="*/ 53293 w 971016"/>
              <a:gd name="connsiteY30" fmla="*/ 685883 h 739988"/>
              <a:gd name="connsiteX31" fmla="*/ 205042 w 971016"/>
              <a:gd name="connsiteY31" fmla="*/ 685883 h 739988"/>
              <a:gd name="connsiteX32" fmla="*/ 205042 w 971016"/>
              <a:gd name="connsiteY32" fmla="*/ 230497 h 739988"/>
              <a:gd name="connsiteX33" fmla="*/ 188784 w 971016"/>
              <a:gd name="connsiteY33" fmla="*/ 212462 h 739988"/>
              <a:gd name="connsiteX34" fmla="*/ 69552 w 971016"/>
              <a:gd name="connsiteY34" fmla="*/ 187213 h 739988"/>
              <a:gd name="connsiteX35" fmla="*/ 188784 w 971016"/>
              <a:gd name="connsiteY35" fmla="*/ 187213 h 739988"/>
              <a:gd name="connsiteX36" fmla="*/ 230334 w 971016"/>
              <a:gd name="connsiteY36" fmla="*/ 230497 h 739988"/>
              <a:gd name="connsiteX37" fmla="*/ 230334 w 971016"/>
              <a:gd name="connsiteY37" fmla="*/ 685883 h 739988"/>
              <a:gd name="connsiteX38" fmla="*/ 243883 w 971016"/>
              <a:gd name="connsiteY38" fmla="*/ 685883 h 739988"/>
              <a:gd name="connsiteX39" fmla="*/ 243883 w 971016"/>
              <a:gd name="connsiteY39" fmla="*/ 424375 h 739988"/>
              <a:gd name="connsiteX40" fmla="*/ 287240 w 971016"/>
              <a:gd name="connsiteY40" fmla="*/ 376582 h 739988"/>
              <a:gd name="connsiteX41" fmla="*/ 414601 w 971016"/>
              <a:gd name="connsiteY41" fmla="*/ 376582 h 739988"/>
              <a:gd name="connsiteX42" fmla="*/ 457055 w 971016"/>
              <a:gd name="connsiteY42" fmla="*/ 424375 h 739988"/>
              <a:gd name="connsiteX43" fmla="*/ 457055 w 971016"/>
              <a:gd name="connsiteY43" fmla="*/ 685883 h 739988"/>
              <a:gd name="connsiteX44" fmla="*/ 486863 w 971016"/>
              <a:gd name="connsiteY44" fmla="*/ 685883 h 739988"/>
              <a:gd name="connsiteX45" fmla="*/ 486863 w 971016"/>
              <a:gd name="connsiteY45" fmla="*/ 283701 h 739988"/>
              <a:gd name="connsiteX46" fmla="*/ 529316 w 971016"/>
              <a:gd name="connsiteY46" fmla="*/ 242220 h 739988"/>
              <a:gd name="connsiteX47" fmla="*/ 657581 w 971016"/>
              <a:gd name="connsiteY47" fmla="*/ 242220 h 739988"/>
              <a:gd name="connsiteX48" fmla="*/ 700035 w 971016"/>
              <a:gd name="connsiteY48" fmla="*/ 283701 h 739988"/>
              <a:gd name="connsiteX49" fmla="*/ 700035 w 971016"/>
              <a:gd name="connsiteY49" fmla="*/ 685883 h 739988"/>
              <a:gd name="connsiteX50" fmla="*/ 729842 w 971016"/>
              <a:gd name="connsiteY50" fmla="*/ 685883 h 739988"/>
              <a:gd name="connsiteX51" fmla="*/ 729842 w 971016"/>
              <a:gd name="connsiteY51" fmla="*/ 435196 h 739988"/>
              <a:gd name="connsiteX52" fmla="*/ 773200 w 971016"/>
              <a:gd name="connsiteY52" fmla="*/ 403634 h 739988"/>
              <a:gd name="connsiteX53" fmla="*/ 899657 w 971016"/>
              <a:gd name="connsiteY53" fmla="*/ 403634 h 739988"/>
              <a:gd name="connsiteX54" fmla="*/ 943918 w 971016"/>
              <a:gd name="connsiteY54" fmla="*/ 435196 h 739988"/>
              <a:gd name="connsiteX55" fmla="*/ 943918 w 971016"/>
              <a:gd name="connsiteY55" fmla="*/ 685883 h 739988"/>
              <a:gd name="connsiteX56" fmla="*/ 946627 w 971016"/>
              <a:gd name="connsiteY56" fmla="*/ 685883 h 739988"/>
              <a:gd name="connsiteX57" fmla="*/ 971016 w 971016"/>
              <a:gd name="connsiteY57" fmla="*/ 711132 h 739988"/>
              <a:gd name="connsiteX58" fmla="*/ 971016 w 971016"/>
              <a:gd name="connsiteY58" fmla="*/ 715641 h 739988"/>
              <a:gd name="connsiteX59" fmla="*/ 946627 w 971016"/>
              <a:gd name="connsiteY59" fmla="*/ 739988 h 739988"/>
              <a:gd name="connsiteX60" fmla="*/ 24388 w 971016"/>
              <a:gd name="connsiteY60" fmla="*/ 739988 h 739988"/>
              <a:gd name="connsiteX61" fmla="*/ 0 w 971016"/>
              <a:gd name="connsiteY61" fmla="*/ 715641 h 739988"/>
              <a:gd name="connsiteX62" fmla="*/ 0 w 971016"/>
              <a:gd name="connsiteY62" fmla="*/ 711132 h 739988"/>
              <a:gd name="connsiteX63" fmla="*/ 24388 w 971016"/>
              <a:gd name="connsiteY63" fmla="*/ 685883 h 739988"/>
              <a:gd name="connsiteX64" fmla="*/ 28001 w 971016"/>
              <a:gd name="connsiteY64" fmla="*/ 685883 h 739988"/>
              <a:gd name="connsiteX65" fmla="*/ 28001 w 971016"/>
              <a:gd name="connsiteY65" fmla="*/ 230497 h 739988"/>
              <a:gd name="connsiteX66" fmla="*/ 69552 w 971016"/>
              <a:gd name="connsiteY66" fmla="*/ 187213 h 739988"/>
              <a:gd name="connsiteX67" fmla="*/ 592126 w 971016"/>
              <a:gd name="connsiteY67" fmla="*/ 52661 h 739988"/>
              <a:gd name="connsiteX68" fmla="*/ 565040 w 971016"/>
              <a:gd name="connsiteY68" fmla="*/ 79899 h 739988"/>
              <a:gd name="connsiteX69" fmla="*/ 592126 w 971016"/>
              <a:gd name="connsiteY69" fmla="*/ 107138 h 739988"/>
              <a:gd name="connsiteX70" fmla="*/ 619212 w 971016"/>
              <a:gd name="connsiteY70" fmla="*/ 79899 h 739988"/>
              <a:gd name="connsiteX71" fmla="*/ 592126 w 971016"/>
              <a:gd name="connsiteY71" fmla="*/ 52661 h 739988"/>
              <a:gd name="connsiteX72" fmla="*/ 128048 w 971016"/>
              <a:gd name="connsiteY72" fmla="*/ 25422 h 739988"/>
              <a:gd name="connsiteX73" fmla="*/ 100962 w 971016"/>
              <a:gd name="connsiteY73" fmla="*/ 52661 h 739988"/>
              <a:gd name="connsiteX74" fmla="*/ 128048 w 971016"/>
              <a:gd name="connsiteY74" fmla="*/ 80807 h 739988"/>
              <a:gd name="connsiteX75" fmla="*/ 155134 w 971016"/>
              <a:gd name="connsiteY75" fmla="*/ 52661 h 739988"/>
              <a:gd name="connsiteX76" fmla="*/ 128048 w 971016"/>
              <a:gd name="connsiteY76" fmla="*/ 25422 h 739988"/>
              <a:gd name="connsiteX77" fmla="*/ 128048 w 971016"/>
              <a:gd name="connsiteY77" fmla="*/ 0 h 739988"/>
              <a:gd name="connsiteX78" fmla="*/ 180415 w 971016"/>
              <a:gd name="connsiteY78" fmla="*/ 52661 h 739988"/>
              <a:gd name="connsiteX79" fmla="*/ 173192 w 971016"/>
              <a:gd name="connsiteY79" fmla="*/ 79899 h 739988"/>
              <a:gd name="connsiteX80" fmla="*/ 321263 w 971016"/>
              <a:gd name="connsiteY80" fmla="*/ 224264 h 739988"/>
              <a:gd name="connsiteX81" fmla="*/ 349252 w 971016"/>
              <a:gd name="connsiteY81" fmla="*/ 217000 h 739988"/>
              <a:gd name="connsiteX82" fmla="*/ 382659 w 971016"/>
              <a:gd name="connsiteY82" fmla="*/ 227895 h 739988"/>
              <a:gd name="connsiteX83" fmla="*/ 544273 w 971016"/>
              <a:gd name="connsiteY83" fmla="*/ 100782 h 739988"/>
              <a:gd name="connsiteX84" fmla="*/ 539759 w 971016"/>
              <a:gd name="connsiteY84" fmla="*/ 79899 h 739988"/>
              <a:gd name="connsiteX85" fmla="*/ 592126 w 971016"/>
              <a:gd name="connsiteY85" fmla="*/ 27238 h 739988"/>
              <a:gd name="connsiteX86" fmla="*/ 645396 w 971016"/>
              <a:gd name="connsiteY86" fmla="*/ 79899 h 739988"/>
              <a:gd name="connsiteX87" fmla="*/ 639978 w 971016"/>
              <a:gd name="connsiteY87" fmla="*/ 101690 h 739988"/>
              <a:gd name="connsiteX88" fmla="*/ 803399 w 971016"/>
              <a:gd name="connsiteY88" fmla="*/ 274201 h 739988"/>
              <a:gd name="connsiteX89" fmla="*/ 834999 w 971016"/>
              <a:gd name="connsiteY89" fmla="*/ 263305 h 739988"/>
              <a:gd name="connsiteX90" fmla="*/ 887366 w 971016"/>
              <a:gd name="connsiteY90" fmla="*/ 316874 h 739988"/>
              <a:gd name="connsiteX91" fmla="*/ 834999 w 971016"/>
              <a:gd name="connsiteY91" fmla="*/ 369535 h 739988"/>
              <a:gd name="connsiteX92" fmla="*/ 782633 w 971016"/>
              <a:gd name="connsiteY92" fmla="*/ 316874 h 739988"/>
              <a:gd name="connsiteX93" fmla="*/ 787147 w 971016"/>
              <a:gd name="connsiteY93" fmla="*/ 294176 h 739988"/>
              <a:gd name="connsiteX94" fmla="*/ 623726 w 971016"/>
              <a:gd name="connsiteY94" fmla="*/ 121665 h 739988"/>
              <a:gd name="connsiteX95" fmla="*/ 592126 w 971016"/>
              <a:gd name="connsiteY95" fmla="*/ 132560 h 739988"/>
              <a:gd name="connsiteX96" fmla="*/ 559622 w 971016"/>
              <a:gd name="connsiteY96" fmla="*/ 120757 h 739988"/>
              <a:gd name="connsiteX97" fmla="*/ 397105 w 971016"/>
              <a:gd name="connsiteY97" fmla="*/ 248778 h 739988"/>
              <a:gd name="connsiteX98" fmla="*/ 401619 w 971016"/>
              <a:gd name="connsiteY98" fmla="*/ 268753 h 739988"/>
              <a:gd name="connsiteX99" fmla="*/ 349252 w 971016"/>
              <a:gd name="connsiteY99" fmla="*/ 321414 h 739988"/>
              <a:gd name="connsiteX100" fmla="*/ 295983 w 971016"/>
              <a:gd name="connsiteY100" fmla="*/ 268753 h 739988"/>
              <a:gd name="connsiteX101" fmla="*/ 304109 w 971016"/>
              <a:gd name="connsiteY101" fmla="*/ 243330 h 739988"/>
              <a:gd name="connsiteX102" fmla="*/ 155134 w 971016"/>
              <a:gd name="connsiteY102" fmla="*/ 97150 h 739988"/>
              <a:gd name="connsiteX103" fmla="*/ 128048 w 971016"/>
              <a:gd name="connsiteY103" fmla="*/ 106230 h 739988"/>
              <a:gd name="connsiteX104" fmla="*/ 75681 w 971016"/>
              <a:gd name="connsiteY104" fmla="*/ 52661 h 739988"/>
              <a:gd name="connsiteX105" fmla="*/ 128048 w 971016"/>
              <a:gd name="connsiteY105" fmla="*/ 0 h 739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971016" h="739988">
                <a:moveTo>
                  <a:pt x="773200" y="429785"/>
                </a:moveTo>
                <a:cubicBezTo>
                  <a:pt x="761457" y="429785"/>
                  <a:pt x="755134" y="434294"/>
                  <a:pt x="755134" y="435196"/>
                </a:cubicBezTo>
                <a:lnTo>
                  <a:pt x="755134" y="685883"/>
                </a:lnTo>
                <a:lnTo>
                  <a:pt x="918626" y="685883"/>
                </a:lnTo>
                <a:lnTo>
                  <a:pt x="918626" y="435196"/>
                </a:lnTo>
                <a:cubicBezTo>
                  <a:pt x="917723" y="434294"/>
                  <a:pt x="911400" y="429785"/>
                  <a:pt x="899657" y="429785"/>
                </a:cubicBezTo>
                <a:close/>
                <a:moveTo>
                  <a:pt x="287240" y="401831"/>
                </a:moveTo>
                <a:cubicBezTo>
                  <a:pt x="277304" y="401831"/>
                  <a:pt x="269175" y="411750"/>
                  <a:pt x="269175" y="424375"/>
                </a:cubicBezTo>
                <a:lnTo>
                  <a:pt x="269175" y="685883"/>
                </a:lnTo>
                <a:lnTo>
                  <a:pt x="431763" y="685883"/>
                </a:lnTo>
                <a:lnTo>
                  <a:pt x="431763" y="424375"/>
                </a:lnTo>
                <a:cubicBezTo>
                  <a:pt x="431763" y="411750"/>
                  <a:pt x="424537" y="401831"/>
                  <a:pt x="414601" y="401831"/>
                </a:cubicBezTo>
                <a:close/>
                <a:moveTo>
                  <a:pt x="834999" y="288728"/>
                </a:moveTo>
                <a:cubicBezTo>
                  <a:pt x="820553" y="288728"/>
                  <a:pt x="807913" y="300531"/>
                  <a:pt x="807913" y="316874"/>
                </a:cubicBezTo>
                <a:cubicBezTo>
                  <a:pt x="807913" y="331401"/>
                  <a:pt x="820553" y="344113"/>
                  <a:pt x="834999" y="344113"/>
                </a:cubicBezTo>
                <a:cubicBezTo>
                  <a:pt x="850348" y="344113"/>
                  <a:pt x="862086" y="331401"/>
                  <a:pt x="862086" y="316874"/>
                </a:cubicBezTo>
                <a:cubicBezTo>
                  <a:pt x="862086" y="300531"/>
                  <a:pt x="850348" y="288728"/>
                  <a:pt x="834999" y="288728"/>
                </a:cubicBezTo>
                <a:close/>
                <a:moveTo>
                  <a:pt x="529316" y="267469"/>
                </a:moveTo>
                <a:cubicBezTo>
                  <a:pt x="520284" y="267469"/>
                  <a:pt x="512154" y="275585"/>
                  <a:pt x="512154" y="283701"/>
                </a:cubicBezTo>
                <a:lnTo>
                  <a:pt x="512154" y="685883"/>
                </a:lnTo>
                <a:lnTo>
                  <a:pt x="675646" y="685883"/>
                </a:lnTo>
                <a:lnTo>
                  <a:pt x="675646" y="283701"/>
                </a:lnTo>
                <a:cubicBezTo>
                  <a:pt x="675646" y="275585"/>
                  <a:pt x="666614" y="267469"/>
                  <a:pt x="657581" y="267469"/>
                </a:cubicBezTo>
                <a:close/>
                <a:moveTo>
                  <a:pt x="349252" y="241515"/>
                </a:moveTo>
                <a:cubicBezTo>
                  <a:pt x="333903" y="241515"/>
                  <a:pt x="321263" y="254226"/>
                  <a:pt x="321263" y="268753"/>
                </a:cubicBezTo>
                <a:cubicBezTo>
                  <a:pt x="321263" y="284188"/>
                  <a:pt x="333903" y="296899"/>
                  <a:pt x="349252" y="296899"/>
                </a:cubicBezTo>
                <a:cubicBezTo>
                  <a:pt x="363698" y="296899"/>
                  <a:pt x="376339" y="284188"/>
                  <a:pt x="376339" y="268753"/>
                </a:cubicBezTo>
                <a:cubicBezTo>
                  <a:pt x="376339" y="254226"/>
                  <a:pt x="363698" y="241515"/>
                  <a:pt x="349252" y="241515"/>
                </a:cubicBezTo>
                <a:close/>
                <a:moveTo>
                  <a:pt x="69552" y="212462"/>
                </a:moveTo>
                <a:cubicBezTo>
                  <a:pt x="60519" y="212462"/>
                  <a:pt x="53293" y="219676"/>
                  <a:pt x="53293" y="230497"/>
                </a:cubicBezTo>
                <a:lnTo>
                  <a:pt x="53293" y="685883"/>
                </a:lnTo>
                <a:lnTo>
                  <a:pt x="205042" y="685883"/>
                </a:lnTo>
                <a:lnTo>
                  <a:pt x="205042" y="230497"/>
                </a:lnTo>
                <a:cubicBezTo>
                  <a:pt x="205042" y="219676"/>
                  <a:pt x="197816" y="212462"/>
                  <a:pt x="188784" y="212462"/>
                </a:cubicBezTo>
                <a:close/>
                <a:moveTo>
                  <a:pt x="69552" y="187213"/>
                </a:moveTo>
                <a:lnTo>
                  <a:pt x="188784" y="187213"/>
                </a:lnTo>
                <a:cubicBezTo>
                  <a:pt x="211365" y="187213"/>
                  <a:pt x="230334" y="206150"/>
                  <a:pt x="230334" y="230497"/>
                </a:cubicBezTo>
                <a:lnTo>
                  <a:pt x="230334" y="685883"/>
                </a:lnTo>
                <a:lnTo>
                  <a:pt x="243883" y="685883"/>
                </a:lnTo>
                <a:lnTo>
                  <a:pt x="243883" y="424375"/>
                </a:lnTo>
                <a:cubicBezTo>
                  <a:pt x="243883" y="398224"/>
                  <a:pt x="263755" y="376582"/>
                  <a:pt x="287240" y="376582"/>
                </a:cubicBezTo>
                <a:lnTo>
                  <a:pt x="414601" y="376582"/>
                </a:lnTo>
                <a:cubicBezTo>
                  <a:pt x="438086" y="376582"/>
                  <a:pt x="457055" y="398224"/>
                  <a:pt x="457055" y="424375"/>
                </a:cubicBezTo>
                <a:lnTo>
                  <a:pt x="457055" y="685883"/>
                </a:lnTo>
                <a:lnTo>
                  <a:pt x="486863" y="685883"/>
                </a:lnTo>
                <a:lnTo>
                  <a:pt x="486863" y="283701"/>
                </a:lnTo>
                <a:cubicBezTo>
                  <a:pt x="486863" y="261157"/>
                  <a:pt x="506735" y="242220"/>
                  <a:pt x="529316" y="242220"/>
                </a:cubicBezTo>
                <a:lnTo>
                  <a:pt x="657581" y="242220"/>
                </a:lnTo>
                <a:cubicBezTo>
                  <a:pt x="681969" y="242220"/>
                  <a:pt x="700035" y="261157"/>
                  <a:pt x="700035" y="283701"/>
                </a:cubicBezTo>
                <a:lnTo>
                  <a:pt x="700035" y="685883"/>
                </a:lnTo>
                <a:lnTo>
                  <a:pt x="729842" y="685883"/>
                </a:lnTo>
                <a:lnTo>
                  <a:pt x="729842" y="435196"/>
                </a:lnTo>
                <a:cubicBezTo>
                  <a:pt x="729842" y="418062"/>
                  <a:pt x="748811" y="403634"/>
                  <a:pt x="773200" y="403634"/>
                </a:cubicBezTo>
                <a:lnTo>
                  <a:pt x="899657" y="403634"/>
                </a:lnTo>
                <a:cubicBezTo>
                  <a:pt x="924949" y="403634"/>
                  <a:pt x="943918" y="418062"/>
                  <a:pt x="943918" y="435196"/>
                </a:cubicBezTo>
                <a:lnTo>
                  <a:pt x="943918" y="685883"/>
                </a:lnTo>
                <a:lnTo>
                  <a:pt x="946627" y="685883"/>
                </a:lnTo>
                <a:cubicBezTo>
                  <a:pt x="960176" y="685883"/>
                  <a:pt x="971016" y="696704"/>
                  <a:pt x="971016" y="711132"/>
                </a:cubicBezTo>
                <a:lnTo>
                  <a:pt x="971016" y="715641"/>
                </a:lnTo>
                <a:cubicBezTo>
                  <a:pt x="971016" y="728266"/>
                  <a:pt x="960176" y="739988"/>
                  <a:pt x="946627" y="739988"/>
                </a:cubicBezTo>
                <a:lnTo>
                  <a:pt x="24388" y="739988"/>
                </a:lnTo>
                <a:cubicBezTo>
                  <a:pt x="10839" y="739988"/>
                  <a:pt x="0" y="728266"/>
                  <a:pt x="0" y="715641"/>
                </a:cubicBezTo>
                <a:lnTo>
                  <a:pt x="0" y="711132"/>
                </a:lnTo>
                <a:cubicBezTo>
                  <a:pt x="0" y="696704"/>
                  <a:pt x="10839" y="685883"/>
                  <a:pt x="24388" y="685883"/>
                </a:cubicBezTo>
                <a:lnTo>
                  <a:pt x="28001" y="685883"/>
                </a:lnTo>
                <a:lnTo>
                  <a:pt x="28001" y="230497"/>
                </a:lnTo>
                <a:cubicBezTo>
                  <a:pt x="28001" y="206150"/>
                  <a:pt x="46067" y="187213"/>
                  <a:pt x="69552" y="187213"/>
                </a:cubicBezTo>
                <a:close/>
                <a:moveTo>
                  <a:pt x="592126" y="52661"/>
                </a:moveTo>
                <a:cubicBezTo>
                  <a:pt x="577680" y="52661"/>
                  <a:pt x="565040" y="65372"/>
                  <a:pt x="565040" y="79899"/>
                </a:cubicBezTo>
                <a:cubicBezTo>
                  <a:pt x="565040" y="95334"/>
                  <a:pt x="577680" y="107138"/>
                  <a:pt x="592126" y="107138"/>
                </a:cubicBezTo>
                <a:cubicBezTo>
                  <a:pt x="606572" y="107138"/>
                  <a:pt x="619212" y="95334"/>
                  <a:pt x="619212" y="79899"/>
                </a:cubicBezTo>
                <a:cubicBezTo>
                  <a:pt x="619212" y="65372"/>
                  <a:pt x="606572" y="52661"/>
                  <a:pt x="592126" y="52661"/>
                </a:cubicBezTo>
                <a:close/>
                <a:moveTo>
                  <a:pt x="128048" y="25422"/>
                </a:moveTo>
                <a:cubicBezTo>
                  <a:pt x="112699" y="25422"/>
                  <a:pt x="100962" y="37226"/>
                  <a:pt x="100962" y="52661"/>
                </a:cubicBezTo>
                <a:cubicBezTo>
                  <a:pt x="100962" y="68096"/>
                  <a:pt x="112699" y="80807"/>
                  <a:pt x="128048" y="80807"/>
                </a:cubicBezTo>
                <a:cubicBezTo>
                  <a:pt x="143397" y="80807"/>
                  <a:pt x="155134" y="68096"/>
                  <a:pt x="155134" y="52661"/>
                </a:cubicBezTo>
                <a:cubicBezTo>
                  <a:pt x="155134" y="37226"/>
                  <a:pt x="143397" y="25422"/>
                  <a:pt x="128048" y="25422"/>
                </a:cubicBezTo>
                <a:close/>
                <a:moveTo>
                  <a:pt x="128048" y="0"/>
                </a:moveTo>
                <a:cubicBezTo>
                  <a:pt x="156940" y="0"/>
                  <a:pt x="180415" y="23606"/>
                  <a:pt x="180415" y="52661"/>
                </a:cubicBezTo>
                <a:cubicBezTo>
                  <a:pt x="180415" y="62648"/>
                  <a:pt x="177706" y="70820"/>
                  <a:pt x="173192" y="79899"/>
                </a:cubicBezTo>
                <a:lnTo>
                  <a:pt x="321263" y="224264"/>
                </a:lnTo>
                <a:cubicBezTo>
                  <a:pt x="329389" y="218816"/>
                  <a:pt x="338418" y="217000"/>
                  <a:pt x="349252" y="217000"/>
                </a:cubicBezTo>
                <a:cubicBezTo>
                  <a:pt x="361893" y="217000"/>
                  <a:pt x="373630" y="220632"/>
                  <a:pt x="382659" y="227895"/>
                </a:cubicBezTo>
                <a:lnTo>
                  <a:pt x="544273" y="100782"/>
                </a:lnTo>
                <a:cubicBezTo>
                  <a:pt x="541565" y="95334"/>
                  <a:pt x="539759" y="87163"/>
                  <a:pt x="539759" y="79899"/>
                </a:cubicBezTo>
                <a:cubicBezTo>
                  <a:pt x="539759" y="50845"/>
                  <a:pt x="564137" y="27238"/>
                  <a:pt x="592126" y="27238"/>
                </a:cubicBezTo>
                <a:cubicBezTo>
                  <a:pt x="621921" y="27238"/>
                  <a:pt x="645396" y="50845"/>
                  <a:pt x="645396" y="79899"/>
                </a:cubicBezTo>
                <a:cubicBezTo>
                  <a:pt x="645396" y="88071"/>
                  <a:pt x="642687" y="95334"/>
                  <a:pt x="639978" y="101690"/>
                </a:cubicBezTo>
                <a:lnTo>
                  <a:pt x="803399" y="274201"/>
                </a:lnTo>
                <a:cubicBezTo>
                  <a:pt x="812427" y="266937"/>
                  <a:pt x="823262" y="263305"/>
                  <a:pt x="834999" y="263305"/>
                </a:cubicBezTo>
                <a:cubicBezTo>
                  <a:pt x="863891" y="263305"/>
                  <a:pt x="887366" y="286912"/>
                  <a:pt x="887366" y="316874"/>
                </a:cubicBezTo>
                <a:cubicBezTo>
                  <a:pt x="887366" y="345021"/>
                  <a:pt x="863891" y="369535"/>
                  <a:pt x="834999" y="369535"/>
                </a:cubicBezTo>
                <a:cubicBezTo>
                  <a:pt x="806107" y="369535"/>
                  <a:pt x="782633" y="345021"/>
                  <a:pt x="782633" y="316874"/>
                </a:cubicBezTo>
                <a:cubicBezTo>
                  <a:pt x="782633" y="308703"/>
                  <a:pt x="784438" y="300531"/>
                  <a:pt x="787147" y="294176"/>
                </a:cubicBezTo>
                <a:lnTo>
                  <a:pt x="623726" y="121665"/>
                </a:lnTo>
                <a:cubicBezTo>
                  <a:pt x="614698" y="128928"/>
                  <a:pt x="603863" y="132560"/>
                  <a:pt x="592126" y="132560"/>
                </a:cubicBezTo>
                <a:cubicBezTo>
                  <a:pt x="580388" y="132560"/>
                  <a:pt x="568651" y="128928"/>
                  <a:pt x="559622" y="120757"/>
                </a:cubicBezTo>
                <a:lnTo>
                  <a:pt x="397105" y="248778"/>
                </a:lnTo>
                <a:cubicBezTo>
                  <a:pt x="399813" y="255134"/>
                  <a:pt x="401619" y="262397"/>
                  <a:pt x="401619" y="268753"/>
                </a:cubicBezTo>
                <a:cubicBezTo>
                  <a:pt x="401619" y="297807"/>
                  <a:pt x="378144" y="321414"/>
                  <a:pt x="349252" y="321414"/>
                </a:cubicBezTo>
                <a:cubicBezTo>
                  <a:pt x="319457" y="321414"/>
                  <a:pt x="295983" y="297807"/>
                  <a:pt x="295983" y="268753"/>
                </a:cubicBezTo>
                <a:cubicBezTo>
                  <a:pt x="295983" y="259674"/>
                  <a:pt x="299594" y="250594"/>
                  <a:pt x="304109" y="243330"/>
                </a:cubicBezTo>
                <a:lnTo>
                  <a:pt x="155134" y="97150"/>
                </a:lnTo>
                <a:cubicBezTo>
                  <a:pt x="147911" y="102598"/>
                  <a:pt x="137979" y="106230"/>
                  <a:pt x="128048" y="106230"/>
                </a:cubicBezTo>
                <a:cubicBezTo>
                  <a:pt x="99156" y="106230"/>
                  <a:pt x="75681" y="81715"/>
                  <a:pt x="75681" y="52661"/>
                </a:cubicBezTo>
                <a:cubicBezTo>
                  <a:pt x="75681" y="23606"/>
                  <a:pt x="99156" y="0"/>
                  <a:pt x="1280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3" name="Freeform 7">
            <a:extLst>
              <a:ext uri="{FF2B5EF4-FFF2-40B4-BE49-F238E27FC236}">
                <a16:creationId xmlns:a16="http://schemas.microsoft.com/office/drawing/2014/main" id="{52E12A35-A33B-4572-B253-EF77F7F54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272" y="5819567"/>
            <a:ext cx="4190407" cy="4616616"/>
          </a:xfrm>
          <a:custGeom>
            <a:avLst/>
            <a:gdLst>
              <a:gd name="T0" fmla="*/ 4219 w 4641"/>
              <a:gd name="T1" fmla="*/ 2556 h 5113"/>
              <a:gd name="T2" fmla="*/ 4640 w 4641"/>
              <a:gd name="T3" fmla="*/ 1826 h 5113"/>
              <a:gd name="T4" fmla="*/ 4640 w 4641"/>
              <a:gd name="T5" fmla="*/ 1826 h 5113"/>
              <a:gd name="T6" fmla="*/ 4442 w 4641"/>
              <a:gd name="T7" fmla="*/ 1713 h 5113"/>
              <a:gd name="T8" fmla="*/ 4442 w 4641"/>
              <a:gd name="T9" fmla="*/ 1713 h 5113"/>
              <a:gd name="T10" fmla="*/ 3084 w 4641"/>
              <a:gd name="T11" fmla="*/ 928 h 5113"/>
              <a:gd name="T12" fmla="*/ 3084 w 4641"/>
              <a:gd name="T13" fmla="*/ 928 h 5113"/>
              <a:gd name="T14" fmla="*/ 1965 w 4641"/>
              <a:gd name="T15" fmla="*/ 283 h 5113"/>
              <a:gd name="T16" fmla="*/ 1965 w 4641"/>
              <a:gd name="T17" fmla="*/ 283 h 5113"/>
              <a:gd name="T18" fmla="*/ 1475 w 4641"/>
              <a:gd name="T19" fmla="*/ 0 h 5113"/>
              <a:gd name="T20" fmla="*/ 0 w 4641"/>
              <a:gd name="T21" fmla="*/ 2556 h 5113"/>
              <a:gd name="T22" fmla="*/ 1475 w 4641"/>
              <a:gd name="T23" fmla="*/ 5112 h 5113"/>
              <a:gd name="T24" fmla="*/ 1475 w 4641"/>
              <a:gd name="T25" fmla="*/ 5112 h 5113"/>
              <a:gd name="T26" fmla="*/ 2209 w 4641"/>
              <a:gd name="T27" fmla="*/ 4688 h 5113"/>
              <a:gd name="T28" fmla="*/ 2209 w 4641"/>
              <a:gd name="T29" fmla="*/ 4688 h 5113"/>
              <a:gd name="T30" fmla="*/ 3393 w 4641"/>
              <a:gd name="T31" fmla="*/ 4005 h 5113"/>
              <a:gd name="T32" fmla="*/ 3393 w 4641"/>
              <a:gd name="T33" fmla="*/ 4005 h 5113"/>
              <a:gd name="T34" fmla="*/ 4640 w 4641"/>
              <a:gd name="T35" fmla="*/ 3285 h 5113"/>
              <a:gd name="T36" fmla="*/ 4219 w 4641"/>
              <a:gd name="T37" fmla="*/ 2556 h 5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641" h="5113">
                <a:moveTo>
                  <a:pt x="4219" y="2556"/>
                </a:moveTo>
                <a:lnTo>
                  <a:pt x="4640" y="1826"/>
                </a:lnTo>
                <a:lnTo>
                  <a:pt x="4640" y="1826"/>
                </a:lnTo>
                <a:cubicBezTo>
                  <a:pt x="4574" y="1788"/>
                  <a:pt x="4508" y="1751"/>
                  <a:pt x="4442" y="1713"/>
                </a:cubicBezTo>
                <a:lnTo>
                  <a:pt x="4442" y="1713"/>
                </a:lnTo>
                <a:cubicBezTo>
                  <a:pt x="3989" y="1451"/>
                  <a:pt x="3537" y="1190"/>
                  <a:pt x="3084" y="928"/>
                </a:cubicBezTo>
                <a:lnTo>
                  <a:pt x="3084" y="928"/>
                </a:lnTo>
                <a:cubicBezTo>
                  <a:pt x="2711" y="713"/>
                  <a:pt x="2338" y="499"/>
                  <a:pt x="1965" y="283"/>
                </a:cubicBezTo>
                <a:lnTo>
                  <a:pt x="1965" y="283"/>
                </a:lnTo>
                <a:cubicBezTo>
                  <a:pt x="1802" y="189"/>
                  <a:pt x="1638" y="95"/>
                  <a:pt x="1475" y="0"/>
                </a:cubicBezTo>
                <a:lnTo>
                  <a:pt x="0" y="2556"/>
                </a:lnTo>
                <a:lnTo>
                  <a:pt x="1475" y="5112"/>
                </a:lnTo>
                <a:lnTo>
                  <a:pt x="1475" y="5112"/>
                </a:lnTo>
                <a:cubicBezTo>
                  <a:pt x="1720" y="4970"/>
                  <a:pt x="1964" y="4830"/>
                  <a:pt x="2209" y="4688"/>
                </a:cubicBezTo>
                <a:lnTo>
                  <a:pt x="2209" y="4688"/>
                </a:lnTo>
                <a:cubicBezTo>
                  <a:pt x="2604" y="4460"/>
                  <a:pt x="2998" y="4232"/>
                  <a:pt x="3393" y="4005"/>
                </a:cubicBezTo>
                <a:lnTo>
                  <a:pt x="3393" y="4005"/>
                </a:lnTo>
                <a:cubicBezTo>
                  <a:pt x="3808" y="3765"/>
                  <a:pt x="4224" y="3525"/>
                  <a:pt x="4640" y="3285"/>
                </a:cubicBezTo>
                <a:lnTo>
                  <a:pt x="4219" y="2556"/>
                </a:lnTo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5" name="Freeform 9">
            <a:extLst>
              <a:ext uri="{FF2B5EF4-FFF2-40B4-BE49-F238E27FC236}">
                <a16:creationId xmlns:a16="http://schemas.microsoft.com/office/drawing/2014/main" id="{67B520B0-B1EC-4DED-A68F-C05896196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756" y="7106164"/>
            <a:ext cx="2043419" cy="2043422"/>
          </a:xfrm>
          <a:custGeom>
            <a:avLst/>
            <a:gdLst>
              <a:gd name="T0" fmla="*/ 2261 w 2262"/>
              <a:gd name="T1" fmla="*/ 1131 h 2262"/>
              <a:gd name="T2" fmla="*/ 2261 w 2262"/>
              <a:gd name="T3" fmla="*/ 1131 h 2262"/>
              <a:gd name="T4" fmla="*/ 1130 w 2262"/>
              <a:gd name="T5" fmla="*/ 2261 h 2262"/>
              <a:gd name="T6" fmla="*/ 1130 w 2262"/>
              <a:gd name="T7" fmla="*/ 2261 h 2262"/>
              <a:gd name="T8" fmla="*/ 0 w 2262"/>
              <a:gd name="T9" fmla="*/ 1131 h 2262"/>
              <a:gd name="T10" fmla="*/ 0 w 2262"/>
              <a:gd name="T11" fmla="*/ 1131 h 2262"/>
              <a:gd name="T12" fmla="*/ 1130 w 2262"/>
              <a:gd name="T13" fmla="*/ 0 h 2262"/>
              <a:gd name="T14" fmla="*/ 1130 w 2262"/>
              <a:gd name="T15" fmla="*/ 0 h 2262"/>
              <a:gd name="T16" fmla="*/ 2261 w 2262"/>
              <a:gd name="T17" fmla="*/ 1131 h 2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62" h="2262">
                <a:moveTo>
                  <a:pt x="2261" y="1131"/>
                </a:moveTo>
                <a:lnTo>
                  <a:pt x="2261" y="1131"/>
                </a:lnTo>
                <a:cubicBezTo>
                  <a:pt x="2261" y="1755"/>
                  <a:pt x="1755" y="2261"/>
                  <a:pt x="1130" y="2261"/>
                </a:cubicBezTo>
                <a:lnTo>
                  <a:pt x="1130" y="2261"/>
                </a:lnTo>
                <a:cubicBezTo>
                  <a:pt x="506" y="2261"/>
                  <a:pt x="0" y="1755"/>
                  <a:pt x="0" y="1131"/>
                </a:cubicBezTo>
                <a:lnTo>
                  <a:pt x="0" y="1131"/>
                </a:lnTo>
                <a:cubicBezTo>
                  <a:pt x="0" y="506"/>
                  <a:pt x="506" y="0"/>
                  <a:pt x="1130" y="0"/>
                </a:cubicBezTo>
                <a:lnTo>
                  <a:pt x="1130" y="0"/>
                </a:lnTo>
                <a:cubicBezTo>
                  <a:pt x="1755" y="0"/>
                  <a:pt x="2261" y="506"/>
                  <a:pt x="2261" y="113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6" name="Freeform 10">
            <a:extLst>
              <a:ext uri="{FF2B5EF4-FFF2-40B4-BE49-F238E27FC236}">
                <a16:creationId xmlns:a16="http://schemas.microsoft.com/office/drawing/2014/main" id="{06122D48-A1CA-473D-A8D7-1023F18F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720" y="7357112"/>
            <a:ext cx="1545511" cy="1545511"/>
          </a:xfrm>
          <a:custGeom>
            <a:avLst/>
            <a:gdLst>
              <a:gd name="T0" fmla="*/ 1712 w 1713"/>
              <a:gd name="T1" fmla="*/ 856 h 1712"/>
              <a:gd name="T2" fmla="*/ 1712 w 1713"/>
              <a:gd name="T3" fmla="*/ 856 h 1712"/>
              <a:gd name="T4" fmla="*/ 856 w 1713"/>
              <a:gd name="T5" fmla="*/ 1711 h 1712"/>
              <a:gd name="T6" fmla="*/ 856 w 1713"/>
              <a:gd name="T7" fmla="*/ 1711 h 1712"/>
              <a:gd name="T8" fmla="*/ 0 w 1713"/>
              <a:gd name="T9" fmla="*/ 856 h 1712"/>
              <a:gd name="T10" fmla="*/ 0 w 1713"/>
              <a:gd name="T11" fmla="*/ 856 h 1712"/>
              <a:gd name="T12" fmla="*/ 856 w 1713"/>
              <a:gd name="T13" fmla="*/ 0 h 1712"/>
              <a:gd name="T14" fmla="*/ 856 w 1713"/>
              <a:gd name="T15" fmla="*/ 0 h 1712"/>
              <a:gd name="T16" fmla="*/ 1712 w 1713"/>
              <a:gd name="T17" fmla="*/ 856 h 1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13" h="1712">
                <a:moveTo>
                  <a:pt x="1712" y="856"/>
                </a:moveTo>
                <a:lnTo>
                  <a:pt x="1712" y="856"/>
                </a:lnTo>
                <a:cubicBezTo>
                  <a:pt x="1712" y="1328"/>
                  <a:pt x="1329" y="1711"/>
                  <a:pt x="856" y="1711"/>
                </a:cubicBezTo>
                <a:lnTo>
                  <a:pt x="856" y="1711"/>
                </a:lnTo>
                <a:cubicBezTo>
                  <a:pt x="384" y="1711"/>
                  <a:pt x="0" y="1328"/>
                  <a:pt x="0" y="856"/>
                </a:cubicBezTo>
                <a:lnTo>
                  <a:pt x="0" y="856"/>
                </a:lnTo>
                <a:cubicBezTo>
                  <a:pt x="0" y="383"/>
                  <a:pt x="384" y="0"/>
                  <a:pt x="856" y="0"/>
                </a:cubicBezTo>
                <a:lnTo>
                  <a:pt x="856" y="0"/>
                </a:lnTo>
                <a:cubicBezTo>
                  <a:pt x="1329" y="0"/>
                  <a:pt x="1712" y="383"/>
                  <a:pt x="1712" y="85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13F5F5CA-B491-4C22-8328-B17BD826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353" y="7698110"/>
            <a:ext cx="916063" cy="861046"/>
          </a:xfrm>
          <a:custGeom>
            <a:avLst/>
            <a:gdLst>
              <a:gd name="connsiteX0" fmla="*/ 161892 w 916063"/>
              <a:gd name="connsiteY0" fmla="*/ 172842 h 861046"/>
              <a:gd name="connsiteX1" fmla="*/ 213395 w 916063"/>
              <a:gd name="connsiteY1" fmla="*/ 172842 h 861046"/>
              <a:gd name="connsiteX2" fmla="*/ 218816 w 916063"/>
              <a:gd name="connsiteY2" fmla="*/ 181031 h 861046"/>
              <a:gd name="connsiteX3" fmla="*/ 217009 w 916063"/>
              <a:gd name="connsiteY3" fmla="*/ 190130 h 861046"/>
              <a:gd name="connsiteX4" fmla="*/ 245923 w 916063"/>
              <a:gd name="connsiteY4" fmla="*/ 212878 h 861046"/>
              <a:gd name="connsiteX5" fmla="*/ 261284 w 916063"/>
              <a:gd name="connsiteY5" fmla="*/ 197409 h 861046"/>
              <a:gd name="connsiteX6" fmla="*/ 260380 w 916063"/>
              <a:gd name="connsiteY6" fmla="*/ 181031 h 861046"/>
              <a:gd name="connsiteX7" fmla="*/ 264898 w 916063"/>
              <a:gd name="connsiteY7" fmla="*/ 172842 h 861046"/>
              <a:gd name="connsiteX8" fmla="*/ 317304 w 916063"/>
              <a:gd name="connsiteY8" fmla="*/ 172842 h 861046"/>
              <a:gd name="connsiteX9" fmla="*/ 337183 w 916063"/>
              <a:gd name="connsiteY9" fmla="*/ 191950 h 861046"/>
              <a:gd name="connsiteX10" fmla="*/ 337183 w 916063"/>
              <a:gd name="connsiteY10" fmla="*/ 246544 h 861046"/>
              <a:gd name="connsiteX11" fmla="*/ 360675 w 916063"/>
              <a:gd name="connsiteY11" fmla="*/ 239264 h 861046"/>
              <a:gd name="connsiteX12" fmla="*/ 376036 w 916063"/>
              <a:gd name="connsiteY12" fmla="*/ 255643 h 861046"/>
              <a:gd name="connsiteX13" fmla="*/ 354350 w 916063"/>
              <a:gd name="connsiteY13" fmla="*/ 284759 h 861046"/>
              <a:gd name="connsiteX14" fmla="*/ 337183 w 916063"/>
              <a:gd name="connsiteY14" fmla="*/ 276570 h 861046"/>
              <a:gd name="connsiteX15" fmla="*/ 337183 w 916063"/>
              <a:gd name="connsiteY15" fmla="*/ 331164 h 861046"/>
              <a:gd name="connsiteX16" fmla="*/ 317304 w 916063"/>
              <a:gd name="connsiteY16" fmla="*/ 351181 h 861046"/>
              <a:gd name="connsiteX17" fmla="*/ 265801 w 916063"/>
              <a:gd name="connsiteY17" fmla="*/ 351181 h 861046"/>
              <a:gd name="connsiteX18" fmla="*/ 260380 w 916063"/>
              <a:gd name="connsiteY18" fmla="*/ 342992 h 861046"/>
              <a:gd name="connsiteX19" fmla="*/ 263091 w 916063"/>
              <a:gd name="connsiteY19" fmla="*/ 332983 h 861046"/>
              <a:gd name="connsiteX20" fmla="*/ 233273 w 916063"/>
              <a:gd name="connsiteY20" fmla="*/ 311146 h 861046"/>
              <a:gd name="connsiteX21" fmla="*/ 217913 w 916063"/>
              <a:gd name="connsiteY21" fmla="*/ 326614 h 861046"/>
              <a:gd name="connsiteX22" fmla="*/ 218816 w 916063"/>
              <a:gd name="connsiteY22" fmla="*/ 342992 h 861046"/>
              <a:gd name="connsiteX23" fmla="*/ 213395 w 916063"/>
              <a:gd name="connsiteY23" fmla="*/ 351181 h 861046"/>
              <a:gd name="connsiteX24" fmla="*/ 161892 w 916063"/>
              <a:gd name="connsiteY24" fmla="*/ 351181 h 861046"/>
              <a:gd name="connsiteX25" fmla="*/ 142918 w 916063"/>
              <a:gd name="connsiteY25" fmla="*/ 331164 h 861046"/>
              <a:gd name="connsiteX26" fmla="*/ 142918 w 916063"/>
              <a:gd name="connsiteY26" fmla="*/ 275660 h 861046"/>
              <a:gd name="connsiteX27" fmla="*/ 124846 w 916063"/>
              <a:gd name="connsiteY27" fmla="*/ 284759 h 861046"/>
              <a:gd name="connsiteX28" fmla="*/ 104065 w 916063"/>
              <a:gd name="connsiteY28" fmla="*/ 255643 h 861046"/>
              <a:gd name="connsiteX29" fmla="*/ 118522 w 916063"/>
              <a:gd name="connsiteY29" fmla="*/ 239264 h 861046"/>
              <a:gd name="connsiteX30" fmla="*/ 142918 w 916063"/>
              <a:gd name="connsiteY30" fmla="*/ 247454 h 861046"/>
              <a:gd name="connsiteX31" fmla="*/ 142918 w 916063"/>
              <a:gd name="connsiteY31" fmla="*/ 191950 h 861046"/>
              <a:gd name="connsiteX32" fmla="*/ 161892 w 916063"/>
              <a:gd name="connsiteY32" fmla="*/ 172842 h 861046"/>
              <a:gd name="connsiteX33" fmla="*/ 236702 w 916063"/>
              <a:gd name="connsiteY33" fmla="*/ 77630 h 861046"/>
              <a:gd name="connsiteX34" fmla="*/ 211457 w 916063"/>
              <a:gd name="connsiteY34" fmla="*/ 78534 h 861046"/>
              <a:gd name="connsiteX35" fmla="*/ 25731 w 916063"/>
              <a:gd name="connsiteY35" fmla="*/ 265578 h 861046"/>
              <a:gd name="connsiteX36" fmla="*/ 64499 w 916063"/>
              <a:gd name="connsiteY36" fmla="*/ 412864 h 861046"/>
              <a:gd name="connsiteX37" fmla="*/ 80728 w 916063"/>
              <a:gd name="connsiteY37" fmla="*/ 603522 h 861046"/>
              <a:gd name="connsiteX38" fmla="*/ 80728 w 916063"/>
              <a:gd name="connsiteY38" fmla="*/ 811349 h 861046"/>
              <a:gd name="connsiteX39" fmla="*/ 105973 w 916063"/>
              <a:gd name="connsiteY39" fmla="*/ 835746 h 861046"/>
              <a:gd name="connsiteX40" fmla="*/ 282682 w 916063"/>
              <a:gd name="connsiteY40" fmla="*/ 835746 h 861046"/>
              <a:gd name="connsiteX41" fmla="*/ 305222 w 916063"/>
              <a:gd name="connsiteY41" fmla="*/ 821288 h 861046"/>
              <a:gd name="connsiteX42" fmla="*/ 306123 w 916063"/>
              <a:gd name="connsiteY42" fmla="*/ 818577 h 861046"/>
              <a:gd name="connsiteX43" fmla="*/ 307025 w 916063"/>
              <a:gd name="connsiteY43" fmla="*/ 814963 h 861046"/>
              <a:gd name="connsiteX44" fmla="*/ 307025 w 916063"/>
              <a:gd name="connsiteY44" fmla="*/ 811349 h 861046"/>
              <a:gd name="connsiteX45" fmla="*/ 307025 w 916063"/>
              <a:gd name="connsiteY45" fmla="*/ 710146 h 861046"/>
              <a:gd name="connsiteX46" fmla="*/ 307926 w 916063"/>
              <a:gd name="connsiteY46" fmla="*/ 704725 h 861046"/>
              <a:gd name="connsiteX47" fmla="*/ 308828 w 916063"/>
              <a:gd name="connsiteY47" fmla="*/ 701110 h 861046"/>
              <a:gd name="connsiteX48" fmla="*/ 309730 w 916063"/>
              <a:gd name="connsiteY48" fmla="*/ 699303 h 861046"/>
              <a:gd name="connsiteX49" fmla="*/ 312434 w 916063"/>
              <a:gd name="connsiteY49" fmla="*/ 695689 h 861046"/>
              <a:gd name="connsiteX50" fmla="*/ 312434 w 916063"/>
              <a:gd name="connsiteY50" fmla="*/ 694785 h 861046"/>
              <a:gd name="connsiteX51" fmla="*/ 315139 w 916063"/>
              <a:gd name="connsiteY51" fmla="*/ 691171 h 861046"/>
              <a:gd name="connsiteX52" fmla="*/ 316942 w 916063"/>
              <a:gd name="connsiteY52" fmla="*/ 690267 h 861046"/>
              <a:gd name="connsiteX53" fmla="*/ 318745 w 916063"/>
              <a:gd name="connsiteY53" fmla="*/ 687557 h 861046"/>
              <a:gd name="connsiteX54" fmla="*/ 321450 w 916063"/>
              <a:gd name="connsiteY54" fmla="*/ 685749 h 861046"/>
              <a:gd name="connsiteX55" fmla="*/ 334974 w 916063"/>
              <a:gd name="connsiteY55" fmla="*/ 682135 h 861046"/>
              <a:gd name="connsiteX56" fmla="*/ 337679 w 916063"/>
              <a:gd name="connsiteY56" fmla="*/ 682135 h 861046"/>
              <a:gd name="connsiteX57" fmla="*/ 345793 w 916063"/>
              <a:gd name="connsiteY57" fmla="*/ 682135 h 861046"/>
              <a:gd name="connsiteX58" fmla="*/ 415215 w 916063"/>
              <a:gd name="connsiteY58" fmla="*/ 682135 h 861046"/>
              <a:gd name="connsiteX59" fmla="*/ 447671 w 916063"/>
              <a:gd name="connsiteY59" fmla="*/ 650509 h 861046"/>
              <a:gd name="connsiteX60" fmla="*/ 447671 w 916063"/>
              <a:gd name="connsiteY60" fmla="*/ 584547 h 861046"/>
              <a:gd name="connsiteX61" fmla="*/ 434148 w 916063"/>
              <a:gd name="connsiteY61" fmla="*/ 584547 h 861046"/>
              <a:gd name="connsiteX62" fmla="*/ 386364 w 916063"/>
              <a:gd name="connsiteY62" fmla="*/ 578222 h 861046"/>
              <a:gd name="connsiteX63" fmla="*/ 377348 w 916063"/>
              <a:gd name="connsiteY63" fmla="*/ 561957 h 861046"/>
              <a:gd name="connsiteX64" fmla="*/ 393577 w 916063"/>
              <a:gd name="connsiteY64" fmla="*/ 553825 h 861046"/>
              <a:gd name="connsiteX65" fmla="*/ 447671 w 916063"/>
              <a:gd name="connsiteY65" fmla="*/ 558343 h 861046"/>
              <a:gd name="connsiteX66" fmla="*/ 447671 w 916063"/>
              <a:gd name="connsiteY66" fmla="*/ 504127 h 861046"/>
              <a:gd name="connsiteX67" fmla="*/ 447671 w 916063"/>
              <a:gd name="connsiteY67" fmla="*/ 497802 h 861046"/>
              <a:gd name="connsiteX68" fmla="*/ 476522 w 916063"/>
              <a:gd name="connsiteY68" fmla="*/ 475212 h 861046"/>
              <a:gd name="connsiteX69" fmla="*/ 499963 w 916063"/>
              <a:gd name="connsiteY69" fmla="*/ 475212 h 861046"/>
              <a:gd name="connsiteX70" fmla="*/ 510782 w 916063"/>
              <a:gd name="connsiteY70" fmla="*/ 467983 h 861046"/>
              <a:gd name="connsiteX71" fmla="*/ 512585 w 916063"/>
              <a:gd name="connsiteY71" fmla="*/ 461658 h 861046"/>
              <a:gd name="connsiteX72" fmla="*/ 511684 w 916063"/>
              <a:gd name="connsiteY72" fmla="*/ 458947 h 861046"/>
              <a:gd name="connsiteX73" fmla="*/ 510782 w 916063"/>
              <a:gd name="connsiteY73" fmla="*/ 456236 h 861046"/>
              <a:gd name="connsiteX74" fmla="*/ 457589 w 916063"/>
              <a:gd name="connsiteY74" fmla="*/ 365877 h 861046"/>
              <a:gd name="connsiteX75" fmla="*/ 447671 w 916063"/>
              <a:gd name="connsiteY75" fmla="*/ 327022 h 861046"/>
              <a:gd name="connsiteX76" fmla="*/ 447671 w 916063"/>
              <a:gd name="connsiteY76" fmla="*/ 288168 h 861046"/>
              <a:gd name="connsiteX77" fmla="*/ 446770 w 916063"/>
              <a:gd name="connsiteY77" fmla="*/ 273710 h 861046"/>
              <a:gd name="connsiteX78" fmla="*/ 445868 w 916063"/>
              <a:gd name="connsiteY78" fmla="*/ 269192 h 861046"/>
              <a:gd name="connsiteX79" fmla="*/ 444967 w 916063"/>
              <a:gd name="connsiteY79" fmla="*/ 258349 h 861046"/>
              <a:gd name="connsiteX80" fmla="*/ 443163 w 916063"/>
              <a:gd name="connsiteY80" fmla="*/ 248410 h 861046"/>
              <a:gd name="connsiteX81" fmla="*/ 442262 w 916063"/>
              <a:gd name="connsiteY81" fmla="*/ 242988 h 861046"/>
              <a:gd name="connsiteX82" fmla="*/ 439557 w 916063"/>
              <a:gd name="connsiteY82" fmla="*/ 233049 h 861046"/>
              <a:gd name="connsiteX83" fmla="*/ 376447 w 916063"/>
              <a:gd name="connsiteY83" fmla="*/ 131846 h 861046"/>
              <a:gd name="connsiteX84" fmla="*/ 345793 w 916063"/>
              <a:gd name="connsiteY84" fmla="*/ 107449 h 861046"/>
              <a:gd name="connsiteX85" fmla="*/ 336777 w 916063"/>
              <a:gd name="connsiteY85" fmla="*/ 102931 h 861046"/>
              <a:gd name="connsiteX86" fmla="*/ 331368 w 916063"/>
              <a:gd name="connsiteY86" fmla="*/ 100220 h 861046"/>
              <a:gd name="connsiteX87" fmla="*/ 316041 w 916063"/>
              <a:gd name="connsiteY87" fmla="*/ 92991 h 861046"/>
              <a:gd name="connsiteX88" fmla="*/ 299812 w 916063"/>
              <a:gd name="connsiteY88" fmla="*/ 87570 h 861046"/>
              <a:gd name="connsiteX89" fmla="*/ 298009 w 916063"/>
              <a:gd name="connsiteY89" fmla="*/ 86666 h 861046"/>
              <a:gd name="connsiteX90" fmla="*/ 292600 w 916063"/>
              <a:gd name="connsiteY90" fmla="*/ 84859 h 861046"/>
              <a:gd name="connsiteX91" fmla="*/ 236702 w 916063"/>
              <a:gd name="connsiteY91" fmla="*/ 77630 h 861046"/>
              <a:gd name="connsiteX92" fmla="*/ 442374 w 916063"/>
              <a:gd name="connsiteY92" fmla="*/ 51426 h 861046"/>
              <a:gd name="connsiteX93" fmla="*/ 400789 w 916063"/>
              <a:gd name="connsiteY93" fmla="*/ 52329 h 861046"/>
              <a:gd name="connsiteX94" fmla="*/ 332269 w 916063"/>
              <a:gd name="connsiteY94" fmla="*/ 73112 h 861046"/>
              <a:gd name="connsiteX95" fmla="*/ 347596 w 916063"/>
              <a:gd name="connsiteY95" fmla="*/ 80341 h 861046"/>
              <a:gd name="connsiteX96" fmla="*/ 348498 w 916063"/>
              <a:gd name="connsiteY96" fmla="*/ 80341 h 861046"/>
              <a:gd name="connsiteX97" fmla="*/ 361120 w 916063"/>
              <a:gd name="connsiteY97" fmla="*/ 88473 h 861046"/>
              <a:gd name="connsiteX98" fmla="*/ 365628 w 916063"/>
              <a:gd name="connsiteY98" fmla="*/ 91184 h 861046"/>
              <a:gd name="connsiteX99" fmla="*/ 373742 w 916063"/>
              <a:gd name="connsiteY99" fmla="*/ 96605 h 861046"/>
              <a:gd name="connsiteX100" fmla="*/ 463900 w 916063"/>
              <a:gd name="connsiteY100" fmla="*/ 226724 h 861046"/>
              <a:gd name="connsiteX101" fmla="*/ 463900 w 916063"/>
              <a:gd name="connsiteY101" fmla="*/ 227627 h 861046"/>
              <a:gd name="connsiteX102" fmla="*/ 468408 w 916063"/>
              <a:gd name="connsiteY102" fmla="*/ 247506 h 861046"/>
              <a:gd name="connsiteX103" fmla="*/ 469309 w 916063"/>
              <a:gd name="connsiteY103" fmla="*/ 252024 h 861046"/>
              <a:gd name="connsiteX104" fmla="*/ 470211 w 916063"/>
              <a:gd name="connsiteY104" fmla="*/ 258349 h 861046"/>
              <a:gd name="connsiteX105" fmla="*/ 472014 w 916063"/>
              <a:gd name="connsiteY105" fmla="*/ 267385 h 861046"/>
              <a:gd name="connsiteX106" fmla="*/ 472014 w 916063"/>
              <a:gd name="connsiteY106" fmla="*/ 272807 h 861046"/>
              <a:gd name="connsiteX107" fmla="*/ 472916 w 916063"/>
              <a:gd name="connsiteY107" fmla="*/ 288168 h 861046"/>
              <a:gd name="connsiteX108" fmla="*/ 472916 w 916063"/>
              <a:gd name="connsiteY108" fmla="*/ 327022 h 861046"/>
              <a:gd name="connsiteX109" fmla="*/ 479227 w 916063"/>
              <a:gd name="connsiteY109" fmla="*/ 354130 h 861046"/>
              <a:gd name="connsiteX110" fmla="*/ 532420 w 916063"/>
              <a:gd name="connsiteY110" fmla="*/ 442683 h 861046"/>
              <a:gd name="connsiteX111" fmla="*/ 537829 w 916063"/>
              <a:gd name="connsiteY111" fmla="*/ 461658 h 861046"/>
              <a:gd name="connsiteX112" fmla="*/ 532420 w 916063"/>
              <a:gd name="connsiteY112" fmla="*/ 481537 h 861046"/>
              <a:gd name="connsiteX113" fmla="*/ 509880 w 916063"/>
              <a:gd name="connsiteY113" fmla="*/ 498705 h 861046"/>
              <a:gd name="connsiteX114" fmla="*/ 499963 w 916063"/>
              <a:gd name="connsiteY114" fmla="*/ 500513 h 861046"/>
              <a:gd name="connsiteX115" fmla="*/ 476522 w 916063"/>
              <a:gd name="connsiteY115" fmla="*/ 500513 h 861046"/>
              <a:gd name="connsiteX116" fmla="*/ 472916 w 916063"/>
              <a:gd name="connsiteY116" fmla="*/ 504127 h 861046"/>
              <a:gd name="connsiteX117" fmla="*/ 472916 w 916063"/>
              <a:gd name="connsiteY117" fmla="*/ 650509 h 861046"/>
              <a:gd name="connsiteX118" fmla="*/ 415215 w 916063"/>
              <a:gd name="connsiteY118" fmla="*/ 707435 h 861046"/>
              <a:gd name="connsiteX119" fmla="*/ 345793 w 916063"/>
              <a:gd name="connsiteY119" fmla="*/ 707435 h 861046"/>
              <a:gd name="connsiteX120" fmla="*/ 336777 w 916063"/>
              <a:gd name="connsiteY120" fmla="*/ 707435 h 861046"/>
              <a:gd name="connsiteX121" fmla="*/ 334974 w 916063"/>
              <a:gd name="connsiteY121" fmla="*/ 707435 h 861046"/>
              <a:gd name="connsiteX122" fmla="*/ 334072 w 916063"/>
              <a:gd name="connsiteY122" fmla="*/ 708339 h 861046"/>
              <a:gd name="connsiteX123" fmla="*/ 333171 w 916063"/>
              <a:gd name="connsiteY123" fmla="*/ 708339 h 861046"/>
              <a:gd name="connsiteX124" fmla="*/ 332269 w 916063"/>
              <a:gd name="connsiteY124" fmla="*/ 710146 h 861046"/>
              <a:gd name="connsiteX125" fmla="*/ 332269 w 916063"/>
              <a:gd name="connsiteY125" fmla="*/ 809542 h 861046"/>
              <a:gd name="connsiteX126" fmla="*/ 472014 w 916063"/>
              <a:gd name="connsiteY126" fmla="*/ 809542 h 861046"/>
              <a:gd name="connsiteX127" fmla="*/ 494554 w 916063"/>
              <a:gd name="connsiteY127" fmla="*/ 795084 h 861046"/>
              <a:gd name="connsiteX128" fmla="*/ 495455 w 916063"/>
              <a:gd name="connsiteY128" fmla="*/ 792373 h 861046"/>
              <a:gd name="connsiteX129" fmla="*/ 496357 w 916063"/>
              <a:gd name="connsiteY129" fmla="*/ 787855 h 861046"/>
              <a:gd name="connsiteX130" fmla="*/ 496357 w 916063"/>
              <a:gd name="connsiteY130" fmla="*/ 785145 h 861046"/>
              <a:gd name="connsiteX131" fmla="*/ 496357 w 916063"/>
              <a:gd name="connsiteY131" fmla="*/ 684846 h 861046"/>
              <a:gd name="connsiteX132" fmla="*/ 505373 w 916063"/>
              <a:gd name="connsiteY132" fmla="*/ 663160 h 861046"/>
              <a:gd name="connsiteX133" fmla="*/ 527011 w 916063"/>
              <a:gd name="connsiteY133" fmla="*/ 655931 h 861046"/>
              <a:gd name="connsiteX134" fmla="*/ 535125 w 916063"/>
              <a:gd name="connsiteY134" fmla="*/ 655931 h 861046"/>
              <a:gd name="connsiteX135" fmla="*/ 604546 w 916063"/>
              <a:gd name="connsiteY135" fmla="*/ 655931 h 861046"/>
              <a:gd name="connsiteX136" fmla="*/ 636102 w 916063"/>
              <a:gd name="connsiteY136" fmla="*/ 624305 h 861046"/>
              <a:gd name="connsiteX137" fmla="*/ 636102 w 916063"/>
              <a:gd name="connsiteY137" fmla="*/ 557439 h 861046"/>
              <a:gd name="connsiteX138" fmla="*/ 623480 w 916063"/>
              <a:gd name="connsiteY138" fmla="*/ 558343 h 861046"/>
              <a:gd name="connsiteX139" fmla="*/ 575696 w 916063"/>
              <a:gd name="connsiteY139" fmla="*/ 551114 h 861046"/>
              <a:gd name="connsiteX140" fmla="*/ 566680 w 916063"/>
              <a:gd name="connsiteY140" fmla="*/ 535753 h 861046"/>
              <a:gd name="connsiteX141" fmla="*/ 582909 w 916063"/>
              <a:gd name="connsiteY141" fmla="*/ 526717 h 861046"/>
              <a:gd name="connsiteX142" fmla="*/ 636102 w 916063"/>
              <a:gd name="connsiteY142" fmla="*/ 532138 h 861046"/>
              <a:gd name="connsiteX143" fmla="*/ 636102 w 916063"/>
              <a:gd name="connsiteY143" fmla="*/ 477923 h 861046"/>
              <a:gd name="connsiteX144" fmla="*/ 665854 w 916063"/>
              <a:gd name="connsiteY144" fmla="*/ 448104 h 861046"/>
              <a:gd name="connsiteX145" fmla="*/ 689295 w 916063"/>
              <a:gd name="connsiteY145" fmla="*/ 448104 h 861046"/>
              <a:gd name="connsiteX146" fmla="*/ 700114 w 916063"/>
              <a:gd name="connsiteY146" fmla="*/ 442683 h 861046"/>
              <a:gd name="connsiteX147" fmla="*/ 700114 w 916063"/>
              <a:gd name="connsiteY147" fmla="*/ 430032 h 861046"/>
              <a:gd name="connsiteX148" fmla="*/ 646921 w 916063"/>
              <a:gd name="connsiteY148" fmla="*/ 339673 h 861046"/>
              <a:gd name="connsiteX149" fmla="*/ 636102 w 916063"/>
              <a:gd name="connsiteY149" fmla="*/ 300818 h 861046"/>
              <a:gd name="connsiteX150" fmla="*/ 636102 w 916063"/>
              <a:gd name="connsiteY150" fmla="*/ 262867 h 861046"/>
              <a:gd name="connsiteX151" fmla="*/ 636102 w 916063"/>
              <a:gd name="connsiteY151" fmla="*/ 247506 h 861046"/>
              <a:gd name="connsiteX152" fmla="*/ 635200 w 916063"/>
              <a:gd name="connsiteY152" fmla="*/ 242988 h 861046"/>
              <a:gd name="connsiteX153" fmla="*/ 633397 w 916063"/>
              <a:gd name="connsiteY153" fmla="*/ 231242 h 861046"/>
              <a:gd name="connsiteX154" fmla="*/ 632495 w 916063"/>
              <a:gd name="connsiteY154" fmla="*/ 223109 h 861046"/>
              <a:gd name="connsiteX155" fmla="*/ 631594 w 916063"/>
              <a:gd name="connsiteY155" fmla="*/ 216784 h 861046"/>
              <a:gd name="connsiteX156" fmla="*/ 628889 w 916063"/>
              <a:gd name="connsiteY156" fmla="*/ 207748 h 861046"/>
              <a:gd name="connsiteX157" fmla="*/ 628889 w 916063"/>
              <a:gd name="connsiteY157" fmla="*/ 206844 h 861046"/>
              <a:gd name="connsiteX158" fmla="*/ 565778 w 916063"/>
              <a:gd name="connsiteY158" fmla="*/ 104738 h 861046"/>
              <a:gd name="connsiteX159" fmla="*/ 557664 w 916063"/>
              <a:gd name="connsiteY159" fmla="*/ 97509 h 861046"/>
              <a:gd name="connsiteX160" fmla="*/ 556763 w 916063"/>
              <a:gd name="connsiteY160" fmla="*/ 96605 h 861046"/>
              <a:gd name="connsiteX161" fmla="*/ 545042 w 916063"/>
              <a:gd name="connsiteY161" fmla="*/ 88473 h 861046"/>
              <a:gd name="connsiteX162" fmla="*/ 536026 w 916063"/>
              <a:gd name="connsiteY162" fmla="*/ 83052 h 861046"/>
              <a:gd name="connsiteX163" fmla="*/ 533322 w 916063"/>
              <a:gd name="connsiteY163" fmla="*/ 81244 h 861046"/>
              <a:gd name="connsiteX164" fmla="*/ 488243 w 916063"/>
              <a:gd name="connsiteY164" fmla="*/ 60462 h 861046"/>
              <a:gd name="connsiteX165" fmla="*/ 481931 w 916063"/>
              <a:gd name="connsiteY165" fmla="*/ 58655 h 861046"/>
              <a:gd name="connsiteX166" fmla="*/ 442374 w 916063"/>
              <a:gd name="connsiteY166" fmla="*/ 51426 h 861046"/>
              <a:gd name="connsiteX167" fmla="*/ 635426 w 916063"/>
              <a:gd name="connsiteY167" fmla="*/ 25546 h 861046"/>
              <a:gd name="connsiteX168" fmla="*/ 590121 w 916063"/>
              <a:gd name="connsiteY168" fmla="*/ 26125 h 861046"/>
              <a:gd name="connsiteX169" fmla="*/ 521601 w 916063"/>
              <a:gd name="connsiteY169" fmla="*/ 46004 h 861046"/>
              <a:gd name="connsiteX170" fmla="*/ 536928 w 916063"/>
              <a:gd name="connsiteY170" fmla="*/ 54137 h 861046"/>
              <a:gd name="connsiteX171" fmla="*/ 550452 w 916063"/>
              <a:gd name="connsiteY171" fmla="*/ 61365 h 861046"/>
              <a:gd name="connsiteX172" fmla="*/ 553156 w 916063"/>
              <a:gd name="connsiteY172" fmla="*/ 63173 h 861046"/>
              <a:gd name="connsiteX173" fmla="*/ 563074 w 916063"/>
              <a:gd name="connsiteY173" fmla="*/ 70401 h 861046"/>
              <a:gd name="connsiteX174" fmla="*/ 653232 w 916063"/>
              <a:gd name="connsiteY174" fmla="*/ 200519 h 861046"/>
              <a:gd name="connsiteX175" fmla="*/ 653232 w 916063"/>
              <a:gd name="connsiteY175" fmla="*/ 201423 h 861046"/>
              <a:gd name="connsiteX176" fmla="*/ 657740 w 916063"/>
              <a:gd name="connsiteY176" fmla="*/ 221302 h 861046"/>
              <a:gd name="connsiteX177" fmla="*/ 658641 w 916063"/>
              <a:gd name="connsiteY177" fmla="*/ 224916 h 861046"/>
              <a:gd name="connsiteX178" fmla="*/ 659543 w 916063"/>
              <a:gd name="connsiteY178" fmla="*/ 232145 h 861046"/>
              <a:gd name="connsiteX179" fmla="*/ 660444 w 916063"/>
              <a:gd name="connsiteY179" fmla="*/ 242085 h 861046"/>
              <a:gd name="connsiteX180" fmla="*/ 661346 w 916063"/>
              <a:gd name="connsiteY180" fmla="*/ 247506 h 861046"/>
              <a:gd name="connsiteX181" fmla="*/ 662248 w 916063"/>
              <a:gd name="connsiteY181" fmla="*/ 262867 h 861046"/>
              <a:gd name="connsiteX182" fmla="*/ 662248 w 916063"/>
              <a:gd name="connsiteY182" fmla="*/ 300818 h 861046"/>
              <a:gd name="connsiteX183" fmla="*/ 662248 w 916063"/>
              <a:gd name="connsiteY183" fmla="*/ 307143 h 861046"/>
              <a:gd name="connsiteX184" fmla="*/ 668559 w 916063"/>
              <a:gd name="connsiteY184" fmla="*/ 327022 h 861046"/>
              <a:gd name="connsiteX185" fmla="*/ 721752 w 916063"/>
              <a:gd name="connsiteY185" fmla="*/ 417382 h 861046"/>
              <a:gd name="connsiteX186" fmla="*/ 725358 w 916063"/>
              <a:gd name="connsiteY186" fmla="*/ 445393 h 861046"/>
              <a:gd name="connsiteX187" fmla="*/ 721752 w 916063"/>
              <a:gd name="connsiteY187" fmla="*/ 454429 h 861046"/>
              <a:gd name="connsiteX188" fmla="*/ 689295 w 916063"/>
              <a:gd name="connsiteY188" fmla="*/ 473405 h 861046"/>
              <a:gd name="connsiteX189" fmla="*/ 665854 w 916063"/>
              <a:gd name="connsiteY189" fmla="*/ 473405 h 861046"/>
              <a:gd name="connsiteX190" fmla="*/ 662248 w 916063"/>
              <a:gd name="connsiteY190" fmla="*/ 477923 h 861046"/>
              <a:gd name="connsiteX191" fmla="*/ 662248 w 916063"/>
              <a:gd name="connsiteY191" fmla="*/ 624305 h 861046"/>
              <a:gd name="connsiteX192" fmla="*/ 604546 w 916063"/>
              <a:gd name="connsiteY192" fmla="*/ 681231 h 861046"/>
              <a:gd name="connsiteX193" fmla="*/ 535125 w 916063"/>
              <a:gd name="connsiteY193" fmla="*/ 681231 h 861046"/>
              <a:gd name="connsiteX194" fmla="*/ 526109 w 916063"/>
              <a:gd name="connsiteY194" fmla="*/ 681231 h 861046"/>
              <a:gd name="connsiteX195" fmla="*/ 522503 w 916063"/>
              <a:gd name="connsiteY195" fmla="*/ 682135 h 861046"/>
              <a:gd name="connsiteX196" fmla="*/ 521601 w 916063"/>
              <a:gd name="connsiteY196" fmla="*/ 684846 h 861046"/>
              <a:gd name="connsiteX197" fmla="*/ 521601 w 916063"/>
              <a:gd name="connsiteY197" fmla="*/ 783337 h 861046"/>
              <a:gd name="connsiteX198" fmla="*/ 661346 w 916063"/>
              <a:gd name="connsiteY198" fmla="*/ 783337 h 861046"/>
              <a:gd name="connsiteX199" fmla="*/ 685689 w 916063"/>
              <a:gd name="connsiteY199" fmla="*/ 758940 h 861046"/>
              <a:gd name="connsiteX200" fmla="*/ 685689 w 916063"/>
              <a:gd name="connsiteY200" fmla="*/ 657738 h 861046"/>
              <a:gd name="connsiteX201" fmla="*/ 694704 w 916063"/>
              <a:gd name="connsiteY201" fmla="*/ 637859 h 861046"/>
              <a:gd name="connsiteX202" fmla="*/ 716342 w 916063"/>
              <a:gd name="connsiteY202" fmla="*/ 629727 h 861046"/>
              <a:gd name="connsiteX203" fmla="*/ 724457 w 916063"/>
              <a:gd name="connsiteY203" fmla="*/ 629727 h 861046"/>
              <a:gd name="connsiteX204" fmla="*/ 793878 w 916063"/>
              <a:gd name="connsiteY204" fmla="*/ 629727 h 861046"/>
              <a:gd name="connsiteX205" fmla="*/ 825434 w 916063"/>
              <a:gd name="connsiteY205" fmla="*/ 598101 h 861046"/>
              <a:gd name="connsiteX206" fmla="*/ 825434 w 916063"/>
              <a:gd name="connsiteY206" fmla="*/ 531235 h 861046"/>
              <a:gd name="connsiteX207" fmla="*/ 812811 w 916063"/>
              <a:gd name="connsiteY207" fmla="*/ 531235 h 861046"/>
              <a:gd name="connsiteX208" fmla="*/ 764126 w 916063"/>
              <a:gd name="connsiteY208" fmla="*/ 525813 h 861046"/>
              <a:gd name="connsiteX209" fmla="*/ 756012 w 916063"/>
              <a:gd name="connsiteY209" fmla="*/ 509549 h 861046"/>
              <a:gd name="connsiteX210" fmla="*/ 772240 w 916063"/>
              <a:gd name="connsiteY210" fmla="*/ 501416 h 861046"/>
              <a:gd name="connsiteX211" fmla="*/ 825434 w 916063"/>
              <a:gd name="connsiteY211" fmla="*/ 505934 h 861046"/>
              <a:gd name="connsiteX212" fmla="*/ 825434 w 916063"/>
              <a:gd name="connsiteY212" fmla="*/ 451718 h 861046"/>
              <a:gd name="connsiteX213" fmla="*/ 855186 w 916063"/>
              <a:gd name="connsiteY213" fmla="*/ 422803 h 861046"/>
              <a:gd name="connsiteX214" fmla="*/ 878627 w 916063"/>
              <a:gd name="connsiteY214" fmla="*/ 422803 h 861046"/>
              <a:gd name="connsiteX215" fmla="*/ 889446 w 916063"/>
              <a:gd name="connsiteY215" fmla="*/ 416478 h 861046"/>
              <a:gd name="connsiteX216" fmla="*/ 889446 w 916063"/>
              <a:gd name="connsiteY216" fmla="*/ 403828 h 861046"/>
              <a:gd name="connsiteX217" fmla="*/ 836253 w 916063"/>
              <a:gd name="connsiteY217" fmla="*/ 314372 h 861046"/>
              <a:gd name="connsiteX218" fmla="*/ 825434 w 916063"/>
              <a:gd name="connsiteY218" fmla="*/ 274614 h 861046"/>
              <a:gd name="connsiteX219" fmla="*/ 825434 w 916063"/>
              <a:gd name="connsiteY219" fmla="*/ 236663 h 861046"/>
              <a:gd name="connsiteX220" fmla="*/ 755110 w 916063"/>
              <a:gd name="connsiteY220" fmla="*/ 78534 h 861046"/>
              <a:gd name="connsiteX221" fmla="*/ 635426 w 916063"/>
              <a:gd name="connsiteY221" fmla="*/ 25546 h 861046"/>
              <a:gd name="connsiteX222" fmla="*/ 637975 w 916063"/>
              <a:gd name="connsiteY222" fmla="*/ 980 h 861046"/>
              <a:gd name="connsiteX223" fmla="*/ 772240 w 916063"/>
              <a:gd name="connsiteY223" fmla="*/ 59558 h 861046"/>
              <a:gd name="connsiteX224" fmla="*/ 851579 w 916063"/>
              <a:gd name="connsiteY224" fmla="*/ 236663 h 861046"/>
              <a:gd name="connsiteX225" fmla="*/ 851579 w 916063"/>
              <a:gd name="connsiteY225" fmla="*/ 274614 h 861046"/>
              <a:gd name="connsiteX226" fmla="*/ 857891 w 916063"/>
              <a:gd name="connsiteY226" fmla="*/ 301722 h 861046"/>
              <a:gd name="connsiteX227" fmla="*/ 910182 w 916063"/>
              <a:gd name="connsiteY227" fmla="*/ 390274 h 861046"/>
              <a:gd name="connsiteX228" fmla="*/ 911084 w 916063"/>
              <a:gd name="connsiteY228" fmla="*/ 428225 h 861046"/>
              <a:gd name="connsiteX229" fmla="*/ 878627 w 916063"/>
              <a:gd name="connsiteY229" fmla="*/ 448104 h 861046"/>
              <a:gd name="connsiteX230" fmla="*/ 855186 w 916063"/>
              <a:gd name="connsiteY230" fmla="*/ 448104 h 861046"/>
              <a:gd name="connsiteX231" fmla="*/ 851579 w 916063"/>
              <a:gd name="connsiteY231" fmla="*/ 451718 h 861046"/>
              <a:gd name="connsiteX232" fmla="*/ 851579 w 916063"/>
              <a:gd name="connsiteY232" fmla="*/ 598101 h 861046"/>
              <a:gd name="connsiteX233" fmla="*/ 793878 w 916063"/>
              <a:gd name="connsiteY233" fmla="*/ 655027 h 861046"/>
              <a:gd name="connsiteX234" fmla="*/ 724457 w 916063"/>
              <a:gd name="connsiteY234" fmla="*/ 655027 h 861046"/>
              <a:gd name="connsiteX235" fmla="*/ 715441 w 916063"/>
              <a:gd name="connsiteY235" fmla="*/ 655027 h 861046"/>
              <a:gd name="connsiteX236" fmla="*/ 711835 w 916063"/>
              <a:gd name="connsiteY236" fmla="*/ 655931 h 861046"/>
              <a:gd name="connsiteX237" fmla="*/ 710933 w 916063"/>
              <a:gd name="connsiteY237" fmla="*/ 657738 h 861046"/>
              <a:gd name="connsiteX238" fmla="*/ 710933 w 916063"/>
              <a:gd name="connsiteY238" fmla="*/ 758940 h 861046"/>
              <a:gd name="connsiteX239" fmla="*/ 661346 w 916063"/>
              <a:gd name="connsiteY239" fmla="*/ 808638 h 861046"/>
              <a:gd name="connsiteX240" fmla="*/ 516192 w 916063"/>
              <a:gd name="connsiteY240" fmla="*/ 808638 h 861046"/>
              <a:gd name="connsiteX241" fmla="*/ 472014 w 916063"/>
              <a:gd name="connsiteY241" fmla="*/ 835746 h 861046"/>
              <a:gd name="connsiteX242" fmla="*/ 326860 w 916063"/>
              <a:gd name="connsiteY242" fmla="*/ 835746 h 861046"/>
              <a:gd name="connsiteX243" fmla="*/ 282682 w 916063"/>
              <a:gd name="connsiteY243" fmla="*/ 861046 h 861046"/>
              <a:gd name="connsiteX244" fmla="*/ 105973 w 916063"/>
              <a:gd name="connsiteY244" fmla="*/ 861046 h 861046"/>
              <a:gd name="connsiteX245" fmla="*/ 56385 w 916063"/>
              <a:gd name="connsiteY245" fmla="*/ 811349 h 861046"/>
              <a:gd name="connsiteX246" fmla="*/ 56385 w 916063"/>
              <a:gd name="connsiteY246" fmla="*/ 603522 h 861046"/>
              <a:gd name="connsiteX247" fmla="*/ 44665 w 916063"/>
              <a:gd name="connsiteY247" fmla="*/ 426418 h 861046"/>
              <a:gd name="connsiteX248" fmla="*/ 1389 w 916063"/>
              <a:gd name="connsiteY248" fmla="*/ 263771 h 861046"/>
              <a:gd name="connsiteX249" fmla="*/ 209654 w 916063"/>
              <a:gd name="connsiteY249" fmla="*/ 54137 h 861046"/>
              <a:gd name="connsiteX250" fmla="*/ 301615 w 916063"/>
              <a:gd name="connsiteY250" fmla="*/ 61365 h 861046"/>
              <a:gd name="connsiteX251" fmla="*/ 398084 w 916063"/>
              <a:gd name="connsiteY251" fmla="*/ 27029 h 861046"/>
              <a:gd name="connsiteX252" fmla="*/ 490947 w 916063"/>
              <a:gd name="connsiteY252" fmla="*/ 35161 h 861046"/>
              <a:gd name="connsiteX253" fmla="*/ 587416 w 916063"/>
              <a:gd name="connsiteY253" fmla="*/ 1728 h 861046"/>
              <a:gd name="connsiteX254" fmla="*/ 637975 w 916063"/>
              <a:gd name="connsiteY254" fmla="*/ 980 h 8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916063" h="861046">
                <a:moveTo>
                  <a:pt x="161892" y="172842"/>
                </a:moveTo>
                <a:lnTo>
                  <a:pt x="213395" y="172842"/>
                </a:lnTo>
                <a:cubicBezTo>
                  <a:pt x="217913" y="172842"/>
                  <a:pt x="220623" y="176482"/>
                  <a:pt x="218816" y="181031"/>
                </a:cubicBezTo>
                <a:cubicBezTo>
                  <a:pt x="217913" y="183761"/>
                  <a:pt x="217009" y="186491"/>
                  <a:pt x="217009" y="190130"/>
                </a:cubicBezTo>
                <a:cubicBezTo>
                  <a:pt x="217009" y="205598"/>
                  <a:pt x="230563" y="216517"/>
                  <a:pt x="245923" y="212878"/>
                </a:cubicBezTo>
                <a:cubicBezTo>
                  <a:pt x="252248" y="211058"/>
                  <a:pt x="258573" y="204689"/>
                  <a:pt x="261284" y="197409"/>
                </a:cubicBezTo>
                <a:cubicBezTo>
                  <a:pt x="263091" y="191040"/>
                  <a:pt x="263091" y="185581"/>
                  <a:pt x="260380" y="181031"/>
                </a:cubicBezTo>
                <a:cubicBezTo>
                  <a:pt x="258573" y="177392"/>
                  <a:pt x="261284" y="172842"/>
                  <a:pt x="264898" y="172842"/>
                </a:cubicBezTo>
                <a:lnTo>
                  <a:pt x="317304" y="172842"/>
                </a:lnTo>
                <a:cubicBezTo>
                  <a:pt x="328147" y="172842"/>
                  <a:pt x="337183" y="181031"/>
                  <a:pt x="337183" y="191950"/>
                </a:cubicBezTo>
                <a:lnTo>
                  <a:pt x="337183" y="246544"/>
                </a:lnTo>
                <a:cubicBezTo>
                  <a:pt x="342604" y="240174"/>
                  <a:pt x="351640" y="236535"/>
                  <a:pt x="360675" y="239264"/>
                </a:cubicBezTo>
                <a:cubicBezTo>
                  <a:pt x="368807" y="241994"/>
                  <a:pt x="375132" y="248363"/>
                  <a:pt x="376036" y="255643"/>
                </a:cubicBezTo>
                <a:cubicBezTo>
                  <a:pt x="380553" y="271111"/>
                  <a:pt x="368807" y="284759"/>
                  <a:pt x="354350" y="284759"/>
                </a:cubicBezTo>
                <a:cubicBezTo>
                  <a:pt x="347122" y="284759"/>
                  <a:pt x="340797" y="281120"/>
                  <a:pt x="337183" y="276570"/>
                </a:cubicBezTo>
                <a:lnTo>
                  <a:pt x="337183" y="331164"/>
                </a:lnTo>
                <a:cubicBezTo>
                  <a:pt x="337183" y="341173"/>
                  <a:pt x="328147" y="351181"/>
                  <a:pt x="317304" y="351181"/>
                </a:cubicBezTo>
                <a:lnTo>
                  <a:pt x="265801" y="351181"/>
                </a:lnTo>
                <a:cubicBezTo>
                  <a:pt x="261284" y="351181"/>
                  <a:pt x="258573" y="346632"/>
                  <a:pt x="260380" y="342992"/>
                </a:cubicBezTo>
                <a:cubicBezTo>
                  <a:pt x="262187" y="340263"/>
                  <a:pt x="263091" y="336623"/>
                  <a:pt x="263091" y="332983"/>
                </a:cubicBezTo>
                <a:cubicBezTo>
                  <a:pt x="263091" y="318425"/>
                  <a:pt x="248634" y="307506"/>
                  <a:pt x="233273" y="311146"/>
                </a:cubicBezTo>
                <a:cubicBezTo>
                  <a:pt x="226045" y="312966"/>
                  <a:pt x="219720" y="318425"/>
                  <a:pt x="217913" y="326614"/>
                </a:cubicBezTo>
                <a:cubicBezTo>
                  <a:pt x="216106" y="332074"/>
                  <a:pt x="217009" y="337533"/>
                  <a:pt x="218816" y="342992"/>
                </a:cubicBezTo>
                <a:cubicBezTo>
                  <a:pt x="220623" y="346632"/>
                  <a:pt x="218816" y="351181"/>
                  <a:pt x="213395" y="351181"/>
                </a:cubicBezTo>
                <a:lnTo>
                  <a:pt x="161892" y="351181"/>
                </a:lnTo>
                <a:cubicBezTo>
                  <a:pt x="151953" y="351181"/>
                  <a:pt x="142918" y="341173"/>
                  <a:pt x="142918" y="331164"/>
                </a:cubicBezTo>
                <a:lnTo>
                  <a:pt x="142918" y="275660"/>
                </a:lnTo>
                <a:cubicBezTo>
                  <a:pt x="138400" y="281120"/>
                  <a:pt x="132075" y="284759"/>
                  <a:pt x="124846" y="284759"/>
                </a:cubicBezTo>
                <a:cubicBezTo>
                  <a:pt x="110390" y="284759"/>
                  <a:pt x="98643" y="271111"/>
                  <a:pt x="104065" y="255643"/>
                </a:cubicBezTo>
                <a:cubicBezTo>
                  <a:pt x="104968" y="248363"/>
                  <a:pt x="111293" y="241994"/>
                  <a:pt x="118522" y="239264"/>
                </a:cubicBezTo>
                <a:cubicBezTo>
                  <a:pt x="128461" y="236535"/>
                  <a:pt x="137496" y="240174"/>
                  <a:pt x="142918" y="247454"/>
                </a:cubicBezTo>
                <a:lnTo>
                  <a:pt x="142918" y="191950"/>
                </a:lnTo>
                <a:cubicBezTo>
                  <a:pt x="142918" y="181031"/>
                  <a:pt x="151953" y="172842"/>
                  <a:pt x="161892" y="172842"/>
                </a:cubicBezTo>
                <a:close/>
                <a:moveTo>
                  <a:pt x="236702" y="77630"/>
                </a:moveTo>
                <a:cubicBezTo>
                  <a:pt x="228587" y="77630"/>
                  <a:pt x="220473" y="77630"/>
                  <a:pt x="211457" y="78534"/>
                </a:cubicBezTo>
                <a:cubicBezTo>
                  <a:pt x="114988" y="89377"/>
                  <a:pt x="36550" y="167989"/>
                  <a:pt x="25731" y="265578"/>
                </a:cubicBezTo>
                <a:cubicBezTo>
                  <a:pt x="20322" y="317987"/>
                  <a:pt x="34747" y="369491"/>
                  <a:pt x="64499" y="412864"/>
                </a:cubicBezTo>
                <a:cubicBezTo>
                  <a:pt x="78023" y="430032"/>
                  <a:pt x="80728" y="602619"/>
                  <a:pt x="80728" y="603522"/>
                </a:cubicBezTo>
                <a:lnTo>
                  <a:pt x="80728" y="811349"/>
                </a:lnTo>
                <a:cubicBezTo>
                  <a:pt x="80728" y="824903"/>
                  <a:pt x="92448" y="835746"/>
                  <a:pt x="105973" y="835746"/>
                </a:cubicBezTo>
                <a:lnTo>
                  <a:pt x="282682" y="835746"/>
                </a:lnTo>
                <a:cubicBezTo>
                  <a:pt x="292600" y="835746"/>
                  <a:pt x="301615" y="830324"/>
                  <a:pt x="305222" y="821288"/>
                </a:cubicBezTo>
                <a:lnTo>
                  <a:pt x="306123" y="818577"/>
                </a:lnTo>
                <a:cubicBezTo>
                  <a:pt x="307025" y="817674"/>
                  <a:pt x="307025" y="815867"/>
                  <a:pt x="307025" y="814963"/>
                </a:cubicBezTo>
                <a:cubicBezTo>
                  <a:pt x="307025" y="813156"/>
                  <a:pt x="307025" y="813156"/>
                  <a:pt x="307025" y="811349"/>
                </a:cubicBezTo>
                <a:lnTo>
                  <a:pt x="307025" y="710146"/>
                </a:lnTo>
                <a:cubicBezTo>
                  <a:pt x="307025" y="708339"/>
                  <a:pt x="307025" y="706532"/>
                  <a:pt x="307926" y="704725"/>
                </a:cubicBezTo>
                <a:cubicBezTo>
                  <a:pt x="307926" y="703821"/>
                  <a:pt x="308828" y="702014"/>
                  <a:pt x="308828" y="701110"/>
                </a:cubicBezTo>
                <a:cubicBezTo>
                  <a:pt x="309730" y="700207"/>
                  <a:pt x="309730" y="700207"/>
                  <a:pt x="309730" y="699303"/>
                </a:cubicBezTo>
                <a:cubicBezTo>
                  <a:pt x="310631" y="698399"/>
                  <a:pt x="311533" y="696592"/>
                  <a:pt x="312434" y="695689"/>
                </a:cubicBezTo>
                <a:lnTo>
                  <a:pt x="312434" y="694785"/>
                </a:lnTo>
                <a:cubicBezTo>
                  <a:pt x="313336" y="692978"/>
                  <a:pt x="314237" y="692074"/>
                  <a:pt x="315139" y="691171"/>
                </a:cubicBezTo>
                <a:cubicBezTo>
                  <a:pt x="315139" y="690267"/>
                  <a:pt x="316041" y="690267"/>
                  <a:pt x="316942" y="690267"/>
                </a:cubicBezTo>
                <a:cubicBezTo>
                  <a:pt x="317844" y="689364"/>
                  <a:pt x="317844" y="688460"/>
                  <a:pt x="318745" y="687557"/>
                </a:cubicBezTo>
                <a:cubicBezTo>
                  <a:pt x="319647" y="687557"/>
                  <a:pt x="320549" y="687557"/>
                  <a:pt x="321450" y="685749"/>
                </a:cubicBezTo>
                <a:cubicBezTo>
                  <a:pt x="325056" y="683942"/>
                  <a:pt x="329564" y="682135"/>
                  <a:pt x="334974" y="682135"/>
                </a:cubicBezTo>
                <a:cubicBezTo>
                  <a:pt x="335875" y="682135"/>
                  <a:pt x="336777" y="682135"/>
                  <a:pt x="337679" y="682135"/>
                </a:cubicBezTo>
                <a:cubicBezTo>
                  <a:pt x="340383" y="682135"/>
                  <a:pt x="343088" y="682135"/>
                  <a:pt x="345793" y="682135"/>
                </a:cubicBezTo>
                <a:lnTo>
                  <a:pt x="415215" y="682135"/>
                </a:lnTo>
                <a:cubicBezTo>
                  <a:pt x="433246" y="682135"/>
                  <a:pt x="447671" y="667677"/>
                  <a:pt x="447671" y="650509"/>
                </a:cubicBezTo>
                <a:lnTo>
                  <a:pt x="447671" y="584547"/>
                </a:lnTo>
                <a:cubicBezTo>
                  <a:pt x="443163" y="584547"/>
                  <a:pt x="437754" y="584547"/>
                  <a:pt x="434148" y="584547"/>
                </a:cubicBezTo>
                <a:cubicBezTo>
                  <a:pt x="417018" y="584547"/>
                  <a:pt x="400789" y="581836"/>
                  <a:pt x="386364" y="578222"/>
                </a:cubicBezTo>
                <a:cubicBezTo>
                  <a:pt x="380053" y="575511"/>
                  <a:pt x="376447" y="568282"/>
                  <a:pt x="377348" y="561957"/>
                </a:cubicBezTo>
                <a:cubicBezTo>
                  <a:pt x="380053" y="554728"/>
                  <a:pt x="386364" y="551114"/>
                  <a:pt x="393577" y="553825"/>
                </a:cubicBezTo>
                <a:cubicBezTo>
                  <a:pt x="408903" y="558343"/>
                  <a:pt x="426935" y="559246"/>
                  <a:pt x="447671" y="558343"/>
                </a:cubicBezTo>
                <a:lnTo>
                  <a:pt x="447671" y="504127"/>
                </a:lnTo>
                <a:cubicBezTo>
                  <a:pt x="447671" y="501416"/>
                  <a:pt x="447671" y="500513"/>
                  <a:pt x="447671" y="497802"/>
                </a:cubicBezTo>
                <a:cubicBezTo>
                  <a:pt x="450376" y="485151"/>
                  <a:pt x="462097" y="475212"/>
                  <a:pt x="476522" y="475212"/>
                </a:cubicBezTo>
                <a:lnTo>
                  <a:pt x="499963" y="475212"/>
                </a:lnTo>
                <a:cubicBezTo>
                  <a:pt x="507176" y="475212"/>
                  <a:pt x="509880" y="470694"/>
                  <a:pt x="510782" y="467983"/>
                </a:cubicBezTo>
                <a:cubicBezTo>
                  <a:pt x="511684" y="467080"/>
                  <a:pt x="512585" y="465272"/>
                  <a:pt x="512585" y="461658"/>
                </a:cubicBezTo>
                <a:cubicBezTo>
                  <a:pt x="512585" y="460754"/>
                  <a:pt x="512585" y="459851"/>
                  <a:pt x="511684" y="458947"/>
                </a:cubicBezTo>
                <a:cubicBezTo>
                  <a:pt x="511684" y="457140"/>
                  <a:pt x="511684" y="457140"/>
                  <a:pt x="510782" y="456236"/>
                </a:cubicBezTo>
                <a:lnTo>
                  <a:pt x="457589" y="365877"/>
                </a:lnTo>
                <a:cubicBezTo>
                  <a:pt x="450376" y="355034"/>
                  <a:pt x="447671" y="341480"/>
                  <a:pt x="447671" y="327022"/>
                </a:cubicBezTo>
                <a:lnTo>
                  <a:pt x="447671" y="288168"/>
                </a:lnTo>
                <a:cubicBezTo>
                  <a:pt x="447671" y="283650"/>
                  <a:pt x="446770" y="278228"/>
                  <a:pt x="446770" y="273710"/>
                </a:cubicBezTo>
                <a:cubicBezTo>
                  <a:pt x="446770" y="272807"/>
                  <a:pt x="446770" y="271000"/>
                  <a:pt x="445868" y="269192"/>
                </a:cubicBezTo>
                <a:cubicBezTo>
                  <a:pt x="445868" y="265578"/>
                  <a:pt x="444967" y="261964"/>
                  <a:pt x="444967" y="258349"/>
                </a:cubicBezTo>
                <a:cubicBezTo>
                  <a:pt x="444065" y="254735"/>
                  <a:pt x="443163" y="252024"/>
                  <a:pt x="443163" y="248410"/>
                </a:cubicBezTo>
                <a:cubicBezTo>
                  <a:pt x="443163" y="247506"/>
                  <a:pt x="443163" y="244795"/>
                  <a:pt x="442262" y="242988"/>
                </a:cubicBezTo>
                <a:cubicBezTo>
                  <a:pt x="441360" y="239374"/>
                  <a:pt x="440459" y="236663"/>
                  <a:pt x="439557" y="233049"/>
                </a:cubicBezTo>
                <a:cubicBezTo>
                  <a:pt x="428738" y="194194"/>
                  <a:pt x="407100" y="158953"/>
                  <a:pt x="376447" y="131846"/>
                </a:cubicBezTo>
                <a:cubicBezTo>
                  <a:pt x="366529" y="121906"/>
                  <a:pt x="356612" y="114677"/>
                  <a:pt x="345793" y="107449"/>
                </a:cubicBezTo>
                <a:cubicBezTo>
                  <a:pt x="343088" y="106545"/>
                  <a:pt x="340383" y="104738"/>
                  <a:pt x="336777" y="102931"/>
                </a:cubicBezTo>
                <a:cubicBezTo>
                  <a:pt x="335875" y="102027"/>
                  <a:pt x="333171" y="101123"/>
                  <a:pt x="331368" y="100220"/>
                </a:cubicBezTo>
                <a:cubicBezTo>
                  <a:pt x="325958" y="96605"/>
                  <a:pt x="321450" y="94798"/>
                  <a:pt x="316041" y="92991"/>
                </a:cubicBezTo>
                <a:cubicBezTo>
                  <a:pt x="310631" y="91184"/>
                  <a:pt x="305222" y="88473"/>
                  <a:pt x="299812" y="87570"/>
                </a:cubicBezTo>
                <a:cubicBezTo>
                  <a:pt x="299812" y="87570"/>
                  <a:pt x="298911" y="87570"/>
                  <a:pt x="298009" y="86666"/>
                </a:cubicBezTo>
                <a:lnTo>
                  <a:pt x="292600" y="84859"/>
                </a:lnTo>
                <a:cubicBezTo>
                  <a:pt x="274568" y="79437"/>
                  <a:pt x="255635" y="77630"/>
                  <a:pt x="236702" y="77630"/>
                </a:cubicBezTo>
                <a:close/>
                <a:moveTo>
                  <a:pt x="442374" y="51426"/>
                </a:moveTo>
                <a:cubicBezTo>
                  <a:pt x="428738" y="50296"/>
                  <a:pt x="414764" y="50522"/>
                  <a:pt x="400789" y="52329"/>
                </a:cubicBezTo>
                <a:cubicBezTo>
                  <a:pt x="377348" y="55040"/>
                  <a:pt x="354809" y="62269"/>
                  <a:pt x="332269" y="73112"/>
                </a:cubicBezTo>
                <a:cubicBezTo>
                  <a:pt x="337679" y="74919"/>
                  <a:pt x="343088" y="77630"/>
                  <a:pt x="347596" y="80341"/>
                </a:cubicBezTo>
                <a:lnTo>
                  <a:pt x="348498" y="80341"/>
                </a:lnTo>
                <a:cubicBezTo>
                  <a:pt x="352104" y="83052"/>
                  <a:pt x="356612" y="84859"/>
                  <a:pt x="361120" y="88473"/>
                </a:cubicBezTo>
                <a:cubicBezTo>
                  <a:pt x="362021" y="88473"/>
                  <a:pt x="363824" y="89377"/>
                  <a:pt x="365628" y="91184"/>
                </a:cubicBezTo>
                <a:cubicBezTo>
                  <a:pt x="368332" y="92991"/>
                  <a:pt x="371037" y="93895"/>
                  <a:pt x="373742" y="96605"/>
                </a:cubicBezTo>
                <a:cubicBezTo>
                  <a:pt x="417919" y="128231"/>
                  <a:pt x="449475" y="174315"/>
                  <a:pt x="463900" y="226724"/>
                </a:cubicBezTo>
                <a:cubicBezTo>
                  <a:pt x="463900" y="227627"/>
                  <a:pt x="463900" y="227627"/>
                  <a:pt x="463900" y="227627"/>
                </a:cubicBezTo>
                <a:cubicBezTo>
                  <a:pt x="466605" y="233952"/>
                  <a:pt x="467506" y="241181"/>
                  <a:pt x="468408" y="247506"/>
                </a:cubicBezTo>
                <a:cubicBezTo>
                  <a:pt x="468408" y="248410"/>
                  <a:pt x="469309" y="250217"/>
                  <a:pt x="469309" y="252024"/>
                </a:cubicBezTo>
                <a:cubicBezTo>
                  <a:pt x="469309" y="253831"/>
                  <a:pt x="470211" y="256542"/>
                  <a:pt x="470211" y="258349"/>
                </a:cubicBezTo>
                <a:cubicBezTo>
                  <a:pt x="471113" y="261964"/>
                  <a:pt x="471113" y="264674"/>
                  <a:pt x="472014" y="267385"/>
                </a:cubicBezTo>
                <a:cubicBezTo>
                  <a:pt x="472014" y="269192"/>
                  <a:pt x="472014" y="271903"/>
                  <a:pt x="472014" y="272807"/>
                </a:cubicBezTo>
                <a:cubicBezTo>
                  <a:pt x="472916" y="278228"/>
                  <a:pt x="472916" y="283650"/>
                  <a:pt x="472916" y="288168"/>
                </a:cubicBezTo>
                <a:lnTo>
                  <a:pt x="472916" y="327022"/>
                </a:lnTo>
                <a:cubicBezTo>
                  <a:pt x="472916" y="336058"/>
                  <a:pt x="474719" y="345094"/>
                  <a:pt x="479227" y="354130"/>
                </a:cubicBezTo>
                <a:lnTo>
                  <a:pt x="532420" y="442683"/>
                </a:lnTo>
                <a:cubicBezTo>
                  <a:pt x="535125" y="449008"/>
                  <a:pt x="537829" y="456236"/>
                  <a:pt x="537829" y="461658"/>
                </a:cubicBezTo>
                <a:cubicBezTo>
                  <a:pt x="537829" y="468887"/>
                  <a:pt x="535125" y="475212"/>
                  <a:pt x="532420" y="481537"/>
                </a:cubicBezTo>
                <a:cubicBezTo>
                  <a:pt x="527011" y="490573"/>
                  <a:pt x="519798" y="495995"/>
                  <a:pt x="509880" y="498705"/>
                </a:cubicBezTo>
                <a:cubicBezTo>
                  <a:pt x="507176" y="499609"/>
                  <a:pt x="503569" y="500513"/>
                  <a:pt x="499963" y="500513"/>
                </a:cubicBezTo>
                <a:lnTo>
                  <a:pt x="476522" y="500513"/>
                </a:lnTo>
                <a:cubicBezTo>
                  <a:pt x="473817" y="500513"/>
                  <a:pt x="472916" y="501416"/>
                  <a:pt x="472916" y="504127"/>
                </a:cubicBezTo>
                <a:lnTo>
                  <a:pt x="472916" y="650509"/>
                </a:lnTo>
                <a:cubicBezTo>
                  <a:pt x="472916" y="682135"/>
                  <a:pt x="446770" y="707435"/>
                  <a:pt x="415215" y="707435"/>
                </a:cubicBezTo>
                <a:lnTo>
                  <a:pt x="345793" y="707435"/>
                </a:lnTo>
                <a:cubicBezTo>
                  <a:pt x="343088" y="707435"/>
                  <a:pt x="340383" y="707435"/>
                  <a:pt x="336777" y="707435"/>
                </a:cubicBezTo>
                <a:cubicBezTo>
                  <a:pt x="335875" y="707435"/>
                  <a:pt x="335875" y="707435"/>
                  <a:pt x="334974" y="707435"/>
                </a:cubicBezTo>
                <a:cubicBezTo>
                  <a:pt x="334974" y="707435"/>
                  <a:pt x="334072" y="707435"/>
                  <a:pt x="334072" y="708339"/>
                </a:cubicBezTo>
                <a:cubicBezTo>
                  <a:pt x="334072" y="708339"/>
                  <a:pt x="334072" y="708339"/>
                  <a:pt x="333171" y="708339"/>
                </a:cubicBezTo>
                <a:cubicBezTo>
                  <a:pt x="333171" y="709243"/>
                  <a:pt x="332269" y="710146"/>
                  <a:pt x="332269" y="710146"/>
                </a:cubicBezTo>
                <a:lnTo>
                  <a:pt x="332269" y="809542"/>
                </a:lnTo>
                <a:lnTo>
                  <a:pt x="472014" y="809542"/>
                </a:lnTo>
                <a:cubicBezTo>
                  <a:pt x="481931" y="809542"/>
                  <a:pt x="490947" y="803216"/>
                  <a:pt x="494554" y="795084"/>
                </a:cubicBezTo>
                <a:lnTo>
                  <a:pt x="495455" y="792373"/>
                </a:lnTo>
                <a:cubicBezTo>
                  <a:pt x="496357" y="791470"/>
                  <a:pt x="496357" y="789662"/>
                  <a:pt x="496357" y="787855"/>
                </a:cubicBezTo>
                <a:cubicBezTo>
                  <a:pt x="496357" y="787855"/>
                  <a:pt x="496357" y="786048"/>
                  <a:pt x="496357" y="785145"/>
                </a:cubicBezTo>
                <a:lnTo>
                  <a:pt x="496357" y="684846"/>
                </a:lnTo>
                <a:cubicBezTo>
                  <a:pt x="496357" y="676713"/>
                  <a:pt x="499963" y="668581"/>
                  <a:pt x="505373" y="663160"/>
                </a:cubicBezTo>
                <a:cubicBezTo>
                  <a:pt x="511684" y="657738"/>
                  <a:pt x="518896" y="655027"/>
                  <a:pt x="527011" y="655931"/>
                </a:cubicBezTo>
                <a:cubicBezTo>
                  <a:pt x="530617" y="655931"/>
                  <a:pt x="532420" y="655931"/>
                  <a:pt x="535125" y="655931"/>
                </a:cubicBezTo>
                <a:lnTo>
                  <a:pt x="604546" y="655931"/>
                </a:lnTo>
                <a:cubicBezTo>
                  <a:pt x="622578" y="655931"/>
                  <a:pt x="636102" y="642377"/>
                  <a:pt x="636102" y="624305"/>
                </a:cubicBezTo>
                <a:lnTo>
                  <a:pt x="636102" y="557439"/>
                </a:lnTo>
                <a:cubicBezTo>
                  <a:pt x="632495" y="557439"/>
                  <a:pt x="627086" y="558343"/>
                  <a:pt x="623480" y="558343"/>
                </a:cubicBezTo>
                <a:cubicBezTo>
                  <a:pt x="606350" y="558343"/>
                  <a:pt x="590121" y="555632"/>
                  <a:pt x="575696" y="551114"/>
                </a:cubicBezTo>
                <a:cubicBezTo>
                  <a:pt x="568483" y="550210"/>
                  <a:pt x="565778" y="542981"/>
                  <a:pt x="566680" y="535753"/>
                </a:cubicBezTo>
                <a:cubicBezTo>
                  <a:pt x="568483" y="529428"/>
                  <a:pt x="575696" y="525813"/>
                  <a:pt x="582909" y="526717"/>
                </a:cubicBezTo>
                <a:cubicBezTo>
                  <a:pt x="598235" y="531235"/>
                  <a:pt x="616267" y="533042"/>
                  <a:pt x="636102" y="532138"/>
                </a:cubicBezTo>
                <a:lnTo>
                  <a:pt x="636102" y="477923"/>
                </a:lnTo>
                <a:cubicBezTo>
                  <a:pt x="636102" y="461658"/>
                  <a:pt x="649625" y="448104"/>
                  <a:pt x="665854" y="448104"/>
                </a:cubicBezTo>
                <a:lnTo>
                  <a:pt x="689295" y="448104"/>
                </a:lnTo>
                <a:cubicBezTo>
                  <a:pt x="695606" y="448104"/>
                  <a:pt x="699212" y="443586"/>
                  <a:pt x="700114" y="442683"/>
                </a:cubicBezTo>
                <a:cubicBezTo>
                  <a:pt x="701015" y="440875"/>
                  <a:pt x="702819" y="435454"/>
                  <a:pt x="700114" y="430032"/>
                </a:cubicBezTo>
                <a:lnTo>
                  <a:pt x="646921" y="339673"/>
                </a:lnTo>
                <a:cubicBezTo>
                  <a:pt x="639708" y="327926"/>
                  <a:pt x="636102" y="314372"/>
                  <a:pt x="636102" y="300818"/>
                </a:cubicBezTo>
                <a:lnTo>
                  <a:pt x="636102" y="262867"/>
                </a:lnTo>
                <a:cubicBezTo>
                  <a:pt x="636102" y="257446"/>
                  <a:pt x="636102" y="252928"/>
                  <a:pt x="636102" y="247506"/>
                </a:cubicBezTo>
                <a:cubicBezTo>
                  <a:pt x="636102" y="245699"/>
                  <a:pt x="635200" y="243892"/>
                  <a:pt x="635200" y="242988"/>
                </a:cubicBezTo>
                <a:cubicBezTo>
                  <a:pt x="635200" y="238470"/>
                  <a:pt x="634299" y="234856"/>
                  <a:pt x="633397" y="231242"/>
                </a:cubicBezTo>
                <a:cubicBezTo>
                  <a:pt x="633397" y="228531"/>
                  <a:pt x="632495" y="225820"/>
                  <a:pt x="632495" y="223109"/>
                </a:cubicBezTo>
                <a:cubicBezTo>
                  <a:pt x="632495" y="220398"/>
                  <a:pt x="631594" y="218591"/>
                  <a:pt x="631594" y="216784"/>
                </a:cubicBezTo>
                <a:cubicBezTo>
                  <a:pt x="630692" y="214073"/>
                  <a:pt x="629791" y="210459"/>
                  <a:pt x="628889" y="207748"/>
                </a:cubicBezTo>
                <a:lnTo>
                  <a:pt x="628889" y="206844"/>
                </a:lnTo>
                <a:cubicBezTo>
                  <a:pt x="618070" y="167989"/>
                  <a:pt x="596432" y="132749"/>
                  <a:pt x="565778" y="104738"/>
                </a:cubicBezTo>
                <a:cubicBezTo>
                  <a:pt x="563074" y="102027"/>
                  <a:pt x="560369" y="100220"/>
                  <a:pt x="557664" y="97509"/>
                </a:cubicBezTo>
                <a:lnTo>
                  <a:pt x="556763" y="96605"/>
                </a:lnTo>
                <a:cubicBezTo>
                  <a:pt x="553156" y="93895"/>
                  <a:pt x="549550" y="91184"/>
                  <a:pt x="545042" y="88473"/>
                </a:cubicBezTo>
                <a:cubicBezTo>
                  <a:pt x="542337" y="86666"/>
                  <a:pt x="539633" y="84859"/>
                  <a:pt x="536026" y="83052"/>
                </a:cubicBezTo>
                <a:cubicBezTo>
                  <a:pt x="535125" y="82148"/>
                  <a:pt x="535125" y="82148"/>
                  <a:pt x="533322" y="81244"/>
                </a:cubicBezTo>
                <a:cubicBezTo>
                  <a:pt x="519798" y="73112"/>
                  <a:pt x="504471" y="65883"/>
                  <a:pt x="488243" y="60462"/>
                </a:cubicBezTo>
                <a:lnTo>
                  <a:pt x="481931" y="58655"/>
                </a:lnTo>
                <a:cubicBezTo>
                  <a:pt x="469309" y="55040"/>
                  <a:pt x="456011" y="52555"/>
                  <a:pt x="442374" y="51426"/>
                </a:cubicBezTo>
                <a:close/>
                <a:moveTo>
                  <a:pt x="635426" y="25546"/>
                </a:moveTo>
                <a:cubicBezTo>
                  <a:pt x="620606" y="24149"/>
                  <a:pt x="605448" y="24318"/>
                  <a:pt x="590121" y="26125"/>
                </a:cubicBezTo>
                <a:cubicBezTo>
                  <a:pt x="566680" y="28836"/>
                  <a:pt x="544141" y="35161"/>
                  <a:pt x="521601" y="46004"/>
                </a:cubicBezTo>
                <a:cubicBezTo>
                  <a:pt x="527011" y="48715"/>
                  <a:pt x="532420" y="51426"/>
                  <a:pt x="536928" y="54137"/>
                </a:cubicBezTo>
                <a:cubicBezTo>
                  <a:pt x="541436" y="56847"/>
                  <a:pt x="545944" y="58655"/>
                  <a:pt x="550452" y="61365"/>
                </a:cubicBezTo>
                <a:cubicBezTo>
                  <a:pt x="551353" y="62269"/>
                  <a:pt x="552255" y="63173"/>
                  <a:pt x="553156" y="63173"/>
                </a:cubicBezTo>
                <a:cubicBezTo>
                  <a:pt x="555861" y="64980"/>
                  <a:pt x="560369" y="67690"/>
                  <a:pt x="563074" y="70401"/>
                </a:cubicBezTo>
                <a:cubicBezTo>
                  <a:pt x="607251" y="102027"/>
                  <a:pt x="638806" y="147207"/>
                  <a:pt x="653232" y="200519"/>
                </a:cubicBezTo>
                <a:cubicBezTo>
                  <a:pt x="653232" y="200519"/>
                  <a:pt x="653232" y="200519"/>
                  <a:pt x="653232" y="201423"/>
                </a:cubicBezTo>
                <a:cubicBezTo>
                  <a:pt x="655035" y="207748"/>
                  <a:pt x="656838" y="214073"/>
                  <a:pt x="657740" y="221302"/>
                </a:cubicBezTo>
                <a:cubicBezTo>
                  <a:pt x="657740" y="223109"/>
                  <a:pt x="658641" y="224013"/>
                  <a:pt x="658641" y="224916"/>
                </a:cubicBezTo>
                <a:cubicBezTo>
                  <a:pt x="658641" y="227627"/>
                  <a:pt x="659543" y="230338"/>
                  <a:pt x="659543" y="232145"/>
                </a:cubicBezTo>
                <a:cubicBezTo>
                  <a:pt x="660444" y="234856"/>
                  <a:pt x="660444" y="238470"/>
                  <a:pt x="660444" y="242085"/>
                </a:cubicBezTo>
                <a:cubicBezTo>
                  <a:pt x="661346" y="243892"/>
                  <a:pt x="661346" y="244795"/>
                  <a:pt x="661346" y="247506"/>
                </a:cubicBezTo>
                <a:cubicBezTo>
                  <a:pt x="661346" y="252928"/>
                  <a:pt x="662248" y="257446"/>
                  <a:pt x="662248" y="262867"/>
                </a:cubicBezTo>
                <a:lnTo>
                  <a:pt x="662248" y="300818"/>
                </a:lnTo>
                <a:cubicBezTo>
                  <a:pt x="662248" y="302625"/>
                  <a:pt x="662248" y="305336"/>
                  <a:pt x="662248" y="307143"/>
                </a:cubicBezTo>
                <a:cubicBezTo>
                  <a:pt x="662248" y="314372"/>
                  <a:pt x="665854" y="321601"/>
                  <a:pt x="668559" y="327022"/>
                </a:cubicBezTo>
                <a:lnTo>
                  <a:pt x="721752" y="417382"/>
                </a:lnTo>
                <a:cubicBezTo>
                  <a:pt x="726260" y="425514"/>
                  <a:pt x="728063" y="436357"/>
                  <a:pt x="725358" y="445393"/>
                </a:cubicBezTo>
                <a:cubicBezTo>
                  <a:pt x="724457" y="448104"/>
                  <a:pt x="723555" y="452622"/>
                  <a:pt x="721752" y="454429"/>
                </a:cubicBezTo>
                <a:cubicBezTo>
                  <a:pt x="715441" y="467080"/>
                  <a:pt x="702819" y="473405"/>
                  <a:pt x="689295" y="473405"/>
                </a:cubicBezTo>
                <a:lnTo>
                  <a:pt x="665854" y="473405"/>
                </a:lnTo>
                <a:cubicBezTo>
                  <a:pt x="663149" y="473405"/>
                  <a:pt x="662248" y="476116"/>
                  <a:pt x="662248" y="477923"/>
                </a:cubicBezTo>
                <a:lnTo>
                  <a:pt x="662248" y="624305"/>
                </a:lnTo>
                <a:cubicBezTo>
                  <a:pt x="662248" y="655931"/>
                  <a:pt x="636102" y="681231"/>
                  <a:pt x="604546" y="681231"/>
                </a:cubicBezTo>
                <a:lnTo>
                  <a:pt x="535125" y="681231"/>
                </a:lnTo>
                <a:cubicBezTo>
                  <a:pt x="532420" y="681231"/>
                  <a:pt x="528814" y="681231"/>
                  <a:pt x="526109" y="681231"/>
                </a:cubicBezTo>
                <a:cubicBezTo>
                  <a:pt x="524306" y="681231"/>
                  <a:pt x="523404" y="682135"/>
                  <a:pt x="522503" y="682135"/>
                </a:cubicBezTo>
                <a:cubicBezTo>
                  <a:pt x="521601" y="682135"/>
                  <a:pt x="521601" y="683039"/>
                  <a:pt x="521601" y="684846"/>
                </a:cubicBezTo>
                <a:lnTo>
                  <a:pt x="521601" y="783337"/>
                </a:lnTo>
                <a:lnTo>
                  <a:pt x="661346" y="783337"/>
                </a:lnTo>
                <a:cubicBezTo>
                  <a:pt x="674870" y="783337"/>
                  <a:pt x="685689" y="772494"/>
                  <a:pt x="685689" y="758940"/>
                </a:cubicBezTo>
                <a:lnTo>
                  <a:pt x="685689" y="657738"/>
                </a:lnTo>
                <a:cubicBezTo>
                  <a:pt x="685689" y="650509"/>
                  <a:pt x="689295" y="642377"/>
                  <a:pt x="694704" y="637859"/>
                </a:cubicBezTo>
                <a:cubicBezTo>
                  <a:pt x="701015" y="632437"/>
                  <a:pt x="708228" y="628823"/>
                  <a:pt x="716342" y="629727"/>
                </a:cubicBezTo>
                <a:cubicBezTo>
                  <a:pt x="719047" y="629727"/>
                  <a:pt x="721752" y="629727"/>
                  <a:pt x="724457" y="629727"/>
                </a:cubicBezTo>
                <a:lnTo>
                  <a:pt x="793878" y="629727"/>
                </a:lnTo>
                <a:cubicBezTo>
                  <a:pt x="811910" y="629727"/>
                  <a:pt x="825434" y="615269"/>
                  <a:pt x="825434" y="598101"/>
                </a:cubicBezTo>
                <a:lnTo>
                  <a:pt x="825434" y="531235"/>
                </a:lnTo>
                <a:cubicBezTo>
                  <a:pt x="821827" y="531235"/>
                  <a:pt x="816418" y="531235"/>
                  <a:pt x="812811" y="531235"/>
                </a:cubicBezTo>
                <a:cubicBezTo>
                  <a:pt x="794780" y="531235"/>
                  <a:pt x="779453" y="529428"/>
                  <a:pt x="764126" y="525813"/>
                </a:cubicBezTo>
                <a:cubicBezTo>
                  <a:pt x="758717" y="523102"/>
                  <a:pt x="754209" y="515874"/>
                  <a:pt x="756012" y="509549"/>
                </a:cubicBezTo>
                <a:cubicBezTo>
                  <a:pt x="758717" y="503223"/>
                  <a:pt x="765028" y="498705"/>
                  <a:pt x="772240" y="501416"/>
                </a:cubicBezTo>
                <a:cubicBezTo>
                  <a:pt x="787567" y="505934"/>
                  <a:pt x="805599" y="506838"/>
                  <a:pt x="825434" y="505934"/>
                </a:cubicBezTo>
                <a:lnTo>
                  <a:pt x="825434" y="451718"/>
                </a:lnTo>
                <a:cubicBezTo>
                  <a:pt x="825434" y="435454"/>
                  <a:pt x="838957" y="422803"/>
                  <a:pt x="855186" y="422803"/>
                </a:cubicBezTo>
                <a:lnTo>
                  <a:pt x="878627" y="422803"/>
                </a:lnTo>
                <a:cubicBezTo>
                  <a:pt x="884938" y="422803"/>
                  <a:pt x="887643" y="417382"/>
                  <a:pt x="889446" y="416478"/>
                </a:cubicBezTo>
                <a:cubicBezTo>
                  <a:pt x="890347" y="413768"/>
                  <a:pt x="892151" y="409250"/>
                  <a:pt x="889446" y="403828"/>
                </a:cubicBezTo>
                <a:lnTo>
                  <a:pt x="836253" y="314372"/>
                </a:lnTo>
                <a:cubicBezTo>
                  <a:pt x="829040" y="302625"/>
                  <a:pt x="825434" y="288168"/>
                  <a:pt x="825434" y="274614"/>
                </a:cubicBezTo>
                <a:lnTo>
                  <a:pt x="825434" y="236663"/>
                </a:lnTo>
                <a:cubicBezTo>
                  <a:pt x="825434" y="176122"/>
                  <a:pt x="800189" y="118292"/>
                  <a:pt x="755110" y="78534"/>
                </a:cubicBezTo>
                <a:cubicBezTo>
                  <a:pt x="721301" y="48037"/>
                  <a:pt x="679885" y="29739"/>
                  <a:pt x="635426" y="25546"/>
                </a:cubicBezTo>
                <a:close/>
                <a:moveTo>
                  <a:pt x="637975" y="980"/>
                </a:moveTo>
                <a:cubicBezTo>
                  <a:pt x="687548" y="5512"/>
                  <a:pt x="733698" y="25673"/>
                  <a:pt x="772240" y="59558"/>
                </a:cubicBezTo>
                <a:cubicBezTo>
                  <a:pt x="821827" y="104738"/>
                  <a:pt x="851579" y="168893"/>
                  <a:pt x="851579" y="236663"/>
                </a:cubicBezTo>
                <a:lnTo>
                  <a:pt x="851579" y="274614"/>
                </a:lnTo>
                <a:cubicBezTo>
                  <a:pt x="851579" y="283650"/>
                  <a:pt x="853383" y="292686"/>
                  <a:pt x="857891" y="301722"/>
                </a:cubicBezTo>
                <a:lnTo>
                  <a:pt x="910182" y="390274"/>
                </a:lnTo>
                <a:cubicBezTo>
                  <a:pt x="917395" y="402924"/>
                  <a:pt x="918296" y="416478"/>
                  <a:pt x="911084" y="428225"/>
                </a:cubicBezTo>
                <a:cubicBezTo>
                  <a:pt x="904773" y="440875"/>
                  <a:pt x="892151" y="448104"/>
                  <a:pt x="878627" y="448104"/>
                </a:cubicBezTo>
                <a:lnTo>
                  <a:pt x="855186" y="448104"/>
                </a:lnTo>
                <a:cubicBezTo>
                  <a:pt x="852481" y="448104"/>
                  <a:pt x="851579" y="449008"/>
                  <a:pt x="851579" y="451718"/>
                </a:cubicBezTo>
                <a:lnTo>
                  <a:pt x="851579" y="598101"/>
                </a:lnTo>
                <a:cubicBezTo>
                  <a:pt x="851579" y="629727"/>
                  <a:pt x="825434" y="655027"/>
                  <a:pt x="793878" y="655027"/>
                </a:cubicBezTo>
                <a:lnTo>
                  <a:pt x="724457" y="655027"/>
                </a:lnTo>
                <a:cubicBezTo>
                  <a:pt x="720850" y="655027"/>
                  <a:pt x="718146" y="655027"/>
                  <a:pt x="715441" y="655027"/>
                </a:cubicBezTo>
                <a:cubicBezTo>
                  <a:pt x="713638" y="655027"/>
                  <a:pt x="712736" y="655027"/>
                  <a:pt x="711835" y="655931"/>
                </a:cubicBezTo>
                <a:cubicBezTo>
                  <a:pt x="710933" y="656834"/>
                  <a:pt x="710933" y="656834"/>
                  <a:pt x="710933" y="657738"/>
                </a:cubicBezTo>
                <a:lnTo>
                  <a:pt x="710933" y="758940"/>
                </a:lnTo>
                <a:cubicBezTo>
                  <a:pt x="710933" y="786952"/>
                  <a:pt x="688393" y="808638"/>
                  <a:pt x="661346" y="808638"/>
                </a:cubicBezTo>
                <a:lnTo>
                  <a:pt x="516192" y="808638"/>
                </a:lnTo>
                <a:cubicBezTo>
                  <a:pt x="507176" y="824903"/>
                  <a:pt x="490947" y="835746"/>
                  <a:pt x="472014" y="835746"/>
                </a:cubicBezTo>
                <a:lnTo>
                  <a:pt x="326860" y="835746"/>
                </a:lnTo>
                <a:cubicBezTo>
                  <a:pt x="317844" y="851107"/>
                  <a:pt x="301615" y="861046"/>
                  <a:pt x="282682" y="861046"/>
                </a:cubicBezTo>
                <a:lnTo>
                  <a:pt x="105973" y="861046"/>
                </a:lnTo>
                <a:cubicBezTo>
                  <a:pt x="78925" y="861046"/>
                  <a:pt x="56385" y="838457"/>
                  <a:pt x="56385" y="811349"/>
                </a:cubicBezTo>
                <a:lnTo>
                  <a:pt x="56385" y="603522"/>
                </a:lnTo>
                <a:cubicBezTo>
                  <a:pt x="56385" y="581836"/>
                  <a:pt x="50976" y="444490"/>
                  <a:pt x="44665" y="426418"/>
                </a:cubicBezTo>
                <a:cubicBezTo>
                  <a:pt x="10405" y="378527"/>
                  <a:pt x="-4922" y="321601"/>
                  <a:pt x="1389" y="263771"/>
                </a:cubicBezTo>
                <a:cubicBezTo>
                  <a:pt x="13109" y="153532"/>
                  <a:pt x="100563" y="65883"/>
                  <a:pt x="209654" y="54137"/>
                </a:cubicBezTo>
                <a:cubicBezTo>
                  <a:pt x="241209" y="49619"/>
                  <a:pt x="272765" y="52329"/>
                  <a:pt x="301615" y="61365"/>
                </a:cubicBezTo>
                <a:cubicBezTo>
                  <a:pt x="331368" y="43293"/>
                  <a:pt x="364726" y="30643"/>
                  <a:pt x="398084" y="27029"/>
                </a:cubicBezTo>
                <a:cubicBezTo>
                  <a:pt x="429640" y="24318"/>
                  <a:pt x="461195" y="26125"/>
                  <a:pt x="490947" y="35161"/>
                </a:cubicBezTo>
                <a:cubicBezTo>
                  <a:pt x="520699" y="16186"/>
                  <a:pt x="554058" y="4439"/>
                  <a:pt x="587416" y="1728"/>
                </a:cubicBezTo>
                <a:cubicBezTo>
                  <a:pt x="604546" y="-305"/>
                  <a:pt x="621451" y="-531"/>
                  <a:pt x="637975" y="9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2" name="Freeform 6">
            <a:extLst>
              <a:ext uri="{FF2B5EF4-FFF2-40B4-BE49-F238E27FC236}">
                <a16:creationId xmlns:a16="http://schemas.microsoft.com/office/drawing/2014/main" id="{F0897D5E-0352-4302-BDC9-9F382B242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151" y="9006188"/>
            <a:ext cx="3999209" cy="3959376"/>
          </a:xfrm>
          <a:custGeom>
            <a:avLst/>
            <a:gdLst>
              <a:gd name="T0" fmla="*/ 3586 w 4429"/>
              <a:gd name="T1" fmla="*/ 729 h 4384"/>
              <a:gd name="T2" fmla="*/ 3166 w 4429"/>
              <a:gd name="T3" fmla="*/ 0 h 4384"/>
              <a:gd name="T4" fmla="*/ 3166 w 4429"/>
              <a:gd name="T5" fmla="*/ 0 h 4384"/>
              <a:gd name="T6" fmla="*/ 2969 w 4429"/>
              <a:gd name="T7" fmla="*/ 114 h 4384"/>
              <a:gd name="T8" fmla="*/ 2969 w 4429"/>
              <a:gd name="T9" fmla="*/ 114 h 4384"/>
              <a:gd name="T10" fmla="*/ 1610 w 4429"/>
              <a:gd name="T11" fmla="*/ 898 h 4384"/>
              <a:gd name="T12" fmla="*/ 492 w 4429"/>
              <a:gd name="T13" fmla="*/ 1543 h 4384"/>
              <a:gd name="T14" fmla="*/ 492 w 4429"/>
              <a:gd name="T15" fmla="*/ 1543 h 4384"/>
              <a:gd name="T16" fmla="*/ 0 w 4429"/>
              <a:gd name="T17" fmla="*/ 1827 h 4384"/>
              <a:gd name="T18" fmla="*/ 1476 w 4429"/>
              <a:gd name="T19" fmla="*/ 4383 h 4384"/>
              <a:gd name="T20" fmla="*/ 4428 w 4429"/>
              <a:gd name="T21" fmla="*/ 4383 h 4384"/>
              <a:gd name="T22" fmla="*/ 4428 w 4429"/>
              <a:gd name="T23" fmla="*/ 3536 h 4384"/>
              <a:gd name="T24" fmla="*/ 4428 w 4429"/>
              <a:gd name="T25" fmla="*/ 2169 h 4384"/>
              <a:gd name="T26" fmla="*/ 4428 w 4429"/>
              <a:gd name="T27" fmla="*/ 729 h 4384"/>
              <a:gd name="T28" fmla="*/ 3586 w 4429"/>
              <a:gd name="T29" fmla="*/ 729 h 4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429" h="4384">
                <a:moveTo>
                  <a:pt x="3586" y="729"/>
                </a:moveTo>
                <a:lnTo>
                  <a:pt x="3166" y="0"/>
                </a:lnTo>
                <a:lnTo>
                  <a:pt x="3166" y="0"/>
                </a:lnTo>
                <a:cubicBezTo>
                  <a:pt x="3100" y="38"/>
                  <a:pt x="3035" y="75"/>
                  <a:pt x="2969" y="114"/>
                </a:cubicBezTo>
                <a:lnTo>
                  <a:pt x="2969" y="114"/>
                </a:lnTo>
                <a:cubicBezTo>
                  <a:pt x="2516" y="375"/>
                  <a:pt x="2063" y="636"/>
                  <a:pt x="1610" y="898"/>
                </a:cubicBezTo>
                <a:lnTo>
                  <a:pt x="492" y="1543"/>
                </a:lnTo>
                <a:lnTo>
                  <a:pt x="492" y="1543"/>
                </a:lnTo>
                <a:cubicBezTo>
                  <a:pt x="328" y="1638"/>
                  <a:pt x="165" y="1733"/>
                  <a:pt x="0" y="1827"/>
                </a:cubicBezTo>
                <a:lnTo>
                  <a:pt x="1476" y="4383"/>
                </a:lnTo>
                <a:lnTo>
                  <a:pt x="4428" y="4383"/>
                </a:lnTo>
                <a:lnTo>
                  <a:pt x="4428" y="3536"/>
                </a:lnTo>
                <a:lnTo>
                  <a:pt x="4428" y="2169"/>
                </a:lnTo>
                <a:lnTo>
                  <a:pt x="4428" y="729"/>
                </a:lnTo>
                <a:lnTo>
                  <a:pt x="3586" y="729"/>
                </a:lnTo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7" name="Freeform 11">
            <a:extLst>
              <a:ext uri="{FF2B5EF4-FFF2-40B4-BE49-F238E27FC236}">
                <a16:creationId xmlns:a16="http://schemas.microsoft.com/office/drawing/2014/main" id="{7D8E9257-5E2D-4B50-B93B-8ED6DBF28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5225" y="10126282"/>
            <a:ext cx="2048256" cy="204825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8" name="Freeform 12">
            <a:extLst>
              <a:ext uri="{FF2B5EF4-FFF2-40B4-BE49-F238E27FC236}">
                <a16:creationId xmlns:a16="http://schemas.microsoft.com/office/drawing/2014/main" id="{EFB2BF13-1290-4D19-848F-042588944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6685" y="10377742"/>
            <a:ext cx="1545336" cy="154533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9" name="Freeform 25">
            <a:extLst>
              <a:ext uri="{FF2B5EF4-FFF2-40B4-BE49-F238E27FC236}">
                <a16:creationId xmlns:a16="http://schemas.microsoft.com/office/drawing/2014/main" id="{03BABAE8-B94C-408B-A325-6DAA064AC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6072" y="10695097"/>
            <a:ext cx="916154" cy="916153"/>
          </a:xfrm>
          <a:custGeom>
            <a:avLst/>
            <a:gdLst>
              <a:gd name="T0" fmla="*/ 701 w 1015"/>
              <a:gd name="T1" fmla="*/ 681 h 1015"/>
              <a:gd name="T2" fmla="*/ 755 w 1015"/>
              <a:gd name="T3" fmla="*/ 632 h 1015"/>
              <a:gd name="T4" fmla="*/ 740 w 1015"/>
              <a:gd name="T5" fmla="*/ 546 h 1015"/>
              <a:gd name="T6" fmla="*/ 626 w 1015"/>
              <a:gd name="T7" fmla="*/ 556 h 1015"/>
              <a:gd name="T8" fmla="*/ 616 w 1015"/>
              <a:gd name="T9" fmla="*/ 417 h 1015"/>
              <a:gd name="T10" fmla="*/ 620 w 1015"/>
              <a:gd name="T11" fmla="*/ 406 h 1015"/>
              <a:gd name="T12" fmla="*/ 572 w 1015"/>
              <a:gd name="T13" fmla="*/ 366 h 1015"/>
              <a:gd name="T14" fmla="*/ 566 w 1015"/>
              <a:gd name="T15" fmla="*/ 295 h 1015"/>
              <a:gd name="T16" fmla="*/ 619 w 1015"/>
              <a:gd name="T17" fmla="*/ 285 h 1015"/>
              <a:gd name="T18" fmla="*/ 668 w 1015"/>
              <a:gd name="T19" fmla="*/ 343 h 1015"/>
              <a:gd name="T20" fmla="*/ 689 w 1015"/>
              <a:gd name="T21" fmla="*/ 345 h 1015"/>
              <a:gd name="T22" fmla="*/ 966 w 1015"/>
              <a:gd name="T23" fmla="*/ 461 h 1015"/>
              <a:gd name="T24" fmla="*/ 966 w 1015"/>
              <a:gd name="T25" fmla="*/ 553 h 1015"/>
              <a:gd name="T26" fmla="*/ 507 w 1015"/>
              <a:gd name="T27" fmla="*/ 986 h 1015"/>
              <a:gd name="T28" fmla="*/ 264 w 1015"/>
              <a:gd name="T29" fmla="*/ 770 h 1015"/>
              <a:gd name="T30" fmla="*/ 354 w 1015"/>
              <a:gd name="T31" fmla="*/ 730 h 1015"/>
              <a:gd name="T32" fmla="*/ 467 w 1015"/>
              <a:gd name="T33" fmla="*/ 739 h 1015"/>
              <a:gd name="T34" fmla="*/ 482 w 1015"/>
              <a:gd name="T35" fmla="*/ 655 h 1015"/>
              <a:gd name="T36" fmla="*/ 507 w 1015"/>
              <a:gd name="T37" fmla="*/ 527 h 1015"/>
              <a:gd name="T38" fmla="*/ 608 w 1015"/>
              <a:gd name="T39" fmla="*/ 620 h 1015"/>
              <a:gd name="T40" fmla="*/ 648 w 1015"/>
              <a:gd name="T41" fmla="*/ 572 h 1015"/>
              <a:gd name="T42" fmla="*/ 666 w 1015"/>
              <a:gd name="T43" fmla="*/ 557 h 1015"/>
              <a:gd name="T44" fmla="*/ 728 w 1015"/>
              <a:gd name="T45" fmla="*/ 620 h 1015"/>
              <a:gd name="T46" fmla="*/ 670 w 1015"/>
              <a:gd name="T47" fmla="*/ 668 h 1015"/>
              <a:gd name="T48" fmla="*/ 665 w 1015"/>
              <a:gd name="T49" fmla="*/ 679 h 1015"/>
              <a:gd name="T50" fmla="*/ 553 w 1015"/>
              <a:gd name="T51" fmla="*/ 967 h 1015"/>
              <a:gd name="T52" fmla="*/ 47 w 1015"/>
              <a:gd name="T53" fmla="*/ 461 h 1015"/>
              <a:gd name="T54" fmla="*/ 283 w 1015"/>
              <a:gd name="T55" fmla="*/ 355 h 1015"/>
              <a:gd name="T56" fmla="*/ 259 w 1015"/>
              <a:gd name="T57" fmla="*/ 383 h 1015"/>
              <a:gd name="T58" fmla="*/ 359 w 1015"/>
              <a:gd name="T59" fmla="*/ 483 h 1015"/>
              <a:gd name="T60" fmla="*/ 409 w 1015"/>
              <a:gd name="T61" fmla="*/ 429 h 1015"/>
              <a:gd name="T62" fmla="*/ 397 w 1015"/>
              <a:gd name="T63" fmla="*/ 597 h 1015"/>
              <a:gd name="T64" fmla="*/ 399 w 1015"/>
              <a:gd name="T65" fmla="*/ 618 h 1015"/>
              <a:gd name="T66" fmla="*/ 457 w 1015"/>
              <a:gd name="T67" fmla="*/ 667 h 1015"/>
              <a:gd name="T68" fmla="*/ 447 w 1015"/>
              <a:gd name="T69" fmla="*/ 720 h 1015"/>
              <a:gd name="T70" fmla="*/ 377 w 1015"/>
              <a:gd name="T71" fmla="*/ 714 h 1015"/>
              <a:gd name="T72" fmla="*/ 336 w 1015"/>
              <a:gd name="T73" fmla="*/ 665 h 1015"/>
              <a:gd name="T74" fmla="*/ 243 w 1015"/>
              <a:gd name="T75" fmla="*/ 750 h 1015"/>
              <a:gd name="T76" fmla="*/ 28 w 1015"/>
              <a:gd name="T77" fmla="*/ 507 h 1015"/>
              <a:gd name="T78" fmla="*/ 507 w 1015"/>
              <a:gd name="T79" fmla="*/ 28 h 1015"/>
              <a:gd name="T80" fmla="*/ 750 w 1015"/>
              <a:gd name="T81" fmla="*/ 244 h 1015"/>
              <a:gd name="T82" fmla="*/ 659 w 1015"/>
              <a:gd name="T83" fmla="*/ 284 h 1015"/>
              <a:gd name="T84" fmla="*/ 546 w 1015"/>
              <a:gd name="T85" fmla="*/ 275 h 1015"/>
              <a:gd name="T86" fmla="*/ 531 w 1015"/>
              <a:gd name="T87" fmla="*/ 359 h 1015"/>
              <a:gd name="T88" fmla="*/ 507 w 1015"/>
              <a:gd name="T89" fmla="*/ 487 h 1015"/>
              <a:gd name="T90" fmla="*/ 406 w 1015"/>
              <a:gd name="T91" fmla="*/ 394 h 1015"/>
              <a:gd name="T92" fmla="*/ 365 w 1015"/>
              <a:gd name="T93" fmla="*/ 441 h 1015"/>
              <a:gd name="T94" fmla="*/ 347 w 1015"/>
              <a:gd name="T95" fmla="*/ 457 h 1015"/>
              <a:gd name="T96" fmla="*/ 285 w 1015"/>
              <a:gd name="T97" fmla="*/ 395 h 1015"/>
              <a:gd name="T98" fmla="*/ 342 w 1015"/>
              <a:gd name="T99" fmla="*/ 346 h 1015"/>
              <a:gd name="T100" fmla="*/ 348 w 1015"/>
              <a:gd name="T101" fmla="*/ 336 h 1015"/>
              <a:gd name="T102" fmla="*/ 460 w 1015"/>
              <a:gd name="T103" fmla="*/ 48 h 1015"/>
              <a:gd name="T104" fmla="*/ 573 w 1015"/>
              <a:gd name="T105" fmla="*/ 27 h 1015"/>
              <a:gd name="T106" fmla="*/ 441 w 1015"/>
              <a:gd name="T107" fmla="*/ 27 h 1015"/>
              <a:gd name="T108" fmla="*/ 0 w 1015"/>
              <a:gd name="T109" fmla="*/ 507 h 1015"/>
              <a:gd name="T110" fmla="*/ 441 w 1015"/>
              <a:gd name="T111" fmla="*/ 987 h 1015"/>
              <a:gd name="T112" fmla="*/ 507 w 1015"/>
              <a:gd name="T113" fmla="*/ 1014 h 1015"/>
              <a:gd name="T114" fmla="*/ 987 w 1015"/>
              <a:gd name="T115" fmla="*/ 573 h 1015"/>
              <a:gd name="T116" fmla="*/ 987 w 1015"/>
              <a:gd name="T117" fmla="*/ 441 h 10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5" h="1015">
                <a:moveTo>
                  <a:pt x="966" y="553"/>
                </a:moveTo>
                <a:lnTo>
                  <a:pt x="770" y="750"/>
                </a:lnTo>
                <a:lnTo>
                  <a:pt x="701" y="681"/>
                </a:lnTo>
                <a:lnTo>
                  <a:pt x="729" y="660"/>
                </a:lnTo>
                <a:lnTo>
                  <a:pt x="729" y="660"/>
                </a:lnTo>
                <a:cubicBezTo>
                  <a:pt x="741" y="651"/>
                  <a:pt x="750" y="642"/>
                  <a:pt x="755" y="632"/>
                </a:cubicBezTo>
                <a:lnTo>
                  <a:pt x="755" y="632"/>
                </a:lnTo>
                <a:cubicBezTo>
                  <a:pt x="767" y="603"/>
                  <a:pt x="761" y="569"/>
                  <a:pt x="740" y="546"/>
                </a:cubicBezTo>
                <a:lnTo>
                  <a:pt x="740" y="546"/>
                </a:lnTo>
                <a:cubicBezTo>
                  <a:pt x="717" y="524"/>
                  <a:pt x="683" y="518"/>
                  <a:pt x="654" y="531"/>
                </a:cubicBezTo>
                <a:lnTo>
                  <a:pt x="654" y="531"/>
                </a:lnTo>
                <a:cubicBezTo>
                  <a:pt x="643" y="536"/>
                  <a:pt x="634" y="544"/>
                  <a:pt x="626" y="556"/>
                </a:cubicBezTo>
                <a:lnTo>
                  <a:pt x="604" y="585"/>
                </a:lnTo>
                <a:lnTo>
                  <a:pt x="526" y="507"/>
                </a:lnTo>
                <a:lnTo>
                  <a:pt x="616" y="417"/>
                </a:lnTo>
                <a:lnTo>
                  <a:pt x="616" y="417"/>
                </a:lnTo>
                <a:cubicBezTo>
                  <a:pt x="619" y="415"/>
                  <a:pt x="620" y="410"/>
                  <a:pt x="620" y="406"/>
                </a:cubicBezTo>
                <a:lnTo>
                  <a:pt x="620" y="406"/>
                </a:lnTo>
                <a:cubicBezTo>
                  <a:pt x="620" y="402"/>
                  <a:pt x="618" y="398"/>
                  <a:pt x="615" y="396"/>
                </a:cubicBezTo>
                <a:lnTo>
                  <a:pt x="572" y="366"/>
                </a:lnTo>
                <a:lnTo>
                  <a:pt x="572" y="366"/>
                </a:lnTo>
                <a:cubicBezTo>
                  <a:pt x="565" y="360"/>
                  <a:pt x="559" y="354"/>
                  <a:pt x="556" y="347"/>
                </a:cubicBezTo>
                <a:lnTo>
                  <a:pt x="556" y="347"/>
                </a:lnTo>
                <a:cubicBezTo>
                  <a:pt x="548" y="329"/>
                  <a:pt x="552" y="308"/>
                  <a:pt x="566" y="295"/>
                </a:cubicBezTo>
                <a:lnTo>
                  <a:pt x="566" y="295"/>
                </a:lnTo>
                <a:cubicBezTo>
                  <a:pt x="580" y="280"/>
                  <a:pt x="601" y="277"/>
                  <a:pt x="619" y="285"/>
                </a:cubicBezTo>
                <a:lnTo>
                  <a:pt x="619" y="285"/>
                </a:lnTo>
                <a:cubicBezTo>
                  <a:pt x="626" y="288"/>
                  <a:pt x="632" y="293"/>
                  <a:pt x="637" y="301"/>
                </a:cubicBezTo>
                <a:lnTo>
                  <a:pt x="668" y="343"/>
                </a:lnTo>
                <a:lnTo>
                  <a:pt x="668" y="343"/>
                </a:lnTo>
                <a:cubicBezTo>
                  <a:pt x="670" y="346"/>
                  <a:pt x="674" y="349"/>
                  <a:pt x="678" y="349"/>
                </a:cubicBezTo>
                <a:lnTo>
                  <a:pt x="678" y="349"/>
                </a:lnTo>
                <a:cubicBezTo>
                  <a:pt x="682" y="349"/>
                  <a:pt x="685" y="348"/>
                  <a:pt x="689" y="345"/>
                </a:cubicBezTo>
                <a:lnTo>
                  <a:pt x="770" y="265"/>
                </a:lnTo>
                <a:lnTo>
                  <a:pt x="966" y="461"/>
                </a:lnTo>
                <a:lnTo>
                  <a:pt x="966" y="461"/>
                </a:lnTo>
                <a:cubicBezTo>
                  <a:pt x="979" y="474"/>
                  <a:pt x="986" y="490"/>
                  <a:pt x="986" y="507"/>
                </a:cubicBezTo>
                <a:lnTo>
                  <a:pt x="986" y="507"/>
                </a:lnTo>
                <a:cubicBezTo>
                  <a:pt x="986" y="524"/>
                  <a:pt x="979" y="541"/>
                  <a:pt x="966" y="553"/>
                </a:cubicBezTo>
                <a:close/>
                <a:moveTo>
                  <a:pt x="553" y="967"/>
                </a:moveTo>
                <a:lnTo>
                  <a:pt x="553" y="967"/>
                </a:lnTo>
                <a:cubicBezTo>
                  <a:pt x="540" y="979"/>
                  <a:pt x="524" y="986"/>
                  <a:pt x="507" y="986"/>
                </a:cubicBezTo>
                <a:lnTo>
                  <a:pt x="507" y="986"/>
                </a:lnTo>
                <a:cubicBezTo>
                  <a:pt x="489" y="986"/>
                  <a:pt x="473" y="979"/>
                  <a:pt x="460" y="967"/>
                </a:cubicBezTo>
                <a:lnTo>
                  <a:pt x="264" y="770"/>
                </a:lnTo>
                <a:lnTo>
                  <a:pt x="333" y="700"/>
                </a:lnTo>
                <a:lnTo>
                  <a:pt x="354" y="730"/>
                </a:lnTo>
                <a:lnTo>
                  <a:pt x="354" y="730"/>
                </a:lnTo>
                <a:cubicBezTo>
                  <a:pt x="362" y="742"/>
                  <a:pt x="372" y="749"/>
                  <a:pt x="383" y="755"/>
                </a:cubicBezTo>
                <a:lnTo>
                  <a:pt x="383" y="755"/>
                </a:lnTo>
                <a:cubicBezTo>
                  <a:pt x="411" y="768"/>
                  <a:pt x="445" y="762"/>
                  <a:pt x="467" y="739"/>
                </a:cubicBezTo>
                <a:lnTo>
                  <a:pt x="467" y="739"/>
                </a:lnTo>
                <a:cubicBezTo>
                  <a:pt x="489" y="717"/>
                  <a:pt x="496" y="684"/>
                  <a:pt x="482" y="655"/>
                </a:cubicBezTo>
                <a:lnTo>
                  <a:pt x="482" y="655"/>
                </a:lnTo>
                <a:cubicBezTo>
                  <a:pt x="477" y="644"/>
                  <a:pt x="469" y="635"/>
                  <a:pt x="458" y="626"/>
                </a:cubicBezTo>
                <a:lnTo>
                  <a:pt x="428" y="605"/>
                </a:lnTo>
                <a:lnTo>
                  <a:pt x="507" y="527"/>
                </a:lnTo>
                <a:lnTo>
                  <a:pt x="596" y="617"/>
                </a:lnTo>
                <a:lnTo>
                  <a:pt x="596" y="617"/>
                </a:lnTo>
                <a:cubicBezTo>
                  <a:pt x="599" y="620"/>
                  <a:pt x="604" y="621"/>
                  <a:pt x="608" y="620"/>
                </a:cubicBezTo>
                <a:lnTo>
                  <a:pt x="608" y="620"/>
                </a:lnTo>
                <a:cubicBezTo>
                  <a:pt x="611" y="620"/>
                  <a:pt x="616" y="619"/>
                  <a:pt x="618" y="615"/>
                </a:cubicBezTo>
                <a:lnTo>
                  <a:pt x="648" y="572"/>
                </a:lnTo>
                <a:lnTo>
                  <a:pt x="648" y="572"/>
                </a:lnTo>
                <a:cubicBezTo>
                  <a:pt x="653" y="565"/>
                  <a:pt x="660" y="560"/>
                  <a:pt x="666" y="557"/>
                </a:cubicBezTo>
                <a:lnTo>
                  <a:pt x="666" y="557"/>
                </a:lnTo>
                <a:cubicBezTo>
                  <a:pt x="684" y="549"/>
                  <a:pt x="706" y="553"/>
                  <a:pt x="719" y="567"/>
                </a:cubicBezTo>
                <a:lnTo>
                  <a:pt x="719" y="567"/>
                </a:lnTo>
                <a:cubicBezTo>
                  <a:pt x="734" y="580"/>
                  <a:pt x="737" y="602"/>
                  <a:pt x="728" y="620"/>
                </a:cubicBezTo>
                <a:lnTo>
                  <a:pt x="728" y="620"/>
                </a:lnTo>
                <a:cubicBezTo>
                  <a:pt x="726" y="626"/>
                  <a:pt x="721" y="632"/>
                  <a:pt x="713" y="637"/>
                </a:cubicBezTo>
                <a:lnTo>
                  <a:pt x="670" y="668"/>
                </a:lnTo>
                <a:lnTo>
                  <a:pt x="670" y="668"/>
                </a:lnTo>
                <a:cubicBezTo>
                  <a:pt x="667" y="670"/>
                  <a:pt x="665" y="674"/>
                  <a:pt x="665" y="679"/>
                </a:cubicBezTo>
                <a:lnTo>
                  <a:pt x="665" y="679"/>
                </a:lnTo>
                <a:cubicBezTo>
                  <a:pt x="664" y="682"/>
                  <a:pt x="666" y="686"/>
                  <a:pt x="669" y="690"/>
                </a:cubicBezTo>
                <a:lnTo>
                  <a:pt x="750" y="770"/>
                </a:lnTo>
                <a:lnTo>
                  <a:pt x="553" y="967"/>
                </a:lnTo>
                <a:close/>
                <a:moveTo>
                  <a:pt x="28" y="507"/>
                </a:moveTo>
                <a:lnTo>
                  <a:pt x="28" y="507"/>
                </a:lnTo>
                <a:cubicBezTo>
                  <a:pt x="28" y="490"/>
                  <a:pt x="34" y="474"/>
                  <a:pt x="47" y="461"/>
                </a:cubicBezTo>
                <a:lnTo>
                  <a:pt x="243" y="265"/>
                </a:lnTo>
                <a:lnTo>
                  <a:pt x="313" y="333"/>
                </a:lnTo>
                <a:lnTo>
                  <a:pt x="283" y="355"/>
                </a:lnTo>
                <a:lnTo>
                  <a:pt x="283" y="355"/>
                </a:lnTo>
                <a:cubicBezTo>
                  <a:pt x="272" y="362"/>
                  <a:pt x="264" y="373"/>
                  <a:pt x="259" y="383"/>
                </a:cubicBezTo>
                <a:lnTo>
                  <a:pt x="259" y="383"/>
                </a:lnTo>
                <a:cubicBezTo>
                  <a:pt x="246" y="411"/>
                  <a:pt x="252" y="446"/>
                  <a:pt x="274" y="468"/>
                </a:cubicBezTo>
                <a:lnTo>
                  <a:pt x="274" y="468"/>
                </a:lnTo>
                <a:cubicBezTo>
                  <a:pt x="297" y="490"/>
                  <a:pt x="330" y="496"/>
                  <a:pt x="359" y="483"/>
                </a:cubicBezTo>
                <a:lnTo>
                  <a:pt x="359" y="483"/>
                </a:lnTo>
                <a:cubicBezTo>
                  <a:pt x="370" y="478"/>
                  <a:pt x="379" y="469"/>
                  <a:pt x="388" y="459"/>
                </a:cubicBezTo>
                <a:lnTo>
                  <a:pt x="409" y="429"/>
                </a:lnTo>
                <a:lnTo>
                  <a:pt x="487" y="507"/>
                </a:lnTo>
                <a:lnTo>
                  <a:pt x="397" y="597"/>
                </a:lnTo>
                <a:lnTo>
                  <a:pt x="397" y="597"/>
                </a:lnTo>
                <a:cubicBezTo>
                  <a:pt x="394" y="600"/>
                  <a:pt x="393" y="604"/>
                  <a:pt x="393" y="608"/>
                </a:cubicBezTo>
                <a:lnTo>
                  <a:pt x="393" y="608"/>
                </a:lnTo>
                <a:cubicBezTo>
                  <a:pt x="394" y="612"/>
                  <a:pt x="395" y="616"/>
                  <a:pt x="399" y="618"/>
                </a:cubicBezTo>
                <a:lnTo>
                  <a:pt x="442" y="649"/>
                </a:lnTo>
                <a:lnTo>
                  <a:pt x="442" y="649"/>
                </a:lnTo>
                <a:cubicBezTo>
                  <a:pt x="449" y="654"/>
                  <a:pt x="454" y="660"/>
                  <a:pt x="457" y="667"/>
                </a:cubicBezTo>
                <a:lnTo>
                  <a:pt x="457" y="667"/>
                </a:lnTo>
                <a:cubicBezTo>
                  <a:pt x="465" y="684"/>
                  <a:pt x="461" y="706"/>
                  <a:pt x="447" y="720"/>
                </a:cubicBezTo>
                <a:lnTo>
                  <a:pt x="447" y="720"/>
                </a:lnTo>
                <a:cubicBezTo>
                  <a:pt x="433" y="734"/>
                  <a:pt x="412" y="737"/>
                  <a:pt x="394" y="729"/>
                </a:cubicBezTo>
                <a:lnTo>
                  <a:pt x="394" y="729"/>
                </a:lnTo>
                <a:cubicBezTo>
                  <a:pt x="388" y="727"/>
                  <a:pt x="382" y="721"/>
                  <a:pt x="377" y="714"/>
                </a:cubicBezTo>
                <a:lnTo>
                  <a:pt x="345" y="671"/>
                </a:lnTo>
                <a:lnTo>
                  <a:pt x="345" y="671"/>
                </a:lnTo>
                <a:cubicBezTo>
                  <a:pt x="343" y="668"/>
                  <a:pt x="340" y="666"/>
                  <a:pt x="336" y="665"/>
                </a:cubicBezTo>
                <a:lnTo>
                  <a:pt x="336" y="665"/>
                </a:lnTo>
                <a:cubicBezTo>
                  <a:pt x="331" y="665"/>
                  <a:pt x="327" y="667"/>
                  <a:pt x="324" y="669"/>
                </a:cubicBezTo>
                <a:lnTo>
                  <a:pt x="243" y="750"/>
                </a:lnTo>
                <a:lnTo>
                  <a:pt x="47" y="553"/>
                </a:lnTo>
                <a:lnTo>
                  <a:pt x="47" y="553"/>
                </a:lnTo>
                <a:cubicBezTo>
                  <a:pt x="34" y="541"/>
                  <a:pt x="28" y="524"/>
                  <a:pt x="28" y="507"/>
                </a:cubicBezTo>
                <a:close/>
                <a:moveTo>
                  <a:pt x="460" y="48"/>
                </a:moveTo>
                <a:lnTo>
                  <a:pt x="460" y="48"/>
                </a:lnTo>
                <a:cubicBezTo>
                  <a:pt x="473" y="35"/>
                  <a:pt x="489" y="28"/>
                  <a:pt x="507" y="28"/>
                </a:cubicBezTo>
                <a:lnTo>
                  <a:pt x="507" y="28"/>
                </a:lnTo>
                <a:cubicBezTo>
                  <a:pt x="524" y="28"/>
                  <a:pt x="540" y="35"/>
                  <a:pt x="553" y="48"/>
                </a:cubicBezTo>
                <a:lnTo>
                  <a:pt x="750" y="244"/>
                </a:lnTo>
                <a:lnTo>
                  <a:pt x="681" y="314"/>
                </a:lnTo>
                <a:lnTo>
                  <a:pt x="659" y="284"/>
                </a:lnTo>
                <a:lnTo>
                  <a:pt x="659" y="284"/>
                </a:lnTo>
                <a:cubicBezTo>
                  <a:pt x="652" y="273"/>
                  <a:pt x="642" y="265"/>
                  <a:pt x="631" y="259"/>
                </a:cubicBezTo>
                <a:lnTo>
                  <a:pt x="631" y="259"/>
                </a:lnTo>
                <a:cubicBezTo>
                  <a:pt x="602" y="247"/>
                  <a:pt x="568" y="253"/>
                  <a:pt x="546" y="275"/>
                </a:cubicBezTo>
                <a:lnTo>
                  <a:pt x="546" y="275"/>
                </a:lnTo>
                <a:cubicBezTo>
                  <a:pt x="524" y="296"/>
                  <a:pt x="518" y="331"/>
                  <a:pt x="531" y="359"/>
                </a:cubicBezTo>
                <a:lnTo>
                  <a:pt x="531" y="359"/>
                </a:lnTo>
                <a:cubicBezTo>
                  <a:pt x="536" y="370"/>
                  <a:pt x="544" y="380"/>
                  <a:pt x="555" y="388"/>
                </a:cubicBezTo>
                <a:lnTo>
                  <a:pt x="585" y="410"/>
                </a:lnTo>
                <a:lnTo>
                  <a:pt x="507" y="487"/>
                </a:lnTo>
                <a:lnTo>
                  <a:pt x="416" y="398"/>
                </a:lnTo>
                <a:lnTo>
                  <a:pt x="416" y="398"/>
                </a:lnTo>
                <a:cubicBezTo>
                  <a:pt x="414" y="394"/>
                  <a:pt x="410" y="394"/>
                  <a:pt x="406" y="394"/>
                </a:cubicBezTo>
                <a:lnTo>
                  <a:pt x="406" y="394"/>
                </a:lnTo>
                <a:cubicBezTo>
                  <a:pt x="402" y="394"/>
                  <a:pt x="398" y="396"/>
                  <a:pt x="395" y="399"/>
                </a:cubicBezTo>
                <a:lnTo>
                  <a:pt x="365" y="441"/>
                </a:lnTo>
                <a:lnTo>
                  <a:pt x="365" y="441"/>
                </a:lnTo>
                <a:cubicBezTo>
                  <a:pt x="360" y="449"/>
                  <a:pt x="353" y="454"/>
                  <a:pt x="347" y="457"/>
                </a:cubicBezTo>
                <a:lnTo>
                  <a:pt x="347" y="457"/>
                </a:lnTo>
                <a:cubicBezTo>
                  <a:pt x="330" y="465"/>
                  <a:pt x="308" y="462"/>
                  <a:pt x="294" y="447"/>
                </a:cubicBezTo>
                <a:lnTo>
                  <a:pt x="294" y="447"/>
                </a:lnTo>
                <a:cubicBezTo>
                  <a:pt x="280" y="434"/>
                  <a:pt x="277" y="413"/>
                  <a:pt x="285" y="395"/>
                </a:cubicBezTo>
                <a:lnTo>
                  <a:pt x="285" y="395"/>
                </a:lnTo>
                <a:cubicBezTo>
                  <a:pt x="287" y="388"/>
                  <a:pt x="292" y="382"/>
                  <a:pt x="300" y="377"/>
                </a:cubicBezTo>
                <a:lnTo>
                  <a:pt x="342" y="346"/>
                </a:lnTo>
                <a:lnTo>
                  <a:pt x="342" y="346"/>
                </a:lnTo>
                <a:cubicBezTo>
                  <a:pt x="345" y="344"/>
                  <a:pt x="348" y="340"/>
                  <a:pt x="348" y="336"/>
                </a:cubicBezTo>
                <a:lnTo>
                  <a:pt x="348" y="336"/>
                </a:lnTo>
                <a:cubicBezTo>
                  <a:pt x="349" y="332"/>
                  <a:pt x="347" y="328"/>
                  <a:pt x="345" y="325"/>
                </a:cubicBezTo>
                <a:lnTo>
                  <a:pt x="264" y="244"/>
                </a:lnTo>
                <a:lnTo>
                  <a:pt x="460" y="48"/>
                </a:lnTo>
                <a:close/>
                <a:moveTo>
                  <a:pt x="987" y="441"/>
                </a:moveTo>
                <a:lnTo>
                  <a:pt x="573" y="27"/>
                </a:lnTo>
                <a:lnTo>
                  <a:pt x="573" y="27"/>
                </a:lnTo>
                <a:cubicBezTo>
                  <a:pt x="555" y="10"/>
                  <a:pt x="531" y="0"/>
                  <a:pt x="507" y="0"/>
                </a:cubicBezTo>
                <a:lnTo>
                  <a:pt x="507" y="0"/>
                </a:lnTo>
                <a:cubicBezTo>
                  <a:pt x="481" y="0"/>
                  <a:pt x="459" y="10"/>
                  <a:pt x="441" y="27"/>
                </a:cubicBezTo>
                <a:lnTo>
                  <a:pt x="27" y="441"/>
                </a:lnTo>
                <a:lnTo>
                  <a:pt x="27" y="441"/>
                </a:lnTo>
                <a:cubicBezTo>
                  <a:pt x="9" y="459"/>
                  <a:pt x="0" y="482"/>
                  <a:pt x="0" y="507"/>
                </a:cubicBezTo>
                <a:lnTo>
                  <a:pt x="0" y="507"/>
                </a:lnTo>
                <a:cubicBezTo>
                  <a:pt x="0" y="532"/>
                  <a:pt x="9" y="555"/>
                  <a:pt x="27" y="573"/>
                </a:cubicBezTo>
                <a:lnTo>
                  <a:pt x="441" y="987"/>
                </a:lnTo>
                <a:lnTo>
                  <a:pt x="441" y="987"/>
                </a:lnTo>
                <a:cubicBezTo>
                  <a:pt x="459" y="1004"/>
                  <a:pt x="481" y="1014"/>
                  <a:pt x="507" y="1014"/>
                </a:cubicBezTo>
                <a:lnTo>
                  <a:pt x="507" y="1014"/>
                </a:lnTo>
                <a:cubicBezTo>
                  <a:pt x="531" y="1014"/>
                  <a:pt x="555" y="1004"/>
                  <a:pt x="573" y="987"/>
                </a:cubicBezTo>
                <a:lnTo>
                  <a:pt x="987" y="573"/>
                </a:lnTo>
                <a:lnTo>
                  <a:pt x="987" y="573"/>
                </a:lnTo>
                <a:cubicBezTo>
                  <a:pt x="1003" y="555"/>
                  <a:pt x="1014" y="532"/>
                  <a:pt x="1014" y="507"/>
                </a:cubicBezTo>
                <a:lnTo>
                  <a:pt x="1014" y="507"/>
                </a:lnTo>
                <a:cubicBezTo>
                  <a:pt x="1014" y="482"/>
                  <a:pt x="1003" y="459"/>
                  <a:pt x="987" y="44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69" name="Freeform 3">
            <a:extLst>
              <a:ext uri="{FF2B5EF4-FFF2-40B4-BE49-F238E27FC236}">
                <a16:creationId xmlns:a16="http://schemas.microsoft.com/office/drawing/2014/main" id="{FA6BF314-9F4D-4D68-B6FC-0BE728061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6290" y="3290186"/>
            <a:ext cx="3999209" cy="3959376"/>
          </a:xfrm>
          <a:custGeom>
            <a:avLst/>
            <a:gdLst>
              <a:gd name="T0" fmla="*/ 2951 w 4428"/>
              <a:gd name="T1" fmla="*/ 0 h 4383"/>
              <a:gd name="T2" fmla="*/ 0 w 4428"/>
              <a:gd name="T3" fmla="*/ 0 h 4383"/>
              <a:gd name="T4" fmla="*/ 0 w 4428"/>
              <a:gd name="T5" fmla="*/ 848 h 4383"/>
              <a:gd name="T6" fmla="*/ 0 w 4428"/>
              <a:gd name="T7" fmla="*/ 2215 h 4383"/>
              <a:gd name="T8" fmla="*/ 0 w 4428"/>
              <a:gd name="T9" fmla="*/ 3654 h 4383"/>
              <a:gd name="T10" fmla="*/ 842 w 4428"/>
              <a:gd name="T11" fmla="*/ 3654 h 4383"/>
              <a:gd name="T12" fmla="*/ 1262 w 4428"/>
              <a:gd name="T13" fmla="*/ 4382 h 4383"/>
              <a:gd name="T14" fmla="*/ 1262 w 4428"/>
              <a:gd name="T15" fmla="*/ 4382 h 4383"/>
              <a:gd name="T16" fmla="*/ 1459 w 4428"/>
              <a:gd name="T17" fmla="*/ 4269 h 4383"/>
              <a:gd name="T18" fmla="*/ 1459 w 4428"/>
              <a:gd name="T19" fmla="*/ 4269 h 4383"/>
              <a:gd name="T20" fmla="*/ 2817 w 4428"/>
              <a:gd name="T21" fmla="*/ 3486 h 4383"/>
              <a:gd name="T22" fmla="*/ 2817 w 4428"/>
              <a:gd name="T23" fmla="*/ 3486 h 4383"/>
              <a:gd name="T24" fmla="*/ 3936 w 4428"/>
              <a:gd name="T25" fmla="*/ 2839 h 4383"/>
              <a:gd name="T26" fmla="*/ 3936 w 4428"/>
              <a:gd name="T27" fmla="*/ 2839 h 4383"/>
              <a:gd name="T28" fmla="*/ 4427 w 4428"/>
              <a:gd name="T29" fmla="*/ 2556 h 4383"/>
              <a:gd name="T30" fmla="*/ 2951 w 4428"/>
              <a:gd name="T31" fmla="*/ 0 h 4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428" h="4383">
                <a:moveTo>
                  <a:pt x="2951" y="0"/>
                </a:moveTo>
                <a:lnTo>
                  <a:pt x="0" y="0"/>
                </a:lnTo>
                <a:lnTo>
                  <a:pt x="0" y="848"/>
                </a:lnTo>
                <a:lnTo>
                  <a:pt x="0" y="2215"/>
                </a:lnTo>
                <a:lnTo>
                  <a:pt x="0" y="3654"/>
                </a:lnTo>
                <a:lnTo>
                  <a:pt x="842" y="3654"/>
                </a:lnTo>
                <a:lnTo>
                  <a:pt x="1262" y="4382"/>
                </a:lnTo>
                <a:lnTo>
                  <a:pt x="1262" y="4382"/>
                </a:lnTo>
                <a:cubicBezTo>
                  <a:pt x="1328" y="4344"/>
                  <a:pt x="1393" y="4307"/>
                  <a:pt x="1459" y="4269"/>
                </a:cubicBezTo>
                <a:lnTo>
                  <a:pt x="1459" y="4269"/>
                </a:lnTo>
                <a:cubicBezTo>
                  <a:pt x="1912" y="4007"/>
                  <a:pt x="2364" y="3747"/>
                  <a:pt x="2817" y="3486"/>
                </a:cubicBezTo>
                <a:lnTo>
                  <a:pt x="2817" y="3486"/>
                </a:lnTo>
                <a:cubicBezTo>
                  <a:pt x="3190" y="3270"/>
                  <a:pt x="3563" y="3055"/>
                  <a:pt x="3936" y="2839"/>
                </a:cubicBezTo>
                <a:lnTo>
                  <a:pt x="3936" y="2839"/>
                </a:lnTo>
                <a:cubicBezTo>
                  <a:pt x="4099" y="2745"/>
                  <a:pt x="4263" y="2651"/>
                  <a:pt x="4427" y="2556"/>
                </a:cubicBezTo>
                <a:lnTo>
                  <a:pt x="2951" y="0"/>
                </a:lnTo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3" name="Freeform 17">
            <a:extLst>
              <a:ext uri="{FF2B5EF4-FFF2-40B4-BE49-F238E27FC236}">
                <a16:creationId xmlns:a16="http://schemas.microsoft.com/office/drawing/2014/main" id="{156B131D-F440-4420-9439-A77FEED6E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5845" y="4087289"/>
            <a:ext cx="2048256" cy="2048256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4" name="Freeform 18">
            <a:extLst>
              <a:ext uri="{FF2B5EF4-FFF2-40B4-BE49-F238E27FC236}">
                <a16:creationId xmlns:a16="http://schemas.microsoft.com/office/drawing/2014/main" id="{5A7C5F28-4D4B-4361-8491-3C294D761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7305" y="4338749"/>
            <a:ext cx="1545336" cy="154533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9585D41B-BD5B-40FD-B504-7313D4506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1104" y="4712216"/>
            <a:ext cx="767868" cy="787786"/>
          </a:xfrm>
          <a:custGeom>
            <a:avLst/>
            <a:gdLst>
              <a:gd name="connsiteX0" fmla="*/ 626941 w 767868"/>
              <a:gd name="connsiteY0" fmla="*/ 254844 h 787786"/>
              <a:gd name="connsiteX1" fmla="*/ 586289 w 767868"/>
              <a:gd name="connsiteY1" fmla="*/ 282799 h 787786"/>
              <a:gd name="connsiteX2" fmla="*/ 566415 w 767868"/>
              <a:gd name="connsiteY2" fmla="*/ 278290 h 787786"/>
              <a:gd name="connsiteX3" fmla="*/ 566415 w 767868"/>
              <a:gd name="connsiteY3" fmla="*/ 388305 h 787786"/>
              <a:gd name="connsiteX4" fmla="*/ 548348 w 767868"/>
              <a:gd name="connsiteY4" fmla="*/ 431590 h 787786"/>
              <a:gd name="connsiteX5" fmla="*/ 491435 w 767868"/>
              <a:gd name="connsiteY5" fmla="*/ 486598 h 787786"/>
              <a:gd name="connsiteX6" fmla="*/ 491435 w 767868"/>
              <a:gd name="connsiteY6" fmla="*/ 510043 h 787786"/>
              <a:gd name="connsiteX7" fmla="*/ 493242 w 767868"/>
              <a:gd name="connsiteY7" fmla="*/ 510043 h 787786"/>
              <a:gd name="connsiteX8" fmla="*/ 669400 w 767868"/>
              <a:gd name="connsiteY8" fmla="*/ 510043 h 787786"/>
              <a:gd name="connsiteX9" fmla="*/ 696501 w 767868"/>
              <a:gd name="connsiteY9" fmla="*/ 326084 h 787786"/>
              <a:gd name="connsiteX10" fmla="*/ 710955 w 767868"/>
              <a:gd name="connsiteY10" fmla="*/ 315263 h 787786"/>
              <a:gd name="connsiteX11" fmla="*/ 721796 w 767868"/>
              <a:gd name="connsiteY11" fmla="*/ 329691 h 787786"/>
              <a:gd name="connsiteX12" fmla="*/ 698308 w 767868"/>
              <a:gd name="connsiteY12" fmla="*/ 487499 h 787786"/>
              <a:gd name="connsiteX13" fmla="*/ 731733 w 767868"/>
              <a:gd name="connsiteY13" fmla="*/ 455036 h 787786"/>
              <a:gd name="connsiteX14" fmla="*/ 742573 w 767868"/>
              <a:gd name="connsiteY14" fmla="*/ 429787 h 787786"/>
              <a:gd name="connsiteX15" fmla="*/ 742573 w 767868"/>
              <a:gd name="connsiteY15" fmla="*/ 300834 h 787786"/>
              <a:gd name="connsiteX16" fmla="*/ 722699 w 767868"/>
              <a:gd name="connsiteY16" fmla="*/ 271978 h 787786"/>
              <a:gd name="connsiteX17" fmla="*/ 693791 w 767868"/>
              <a:gd name="connsiteY17" fmla="*/ 263862 h 787786"/>
              <a:gd name="connsiteX18" fmla="*/ 628748 w 767868"/>
              <a:gd name="connsiteY18" fmla="*/ 254844 h 787786"/>
              <a:gd name="connsiteX19" fmla="*/ 140023 w 767868"/>
              <a:gd name="connsiteY19" fmla="*/ 254844 h 787786"/>
              <a:gd name="connsiteX20" fmla="*/ 74077 w 767868"/>
              <a:gd name="connsiteY20" fmla="*/ 263862 h 787786"/>
              <a:gd name="connsiteX21" fmla="*/ 45169 w 767868"/>
              <a:gd name="connsiteY21" fmla="*/ 271978 h 787786"/>
              <a:gd name="connsiteX22" fmla="*/ 25294 w 767868"/>
              <a:gd name="connsiteY22" fmla="*/ 300834 h 787786"/>
              <a:gd name="connsiteX23" fmla="*/ 25294 w 767868"/>
              <a:gd name="connsiteY23" fmla="*/ 429787 h 787786"/>
              <a:gd name="connsiteX24" fmla="*/ 36135 w 767868"/>
              <a:gd name="connsiteY24" fmla="*/ 455036 h 787786"/>
              <a:gd name="connsiteX25" fmla="*/ 69560 w 767868"/>
              <a:gd name="connsiteY25" fmla="*/ 487499 h 787786"/>
              <a:gd name="connsiteX26" fmla="*/ 46072 w 767868"/>
              <a:gd name="connsiteY26" fmla="*/ 329691 h 787786"/>
              <a:gd name="connsiteX27" fmla="*/ 56913 w 767868"/>
              <a:gd name="connsiteY27" fmla="*/ 315263 h 787786"/>
              <a:gd name="connsiteX28" fmla="*/ 71367 w 767868"/>
              <a:gd name="connsiteY28" fmla="*/ 326084 h 787786"/>
              <a:gd name="connsiteX29" fmla="*/ 98468 w 767868"/>
              <a:gd name="connsiteY29" fmla="*/ 510043 h 787786"/>
              <a:gd name="connsiteX30" fmla="*/ 274626 w 767868"/>
              <a:gd name="connsiteY30" fmla="*/ 510043 h 787786"/>
              <a:gd name="connsiteX31" fmla="*/ 279142 w 767868"/>
              <a:gd name="connsiteY31" fmla="*/ 510043 h 787786"/>
              <a:gd name="connsiteX32" fmla="*/ 279142 w 767868"/>
              <a:gd name="connsiteY32" fmla="*/ 486598 h 787786"/>
              <a:gd name="connsiteX33" fmla="*/ 222230 w 767868"/>
              <a:gd name="connsiteY33" fmla="*/ 431590 h 787786"/>
              <a:gd name="connsiteX34" fmla="*/ 204162 w 767868"/>
              <a:gd name="connsiteY34" fmla="*/ 388305 h 787786"/>
              <a:gd name="connsiteX35" fmla="*/ 204162 w 767868"/>
              <a:gd name="connsiteY35" fmla="*/ 277389 h 787786"/>
              <a:gd name="connsiteX36" fmla="*/ 181578 w 767868"/>
              <a:gd name="connsiteY36" fmla="*/ 282799 h 787786"/>
              <a:gd name="connsiteX37" fmla="*/ 141830 w 767868"/>
              <a:gd name="connsiteY37" fmla="*/ 254844 h 787786"/>
              <a:gd name="connsiteX38" fmla="*/ 343282 w 767868"/>
              <a:gd name="connsiteY38" fmla="*/ 212462 h 787786"/>
              <a:gd name="connsiteX39" fmla="*/ 278239 w 767868"/>
              <a:gd name="connsiteY39" fmla="*/ 221479 h 787786"/>
              <a:gd name="connsiteX40" fmla="*/ 249331 w 767868"/>
              <a:gd name="connsiteY40" fmla="*/ 229595 h 787786"/>
              <a:gd name="connsiteX41" fmla="*/ 229457 w 767868"/>
              <a:gd name="connsiteY41" fmla="*/ 258452 h 787786"/>
              <a:gd name="connsiteX42" fmla="*/ 229457 w 767868"/>
              <a:gd name="connsiteY42" fmla="*/ 388305 h 787786"/>
              <a:gd name="connsiteX43" fmla="*/ 240297 w 767868"/>
              <a:gd name="connsiteY43" fmla="*/ 412653 h 787786"/>
              <a:gd name="connsiteX44" fmla="*/ 273722 w 767868"/>
              <a:gd name="connsiteY44" fmla="*/ 446018 h 787786"/>
              <a:gd name="connsiteX45" fmla="*/ 250235 w 767868"/>
              <a:gd name="connsiteY45" fmla="*/ 287308 h 787786"/>
              <a:gd name="connsiteX46" fmla="*/ 261075 w 767868"/>
              <a:gd name="connsiteY46" fmla="*/ 272880 h 787786"/>
              <a:gd name="connsiteX47" fmla="*/ 275529 w 767868"/>
              <a:gd name="connsiteY47" fmla="*/ 283701 h 787786"/>
              <a:gd name="connsiteX48" fmla="*/ 302630 w 767868"/>
              <a:gd name="connsiteY48" fmla="*/ 467661 h 787786"/>
              <a:gd name="connsiteX49" fmla="*/ 467948 w 767868"/>
              <a:gd name="connsiteY49" fmla="*/ 467661 h 787786"/>
              <a:gd name="connsiteX50" fmla="*/ 495049 w 767868"/>
              <a:gd name="connsiteY50" fmla="*/ 281897 h 787786"/>
              <a:gd name="connsiteX51" fmla="*/ 509503 w 767868"/>
              <a:gd name="connsiteY51" fmla="*/ 271076 h 787786"/>
              <a:gd name="connsiteX52" fmla="*/ 520343 w 767868"/>
              <a:gd name="connsiteY52" fmla="*/ 284603 h 787786"/>
              <a:gd name="connsiteX53" fmla="*/ 496856 w 767868"/>
              <a:gd name="connsiteY53" fmla="*/ 446018 h 787786"/>
              <a:gd name="connsiteX54" fmla="*/ 531184 w 767868"/>
              <a:gd name="connsiteY54" fmla="*/ 412653 h 787786"/>
              <a:gd name="connsiteX55" fmla="*/ 541121 w 767868"/>
              <a:gd name="connsiteY55" fmla="*/ 388305 h 787786"/>
              <a:gd name="connsiteX56" fmla="*/ 541121 w 767868"/>
              <a:gd name="connsiteY56" fmla="*/ 258452 h 787786"/>
              <a:gd name="connsiteX57" fmla="*/ 521247 w 767868"/>
              <a:gd name="connsiteY57" fmla="*/ 229595 h 787786"/>
              <a:gd name="connsiteX58" fmla="*/ 493242 w 767868"/>
              <a:gd name="connsiteY58" fmla="*/ 221479 h 787786"/>
              <a:gd name="connsiteX59" fmla="*/ 426392 w 767868"/>
              <a:gd name="connsiteY59" fmla="*/ 212462 h 787786"/>
              <a:gd name="connsiteX60" fmla="*/ 424586 w 767868"/>
              <a:gd name="connsiteY60" fmla="*/ 212462 h 787786"/>
              <a:gd name="connsiteX61" fmla="*/ 404711 w 767868"/>
              <a:gd name="connsiteY61" fmla="*/ 236809 h 787786"/>
              <a:gd name="connsiteX62" fmla="*/ 421875 w 767868"/>
              <a:gd name="connsiteY62" fmla="*/ 375681 h 787786"/>
              <a:gd name="connsiteX63" fmla="*/ 414649 w 767868"/>
              <a:gd name="connsiteY63" fmla="*/ 397323 h 787786"/>
              <a:gd name="connsiteX64" fmla="*/ 393871 w 767868"/>
              <a:gd name="connsiteY64" fmla="*/ 418064 h 787786"/>
              <a:gd name="connsiteX65" fmla="*/ 376707 w 767868"/>
              <a:gd name="connsiteY65" fmla="*/ 418064 h 787786"/>
              <a:gd name="connsiteX66" fmla="*/ 355929 w 767868"/>
              <a:gd name="connsiteY66" fmla="*/ 397323 h 787786"/>
              <a:gd name="connsiteX67" fmla="*/ 347799 w 767868"/>
              <a:gd name="connsiteY67" fmla="*/ 375681 h 787786"/>
              <a:gd name="connsiteX68" fmla="*/ 365866 w 767868"/>
              <a:gd name="connsiteY68" fmla="*/ 236809 h 787786"/>
              <a:gd name="connsiteX69" fmla="*/ 345089 w 767868"/>
              <a:gd name="connsiteY69" fmla="*/ 212462 h 787786"/>
              <a:gd name="connsiteX70" fmla="*/ 343282 w 767868"/>
              <a:gd name="connsiteY70" fmla="*/ 187212 h 787786"/>
              <a:gd name="connsiteX71" fmla="*/ 426392 w 767868"/>
              <a:gd name="connsiteY71" fmla="*/ 187212 h 787786"/>
              <a:gd name="connsiteX72" fmla="*/ 499566 w 767868"/>
              <a:gd name="connsiteY72" fmla="*/ 197132 h 787786"/>
              <a:gd name="connsiteX73" fmla="*/ 527570 w 767868"/>
              <a:gd name="connsiteY73" fmla="*/ 205248 h 787786"/>
              <a:gd name="connsiteX74" fmla="*/ 529377 w 767868"/>
              <a:gd name="connsiteY74" fmla="*/ 205248 h 787786"/>
              <a:gd name="connsiteX75" fmla="*/ 557382 w 767868"/>
              <a:gd name="connsiteY75" fmla="*/ 229595 h 787786"/>
              <a:gd name="connsiteX76" fmla="*/ 628748 w 767868"/>
              <a:gd name="connsiteY76" fmla="*/ 229595 h 787786"/>
              <a:gd name="connsiteX77" fmla="*/ 701018 w 767868"/>
              <a:gd name="connsiteY77" fmla="*/ 239515 h 787786"/>
              <a:gd name="connsiteX78" fmla="*/ 729926 w 767868"/>
              <a:gd name="connsiteY78" fmla="*/ 247630 h 787786"/>
              <a:gd name="connsiteX79" fmla="*/ 730829 w 767868"/>
              <a:gd name="connsiteY79" fmla="*/ 247630 h 787786"/>
              <a:gd name="connsiteX80" fmla="*/ 767868 w 767868"/>
              <a:gd name="connsiteY80" fmla="*/ 300834 h 787786"/>
              <a:gd name="connsiteX81" fmla="*/ 767868 w 767868"/>
              <a:gd name="connsiteY81" fmla="*/ 429787 h 787786"/>
              <a:gd name="connsiteX82" fmla="*/ 749800 w 767868"/>
              <a:gd name="connsiteY82" fmla="*/ 473071 h 787786"/>
              <a:gd name="connsiteX83" fmla="*/ 692888 w 767868"/>
              <a:gd name="connsiteY83" fmla="*/ 528079 h 787786"/>
              <a:gd name="connsiteX84" fmla="*/ 692888 w 767868"/>
              <a:gd name="connsiteY84" fmla="*/ 708431 h 787786"/>
              <a:gd name="connsiteX85" fmla="*/ 680240 w 767868"/>
              <a:gd name="connsiteY85" fmla="*/ 721056 h 787786"/>
              <a:gd name="connsiteX86" fmla="*/ 667593 w 767868"/>
              <a:gd name="connsiteY86" fmla="*/ 708431 h 787786"/>
              <a:gd name="connsiteX87" fmla="*/ 667593 w 767868"/>
              <a:gd name="connsiteY87" fmla="*/ 535293 h 787786"/>
              <a:gd name="connsiteX88" fmla="*/ 598033 w 767868"/>
              <a:gd name="connsiteY88" fmla="*/ 535293 h 787786"/>
              <a:gd name="connsiteX89" fmla="*/ 598033 w 767868"/>
              <a:gd name="connsiteY89" fmla="*/ 749912 h 787786"/>
              <a:gd name="connsiteX90" fmla="*/ 586289 w 767868"/>
              <a:gd name="connsiteY90" fmla="*/ 762537 h 787786"/>
              <a:gd name="connsiteX91" fmla="*/ 572739 w 767868"/>
              <a:gd name="connsiteY91" fmla="*/ 749912 h 787786"/>
              <a:gd name="connsiteX92" fmla="*/ 572739 w 767868"/>
              <a:gd name="connsiteY92" fmla="*/ 535293 h 787786"/>
              <a:gd name="connsiteX93" fmla="*/ 493242 w 767868"/>
              <a:gd name="connsiteY93" fmla="*/ 535293 h 787786"/>
              <a:gd name="connsiteX94" fmla="*/ 491435 w 767868"/>
              <a:gd name="connsiteY94" fmla="*/ 534391 h 787786"/>
              <a:gd name="connsiteX95" fmla="*/ 491435 w 767868"/>
              <a:gd name="connsiteY95" fmla="*/ 776064 h 787786"/>
              <a:gd name="connsiteX96" fmla="*/ 478788 w 767868"/>
              <a:gd name="connsiteY96" fmla="*/ 787786 h 787786"/>
              <a:gd name="connsiteX97" fmla="*/ 466141 w 767868"/>
              <a:gd name="connsiteY97" fmla="*/ 776064 h 787786"/>
              <a:gd name="connsiteX98" fmla="*/ 466141 w 767868"/>
              <a:gd name="connsiteY98" fmla="*/ 492910 h 787786"/>
              <a:gd name="connsiteX99" fmla="*/ 399291 w 767868"/>
              <a:gd name="connsiteY99" fmla="*/ 492910 h 787786"/>
              <a:gd name="connsiteX100" fmla="*/ 399291 w 767868"/>
              <a:gd name="connsiteY100" fmla="*/ 776064 h 787786"/>
              <a:gd name="connsiteX101" fmla="*/ 385741 w 767868"/>
              <a:gd name="connsiteY101" fmla="*/ 787786 h 787786"/>
              <a:gd name="connsiteX102" fmla="*/ 373997 w 767868"/>
              <a:gd name="connsiteY102" fmla="*/ 776064 h 787786"/>
              <a:gd name="connsiteX103" fmla="*/ 373997 w 767868"/>
              <a:gd name="connsiteY103" fmla="*/ 492910 h 787786"/>
              <a:gd name="connsiteX104" fmla="*/ 304437 w 767868"/>
              <a:gd name="connsiteY104" fmla="*/ 492910 h 787786"/>
              <a:gd name="connsiteX105" fmla="*/ 304437 w 767868"/>
              <a:gd name="connsiteY105" fmla="*/ 776064 h 787786"/>
              <a:gd name="connsiteX106" fmla="*/ 291790 w 767868"/>
              <a:gd name="connsiteY106" fmla="*/ 787786 h 787786"/>
              <a:gd name="connsiteX107" fmla="*/ 279142 w 767868"/>
              <a:gd name="connsiteY107" fmla="*/ 776064 h 787786"/>
              <a:gd name="connsiteX108" fmla="*/ 279142 w 767868"/>
              <a:gd name="connsiteY108" fmla="*/ 534391 h 787786"/>
              <a:gd name="connsiteX109" fmla="*/ 274626 w 767868"/>
              <a:gd name="connsiteY109" fmla="*/ 535293 h 787786"/>
              <a:gd name="connsiteX110" fmla="*/ 195129 w 767868"/>
              <a:gd name="connsiteY110" fmla="*/ 535293 h 787786"/>
              <a:gd name="connsiteX111" fmla="*/ 195129 w 767868"/>
              <a:gd name="connsiteY111" fmla="*/ 749912 h 787786"/>
              <a:gd name="connsiteX112" fmla="*/ 182481 w 767868"/>
              <a:gd name="connsiteY112" fmla="*/ 762537 h 787786"/>
              <a:gd name="connsiteX113" fmla="*/ 169834 w 767868"/>
              <a:gd name="connsiteY113" fmla="*/ 749912 h 787786"/>
              <a:gd name="connsiteX114" fmla="*/ 169834 w 767868"/>
              <a:gd name="connsiteY114" fmla="*/ 535293 h 787786"/>
              <a:gd name="connsiteX115" fmla="*/ 99371 w 767868"/>
              <a:gd name="connsiteY115" fmla="*/ 535293 h 787786"/>
              <a:gd name="connsiteX116" fmla="*/ 99371 w 767868"/>
              <a:gd name="connsiteY116" fmla="*/ 708431 h 787786"/>
              <a:gd name="connsiteX117" fmla="*/ 87627 w 767868"/>
              <a:gd name="connsiteY117" fmla="*/ 721056 h 787786"/>
              <a:gd name="connsiteX118" fmla="*/ 74980 w 767868"/>
              <a:gd name="connsiteY118" fmla="*/ 708431 h 787786"/>
              <a:gd name="connsiteX119" fmla="*/ 74980 w 767868"/>
              <a:gd name="connsiteY119" fmla="*/ 528079 h 787786"/>
              <a:gd name="connsiteX120" fmla="*/ 18067 w 767868"/>
              <a:gd name="connsiteY120" fmla="*/ 473071 h 787786"/>
              <a:gd name="connsiteX121" fmla="*/ 0 w 767868"/>
              <a:gd name="connsiteY121" fmla="*/ 429787 h 787786"/>
              <a:gd name="connsiteX122" fmla="*/ 0 w 767868"/>
              <a:gd name="connsiteY122" fmla="*/ 300834 h 787786"/>
              <a:gd name="connsiteX123" fmla="*/ 37038 w 767868"/>
              <a:gd name="connsiteY123" fmla="*/ 247630 h 787786"/>
              <a:gd name="connsiteX124" fmla="*/ 37942 w 767868"/>
              <a:gd name="connsiteY124" fmla="*/ 247630 h 787786"/>
              <a:gd name="connsiteX125" fmla="*/ 66850 w 767868"/>
              <a:gd name="connsiteY125" fmla="*/ 239515 h 787786"/>
              <a:gd name="connsiteX126" fmla="*/ 140023 w 767868"/>
              <a:gd name="connsiteY126" fmla="*/ 229595 h 787786"/>
              <a:gd name="connsiteX127" fmla="*/ 212293 w 767868"/>
              <a:gd name="connsiteY127" fmla="*/ 229595 h 787786"/>
              <a:gd name="connsiteX128" fmla="*/ 241201 w 767868"/>
              <a:gd name="connsiteY128" fmla="*/ 205248 h 787786"/>
              <a:gd name="connsiteX129" fmla="*/ 242104 w 767868"/>
              <a:gd name="connsiteY129" fmla="*/ 205248 h 787786"/>
              <a:gd name="connsiteX130" fmla="*/ 271012 w 767868"/>
              <a:gd name="connsiteY130" fmla="*/ 197132 h 787786"/>
              <a:gd name="connsiteX131" fmla="*/ 343282 w 767868"/>
              <a:gd name="connsiteY131" fmla="*/ 187212 h 787786"/>
              <a:gd name="connsiteX132" fmla="*/ 582657 w 767868"/>
              <a:gd name="connsiteY132" fmla="*/ 64832 h 787786"/>
              <a:gd name="connsiteX133" fmla="*/ 530874 w 767868"/>
              <a:gd name="connsiteY133" fmla="*/ 116614 h 787786"/>
              <a:gd name="connsiteX134" fmla="*/ 582657 w 767868"/>
              <a:gd name="connsiteY134" fmla="*/ 169289 h 787786"/>
              <a:gd name="connsiteX135" fmla="*/ 635333 w 767868"/>
              <a:gd name="connsiteY135" fmla="*/ 116614 h 787786"/>
              <a:gd name="connsiteX136" fmla="*/ 582657 w 767868"/>
              <a:gd name="connsiteY136" fmla="*/ 64832 h 787786"/>
              <a:gd name="connsiteX137" fmla="*/ 181239 w 767868"/>
              <a:gd name="connsiteY137" fmla="*/ 64832 h 787786"/>
              <a:gd name="connsiteX138" fmla="*/ 129457 w 767868"/>
              <a:gd name="connsiteY138" fmla="*/ 116614 h 787786"/>
              <a:gd name="connsiteX139" fmla="*/ 181239 w 767868"/>
              <a:gd name="connsiteY139" fmla="*/ 169289 h 787786"/>
              <a:gd name="connsiteX140" fmla="*/ 233022 w 767868"/>
              <a:gd name="connsiteY140" fmla="*/ 116614 h 787786"/>
              <a:gd name="connsiteX141" fmla="*/ 181239 w 767868"/>
              <a:gd name="connsiteY141" fmla="*/ 64832 h 787786"/>
              <a:gd name="connsiteX142" fmla="*/ 582657 w 767868"/>
              <a:gd name="connsiteY142" fmla="*/ 39833 h 787786"/>
              <a:gd name="connsiteX143" fmla="*/ 660331 w 767868"/>
              <a:gd name="connsiteY143" fmla="*/ 116614 h 787786"/>
              <a:gd name="connsiteX144" fmla="*/ 582657 w 767868"/>
              <a:gd name="connsiteY144" fmla="*/ 194287 h 787786"/>
              <a:gd name="connsiteX145" fmla="*/ 505875 w 767868"/>
              <a:gd name="connsiteY145" fmla="*/ 116614 h 787786"/>
              <a:gd name="connsiteX146" fmla="*/ 582657 w 767868"/>
              <a:gd name="connsiteY146" fmla="*/ 39833 h 787786"/>
              <a:gd name="connsiteX147" fmla="*/ 181239 w 767868"/>
              <a:gd name="connsiteY147" fmla="*/ 39833 h 787786"/>
              <a:gd name="connsiteX148" fmla="*/ 258020 w 767868"/>
              <a:gd name="connsiteY148" fmla="*/ 116614 h 787786"/>
              <a:gd name="connsiteX149" fmla="*/ 181239 w 767868"/>
              <a:gd name="connsiteY149" fmla="*/ 194287 h 787786"/>
              <a:gd name="connsiteX150" fmla="*/ 103566 w 767868"/>
              <a:gd name="connsiteY150" fmla="*/ 116614 h 787786"/>
              <a:gd name="connsiteX151" fmla="*/ 181239 w 767868"/>
              <a:gd name="connsiteY151" fmla="*/ 39833 h 787786"/>
              <a:gd name="connsiteX152" fmla="*/ 384385 w 767868"/>
              <a:gd name="connsiteY152" fmla="*/ 25143 h 787786"/>
              <a:gd name="connsiteX153" fmla="*/ 331710 w 767868"/>
              <a:gd name="connsiteY153" fmla="*/ 77225 h 787786"/>
              <a:gd name="connsiteX154" fmla="*/ 384385 w 767868"/>
              <a:gd name="connsiteY154" fmla="*/ 129306 h 787786"/>
              <a:gd name="connsiteX155" fmla="*/ 436169 w 767868"/>
              <a:gd name="connsiteY155" fmla="*/ 77225 h 787786"/>
              <a:gd name="connsiteX156" fmla="*/ 384385 w 767868"/>
              <a:gd name="connsiteY156" fmla="*/ 25143 h 787786"/>
              <a:gd name="connsiteX157" fmla="*/ 384385 w 767868"/>
              <a:gd name="connsiteY157" fmla="*/ 0 h 787786"/>
              <a:gd name="connsiteX158" fmla="*/ 461167 w 767868"/>
              <a:gd name="connsiteY158" fmla="*/ 77225 h 787786"/>
              <a:gd name="connsiteX159" fmla="*/ 384385 w 767868"/>
              <a:gd name="connsiteY159" fmla="*/ 154449 h 787786"/>
              <a:gd name="connsiteX160" fmla="*/ 306711 w 767868"/>
              <a:gd name="connsiteY160" fmla="*/ 77225 h 787786"/>
              <a:gd name="connsiteX161" fmla="*/ 384385 w 767868"/>
              <a:gd name="connsiteY161" fmla="*/ 0 h 78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767868" h="787786">
                <a:moveTo>
                  <a:pt x="626941" y="254844"/>
                </a:moveTo>
                <a:cubicBezTo>
                  <a:pt x="620618" y="271978"/>
                  <a:pt x="605260" y="282799"/>
                  <a:pt x="586289" y="282799"/>
                </a:cubicBezTo>
                <a:cubicBezTo>
                  <a:pt x="579063" y="282799"/>
                  <a:pt x="572739" y="281897"/>
                  <a:pt x="566415" y="278290"/>
                </a:cubicBezTo>
                <a:lnTo>
                  <a:pt x="566415" y="388305"/>
                </a:lnTo>
                <a:cubicBezTo>
                  <a:pt x="566415" y="403635"/>
                  <a:pt x="560092" y="419867"/>
                  <a:pt x="548348" y="431590"/>
                </a:cubicBezTo>
                <a:lnTo>
                  <a:pt x="491435" y="486598"/>
                </a:lnTo>
                <a:lnTo>
                  <a:pt x="491435" y="510043"/>
                </a:lnTo>
                <a:cubicBezTo>
                  <a:pt x="492339" y="510043"/>
                  <a:pt x="493242" y="510043"/>
                  <a:pt x="493242" y="510043"/>
                </a:cubicBezTo>
                <a:lnTo>
                  <a:pt x="669400" y="510043"/>
                </a:lnTo>
                <a:lnTo>
                  <a:pt x="696501" y="326084"/>
                </a:lnTo>
                <a:cubicBezTo>
                  <a:pt x="697405" y="318870"/>
                  <a:pt x="703728" y="314361"/>
                  <a:pt x="710955" y="315263"/>
                </a:cubicBezTo>
                <a:cubicBezTo>
                  <a:pt x="717279" y="317066"/>
                  <a:pt x="722699" y="322477"/>
                  <a:pt x="721796" y="329691"/>
                </a:cubicBezTo>
                <a:lnTo>
                  <a:pt x="698308" y="487499"/>
                </a:lnTo>
                <a:lnTo>
                  <a:pt x="731733" y="455036"/>
                </a:lnTo>
                <a:cubicBezTo>
                  <a:pt x="738960" y="448724"/>
                  <a:pt x="742573" y="439706"/>
                  <a:pt x="742573" y="429787"/>
                </a:cubicBezTo>
                <a:lnTo>
                  <a:pt x="742573" y="300834"/>
                </a:lnTo>
                <a:cubicBezTo>
                  <a:pt x="742573" y="288210"/>
                  <a:pt x="734443" y="276487"/>
                  <a:pt x="722699" y="271978"/>
                </a:cubicBezTo>
                <a:lnTo>
                  <a:pt x="693791" y="263862"/>
                </a:lnTo>
                <a:cubicBezTo>
                  <a:pt x="673013" y="258452"/>
                  <a:pt x="650429" y="254844"/>
                  <a:pt x="628748" y="254844"/>
                </a:cubicBezTo>
                <a:close/>
                <a:moveTo>
                  <a:pt x="140023" y="254844"/>
                </a:moveTo>
                <a:cubicBezTo>
                  <a:pt x="117439" y="254844"/>
                  <a:pt x="94854" y="258452"/>
                  <a:pt x="74077" y="263862"/>
                </a:cubicBezTo>
                <a:lnTo>
                  <a:pt x="45169" y="271978"/>
                </a:lnTo>
                <a:cubicBezTo>
                  <a:pt x="33425" y="276487"/>
                  <a:pt x="25294" y="288210"/>
                  <a:pt x="25294" y="300834"/>
                </a:cubicBezTo>
                <a:lnTo>
                  <a:pt x="25294" y="429787"/>
                </a:lnTo>
                <a:cubicBezTo>
                  <a:pt x="25294" y="439706"/>
                  <a:pt x="28908" y="448724"/>
                  <a:pt x="36135" y="455036"/>
                </a:cubicBezTo>
                <a:lnTo>
                  <a:pt x="69560" y="487499"/>
                </a:lnTo>
                <a:lnTo>
                  <a:pt x="46072" y="329691"/>
                </a:lnTo>
                <a:cubicBezTo>
                  <a:pt x="45169" y="322477"/>
                  <a:pt x="50589" y="317066"/>
                  <a:pt x="56913" y="315263"/>
                </a:cubicBezTo>
                <a:cubicBezTo>
                  <a:pt x="64140" y="314361"/>
                  <a:pt x="70463" y="318870"/>
                  <a:pt x="71367" y="326084"/>
                </a:cubicBezTo>
                <a:lnTo>
                  <a:pt x="98468" y="510043"/>
                </a:lnTo>
                <a:lnTo>
                  <a:pt x="274626" y="510043"/>
                </a:lnTo>
                <a:cubicBezTo>
                  <a:pt x="276432" y="510043"/>
                  <a:pt x="277336" y="510043"/>
                  <a:pt x="279142" y="510043"/>
                </a:cubicBezTo>
                <a:lnTo>
                  <a:pt x="279142" y="486598"/>
                </a:lnTo>
                <a:lnTo>
                  <a:pt x="222230" y="431590"/>
                </a:lnTo>
                <a:cubicBezTo>
                  <a:pt x="210486" y="419867"/>
                  <a:pt x="204162" y="403635"/>
                  <a:pt x="204162" y="388305"/>
                </a:cubicBezTo>
                <a:lnTo>
                  <a:pt x="204162" y="277389"/>
                </a:lnTo>
                <a:cubicBezTo>
                  <a:pt x="196935" y="280996"/>
                  <a:pt x="189708" y="282799"/>
                  <a:pt x="181578" y="282799"/>
                </a:cubicBezTo>
                <a:cubicBezTo>
                  <a:pt x="162607" y="282799"/>
                  <a:pt x="147250" y="271978"/>
                  <a:pt x="141830" y="254844"/>
                </a:cubicBezTo>
                <a:close/>
                <a:moveTo>
                  <a:pt x="343282" y="212462"/>
                </a:moveTo>
                <a:cubicBezTo>
                  <a:pt x="321601" y="212462"/>
                  <a:pt x="299017" y="215167"/>
                  <a:pt x="278239" y="221479"/>
                </a:cubicBezTo>
                <a:lnTo>
                  <a:pt x="249331" y="229595"/>
                </a:lnTo>
                <a:cubicBezTo>
                  <a:pt x="237587" y="234104"/>
                  <a:pt x="229457" y="245827"/>
                  <a:pt x="229457" y="258452"/>
                </a:cubicBezTo>
                <a:lnTo>
                  <a:pt x="229457" y="388305"/>
                </a:lnTo>
                <a:cubicBezTo>
                  <a:pt x="229457" y="397323"/>
                  <a:pt x="233070" y="406341"/>
                  <a:pt x="240297" y="412653"/>
                </a:cubicBezTo>
                <a:lnTo>
                  <a:pt x="273722" y="446018"/>
                </a:lnTo>
                <a:lnTo>
                  <a:pt x="250235" y="287308"/>
                </a:lnTo>
                <a:cubicBezTo>
                  <a:pt x="249331" y="280996"/>
                  <a:pt x="254751" y="273782"/>
                  <a:pt x="261075" y="272880"/>
                </a:cubicBezTo>
                <a:cubicBezTo>
                  <a:pt x="268302" y="272880"/>
                  <a:pt x="274626" y="277389"/>
                  <a:pt x="275529" y="283701"/>
                </a:cubicBezTo>
                <a:lnTo>
                  <a:pt x="302630" y="467661"/>
                </a:lnTo>
                <a:lnTo>
                  <a:pt x="467948" y="467661"/>
                </a:lnTo>
                <a:lnTo>
                  <a:pt x="495049" y="281897"/>
                </a:lnTo>
                <a:cubicBezTo>
                  <a:pt x="496856" y="274683"/>
                  <a:pt x="503179" y="269273"/>
                  <a:pt x="509503" y="271076"/>
                </a:cubicBezTo>
                <a:cubicBezTo>
                  <a:pt x="516730" y="271978"/>
                  <a:pt x="521247" y="278290"/>
                  <a:pt x="520343" y="284603"/>
                </a:cubicBezTo>
                <a:lnTo>
                  <a:pt x="496856" y="446018"/>
                </a:lnTo>
                <a:lnTo>
                  <a:pt x="531184" y="412653"/>
                </a:lnTo>
                <a:cubicBezTo>
                  <a:pt x="536604" y="406341"/>
                  <a:pt x="541121" y="397323"/>
                  <a:pt x="541121" y="388305"/>
                </a:cubicBezTo>
                <a:lnTo>
                  <a:pt x="541121" y="258452"/>
                </a:lnTo>
                <a:cubicBezTo>
                  <a:pt x="541121" y="245827"/>
                  <a:pt x="532991" y="234104"/>
                  <a:pt x="521247" y="229595"/>
                </a:cubicBezTo>
                <a:lnTo>
                  <a:pt x="493242" y="221479"/>
                </a:lnTo>
                <a:cubicBezTo>
                  <a:pt x="470658" y="215167"/>
                  <a:pt x="448977" y="212462"/>
                  <a:pt x="426392" y="212462"/>
                </a:cubicBezTo>
                <a:lnTo>
                  <a:pt x="424586" y="212462"/>
                </a:lnTo>
                <a:cubicBezTo>
                  <a:pt x="421875" y="223283"/>
                  <a:pt x="414649" y="231399"/>
                  <a:pt x="404711" y="236809"/>
                </a:cubicBezTo>
                <a:lnTo>
                  <a:pt x="421875" y="375681"/>
                </a:lnTo>
                <a:cubicBezTo>
                  <a:pt x="422779" y="383797"/>
                  <a:pt x="420972" y="391011"/>
                  <a:pt x="414649" y="397323"/>
                </a:cubicBezTo>
                <a:lnTo>
                  <a:pt x="393871" y="418064"/>
                </a:lnTo>
                <a:cubicBezTo>
                  <a:pt x="389354" y="422572"/>
                  <a:pt x="382127" y="422572"/>
                  <a:pt x="376707" y="418064"/>
                </a:cubicBezTo>
                <a:lnTo>
                  <a:pt x="355929" y="397323"/>
                </a:lnTo>
                <a:cubicBezTo>
                  <a:pt x="350509" y="391011"/>
                  <a:pt x="346895" y="383797"/>
                  <a:pt x="347799" y="375681"/>
                </a:cubicBezTo>
                <a:lnTo>
                  <a:pt x="365866" y="236809"/>
                </a:lnTo>
                <a:cubicBezTo>
                  <a:pt x="356833" y="231399"/>
                  <a:pt x="348702" y="223283"/>
                  <a:pt x="345089" y="212462"/>
                </a:cubicBezTo>
                <a:close/>
                <a:moveTo>
                  <a:pt x="343282" y="187212"/>
                </a:moveTo>
                <a:lnTo>
                  <a:pt x="426392" y="187212"/>
                </a:lnTo>
                <a:cubicBezTo>
                  <a:pt x="450783" y="187212"/>
                  <a:pt x="475175" y="190819"/>
                  <a:pt x="499566" y="197132"/>
                </a:cubicBezTo>
                <a:lnTo>
                  <a:pt x="527570" y="205248"/>
                </a:lnTo>
                <a:cubicBezTo>
                  <a:pt x="528474" y="205248"/>
                  <a:pt x="528474" y="205248"/>
                  <a:pt x="529377" y="205248"/>
                </a:cubicBezTo>
                <a:cubicBezTo>
                  <a:pt x="542024" y="209756"/>
                  <a:pt x="551961" y="218774"/>
                  <a:pt x="557382" y="229595"/>
                </a:cubicBezTo>
                <a:lnTo>
                  <a:pt x="628748" y="229595"/>
                </a:lnTo>
                <a:cubicBezTo>
                  <a:pt x="653139" y="229595"/>
                  <a:pt x="677530" y="233202"/>
                  <a:pt x="701018" y="239515"/>
                </a:cubicBezTo>
                <a:lnTo>
                  <a:pt x="729926" y="247630"/>
                </a:lnTo>
                <a:lnTo>
                  <a:pt x="730829" y="247630"/>
                </a:lnTo>
                <a:cubicBezTo>
                  <a:pt x="753414" y="255746"/>
                  <a:pt x="767868" y="278290"/>
                  <a:pt x="767868" y="300834"/>
                </a:cubicBezTo>
                <a:lnTo>
                  <a:pt x="767868" y="429787"/>
                </a:lnTo>
                <a:cubicBezTo>
                  <a:pt x="767868" y="446920"/>
                  <a:pt x="761544" y="462250"/>
                  <a:pt x="749800" y="473071"/>
                </a:cubicBezTo>
                <a:lnTo>
                  <a:pt x="692888" y="528079"/>
                </a:lnTo>
                <a:lnTo>
                  <a:pt x="692888" y="708431"/>
                </a:lnTo>
                <a:cubicBezTo>
                  <a:pt x="692888" y="714744"/>
                  <a:pt x="687467" y="721056"/>
                  <a:pt x="680240" y="721056"/>
                </a:cubicBezTo>
                <a:cubicBezTo>
                  <a:pt x="673013" y="721056"/>
                  <a:pt x="667593" y="714744"/>
                  <a:pt x="667593" y="708431"/>
                </a:cubicBezTo>
                <a:lnTo>
                  <a:pt x="667593" y="535293"/>
                </a:lnTo>
                <a:lnTo>
                  <a:pt x="598033" y="535293"/>
                </a:lnTo>
                <a:lnTo>
                  <a:pt x="598033" y="749912"/>
                </a:lnTo>
                <a:cubicBezTo>
                  <a:pt x="598033" y="757127"/>
                  <a:pt x="592613" y="762537"/>
                  <a:pt x="586289" y="762537"/>
                </a:cubicBezTo>
                <a:cubicBezTo>
                  <a:pt x="578159" y="762537"/>
                  <a:pt x="572739" y="757127"/>
                  <a:pt x="572739" y="749912"/>
                </a:cubicBezTo>
                <a:lnTo>
                  <a:pt x="572739" y="535293"/>
                </a:lnTo>
                <a:lnTo>
                  <a:pt x="493242" y="535293"/>
                </a:lnTo>
                <a:cubicBezTo>
                  <a:pt x="493242" y="535293"/>
                  <a:pt x="492339" y="534391"/>
                  <a:pt x="491435" y="534391"/>
                </a:cubicBezTo>
                <a:lnTo>
                  <a:pt x="491435" y="776064"/>
                </a:lnTo>
                <a:cubicBezTo>
                  <a:pt x="491435" y="782376"/>
                  <a:pt x="486015" y="787786"/>
                  <a:pt x="478788" y="787786"/>
                </a:cubicBezTo>
                <a:cubicBezTo>
                  <a:pt x="471561" y="787786"/>
                  <a:pt x="466141" y="782376"/>
                  <a:pt x="466141" y="776064"/>
                </a:cubicBezTo>
                <a:lnTo>
                  <a:pt x="466141" y="492910"/>
                </a:lnTo>
                <a:lnTo>
                  <a:pt x="399291" y="492910"/>
                </a:lnTo>
                <a:lnTo>
                  <a:pt x="399291" y="776064"/>
                </a:lnTo>
                <a:cubicBezTo>
                  <a:pt x="399291" y="782376"/>
                  <a:pt x="393871" y="787786"/>
                  <a:pt x="385741" y="787786"/>
                </a:cubicBezTo>
                <a:cubicBezTo>
                  <a:pt x="379417" y="787786"/>
                  <a:pt x="373997" y="782376"/>
                  <a:pt x="373997" y="776064"/>
                </a:cubicBezTo>
                <a:lnTo>
                  <a:pt x="373997" y="492910"/>
                </a:lnTo>
                <a:lnTo>
                  <a:pt x="304437" y="492910"/>
                </a:lnTo>
                <a:lnTo>
                  <a:pt x="304437" y="776064"/>
                </a:lnTo>
                <a:cubicBezTo>
                  <a:pt x="304437" y="782376"/>
                  <a:pt x="299017" y="787786"/>
                  <a:pt x="291790" y="787786"/>
                </a:cubicBezTo>
                <a:cubicBezTo>
                  <a:pt x="284563" y="787786"/>
                  <a:pt x="279142" y="782376"/>
                  <a:pt x="279142" y="776064"/>
                </a:cubicBezTo>
                <a:lnTo>
                  <a:pt x="279142" y="534391"/>
                </a:lnTo>
                <a:cubicBezTo>
                  <a:pt x="277336" y="534391"/>
                  <a:pt x="276432" y="535293"/>
                  <a:pt x="274626" y="535293"/>
                </a:cubicBezTo>
                <a:lnTo>
                  <a:pt x="195129" y="535293"/>
                </a:lnTo>
                <a:lnTo>
                  <a:pt x="195129" y="749912"/>
                </a:lnTo>
                <a:cubicBezTo>
                  <a:pt x="195129" y="757127"/>
                  <a:pt x="189708" y="762537"/>
                  <a:pt x="182481" y="762537"/>
                </a:cubicBezTo>
                <a:cubicBezTo>
                  <a:pt x="175255" y="762537"/>
                  <a:pt x="169834" y="757127"/>
                  <a:pt x="169834" y="749912"/>
                </a:cubicBezTo>
                <a:lnTo>
                  <a:pt x="169834" y="535293"/>
                </a:lnTo>
                <a:lnTo>
                  <a:pt x="99371" y="535293"/>
                </a:lnTo>
                <a:lnTo>
                  <a:pt x="99371" y="708431"/>
                </a:lnTo>
                <a:cubicBezTo>
                  <a:pt x="99371" y="714744"/>
                  <a:pt x="94854" y="721056"/>
                  <a:pt x="87627" y="721056"/>
                </a:cubicBezTo>
                <a:cubicBezTo>
                  <a:pt x="80400" y="721056"/>
                  <a:pt x="74980" y="714744"/>
                  <a:pt x="74980" y="708431"/>
                </a:cubicBezTo>
                <a:lnTo>
                  <a:pt x="74980" y="528079"/>
                </a:lnTo>
                <a:lnTo>
                  <a:pt x="18067" y="473071"/>
                </a:lnTo>
                <a:cubicBezTo>
                  <a:pt x="6324" y="462250"/>
                  <a:pt x="0" y="446920"/>
                  <a:pt x="0" y="429787"/>
                </a:cubicBezTo>
                <a:lnTo>
                  <a:pt x="0" y="300834"/>
                </a:lnTo>
                <a:cubicBezTo>
                  <a:pt x="0" y="278290"/>
                  <a:pt x="15357" y="255746"/>
                  <a:pt x="37038" y="247630"/>
                </a:cubicBezTo>
                <a:lnTo>
                  <a:pt x="37942" y="247630"/>
                </a:lnTo>
                <a:lnTo>
                  <a:pt x="66850" y="239515"/>
                </a:lnTo>
                <a:cubicBezTo>
                  <a:pt x="90337" y="233202"/>
                  <a:pt x="114728" y="229595"/>
                  <a:pt x="140023" y="229595"/>
                </a:cubicBezTo>
                <a:lnTo>
                  <a:pt x="212293" y="229595"/>
                </a:lnTo>
                <a:cubicBezTo>
                  <a:pt x="218616" y="218774"/>
                  <a:pt x="229457" y="209756"/>
                  <a:pt x="241201" y="205248"/>
                </a:cubicBezTo>
                <a:lnTo>
                  <a:pt x="242104" y="205248"/>
                </a:lnTo>
                <a:lnTo>
                  <a:pt x="271012" y="197132"/>
                </a:lnTo>
                <a:cubicBezTo>
                  <a:pt x="294500" y="190819"/>
                  <a:pt x="318891" y="187212"/>
                  <a:pt x="343282" y="187212"/>
                </a:cubicBezTo>
                <a:close/>
                <a:moveTo>
                  <a:pt x="582657" y="64832"/>
                </a:moveTo>
                <a:cubicBezTo>
                  <a:pt x="554087" y="64832"/>
                  <a:pt x="530874" y="88937"/>
                  <a:pt x="530874" y="116614"/>
                </a:cubicBezTo>
                <a:cubicBezTo>
                  <a:pt x="530874" y="145184"/>
                  <a:pt x="554087" y="169289"/>
                  <a:pt x="582657" y="169289"/>
                </a:cubicBezTo>
                <a:cubicBezTo>
                  <a:pt x="611227" y="169289"/>
                  <a:pt x="635333" y="145184"/>
                  <a:pt x="635333" y="116614"/>
                </a:cubicBezTo>
                <a:cubicBezTo>
                  <a:pt x="635333" y="88937"/>
                  <a:pt x="611227" y="64832"/>
                  <a:pt x="582657" y="64832"/>
                </a:cubicBezTo>
                <a:close/>
                <a:moveTo>
                  <a:pt x="181239" y="64832"/>
                </a:moveTo>
                <a:cubicBezTo>
                  <a:pt x="151777" y="64832"/>
                  <a:pt x="129457" y="88937"/>
                  <a:pt x="129457" y="116614"/>
                </a:cubicBezTo>
                <a:cubicBezTo>
                  <a:pt x="129457" y="145184"/>
                  <a:pt x="151777" y="169289"/>
                  <a:pt x="181239" y="169289"/>
                </a:cubicBezTo>
                <a:cubicBezTo>
                  <a:pt x="209809" y="169289"/>
                  <a:pt x="233022" y="145184"/>
                  <a:pt x="233022" y="116614"/>
                </a:cubicBezTo>
                <a:cubicBezTo>
                  <a:pt x="233022" y="88937"/>
                  <a:pt x="209809" y="64832"/>
                  <a:pt x="181239" y="64832"/>
                </a:cubicBezTo>
                <a:close/>
                <a:moveTo>
                  <a:pt x="582657" y="39833"/>
                </a:moveTo>
                <a:cubicBezTo>
                  <a:pt x="626404" y="39833"/>
                  <a:pt x="660331" y="74652"/>
                  <a:pt x="660331" y="116614"/>
                </a:cubicBezTo>
                <a:cubicBezTo>
                  <a:pt x="660331" y="160361"/>
                  <a:pt x="626404" y="194287"/>
                  <a:pt x="582657" y="194287"/>
                </a:cubicBezTo>
                <a:cubicBezTo>
                  <a:pt x="540695" y="194287"/>
                  <a:pt x="505875" y="160361"/>
                  <a:pt x="505875" y="116614"/>
                </a:cubicBezTo>
                <a:cubicBezTo>
                  <a:pt x="505875" y="74652"/>
                  <a:pt x="540695" y="39833"/>
                  <a:pt x="582657" y="39833"/>
                </a:cubicBezTo>
                <a:close/>
                <a:moveTo>
                  <a:pt x="181239" y="39833"/>
                </a:moveTo>
                <a:cubicBezTo>
                  <a:pt x="223201" y="39833"/>
                  <a:pt x="258020" y="74652"/>
                  <a:pt x="258020" y="116614"/>
                </a:cubicBezTo>
                <a:cubicBezTo>
                  <a:pt x="258020" y="160361"/>
                  <a:pt x="223201" y="194287"/>
                  <a:pt x="181239" y="194287"/>
                </a:cubicBezTo>
                <a:cubicBezTo>
                  <a:pt x="138385" y="194287"/>
                  <a:pt x="103566" y="160361"/>
                  <a:pt x="103566" y="116614"/>
                </a:cubicBezTo>
                <a:cubicBezTo>
                  <a:pt x="103566" y="74652"/>
                  <a:pt x="138385" y="39833"/>
                  <a:pt x="181239" y="39833"/>
                </a:cubicBezTo>
                <a:close/>
                <a:moveTo>
                  <a:pt x="384385" y="25143"/>
                </a:moveTo>
                <a:cubicBezTo>
                  <a:pt x="354923" y="25143"/>
                  <a:pt x="331710" y="48490"/>
                  <a:pt x="331710" y="77225"/>
                </a:cubicBezTo>
                <a:cubicBezTo>
                  <a:pt x="331710" y="105959"/>
                  <a:pt x="354923" y="129306"/>
                  <a:pt x="384385" y="129306"/>
                </a:cubicBezTo>
                <a:cubicBezTo>
                  <a:pt x="412955" y="129306"/>
                  <a:pt x="436169" y="105959"/>
                  <a:pt x="436169" y="77225"/>
                </a:cubicBezTo>
                <a:cubicBezTo>
                  <a:pt x="436169" y="48490"/>
                  <a:pt x="412955" y="25143"/>
                  <a:pt x="384385" y="25143"/>
                </a:cubicBezTo>
                <a:close/>
                <a:moveTo>
                  <a:pt x="384385" y="0"/>
                </a:moveTo>
                <a:cubicBezTo>
                  <a:pt x="426348" y="0"/>
                  <a:pt x="461167" y="34122"/>
                  <a:pt x="461167" y="77225"/>
                </a:cubicBezTo>
                <a:cubicBezTo>
                  <a:pt x="461167" y="119429"/>
                  <a:pt x="426348" y="154449"/>
                  <a:pt x="384385" y="154449"/>
                </a:cubicBezTo>
                <a:cubicBezTo>
                  <a:pt x="340638" y="154449"/>
                  <a:pt x="306711" y="119429"/>
                  <a:pt x="306711" y="77225"/>
                </a:cubicBezTo>
                <a:cubicBezTo>
                  <a:pt x="306711" y="34122"/>
                  <a:pt x="340638" y="0"/>
                  <a:pt x="38438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0" name="Freeform 4">
            <a:extLst>
              <a:ext uri="{FF2B5EF4-FFF2-40B4-BE49-F238E27FC236}">
                <a16:creationId xmlns:a16="http://schemas.microsoft.com/office/drawing/2014/main" id="{32D05D02-FE0C-4465-82DB-15A8B816C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2972" y="5819567"/>
            <a:ext cx="4190407" cy="4616616"/>
          </a:xfrm>
          <a:custGeom>
            <a:avLst/>
            <a:gdLst>
              <a:gd name="T0" fmla="*/ 3164 w 4641"/>
              <a:gd name="T1" fmla="*/ 0 h 5113"/>
              <a:gd name="T2" fmla="*/ 3164 w 4641"/>
              <a:gd name="T3" fmla="*/ 0 h 5113"/>
              <a:gd name="T4" fmla="*/ 2431 w 4641"/>
              <a:gd name="T5" fmla="*/ 424 h 5113"/>
              <a:gd name="T6" fmla="*/ 2431 w 4641"/>
              <a:gd name="T7" fmla="*/ 424 h 5113"/>
              <a:gd name="T8" fmla="*/ 1248 w 4641"/>
              <a:gd name="T9" fmla="*/ 1107 h 5113"/>
              <a:gd name="T10" fmla="*/ 1248 w 4641"/>
              <a:gd name="T11" fmla="*/ 1107 h 5113"/>
              <a:gd name="T12" fmla="*/ 0 w 4641"/>
              <a:gd name="T13" fmla="*/ 1826 h 5113"/>
              <a:gd name="T14" fmla="*/ 421 w 4641"/>
              <a:gd name="T15" fmla="*/ 2556 h 5113"/>
              <a:gd name="T16" fmla="*/ 0 w 4641"/>
              <a:gd name="T17" fmla="*/ 3285 h 5113"/>
              <a:gd name="T18" fmla="*/ 0 w 4641"/>
              <a:gd name="T19" fmla="*/ 3285 h 5113"/>
              <a:gd name="T20" fmla="*/ 198 w 4641"/>
              <a:gd name="T21" fmla="*/ 3398 h 5113"/>
              <a:gd name="T22" fmla="*/ 198 w 4641"/>
              <a:gd name="T23" fmla="*/ 3398 h 5113"/>
              <a:gd name="T24" fmla="*/ 1557 w 4641"/>
              <a:gd name="T25" fmla="*/ 4184 h 5113"/>
              <a:gd name="T26" fmla="*/ 1557 w 4641"/>
              <a:gd name="T27" fmla="*/ 4184 h 5113"/>
              <a:gd name="T28" fmla="*/ 2674 w 4641"/>
              <a:gd name="T29" fmla="*/ 4829 h 5113"/>
              <a:gd name="T30" fmla="*/ 2674 w 4641"/>
              <a:gd name="T31" fmla="*/ 4829 h 5113"/>
              <a:gd name="T32" fmla="*/ 3164 w 4641"/>
              <a:gd name="T33" fmla="*/ 5112 h 5113"/>
              <a:gd name="T34" fmla="*/ 4640 w 4641"/>
              <a:gd name="T35" fmla="*/ 2556 h 5113"/>
              <a:gd name="T36" fmla="*/ 3164 w 4641"/>
              <a:gd name="T37" fmla="*/ 0 h 5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641" h="5113">
                <a:moveTo>
                  <a:pt x="3164" y="0"/>
                </a:moveTo>
                <a:lnTo>
                  <a:pt x="3164" y="0"/>
                </a:lnTo>
                <a:cubicBezTo>
                  <a:pt x="2920" y="142"/>
                  <a:pt x="2675" y="283"/>
                  <a:pt x="2431" y="424"/>
                </a:cubicBezTo>
                <a:lnTo>
                  <a:pt x="2431" y="424"/>
                </a:lnTo>
                <a:cubicBezTo>
                  <a:pt x="2036" y="652"/>
                  <a:pt x="1641" y="879"/>
                  <a:pt x="1248" y="1107"/>
                </a:cubicBezTo>
                <a:lnTo>
                  <a:pt x="1248" y="1107"/>
                </a:lnTo>
                <a:cubicBezTo>
                  <a:pt x="832" y="1347"/>
                  <a:pt x="416" y="1586"/>
                  <a:pt x="0" y="1826"/>
                </a:cubicBezTo>
                <a:lnTo>
                  <a:pt x="421" y="2556"/>
                </a:lnTo>
                <a:lnTo>
                  <a:pt x="0" y="3285"/>
                </a:lnTo>
                <a:lnTo>
                  <a:pt x="0" y="3285"/>
                </a:lnTo>
                <a:cubicBezTo>
                  <a:pt x="66" y="3322"/>
                  <a:pt x="131" y="3361"/>
                  <a:pt x="198" y="3398"/>
                </a:cubicBezTo>
                <a:lnTo>
                  <a:pt x="198" y="3398"/>
                </a:lnTo>
                <a:cubicBezTo>
                  <a:pt x="650" y="3660"/>
                  <a:pt x="1103" y="3922"/>
                  <a:pt x="1557" y="4184"/>
                </a:cubicBezTo>
                <a:lnTo>
                  <a:pt x="1557" y="4184"/>
                </a:lnTo>
                <a:cubicBezTo>
                  <a:pt x="1929" y="4399"/>
                  <a:pt x="2301" y="4614"/>
                  <a:pt x="2674" y="4829"/>
                </a:cubicBezTo>
                <a:lnTo>
                  <a:pt x="2674" y="4829"/>
                </a:lnTo>
                <a:cubicBezTo>
                  <a:pt x="2838" y="4923"/>
                  <a:pt x="3001" y="5018"/>
                  <a:pt x="3164" y="5112"/>
                </a:cubicBezTo>
                <a:lnTo>
                  <a:pt x="4640" y="2556"/>
                </a:lnTo>
                <a:lnTo>
                  <a:pt x="3164" y="0"/>
                </a:lnTo>
              </a:path>
            </a:pathLst>
          </a:custGeom>
          <a:solidFill>
            <a:schemeClr val="accent5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1" name="Freeform 15">
            <a:extLst>
              <a:ext uri="{FF2B5EF4-FFF2-40B4-BE49-F238E27FC236}">
                <a16:creationId xmlns:a16="http://schemas.microsoft.com/office/drawing/2014/main" id="{0FBE78A0-87BD-48AD-B0A9-EFB965C36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58456" y="7106164"/>
            <a:ext cx="2043419" cy="2043422"/>
          </a:xfrm>
          <a:custGeom>
            <a:avLst/>
            <a:gdLst>
              <a:gd name="T0" fmla="*/ 0 w 2262"/>
              <a:gd name="T1" fmla="*/ 1131 h 2262"/>
              <a:gd name="T2" fmla="*/ 0 w 2262"/>
              <a:gd name="T3" fmla="*/ 1131 h 2262"/>
              <a:gd name="T4" fmla="*/ 1130 w 2262"/>
              <a:gd name="T5" fmla="*/ 0 h 2262"/>
              <a:gd name="T6" fmla="*/ 1130 w 2262"/>
              <a:gd name="T7" fmla="*/ 0 h 2262"/>
              <a:gd name="T8" fmla="*/ 2261 w 2262"/>
              <a:gd name="T9" fmla="*/ 1131 h 2262"/>
              <a:gd name="T10" fmla="*/ 2261 w 2262"/>
              <a:gd name="T11" fmla="*/ 1131 h 2262"/>
              <a:gd name="T12" fmla="*/ 1130 w 2262"/>
              <a:gd name="T13" fmla="*/ 2261 h 2262"/>
              <a:gd name="T14" fmla="*/ 1130 w 2262"/>
              <a:gd name="T15" fmla="*/ 2261 h 2262"/>
              <a:gd name="T16" fmla="*/ 0 w 2262"/>
              <a:gd name="T17" fmla="*/ 1131 h 2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62" h="2262">
                <a:moveTo>
                  <a:pt x="0" y="1131"/>
                </a:moveTo>
                <a:lnTo>
                  <a:pt x="0" y="1131"/>
                </a:lnTo>
                <a:cubicBezTo>
                  <a:pt x="0" y="506"/>
                  <a:pt x="506" y="0"/>
                  <a:pt x="1130" y="0"/>
                </a:cubicBezTo>
                <a:lnTo>
                  <a:pt x="1130" y="0"/>
                </a:lnTo>
                <a:cubicBezTo>
                  <a:pt x="1754" y="0"/>
                  <a:pt x="2261" y="506"/>
                  <a:pt x="2261" y="1131"/>
                </a:cubicBezTo>
                <a:lnTo>
                  <a:pt x="2261" y="1131"/>
                </a:lnTo>
                <a:cubicBezTo>
                  <a:pt x="2261" y="1755"/>
                  <a:pt x="1754" y="2261"/>
                  <a:pt x="1130" y="2261"/>
                </a:cubicBezTo>
                <a:lnTo>
                  <a:pt x="1130" y="2261"/>
                </a:lnTo>
                <a:cubicBezTo>
                  <a:pt x="506" y="2261"/>
                  <a:pt x="0" y="1755"/>
                  <a:pt x="0" y="113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2" name="Freeform 16">
            <a:extLst>
              <a:ext uri="{FF2B5EF4-FFF2-40B4-BE49-F238E27FC236}">
                <a16:creationId xmlns:a16="http://schemas.microsoft.com/office/drawing/2014/main" id="{C313C5E7-86EF-4BB8-9862-ADB42323F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5419" y="7357112"/>
            <a:ext cx="1545511" cy="1545511"/>
          </a:xfrm>
          <a:custGeom>
            <a:avLst/>
            <a:gdLst>
              <a:gd name="T0" fmla="*/ 0 w 1712"/>
              <a:gd name="T1" fmla="*/ 856 h 1712"/>
              <a:gd name="T2" fmla="*/ 0 w 1712"/>
              <a:gd name="T3" fmla="*/ 856 h 1712"/>
              <a:gd name="T4" fmla="*/ 855 w 1712"/>
              <a:gd name="T5" fmla="*/ 0 h 1712"/>
              <a:gd name="T6" fmla="*/ 855 w 1712"/>
              <a:gd name="T7" fmla="*/ 0 h 1712"/>
              <a:gd name="T8" fmla="*/ 1711 w 1712"/>
              <a:gd name="T9" fmla="*/ 856 h 1712"/>
              <a:gd name="T10" fmla="*/ 1711 w 1712"/>
              <a:gd name="T11" fmla="*/ 856 h 1712"/>
              <a:gd name="T12" fmla="*/ 855 w 1712"/>
              <a:gd name="T13" fmla="*/ 1711 h 1712"/>
              <a:gd name="T14" fmla="*/ 855 w 1712"/>
              <a:gd name="T15" fmla="*/ 1711 h 1712"/>
              <a:gd name="T16" fmla="*/ 0 w 1712"/>
              <a:gd name="T17" fmla="*/ 856 h 1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12" h="1712">
                <a:moveTo>
                  <a:pt x="0" y="856"/>
                </a:moveTo>
                <a:lnTo>
                  <a:pt x="0" y="856"/>
                </a:lnTo>
                <a:cubicBezTo>
                  <a:pt x="0" y="383"/>
                  <a:pt x="383" y="0"/>
                  <a:pt x="855" y="0"/>
                </a:cubicBezTo>
                <a:lnTo>
                  <a:pt x="855" y="0"/>
                </a:lnTo>
                <a:cubicBezTo>
                  <a:pt x="1327" y="0"/>
                  <a:pt x="1711" y="383"/>
                  <a:pt x="1711" y="856"/>
                </a:cubicBezTo>
                <a:lnTo>
                  <a:pt x="1711" y="856"/>
                </a:lnTo>
                <a:cubicBezTo>
                  <a:pt x="1711" y="1328"/>
                  <a:pt x="1327" y="1711"/>
                  <a:pt x="855" y="1711"/>
                </a:cubicBezTo>
                <a:lnTo>
                  <a:pt x="855" y="1711"/>
                </a:lnTo>
                <a:cubicBezTo>
                  <a:pt x="383" y="1711"/>
                  <a:pt x="0" y="1328"/>
                  <a:pt x="0" y="85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DA47D22A-7439-41D2-8DAE-7AD0096E2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7392" y="7671790"/>
            <a:ext cx="821939" cy="887365"/>
          </a:xfrm>
          <a:custGeom>
            <a:avLst/>
            <a:gdLst>
              <a:gd name="connsiteX0" fmla="*/ 25427 w 821939"/>
              <a:gd name="connsiteY0" fmla="*/ 779475 h 887365"/>
              <a:gd name="connsiteX1" fmla="*/ 25427 w 821939"/>
              <a:gd name="connsiteY1" fmla="*/ 780382 h 887365"/>
              <a:gd name="connsiteX2" fmla="*/ 171891 w 821939"/>
              <a:gd name="connsiteY2" fmla="*/ 861979 h 887365"/>
              <a:gd name="connsiteX3" fmla="*/ 556134 w 821939"/>
              <a:gd name="connsiteY3" fmla="*/ 861979 h 887365"/>
              <a:gd name="connsiteX4" fmla="*/ 701694 w 821939"/>
              <a:gd name="connsiteY4" fmla="*/ 780382 h 887365"/>
              <a:gd name="connsiteX5" fmla="*/ 702598 w 821939"/>
              <a:gd name="connsiteY5" fmla="*/ 779475 h 887365"/>
              <a:gd name="connsiteX6" fmla="*/ 509120 w 821939"/>
              <a:gd name="connsiteY6" fmla="*/ 779475 h 887365"/>
              <a:gd name="connsiteX7" fmla="*/ 218000 w 821939"/>
              <a:gd name="connsiteY7" fmla="*/ 779475 h 887365"/>
              <a:gd name="connsiteX8" fmla="*/ 704406 w 821939"/>
              <a:gd name="connsiteY8" fmla="*/ 482097 h 887365"/>
              <a:gd name="connsiteX9" fmla="*/ 697173 w 821939"/>
              <a:gd name="connsiteY9" fmla="*/ 531055 h 887365"/>
              <a:gd name="connsiteX10" fmla="*/ 644735 w 821939"/>
              <a:gd name="connsiteY10" fmla="*/ 667958 h 887365"/>
              <a:gd name="connsiteX11" fmla="*/ 796624 w 821939"/>
              <a:gd name="connsiteY11" fmla="*/ 540122 h 887365"/>
              <a:gd name="connsiteX12" fmla="*/ 738762 w 821939"/>
              <a:gd name="connsiteY12" fmla="*/ 482097 h 887365"/>
              <a:gd name="connsiteX13" fmla="*/ 61591 w 821939"/>
              <a:gd name="connsiteY13" fmla="*/ 427698 h 887365"/>
              <a:gd name="connsiteX14" fmla="*/ 48029 w 821939"/>
              <a:gd name="connsiteY14" fmla="*/ 434045 h 887365"/>
              <a:gd name="connsiteX15" fmla="*/ 43509 w 821939"/>
              <a:gd name="connsiteY15" fmla="*/ 447644 h 887365"/>
              <a:gd name="connsiteX16" fmla="*/ 55262 w 821939"/>
              <a:gd name="connsiteY16" fmla="*/ 527429 h 887365"/>
              <a:gd name="connsiteX17" fmla="*/ 223425 w 821939"/>
              <a:gd name="connsiteY17" fmla="*/ 754089 h 887365"/>
              <a:gd name="connsiteX18" fmla="*/ 504600 w 821939"/>
              <a:gd name="connsiteY18" fmla="*/ 754089 h 887365"/>
              <a:gd name="connsiteX19" fmla="*/ 672762 w 821939"/>
              <a:gd name="connsiteY19" fmla="*/ 527429 h 887365"/>
              <a:gd name="connsiteX20" fmla="*/ 683612 w 821939"/>
              <a:gd name="connsiteY20" fmla="*/ 447644 h 887365"/>
              <a:gd name="connsiteX21" fmla="*/ 679091 w 821939"/>
              <a:gd name="connsiteY21" fmla="*/ 434045 h 887365"/>
              <a:gd name="connsiteX22" fmla="*/ 665530 w 821939"/>
              <a:gd name="connsiteY22" fmla="*/ 427698 h 887365"/>
              <a:gd name="connsiteX23" fmla="*/ 61591 w 821939"/>
              <a:gd name="connsiteY23" fmla="*/ 402312 h 887365"/>
              <a:gd name="connsiteX24" fmla="*/ 665530 w 821939"/>
              <a:gd name="connsiteY24" fmla="*/ 402312 h 887365"/>
              <a:gd name="connsiteX25" fmla="*/ 698077 w 821939"/>
              <a:gd name="connsiteY25" fmla="*/ 416819 h 887365"/>
              <a:gd name="connsiteX26" fmla="*/ 708926 w 821939"/>
              <a:gd name="connsiteY26" fmla="*/ 452178 h 887365"/>
              <a:gd name="connsiteX27" fmla="*/ 708022 w 821939"/>
              <a:gd name="connsiteY27" fmla="*/ 456711 h 887365"/>
              <a:gd name="connsiteX28" fmla="*/ 738762 w 821939"/>
              <a:gd name="connsiteY28" fmla="*/ 456711 h 887365"/>
              <a:gd name="connsiteX29" fmla="*/ 821939 w 821939"/>
              <a:gd name="connsiteY29" fmla="*/ 540122 h 887365"/>
              <a:gd name="connsiteX30" fmla="*/ 621229 w 821939"/>
              <a:gd name="connsiteY30" fmla="*/ 696971 h 887365"/>
              <a:gd name="connsiteX31" fmla="*/ 556134 w 821939"/>
              <a:gd name="connsiteY31" fmla="*/ 754089 h 887365"/>
              <a:gd name="connsiteX32" fmla="*/ 705310 w 821939"/>
              <a:gd name="connsiteY32" fmla="*/ 754089 h 887365"/>
              <a:gd name="connsiteX33" fmla="*/ 724296 w 821939"/>
              <a:gd name="connsiteY33" fmla="*/ 766782 h 887365"/>
              <a:gd name="connsiteX34" fmla="*/ 722488 w 821939"/>
              <a:gd name="connsiteY34" fmla="*/ 795795 h 887365"/>
              <a:gd name="connsiteX35" fmla="*/ 556134 w 821939"/>
              <a:gd name="connsiteY35" fmla="*/ 887365 h 887365"/>
              <a:gd name="connsiteX36" fmla="*/ 171891 w 821939"/>
              <a:gd name="connsiteY36" fmla="*/ 887365 h 887365"/>
              <a:gd name="connsiteX37" fmla="*/ 5537 w 821939"/>
              <a:gd name="connsiteY37" fmla="*/ 795795 h 887365"/>
              <a:gd name="connsiteX38" fmla="*/ 2824 w 821939"/>
              <a:gd name="connsiteY38" fmla="*/ 766782 h 887365"/>
              <a:gd name="connsiteX39" fmla="*/ 21811 w 821939"/>
              <a:gd name="connsiteY39" fmla="*/ 754089 h 887365"/>
              <a:gd name="connsiteX40" fmla="*/ 171891 w 821939"/>
              <a:gd name="connsiteY40" fmla="*/ 754089 h 887365"/>
              <a:gd name="connsiteX41" fmla="*/ 29947 w 821939"/>
              <a:gd name="connsiteY41" fmla="*/ 531055 h 887365"/>
              <a:gd name="connsiteX42" fmla="*/ 18194 w 821939"/>
              <a:gd name="connsiteY42" fmla="*/ 452178 h 887365"/>
              <a:gd name="connsiteX43" fmla="*/ 29043 w 821939"/>
              <a:gd name="connsiteY43" fmla="*/ 416819 h 887365"/>
              <a:gd name="connsiteX44" fmla="*/ 61591 w 821939"/>
              <a:gd name="connsiteY44" fmla="*/ 402312 h 887365"/>
              <a:gd name="connsiteX45" fmla="*/ 430128 w 821939"/>
              <a:gd name="connsiteY45" fmla="*/ 41639 h 887365"/>
              <a:gd name="connsiteX46" fmla="*/ 445518 w 821939"/>
              <a:gd name="connsiteY46" fmla="*/ 51574 h 887365"/>
              <a:gd name="connsiteX47" fmla="*/ 458192 w 821939"/>
              <a:gd name="connsiteY47" fmla="*/ 89507 h 887365"/>
              <a:gd name="connsiteX48" fmla="*/ 475392 w 821939"/>
              <a:gd name="connsiteY48" fmla="*/ 175310 h 887365"/>
              <a:gd name="connsiteX49" fmla="*/ 458192 w 821939"/>
              <a:gd name="connsiteY49" fmla="*/ 261113 h 887365"/>
              <a:gd name="connsiteX50" fmla="*/ 441897 w 821939"/>
              <a:gd name="connsiteY50" fmla="*/ 336980 h 887365"/>
              <a:gd name="connsiteX51" fmla="*/ 429223 w 821939"/>
              <a:gd name="connsiteY51" fmla="*/ 349625 h 887365"/>
              <a:gd name="connsiteX52" fmla="*/ 416549 w 821939"/>
              <a:gd name="connsiteY52" fmla="*/ 336980 h 887365"/>
              <a:gd name="connsiteX53" fmla="*/ 433749 w 821939"/>
              <a:gd name="connsiteY53" fmla="*/ 252081 h 887365"/>
              <a:gd name="connsiteX54" fmla="*/ 450044 w 821939"/>
              <a:gd name="connsiteY54" fmla="*/ 175310 h 887365"/>
              <a:gd name="connsiteX55" fmla="*/ 433749 w 821939"/>
              <a:gd name="connsiteY55" fmla="*/ 99443 h 887365"/>
              <a:gd name="connsiteX56" fmla="*/ 420170 w 821939"/>
              <a:gd name="connsiteY56" fmla="*/ 56993 h 887365"/>
              <a:gd name="connsiteX57" fmla="*/ 430128 w 821939"/>
              <a:gd name="connsiteY57" fmla="*/ 41639 h 887365"/>
              <a:gd name="connsiteX58" fmla="*/ 266610 w 821939"/>
              <a:gd name="connsiteY58" fmla="*/ 41639 h 887365"/>
              <a:gd name="connsiteX59" fmla="*/ 281770 w 821939"/>
              <a:gd name="connsiteY59" fmla="*/ 51574 h 887365"/>
              <a:gd name="connsiteX60" fmla="*/ 293364 w 821939"/>
              <a:gd name="connsiteY60" fmla="*/ 89507 h 887365"/>
              <a:gd name="connsiteX61" fmla="*/ 312091 w 821939"/>
              <a:gd name="connsiteY61" fmla="*/ 175310 h 887365"/>
              <a:gd name="connsiteX62" fmla="*/ 293364 w 821939"/>
              <a:gd name="connsiteY62" fmla="*/ 261113 h 887365"/>
              <a:gd name="connsiteX63" fmla="*/ 278203 w 821939"/>
              <a:gd name="connsiteY63" fmla="*/ 336980 h 887365"/>
              <a:gd name="connsiteX64" fmla="*/ 265718 w 821939"/>
              <a:gd name="connsiteY64" fmla="*/ 349625 h 887365"/>
              <a:gd name="connsiteX65" fmla="*/ 253233 w 821939"/>
              <a:gd name="connsiteY65" fmla="*/ 336980 h 887365"/>
              <a:gd name="connsiteX66" fmla="*/ 270177 w 821939"/>
              <a:gd name="connsiteY66" fmla="*/ 252081 h 887365"/>
              <a:gd name="connsiteX67" fmla="*/ 286229 w 821939"/>
              <a:gd name="connsiteY67" fmla="*/ 175310 h 887365"/>
              <a:gd name="connsiteX68" fmla="*/ 270177 w 821939"/>
              <a:gd name="connsiteY68" fmla="*/ 99443 h 887365"/>
              <a:gd name="connsiteX69" fmla="*/ 256800 w 821939"/>
              <a:gd name="connsiteY69" fmla="*/ 56993 h 887365"/>
              <a:gd name="connsiteX70" fmla="*/ 266610 w 821939"/>
              <a:gd name="connsiteY70" fmla="*/ 41639 h 887365"/>
              <a:gd name="connsiteX71" fmla="*/ 345384 w 821939"/>
              <a:gd name="connsiteY71" fmla="*/ 0 h 887365"/>
              <a:gd name="connsiteX72" fmla="*/ 358761 w 821939"/>
              <a:gd name="connsiteY72" fmla="*/ 12680 h 887365"/>
              <a:gd name="connsiteX73" fmla="*/ 373921 w 821939"/>
              <a:gd name="connsiteY73" fmla="*/ 88764 h 887365"/>
              <a:gd name="connsiteX74" fmla="*/ 391757 w 821939"/>
              <a:gd name="connsiteY74" fmla="*/ 174811 h 887365"/>
              <a:gd name="connsiteX75" fmla="*/ 373921 w 821939"/>
              <a:gd name="connsiteY75" fmla="*/ 260858 h 887365"/>
              <a:gd name="connsiteX76" fmla="*/ 358761 w 821939"/>
              <a:gd name="connsiteY76" fmla="*/ 336942 h 887365"/>
              <a:gd name="connsiteX77" fmla="*/ 345384 w 821939"/>
              <a:gd name="connsiteY77" fmla="*/ 349622 h 887365"/>
              <a:gd name="connsiteX78" fmla="*/ 332899 w 821939"/>
              <a:gd name="connsiteY78" fmla="*/ 336942 h 887365"/>
              <a:gd name="connsiteX79" fmla="*/ 350735 w 821939"/>
              <a:gd name="connsiteY79" fmla="*/ 251801 h 887365"/>
              <a:gd name="connsiteX80" fmla="*/ 366787 w 821939"/>
              <a:gd name="connsiteY80" fmla="*/ 174811 h 887365"/>
              <a:gd name="connsiteX81" fmla="*/ 350735 w 821939"/>
              <a:gd name="connsiteY81" fmla="*/ 98728 h 887365"/>
              <a:gd name="connsiteX82" fmla="*/ 332899 w 821939"/>
              <a:gd name="connsiteY82" fmla="*/ 12680 h 887365"/>
              <a:gd name="connsiteX83" fmla="*/ 345384 w 821939"/>
              <a:gd name="connsiteY83" fmla="*/ 0 h 88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21939" h="887365">
                <a:moveTo>
                  <a:pt x="25427" y="779475"/>
                </a:moveTo>
                <a:cubicBezTo>
                  <a:pt x="25427" y="780382"/>
                  <a:pt x="25427" y="780382"/>
                  <a:pt x="25427" y="780382"/>
                </a:cubicBezTo>
                <a:cubicBezTo>
                  <a:pt x="64303" y="833874"/>
                  <a:pt x="116741" y="861979"/>
                  <a:pt x="171891" y="861979"/>
                </a:cubicBezTo>
                <a:lnTo>
                  <a:pt x="556134" y="861979"/>
                </a:lnTo>
                <a:cubicBezTo>
                  <a:pt x="610380" y="861979"/>
                  <a:pt x="662817" y="833874"/>
                  <a:pt x="701694" y="780382"/>
                </a:cubicBezTo>
                <a:cubicBezTo>
                  <a:pt x="702598" y="780382"/>
                  <a:pt x="702598" y="780382"/>
                  <a:pt x="702598" y="779475"/>
                </a:cubicBezTo>
                <a:lnTo>
                  <a:pt x="509120" y="779475"/>
                </a:lnTo>
                <a:lnTo>
                  <a:pt x="218000" y="779475"/>
                </a:lnTo>
                <a:close/>
                <a:moveTo>
                  <a:pt x="704406" y="482097"/>
                </a:moveTo>
                <a:lnTo>
                  <a:pt x="697173" y="531055"/>
                </a:lnTo>
                <a:cubicBezTo>
                  <a:pt x="689940" y="580921"/>
                  <a:pt x="671858" y="628066"/>
                  <a:pt x="644735" y="667958"/>
                </a:cubicBezTo>
                <a:cubicBezTo>
                  <a:pt x="696269" y="657079"/>
                  <a:pt x="796624" y="624439"/>
                  <a:pt x="796624" y="540122"/>
                </a:cubicBezTo>
                <a:cubicBezTo>
                  <a:pt x="796624" y="507483"/>
                  <a:pt x="770405" y="482097"/>
                  <a:pt x="738762" y="482097"/>
                </a:cubicBezTo>
                <a:close/>
                <a:moveTo>
                  <a:pt x="61591" y="427698"/>
                </a:moveTo>
                <a:cubicBezTo>
                  <a:pt x="56166" y="427698"/>
                  <a:pt x="50742" y="429512"/>
                  <a:pt x="48029" y="434045"/>
                </a:cubicBezTo>
                <a:cubicBezTo>
                  <a:pt x="44413" y="437671"/>
                  <a:pt x="42605" y="442204"/>
                  <a:pt x="43509" y="447644"/>
                </a:cubicBezTo>
                <a:lnTo>
                  <a:pt x="55262" y="527429"/>
                </a:lnTo>
                <a:cubicBezTo>
                  <a:pt x="69728" y="627159"/>
                  <a:pt x="132111" y="711477"/>
                  <a:pt x="223425" y="754089"/>
                </a:cubicBezTo>
                <a:lnTo>
                  <a:pt x="504600" y="754089"/>
                </a:lnTo>
                <a:cubicBezTo>
                  <a:pt x="595914" y="711477"/>
                  <a:pt x="658297" y="627159"/>
                  <a:pt x="672762" y="527429"/>
                </a:cubicBezTo>
                <a:lnTo>
                  <a:pt x="683612" y="447644"/>
                </a:lnTo>
                <a:cubicBezTo>
                  <a:pt x="684516" y="442204"/>
                  <a:pt x="683612" y="437671"/>
                  <a:pt x="679091" y="434045"/>
                </a:cubicBezTo>
                <a:cubicBezTo>
                  <a:pt x="676379" y="429512"/>
                  <a:pt x="670954" y="427698"/>
                  <a:pt x="665530" y="427698"/>
                </a:cubicBezTo>
                <a:close/>
                <a:moveTo>
                  <a:pt x="61591" y="402312"/>
                </a:moveTo>
                <a:lnTo>
                  <a:pt x="665530" y="402312"/>
                </a:lnTo>
                <a:cubicBezTo>
                  <a:pt x="678187" y="402312"/>
                  <a:pt x="690844" y="407752"/>
                  <a:pt x="698077" y="416819"/>
                </a:cubicBezTo>
                <a:cubicBezTo>
                  <a:pt x="707118" y="426792"/>
                  <a:pt x="710735" y="438578"/>
                  <a:pt x="708926" y="452178"/>
                </a:cubicBezTo>
                <a:lnTo>
                  <a:pt x="708022" y="456711"/>
                </a:lnTo>
                <a:lnTo>
                  <a:pt x="738762" y="456711"/>
                </a:lnTo>
                <a:cubicBezTo>
                  <a:pt x="784871" y="456711"/>
                  <a:pt x="821939" y="493883"/>
                  <a:pt x="821939" y="540122"/>
                </a:cubicBezTo>
                <a:cubicBezTo>
                  <a:pt x="821939" y="666145"/>
                  <a:pt x="652872" y="693344"/>
                  <a:pt x="621229" y="696971"/>
                </a:cubicBezTo>
                <a:cubicBezTo>
                  <a:pt x="602243" y="718730"/>
                  <a:pt x="580544" y="737769"/>
                  <a:pt x="556134" y="754089"/>
                </a:cubicBezTo>
                <a:lnTo>
                  <a:pt x="705310" y="754089"/>
                </a:lnTo>
                <a:cubicBezTo>
                  <a:pt x="712543" y="754089"/>
                  <a:pt x="720680" y="758622"/>
                  <a:pt x="724296" y="766782"/>
                </a:cubicBezTo>
                <a:cubicBezTo>
                  <a:pt x="728817" y="775848"/>
                  <a:pt x="727912" y="788541"/>
                  <a:pt x="722488" y="795795"/>
                </a:cubicBezTo>
                <a:cubicBezTo>
                  <a:pt x="678187" y="853820"/>
                  <a:pt x="618516" y="887365"/>
                  <a:pt x="556134" y="887365"/>
                </a:cubicBezTo>
                <a:lnTo>
                  <a:pt x="171891" y="887365"/>
                </a:lnTo>
                <a:cubicBezTo>
                  <a:pt x="109508" y="887365"/>
                  <a:pt x="48934" y="853820"/>
                  <a:pt x="5537" y="795795"/>
                </a:cubicBezTo>
                <a:cubicBezTo>
                  <a:pt x="-792" y="788541"/>
                  <a:pt x="-1696" y="775848"/>
                  <a:pt x="2824" y="766782"/>
                </a:cubicBezTo>
                <a:cubicBezTo>
                  <a:pt x="6441" y="758622"/>
                  <a:pt x="14578" y="754089"/>
                  <a:pt x="21811" y="754089"/>
                </a:cubicBezTo>
                <a:lnTo>
                  <a:pt x="171891" y="754089"/>
                </a:lnTo>
                <a:cubicBezTo>
                  <a:pt x="95043" y="704224"/>
                  <a:pt x="43509" y="623533"/>
                  <a:pt x="29947" y="531055"/>
                </a:cubicBezTo>
                <a:lnTo>
                  <a:pt x="18194" y="452178"/>
                </a:lnTo>
                <a:cubicBezTo>
                  <a:pt x="16386" y="438578"/>
                  <a:pt x="20906" y="426792"/>
                  <a:pt x="29043" y="416819"/>
                </a:cubicBezTo>
                <a:cubicBezTo>
                  <a:pt x="37180" y="407752"/>
                  <a:pt x="48934" y="402312"/>
                  <a:pt x="61591" y="402312"/>
                </a:cubicBezTo>
                <a:close/>
                <a:moveTo>
                  <a:pt x="430128" y="41639"/>
                </a:moveTo>
                <a:cubicBezTo>
                  <a:pt x="437370" y="39832"/>
                  <a:pt x="443707" y="44348"/>
                  <a:pt x="445518" y="51574"/>
                </a:cubicBezTo>
                <a:cubicBezTo>
                  <a:pt x="447328" y="66928"/>
                  <a:pt x="452760" y="77766"/>
                  <a:pt x="458192" y="89507"/>
                </a:cubicBezTo>
                <a:cubicBezTo>
                  <a:pt x="466339" y="111184"/>
                  <a:pt x="475392" y="131957"/>
                  <a:pt x="475392" y="175310"/>
                </a:cubicBezTo>
                <a:cubicBezTo>
                  <a:pt x="475392" y="217760"/>
                  <a:pt x="466339" y="240340"/>
                  <a:pt x="458192" y="261113"/>
                </a:cubicBezTo>
                <a:cubicBezTo>
                  <a:pt x="449139" y="280983"/>
                  <a:pt x="441897" y="299047"/>
                  <a:pt x="441897" y="336980"/>
                </a:cubicBezTo>
                <a:cubicBezTo>
                  <a:pt x="441897" y="344206"/>
                  <a:pt x="436465" y="349625"/>
                  <a:pt x="429223" y="349625"/>
                </a:cubicBezTo>
                <a:cubicBezTo>
                  <a:pt x="421981" y="349625"/>
                  <a:pt x="416549" y="344206"/>
                  <a:pt x="416549" y="336980"/>
                </a:cubicBezTo>
                <a:cubicBezTo>
                  <a:pt x="416549" y="294531"/>
                  <a:pt x="425602" y="271951"/>
                  <a:pt x="433749" y="252081"/>
                </a:cubicBezTo>
                <a:cubicBezTo>
                  <a:pt x="441897" y="232211"/>
                  <a:pt x="450044" y="213244"/>
                  <a:pt x="450044" y="175310"/>
                </a:cubicBezTo>
                <a:cubicBezTo>
                  <a:pt x="450044" y="137376"/>
                  <a:pt x="441897" y="119313"/>
                  <a:pt x="433749" y="99443"/>
                </a:cubicBezTo>
                <a:cubicBezTo>
                  <a:pt x="429223" y="85895"/>
                  <a:pt x="423791" y="74153"/>
                  <a:pt x="420170" y="56993"/>
                </a:cubicBezTo>
                <a:cubicBezTo>
                  <a:pt x="418360" y="49767"/>
                  <a:pt x="423791" y="43445"/>
                  <a:pt x="430128" y="41639"/>
                </a:cubicBezTo>
                <a:close/>
                <a:moveTo>
                  <a:pt x="266610" y="41639"/>
                </a:moveTo>
                <a:cubicBezTo>
                  <a:pt x="273744" y="39832"/>
                  <a:pt x="279987" y="44348"/>
                  <a:pt x="281770" y="51574"/>
                </a:cubicBezTo>
                <a:cubicBezTo>
                  <a:pt x="284446" y="66928"/>
                  <a:pt x="288905" y="77766"/>
                  <a:pt x="293364" y="89507"/>
                </a:cubicBezTo>
                <a:cubicBezTo>
                  <a:pt x="303173" y="111184"/>
                  <a:pt x="312091" y="131957"/>
                  <a:pt x="312091" y="175310"/>
                </a:cubicBezTo>
                <a:cubicBezTo>
                  <a:pt x="312091" y="217760"/>
                  <a:pt x="303173" y="240340"/>
                  <a:pt x="293364" y="261113"/>
                </a:cubicBezTo>
                <a:cubicBezTo>
                  <a:pt x="285337" y="280983"/>
                  <a:pt x="278203" y="299047"/>
                  <a:pt x="278203" y="336980"/>
                </a:cubicBezTo>
                <a:cubicBezTo>
                  <a:pt x="278203" y="344206"/>
                  <a:pt x="272852" y="349625"/>
                  <a:pt x="265718" y="349625"/>
                </a:cubicBezTo>
                <a:cubicBezTo>
                  <a:pt x="259476" y="349625"/>
                  <a:pt x="253233" y="344206"/>
                  <a:pt x="253233" y="336980"/>
                </a:cubicBezTo>
                <a:cubicBezTo>
                  <a:pt x="253233" y="294531"/>
                  <a:pt x="262151" y="271951"/>
                  <a:pt x="270177" y="252081"/>
                </a:cubicBezTo>
                <a:cubicBezTo>
                  <a:pt x="278203" y="232211"/>
                  <a:pt x="286229" y="213244"/>
                  <a:pt x="286229" y="175310"/>
                </a:cubicBezTo>
                <a:cubicBezTo>
                  <a:pt x="286229" y="137376"/>
                  <a:pt x="278203" y="119313"/>
                  <a:pt x="270177" y="99443"/>
                </a:cubicBezTo>
                <a:cubicBezTo>
                  <a:pt x="265718" y="85895"/>
                  <a:pt x="260367" y="74153"/>
                  <a:pt x="256800" y="56993"/>
                </a:cubicBezTo>
                <a:cubicBezTo>
                  <a:pt x="255017" y="49767"/>
                  <a:pt x="259476" y="43445"/>
                  <a:pt x="266610" y="41639"/>
                </a:cubicBezTo>
                <a:close/>
                <a:moveTo>
                  <a:pt x="345384" y="0"/>
                </a:moveTo>
                <a:cubicBezTo>
                  <a:pt x="352518" y="0"/>
                  <a:pt x="358761" y="5434"/>
                  <a:pt x="358761" y="12680"/>
                </a:cubicBezTo>
                <a:cubicBezTo>
                  <a:pt x="358761" y="50723"/>
                  <a:pt x="366787" y="68838"/>
                  <a:pt x="373921" y="88764"/>
                </a:cubicBezTo>
                <a:cubicBezTo>
                  <a:pt x="382839" y="110503"/>
                  <a:pt x="391757" y="131335"/>
                  <a:pt x="391757" y="174811"/>
                </a:cubicBezTo>
                <a:cubicBezTo>
                  <a:pt x="391757" y="217382"/>
                  <a:pt x="382839" y="240026"/>
                  <a:pt x="373921" y="260858"/>
                </a:cubicBezTo>
                <a:cubicBezTo>
                  <a:pt x="366787" y="280785"/>
                  <a:pt x="358761" y="298900"/>
                  <a:pt x="358761" y="336942"/>
                </a:cubicBezTo>
                <a:cubicBezTo>
                  <a:pt x="358761" y="344188"/>
                  <a:pt x="352518" y="349622"/>
                  <a:pt x="345384" y="349622"/>
                </a:cubicBezTo>
                <a:cubicBezTo>
                  <a:pt x="339142" y="349622"/>
                  <a:pt x="332899" y="344188"/>
                  <a:pt x="332899" y="336942"/>
                </a:cubicBezTo>
                <a:cubicBezTo>
                  <a:pt x="332899" y="294371"/>
                  <a:pt x="341817" y="271727"/>
                  <a:pt x="350735" y="251801"/>
                </a:cubicBezTo>
                <a:cubicBezTo>
                  <a:pt x="358761" y="231874"/>
                  <a:pt x="366787" y="212853"/>
                  <a:pt x="366787" y="174811"/>
                </a:cubicBezTo>
                <a:cubicBezTo>
                  <a:pt x="366787" y="136770"/>
                  <a:pt x="358761" y="118654"/>
                  <a:pt x="350735" y="98728"/>
                </a:cubicBezTo>
                <a:cubicBezTo>
                  <a:pt x="341817" y="76990"/>
                  <a:pt x="332899" y="56157"/>
                  <a:pt x="332899" y="12680"/>
                </a:cubicBezTo>
                <a:cubicBezTo>
                  <a:pt x="332899" y="5434"/>
                  <a:pt x="339142" y="0"/>
                  <a:pt x="34538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30D396F2-DAF3-4B3E-A0A3-6ABF9727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6290" y="9006188"/>
            <a:ext cx="3999209" cy="3959376"/>
          </a:xfrm>
          <a:custGeom>
            <a:avLst/>
            <a:gdLst>
              <a:gd name="T0" fmla="*/ 3692 w 4428"/>
              <a:gd name="T1" fmla="*/ 1403 h 4384"/>
              <a:gd name="T2" fmla="*/ 3692 w 4428"/>
              <a:gd name="T3" fmla="*/ 1403 h 4384"/>
              <a:gd name="T4" fmla="*/ 2508 w 4428"/>
              <a:gd name="T5" fmla="*/ 720 h 4384"/>
              <a:gd name="T6" fmla="*/ 2508 w 4428"/>
              <a:gd name="T7" fmla="*/ 720 h 4384"/>
              <a:gd name="T8" fmla="*/ 1262 w 4428"/>
              <a:gd name="T9" fmla="*/ 0 h 4384"/>
              <a:gd name="T10" fmla="*/ 842 w 4428"/>
              <a:gd name="T11" fmla="*/ 729 h 4384"/>
              <a:gd name="T12" fmla="*/ 0 w 4428"/>
              <a:gd name="T13" fmla="*/ 729 h 4384"/>
              <a:gd name="T14" fmla="*/ 0 w 4428"/>
              <a:gd name="T15" fmla="*/ 957 h 4384"/>
              <a:gd name="T16" fmla="*/ 0 w 4428"/>
              <a:gd name="T17" fmla="*/ 2526 h 4384"/>
              <a:gd name="T18" fmla="*/ 0 w 4428"/>
              <a:gd name="T19" fmla="*/ 3816 h 4384"/>
              <a:gd name="T20" fmla="*/ 0 w 4428"/>
              <a:gd name="T21" fmla="*/ 4383 h 4384"/>
              <a:gd name="T22" fmla="*/ 2951 w 4428"/>
              <a:gd name="T23" fmla="*/ 4383 h 4384"/>
              <a:gd name="T24" fmla="*/ 4427 w 4428"/>
              <a:gd name="T25" fmla="*/ 1827 h 4384"/>
              <a:gd name="T26" fmla="*/ 4427 w 4428"/>
              <a:gd name="T27" fmla="*/ 1827 h 4384"/>
              <a:gd name="T28" fmla="*/ 3692 w 4428"/>
              <a:gd name="T29" fmla="*/ 1403 h 4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428" h="4384">
                <a:moveTo>
                  <a:pt x="3692" y="1403"/>
                </a:moveTo>
                <a:lnTo>
                  <a:pt x="3692" y="1403"/>
                </a:lnTo>
                <a:cubicBezTo>
                  <a:pt x="3297" y="1175"/>
                  <a:pt x="2903" y="947"/>
                  <a:pt x="2508" y="720"/>
                </a:cubicBezTo>
                <a:lnTo>
                  <a:pt x="2508" y="720"/>
                </a:lnTo>
                <a:cubicBezTo>
                  <a:pt x="2093" y="479"/>
                  <a:pt x="1678" y="240"/>
                  <a:pt x="1262" y="0"/>
                </a:cubicBezTo>
                <a:lnTo>
                  <a:pt x="842" y="729"/>
                </a:lnTo>
                <a:lnTo>
                  <a:pt x="0" y="729"/>
                </a:lnTo>
                <a:lnTo>
                  <a:pt x="0" y="957"/>
                </a:lnTo>
                <a:lnTo>
                  <a:pt x="0" y="2526"/>
                </a:lnTo>
                <a:lnTo>
                  <a:pt x="0" y="3816"/>
                </a:lnTo>
                <a:lnTo>
                  <a:pt x="0" y="4383"/>
                </a:lnTo>
                <a:lnTo>
                  <a:pt x="2951" y="4383"/>
                </a:lnTo>
                <a:lnTo>
                  <a:pt x="4427" y="1827"/>
                </a:lnTo>
                <a:lnTo>
                  <a:pt x="4427" y="1827"/>
                </a:lnTo>
                <a:cubicBezTo>
                  <a:pt x="4182" y="1686"/>
                  <a:pt x="3937" y="1545"/>
                  <a:pt x="3692" y="1403"/>
                </a:cubicBezTo>
              </a:path>
            </a:pathLst>
          </a:custGeom>
          <a:solidFill>
            <a:schemeClr val="accent6"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9" name="Freeform 13">
            <a:extLst>
              <a:ext uri="{FF2B5EF4-FFF2-40B4-BE49-F238E27FC236}">
                <a16:creationId xmlns:a16="http://schemas.microsoft.com/office/drawing/2014/main" id="{B8901B94-9FF4-43A9-B47A-397D064D9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9655" y="10130092"/>
            <a:ext cx="2048256" cy="20482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0" name="Freeform 14">
            <a:extLst>
              <a:ext uri="{FF2B5EF4-FFF2-40B4-BE49-F238E27FC236}">
                <a16:creationId xmlns:a16="http://schemas.microsoft.com/office/drawing/2014/main" id="{CFCB017A-5479-4B03-9137-BC1CC6E7F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1115" y="10381552"/>
            <a:ext cx="1545336" cy="154533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7869F31C-70D9-4AF9-AAEF-EC71973E8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5589" y="10746879"/>
            <a:ext cx="994916" cy="807701"/>
          </a:xfrm>
          <a:custGeom>
            <a:avLst/>
            <a:gdLst>
              <a:gd name="connsiteX0" fmla="*/ 836033 w 994916"/>
              <a:gd name="connsiteY0" fmla="*/ 740889 h 807701"/>
              <a:gd name="connsiteX1" fmla="*/ 851511 w 994916"/>
              <a:gd name="connsiteY1" fmla="*/ 755885 h 807701"/>
              <a:gd name="connsiteX2" fmla="*/ 836033 w 994916"/>
              <a:gd name="connsiteY2" fmla="*/ 771818 h 807701"/>
              <a:gd name="connsiteX3" fmla="*/ 820555 w 994916"/>
              <a:gd name="connsiteY3" fmla="*/ 755885 h 807701"/>
              <a:gd name="connsiteX4" fmla="*/ 836033 w 994916"/>
              <a:gd name="connsiteY4" fmla="*/ 740889 h 807701"/>
              <a:gd name="connsiteX5" fmla="*/ 696983 w 994916"/>
              <a:gd name="connsiteY5" fmla="*/ 727203 h 807701"/>
              <a:gd name="connsiteX6" fmla="*/ 696983 w 994916"/>
              <a:gd name="connsiteY6" fmla="*/ 780567 h 807701"/>
              <a:gd name="connsiteX7" fmla="*/ 699691 w 994916"/>
              <a:gd name="connsiteY7" fmla="*/ 782376 h 807701"/>
              <a:gd name="connsiteX8" fmla="*/ 967831 w 994916"/>
              <a:gd name="connsiteY8" fmla="*/ 782376 h 807701"/>
              <a:gd name="connsiteX9" fmla="*/ 970540 w 994916"/>
              <a:gd name="connsiteY9" fmla="*/ 780567 h 807701"/>
              <a:gd name="connsiteX10" fmla="*/ 970540 w 994916"/>
              <a:gd name="connsiteY10" fmla="*/ 727203 h 807701"/>
              <a:gd name="connsiteX11" fmla="*/ 333143 w 994916"/>
              <a:gd name="connsiteY11" fmla="*/ 592435 h 807701"/>
              <a:gd name="connsiteX12" fmla="*/ 334949 w 994916"/>
              <a:gd name="connsiteY12" fmla="*/ 619569 h 807701"/>
              <a:gd name="connsiteX13" fmla="*/ 298836 w 994916"/>
              <a:gd name="connsiteY13" fmla="*/ 782376 h 807701"/>
              <a:gd name="connsiteX14" fmla="*/ 561559 w 994916"/>
              <a:gd name="connsiteY14" fmla="*/ 782376 h 807701"/>
              <a:gd name="connsiteX15" fmla="*/ 524543 w 994916"/>
              <a:gd name="connsiteY15" fmla="*/ 619569 h 807701"/>
              <a:gd name="connsiteX16" fmla="*/ 527251 w 994916"/>
              <a:gd name="connsiteY16" fmla="*/ 592435 h 807701"/>
              <a:gd name="connsiteX17" fmla="*/ 890713 w 994916"/>
              <a:gd name="connsiteY17" fmla="*/ 513844 h 807701"/>
              <a:gd name="connsiteX18" fmla="*/ 903306 w 994916"/>
              <a:gd name="connsiteY18" fmla="*/ 526914 h 807701"/>
              <a:gd name="connsiteX19" fmla="*/ 890713 w 994916"/>
              <a:gd name="connsiteY19" fmla="*/ 540855 h 807701"/>
              <a:gd name="connsiteX20" fmla="*/ 876321 w 994916"/>
              <a:gd name="connsiteY20" fmla="*/ 526914 h 807701"/>
              <a:gd name="connsiteX21" fmla="*/ 890713 w 994916"/>
              <a:gd name="connsiteY21" fmla="*/ 513844 h 807701"/>
              <a:gd name="connsiteX22" fmla="*/ 834947 w 994916"/>
              <a:gd name="connsiteY22" fmla="*/ 513844 h 807701"/>
              <a:gd name="connsiteX23" fmla="*/ 847540 w 994916"/>
              <a:gd name="connsiteY23" fmla="*/ 526914 h 807701"/>
              <a:gd name="connsiteX24" fmla="*/ 834947 w 994916"/>
              <a:gd name="connsiteY24" fmla="*/ 540855 h 807701"/>
              <a:gd name="connsiteX25" fmla="*/ 820555 w 994916"/>
              <a:gd name="connsiteY25" fmla="*/ 526914 h 807701"/>
              <a:gd name="connsiteX26" fmla="*/ 834947 w 994916"/>
              <a:gd name="connsiteY26" fmla="*/ 513844 h 807701"/>
              <a:gd name="connsiteX27" fmla="*/ 782715 w 994916"/>
              <a:gd name="connsiteY27" fmla="*/ 513844 h 807701"/>
              <a:gd name="connsiteX28" fmla="*/ 795785 w 994916"/>
              <a:gd name="connsiteY28" fmla="*/ 526914 h 807701"/>
              <a:gd name="connsiteX29" fmla="*/ 782715 w 994916"/>
              <a:gd name="connsiteY29" fmla="*/ 540855 h 807701"/>
              <a:gd name="connsiteX30" fmla="*/ 768774 w 994916"/>
              <a:gd name="connsiteY30" fmla="*/ 526914 h 807701"/>
              <a:gd name="connsiteX31" fmla="*/ 782715 w 994916"/>
              <a:gd name="connsiteY31" fmla="*/ 513844 h 807701"/>
              <a:gd name="connsiteX32" fmla="*/ 429738 w 994916"/>
              <a:gd name="connsiteY32" fmla="*/ 485959 h 807701"/>
              <a:gd name="connsiteX33" fmla="*/ 457164 w 994916"/>
              <a:gd name="connsiteY33" fmla="*/ 512471 h 807701"/>
              <a:gd name="connsiteX34" fmla="*/ 429738 w 994916"/>
              <a:gd name="connsiteY34" fmla="*/ 540811 h 807701"/>
              <a:gd name="connsiteX35" fmla="*/ 402312 w 994916"/>
              <a:gd name="connsiteY35" fmla="*/ 512471 h 807701"/>
              <a:gd name="connsiteX36" fmla="*/ 429738 w 994916"/>
              <a:gd name="connsiteY36" fmla="*/ 485959 h 807701"/>
              <a:gd name="connsiteX37" fmla="*/ 24376 w 994916"/>
              <a:gd name="connsiteY37" fmla="*/ 455858 h 807701"/>
              <a:gd name="connsiteX38" fmla="*/ 24376 w 994916"/>
              <a:gd name="connsiteY38" fmla="*/ 551733 h 807701"/>
              <a:gd name="connsiteX39" fmla="*/ 38822 w 994916"/>
              <a:gd name="connsiteY39" fmla="*/ 566205 h 807701"/>
              <a:gd name="connsiteX40" fmla="*/ 671704 w 994916"/>
              <a:gd name="connsiteY40" fmla="*/ 566205 h 807701"/>
              <a:gd name="connsiteX41" fmla="*/ 671704 w 994916"/>
              <a:gd name="connsiteY41" fmla="*/ 455858 h 807701"/>
              <a:gd name="connsiteX42" fmla="*/ 809047 w 994916"/>
              <a:gd name="connsiteY42" fmla="*/ 338579 h 807701"/>
              <a:gd name="connsiteX43" fmla="*/ 862158 w 994916"/>
              <a:gd name="connsiteY43" fmla="*/ 338579 h 807701"/>
              <a:gd name="connsiteX44" fmla="*/ 875436 w 994916"/>
              <a:gd name="connsiteY44" fmla="*/ 352039 h 807701"/>
              <a:gd name="connsiteX45" fmla="*/ 862158 w 994916"/>
              <a:gd name="connsiteY45" fmla="*/ 365500 h 807701"/>
              <a:gd name="connsiteX46" fmla="*/ 809047 w 994916"/>
              <a:gd name="connsiteY46" fmla="*/ 365500 h 807701"/>
              <a:gd name="connsiteX47" fmla="*/ 796655 w 994916"/>
              <a:gd name="connsiteY47" fmla="*/ 352039 h 807701"/>
              <a:gd name="connsiteX48" fmla="*/ 809047 w 994916"/>
              <a:gd name="connsiteY48" fmla="*/ 338579 h 807701"/>
              <a:gd name="connsiteX49" fmla="*/ 699691 w 994916"/>
              <a:gd name="connsiteY49" fmla="*/ 321091 h 807701"/>
              <a:gd name="connsiteX50" fmla="*/ 696983 w 994916"/>
              <a:gd name="connsiteY50" fmla="*/ 323804 h 807701"/>
              <a:gd name="connsiteX51" fmla="*/ 696983 w 994916"/>
              <a:gd name="connsiteY51" fmla="*/ 578868 h 807701"/>
              <a:gd name="connsiteX52" fmla="*/ 696983 w 994916"/>
              <a:gd name="connsiteY52" fmla="*/ 700973 h 807701"/>
              <a:gd name="connsiteX53" fmla="*/ 970540 w 994916"/>
              <a:gd name="connsiteY53" fmla="*/ 700973 h 807701"/>
              <a:gd name="connsiteX54" fmla="*/ 970540 w 994916"/>
              <a:gd name="connsiteY54" fmla="*/ 323804 h 807701"/>
              <a:gd name="connsiteX55" fmla="*/ 967831 w 994916"/>
              <a:gd name="connsiteY55" fmla="*/ 321091 h 807701"/>
              <a:gd name="connsiteX56" fmla="*/ 847755 w 994916"/>
              <a:gd name="connsiteY56" fmla="*/ 321091 h 807701"/>
              <a:gd name="connsiteX57" fmla="*/ 782715 w 994916"/>
              <a:gd name="connsiteY57" fmla="*/ 215097 h 807701"/>
              <a:gd name="connsiteX58" fmla="*/ 795785 w 994916"/>
              <a:gd name="connsiteY58" fmla="*/ 227690 h 807701"/>
              <a:gd name="connsiteX59" fmla="*/ 782715 w 994916"/>
              <a:gd name="connsiteY59" fmla="*/ 242082 h 807701"/>
              <a:gd name="connsiteX60" fmla="*/ 768774 w 994916"/>
              <a:gd name="connsiteY60" fmla="*/ 227690 h 807701"/>
              <a:gd name="connsiteX61" fmla="*/ 782715 w 994916"/>
              <a:gd name="connsiteY61" fmla="*/ 215097 h 807701"/>
              <a:gd name="connsiteX62" fmla="*/ 726499 w 994916"/>
              <a:gd name="connsiteY62" fmla="*/ 215097 h 807701"/>
              <a:gd name="connsiteX63" fmla="*/ 739991 w 994916"/>
              <a:gd name="connsiteY63" fmla="*/ 227690 h 807701"/>
              <a:gd name="connsiteX64" fmla="*/ 726499 w 994916"/>
              <a:gd name="connsiteY64" fmla="*/ 242082 h 807701"/>
              <a:gd name="connsiteX65" fmla="*/ 713008 w 994916"/>
              <a:gd name="connsiteY65" fmla="*/ 227690 h 807701"/>
              <a:gd name="connsiteX66" fmla="*/ 726499 w 994916"/>
              <a:gd name="connsiteY66" fmla="*/ 215097 h 807701"/>
              <a:gd name="connsiteX67" fmla="*/ 674237 w 994916"/>
              <a:gd name="connsiteY67" fmla="*/ 215097 h 807701"/>
              <a:gd name="connsiteX68" fmla="*/ 688179 w 994916"/>
              <a:gd name="connsiteY68" fmla="*/ 227690 h 807701"/>
              <a:gd name="connsiteX69" fmla="*/ 674237 w 994916"/>
              <a:gd name="connsiteY69" fmla="*/ 242082 h 807701"/>
              <a:gd name="connsiteX70" fmla="*/ 661224 w 994916"/>
              <a:gd name="connsiteY70" fmla="*/ 227690 h 807701"/>
              <a:gd name="connsiteX71" fmla="*/ 674237 w 994916"/>
              <a:gd name="connsiteY71" fmla="*/ 215097 h 807701"/>
              <a:gd name="connsiteX72" fmla="*/ 189656 w 994916"/>
              <a:gd name="connsiteY72" fmla="*/ 215097 h 807701"/>
              <a:gd name="connsiteX73" fmla="*/ 202249 w 994916"/>
              <a:gd name="connsiteY73" fmla="*/ 227690 h 807701"/>
              <a:gd name="connsiteX74" fmla="*/ 189656 w 994916"/>
              <a:gd name="connsiteY74" fmla="*/ 242082 h 807701"/>
              <a:gd name="connsiteX75" fmla="*/ 175264 w 994916"/>
              <a:gd name="connsiteY75" fmla="*/ 227690 h 807701"/>
              <a:gd name="connsiteX76" fmla="*/ 189656 w 994916"/>
              <a:gd name="connsiteY76" fmla="*/ 215097 h 807701"/>
              <a:gd name="connsiteX77" fmla="*/ 132990 w 994916"/>
              <a:gd name="connsiteY77" fmla="*/ 215097 h 807701"/>
              <a:gd name="connsiteX78" fmla="*/ 146483 w 994916"/>
              <a:gd name="connsiteY78" fmla="*/ 227690 h 807701"/>
              <a:gd name="connsiteX79" fmla="*/ 132990 w 994916"/>
              <a:gd name="connsiteY79" fmla="*/ 242082 h 807701"/>
              <a:gd name="connsiteX80" fmla="*/ 119498 w 994916"/>
              <a:gd name="connsiteY80" fmla="*/ 227690 h 807701"/>
              <a:gd name="connsiteX81" fmla="*/ 132990 w 994916"/>
              <a:gd name="connsiteY81" fmla="*/ 215097 h 807701"/>
              <a:gd name="connsiteX82" fmla="*/ 81208 w 994916"/>
              <a:gd name="connsiteY82" fmla="*/ 215097 h 807701"/>
              <a:gd name="connsiteX83" fmla="*/ 94700 w 994916"/>
              <a:gd name="connsiteY83" fmla="*/ 227690 h 807701"/>
              <a:gd name="connsiteX84" fmla="*/ 81208 w 994916"/>
              <a:gd name="connsiteY84" fmla="*/ 242082 h 807701"/>
              <a:gd name="connsiteX85" fmla="*/ 67717 w 994916"/>
              <a:gd name="connsiteY85" fmla="*/ 227690 h 807701"/>
              <a:gd name="connsiteX86" fmla="*/ 81208 w 994916"/>
              <a:gd name="connsiteY86" fmla="*/ 215097 h 807701"/>
              <a:gd name="connsiteX87" fmla="*/ 457168 w 994916"/>
              <a:gd name="connsiteY87" fmla="*/ 159331 h 807701"/>
              <a:gd name="connsiteX88" fmla="*/ 466272 w 994916"/>
              <a:gd name="connsiteY88" fmla="*/ 167419 h 807701"/>
              <a:gd name="connsiteX89" fmla="*/ 466272 w 994916"/>
              <a:gd name="connsiteY89" fmla="*/ 179102 h 807701"/>
              <a:gd name="connsiteX90" fmla="*/ 485392 w 994916"/>
              <a:gd name="connsiteY90" fmla="*/ 194379 h 807701"/>
              <a:gd name="connsiteX91" fmla="*/ 479019 w 994916"/>
              <a:gd name="connsiteY91" fmla="*/ 205163 h 807701"/>
              <a:gd name="connsiteX92" fmla="*/ 468093 w 994916"/>
              <a:gd name="connsiteY92" fmla="*/ 198873 h 807701"/>
              <a:gd name="connsiteX93" fmla="*/ 459899 w 994916"/>
              <a:gd name="connsiteY93" fmla="*/ 194379 h 807701"/>
              <a:gd name="connsiteX94" fmla="*/ 448063 w 994916"/>
              <a:gd name="connsiteY94" fmla="*/ 197974 h 807701"/>
              <a:gd name="connsiteX95" fmla="*/ 443511 w 994916"/>
              <a:gd name="connsiteY95" fmla="*/ 208758 h 807701"/>
              <a:gd name="connsiteX96" fmla="*/ 457168 w 994916"/>
              <a:gd name="connsiteY96" fmla="*/ 224934 h 807701"/>
              <a:gd name="connsiteX97" fmla="*/ 488123 w 994916"/>
              <a:gd name="connsiteY97" fmla="*/ 258185 h 807701"/>
              <a:gd name="connsiteX98" fmla="*/ 466272 w 994916"/>
              <a:gd name="connsiteY98" fmla="*/ 287841 h 807701"/>
              <a:gd name="connsiteX99" fmla="*/ 466272 w 994916"/>
              <a:gd name="connsiteY99" fmla="*/ 297726 h 807701"/>
              <a:gd name="connsiteX100" fmla="*/ 457168 w 994916"/>
              <a:gd name="connsiteY100" fmla="*/ 305814 h 807701"/>
              <a:gd name="connsiteX101" fmla="*/ 448973 w 994916"/>
              <a:gd name="connsiteY101" fmla="*/ 297726 h 807701"/>
              <a:gd name="connsiteX102" fmla="*/ 448973 w 994916"/>
              <a:gd name="connsiteY102" fmla="*/ 288740 h 807701"/>
              <a:gd name="connsiteX103" fmla="*/ 429854 w 994916"/>
              <a:gd name="connsiteY103" fmla="*/ 268969 h 807701"/>
              <a:gd name="connsiteX104" fmla="*/ 436227 w 994916"/>
              <a:gd name="connsiteY104" fmla="*/ 259083 h 807701"/>
              <a:gd name="connsiteX105" fmla="*/ 446242 w 994916"/>
              <a:gd name="connsiteY105" fmla="*/ 265374 h 807701"/>
              <a:gd name="connsiteX106" fmla="*/ 454436 w 994916"/>
              <a:gd name="connsiteY106" fmla="*/ 272564 h 807701"/>
              <a:gd name="connsiteX107" fmla="*/ 471735 w 994916"/>
              <a:gd name="connsiteY107" fmla="*/ 257286 h 807701"/>
              <a:gd name="connsiteX108" fmla="*/ 457168 w 994916"/>
              <a:gd name="connsiteY108" fmla="*/ 242009 h 807701"/>
              <a:gd name="connsiteX109" fmla="*/ 456257 w 994916"/>
              <a:gd name="connsiteY109" fmla="*/ 242009 h 807701"/>
              <a:gd name="connsiteX110" fmla="*/ 426212 w 994916"/>
              <a:gd name="connsiteY110" fmla="*/ 208758 h 807701"/>
              <a:gd name="connsiteX111" fmla="*/ 437137 w 994916"/>
              <a:gd name="connsiteY111" fmla="*/ 186291 h 807701"/>
              <a:gd name="connsiteX112" fmla="*/ 448973 w 994916"/>
              <a:gd name="connsiteY112" fmla="*/ 179102 h 807701"/>
              <a:gd name="connsiteX113" fmla="*/ 448973 w 994916"/>
              <a:gd name="connsiteY113" fmla="*/ 167419 h 807701"/>
              <a:gd name="connsiteX114" fmla="*/ 457168 w 994916"/>
              <a:gd name="connsiteY114" fmla="*/ 159331 h 807701"/>
              <a:gd name="connsiteX115" fmla="*/ 455181 w 994916"/>
              <a:gd name="connsiteY115" fmla="*/ 123844 h 807701"/>
              <a:gd name="connsiteX116" fmla="*/ 343830 w 994916"/>
              <a:gd name="connsiteY116" fmla="*/ 236100 h 807701"/>
              <a:gd name="connsiteX117" fmla="*/ 455181 w 994916"/>
              <a:gd name="connsiteY117" fmla="*/ 348355 h 807701"/>
              <a:gd name="connsiteX118" fmla="*/ 568342 w 994916"/>
              <a:gd name="connsiteY118" fmla="*/ 236100 h 807701"/>
              <a:gd name="connsiteX119" fmla="*/ 455181 w 994916"/>
              <a:gd name="connsiteY119" fmla="*/ 123844 h 807701"/>
              <a:gd name="connsiteX120" fmla="*/ 357416 w 994916"/>
              <a:gd name="connsiteY120" fmla="*/ 109216 h 807701"/>
              <a:gd name="connsiteX121" fmla="*/ 280682 w 994916"/>
              <a:gd name="connsiteY121" fmla="*/ 236099 h 807701"/>
              <a:gd name="connsiteX122" fmla="*/ 357416 w 994916"/>
              <a:gd name="connsiteY122" fmla="*/ 363887 h 807701"/>
              <a:gd name="connsiteX123" fmla="*/ 295126 w 994916"/>
              <a:gd name="connsiteY123" fmla="*/ 236099 h 807701"/>
              <a:gd name="connsiteX124" fmla="*/ 357416 w 994916"/>
              <a:gd name="connsiteY124" fmla="*/ 109216 h 807701"/>
              <a:gd name="connsiteX125" fmla="*/ 455181 w 994916"/>
              <a:gd name="connsiteY125" fmla="*/ 107549 h 807701"/>
              <a:gd name="connsiteX126" fmla="*/ 584638 w 994916"/>
              <a:gd name="connsiteY126" fmla="*/ 236100 h 807701"/>
              <a:gd name="connsiteX127" fmla="*/ 455181 w 994916"/>
              <a:gd name="connsiteY127" fmla="*/ 365556 h 807701"/>
              <a:gd name="connsiteX128" fmla="*/ 326629 w 994916"/>
              <a:gd name="connsiteY128" fmla="*/ 236100 h 807701"/>
              <a:gd name="connsiteX129" fmla="*/ 455181 w 994916"/>
              <a:gd name="connsiteY129" fmla="*/ 107549 h 807701"/>
              <a:gd name="connsiteX130" fmla="*/ 329430 w 994916"/>
              <a:gd name="connsiteY130" fmla="*/ 106497 h 807701"/>
              <a:gd name="connsiteX131" fmla="*/ 248182 w 994916"/>
              <a:gd name="connsiteY131" fmla="*/ 236099 h 807701"/>
              <a:gd name="connsiteX132" fmla="*/ 329430 w 994916"/>
              <a:gd name="connsiteY132" fmla="*/ 366606 h 807701"/>
              <a:gd name="connsiteX133" fmla="*/ 263529 w 994916"/>
              <a:gd name="connsiteY133" fmla="*/ 236099 h 807701"/>
              <a:gd name="connsiteX134" fmla="*/ 329430 w 994916"/>
              <a:gd name="connsiteY134" fmla="*/ 106497 h 807701"/>
              <a:gd name="connsiteX135" fmla="*/ 454913 w 994916"/>
              <a:gd name="connsiteY135" fmla="*/ 91996 h 807701"/>
              <a:gd name="connsiteX136" fmla="*/ 311375 w 994916"/>
              <a:gd name="connsiteY136" fmla="*/ 236099 h 807701"/>
              <a:gd name="connsiteX137" fmla="*/ 454913 w 994916"/>
              <a:gd name="connsiteY137" fmla="*/ 381107 h 807701"/>
              <a:gd name="connsiteX138" fmla="*/ 599354 w 994916"/>
              <a:gd name="connsiteY138" fmla="*/ 236099 h 807701"/>
              <a:gd name="connsiteX139" fmla="*/ 454913 w 994916"/>
              <a:gd name="connsiteY139" fmla="*/ 91996 h 807701"/>
              <a:gd name="connsiteX140" fmla="*/ 391720 w 994916"/>
              <a:gd name="connsiteY140" fmla="*/ 75683 h 807701"/>
              <a:gd name="connsiteX141" fmla="*/ 407970 w 994916"/>
              <a:gd name="connsiteY141" fmla="*/ 75683 h 807701"/>
              <a:gd name="connsiteX142" fmla="*/ 424219 w 994916"/>
              <a:gd name="connsiteY142" fmla="*/ 75683 h 807701"/>
              <a:gd name="connsiteX143" fmla="*/ 440469 w 994916"/>
              <a:gd name="connsiteY143" fmla="*/ 75683 h 807701"/>
              <a:gd name="connsiteX144" fmla="*/ 454913 w 994916"/>
              <a:gd name="connsiteY144" fmla="*/ 75683 h 807701"/>
              <a:gd name="connsiteX145" fmla="*/ 616506 w 994916"/>
              <a:gd name="connsiteY145" fmla="*/ 236099 h 807701"/>
              <a:gd name="connsiteX146" fmla="*/ 454913 w 994916"/>
              <a:gd name="connsiteY146" fmla="*/ 397421 h 807701"/>
              <a:gd name="connsiteX147" fmla="*/ 440469 w 994916"/>
              <a:gd name="connsiteY147" fmla="*/ 397421 h 807701"/>
              <a:gd name="connsiteX148" fmla="*/ 424219 w 994916"/>
              <a:gd name="connsiteY148" fmla="*/ 397421 h 807701"/>
              <a:gd name="connsiteX149" fmla="*/ 407970 w 994916"/>
              <a:gd name="connsiteY149" fmla="*/ 397421 h 807701"/>
              <a:gd name="connsiteX150" fmla="*/ 391720 w 994916"/>
              <a:gd name="connsiteY150" fmla="*/ 397421 h 807701"/>
              <a:gd name="connsiteX151" fmla="*/ 231030 w 994916"/>
              <a:gd name="connsiteY151" fmla="*/ 236099 h 807701"/>
              <a:gd name="connsiteX152" fmla="*/ 391720 w 994916"/>
              <a:gd name="connsiteY152" fmla="*/ 75683 h 807701"/>
              <a:gd name="connsiteX153" fmla="*/ 38822 w 994916"/>
              <a:gd name="connsiteY153" fmla="*/ 24421 h 807701"/>
              <a:gd name="connsiteX154" fmla="*/ 24376 w 994916"/>
              <a:gd name="connsiteY154" fmla="*/ 38893 h 807701"/>
              <a:gd name="connsiteX155" fmla="*/ 24376 w 994916"/>
              <a:gd name="connsiteY155" fmla="*/ 431437 h 807701"/>
              <a:gd name="connsiteX156" fmla="*/ 671704 w 994916"/>
              <a:gd name="connsiteY156" fmla="*/ 431437 h 807701"/>
              <a:gd name="connsiteX157" fmla="*/ 671704 w 994916"/>
              <a:gd name="connsiteY157" fmla="*/ 323804 h 807701"/>
              <a:gd name="connsiteX158" fmla="*/ 699691 w 994916"/>
              <a:gd name="connsiteY158" fmla="*/ 295765 h 807701"/>
              <a:gd name="connsiteX159" fmla="*/ 836019 w 994916"/>
              <a:gd name="connsiteY159" fmla="*/ 295765 h 807701"/>
              <a:gd name="connsiteX160" fmla="*/ 836019 w 994916"/>
              <a:gd name="connsiteY160" fmla="*/ 38893 h 807701"/>
              <a:gd name="connsiteX161" fmla="*/ 820670 w 994916"/>
              <a:gd name="connsiteY161" fmla="*/ 24421 h 807701"/>
              <a:gd name="connsiteX162" fmla="*/ 38822 w 994916"/>
              <a:gd name="connsiteY162" fmla="*/ 0 h 807701"/>
              <a:gd name="connsiteX163" fmla="*/ 820670 w 994916"/>
              <a:gd name="connsiteY163" fmla="*/ 0 h 807701"/>
              <a:gd name="connsiteX164" fmla="*/ 860395 w 994916"/>
              <a:gd name="connsiteY164" fmla="*/ 38893 h 807701"/>
              <a:gd name="connsiteX165" fmla="*/ 860395 w 994916"/>
              <a:gd name="connsiteY165" fmla="*/ 295765 h 807701"/>
              <a:gd name="connsiteX166" fmla="*/ 967831 w 994916"/>
              <a:gd name="connsiteY166" fmla="*/ 295765 h 807701"/>
              <a:gd name="connsiteX167" fmla="*/ 994916 w 994916"/>
              <a:gd name="connsiteY167" fmla="*/ 323804 h 807701"/>
              <a:gd name="connsiteX168" fmla="*/ 994916 w 994916"/>
              <a:gd name="connsiteY168" fmla="*/ 780567 h 807701"/>
              <a:gd name="connsiteX169" fmla="*/ 967831 w 994916"/>
              <a:gd name="connsiteY169" fmla="*/ 807701 h 807701"/>
              <a:gd name="connsiteX170" fmla="*/ 699691 w 994916"/>
              <a:gd name="connsiteY170" fmla="*/ 807701 h 807701"/>
              <a:gd name="connsiteX171" fmla="*/ 671704 w 994916"/>
              <a:gd name="connsiteY171" fmla="*/ 780567 h 807701"/>
              <a:gd name="connsiteX172" fmla="*/ 671704 w 994916"/>
              <a:gd name="connsiteY172" fmla="*/ 715444 h 807701"/>
              <a:gd name="connsiteX173" fmla="*/ 670801 w 994916"/>
              <a:gd name="connsiteY173" fmla="*/ 714540 h 807701"/>
              <a:gd name="connsiteX174" fmla="*/ 671704 w 994916"/>
              <a:gd name="connsiteY174" fmla="*/ 712731 h 807701"/>
              <a:gd name="connsiteX175" fmla="*/ 671704 w 994916"/>
              <a:gd name="connsiteY175" fmla="*/ 592435 h 807701"/>
              <a:gd name="connsiteX176" fmla="*/ 554336 w 994916"/>
              <a:gd name="connsiteY176" fmla="*/ 592435 h 807701"/>
              <a:gd name="connsiteX177" fmla="*/ 560656 w 994916"/>
              <a:gd name="connsiteY177" fmla="*/ 703686 h 807701"/>
              <a:gd name="connsiteX178" fmla="*/ 592255 w 994916"/>
              <a:gd name="connsiteY178" fmla="*/ 782376 h 807701"/>
              <a:gd name="connsiteX179" fmla="*/ 631979 w 994916"/>
              <a:gd name="connsiteY179" fmla="*/ 782376 h 807701"/>
              <a:gd name="connsiteX180" fmla="*/ 645522 w 994916"/>
              <a:gd name="connsiteY180" fmla="*/ 795039 h 807701"/>
              <a:gd name="connsiteX181" fmla="*/ 631979 w 994916"/>
              <a:gd name="connsiteY181" fmla="*/ 807701 h 807701"/>
              <a:gd name="connsiteX182" fmla="*/ 591352 w 994916"/>
              <a:gd name="connsiteY182" fmla="*/ 807701 h 807701"/>
              <a:gd name="connsiteX183" fmla="*/ 268140 w 994916"/>
              <a:gd name="connsiteY183" fmla="*/ 807701 h 807701"/>
              <a:gd name="connsiteX184" fmla="*/ 228415 w 994916"/>
              <a:gd name="connsiteY184" fmla="*/ 807701 h 807701"/>
              <a:gd name="connsiteX185" fmla="*/ 214873 w 994916"/>
              <a:gd name="connsiteY185" fmla="*/ 795039 h 807701"/>
              <a:gd name="connsiteX186" fmla="*/ 228415 w 994916"/>
              <a:gd name="connsiteY186" fmla="*/ 782376 h 807701"/>
              <a:gd name="connsiteX187" fmla="*/ 267237 w 994916"/>
              <a:gd name="connsiteY187" fmla="*/ 782376 h 807701"/>
              <a:gd name="connsiteX188" fmla="*/ 299739 w 994916"/>
              <a:gd name="connsiteY188" fmla="*/ 703686 h 807701"/>
              <a:gd name="connsiteX189" fmla="*/ 306059 w 994916"/>
              <a:gd name="connsiteY189" fmla="*/ 592435 h 807701"/>
              <a:gd name="connsiteX190" fmla="*/ 38822 w 994916"/>
              <a:gd name="connsiteY190" fmla="*/ 592435 h 807701"/>
              <a:gd name="connsiteX191" fmla="*/ 0 w 994916"/>
              <a:gd name="connsiteY191" fmla="*/ 551733 h 807701"/>
              <a:gd name="connsiteX192" fmla="*/ 0 w 994916"/>
              <a:gd name="connsiteY192" fmla="*/ 38893 h 807701"/>
              <a:gd name="connsiteX193" fmla="*/ 38822 w 994916"/>
              <a:gd name="connsiteY193" fmla="*/ 0 h 80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994916" h="807701">
                <a:moveTo>
                  <a:pt x="836033" y="740889"/>
                </a:moveTo>
                <a:cubicBezTo>
                  <a:pt x="844227" y="740889"/>
                  <a:pt x="851511" y="747450"/>
                  <a:pt x="851511" y="755885"/>
                </a:cubicBezTo>
                <a:cubicBezTo>
                  <a:pt x="851511" y="764320"/>
                  <a:pt x="844227" y="771818"/>
                  <a:pt x="836033" y="771818"/>
                </a:cubicBezTo>
                <a:cubicBezTo>
                  <a:pt x="827839" y="771818"/>
                  <a:pt x="820555" y="764320"/>
                  <a:pt x="820555" y="755885"/>
                </a:cubicBezTo>
                <a:cubicBezTo>
                  <a:pt x="820555" y="747450"/>
                  <a:pt x="827839" y="740889"/>
                  <a:pt x="836033" y="740889"/>
                </a:cubicBezTo>
                <a:close/>
                <a:moveTo>
                  <a:pt x="696983" y="727203"/>
                </a:moveTo>
                <a:lnTo>
                  <a:pt x="696983" y="780567"/>
                </a:lnTo>
                <a:cubicBezTo>
                  <a:pt x="696983" y="781472"/>
                  <a:pt x="697886" y="782376"/>
                  <a:pt x="699691" y="782376"/>
                </a:cubicBezTo>
                <a:lnTo>
                  <a:pt x="967831" y="782376"/>
                </a:lnTo>
                <a:cubicBezTo>
                  <a:pt x="969637" y="782376"/>
                  <a:pt x="970540" y="781472"/>
                  <a:pt x="970540" y="780567"/>
                </a:cubicBezTo>
                <a:lnTo>
                  <a:pt x="970540" y="727203"/>
                </a:lnTo>
                <a:close/>
                <a:moveTo>
                  <a:pt x="333143" y="592435"/>
                </a:moveTo>
                <a:cubicBezTo>
                  <a:pt x="334949" y="598766"/>
                  <a:pt x="334949" y="608716"/>
                  <a:pt x="334949" y="619569"/>
                </a:cubicBezTo>
                <a:cubicBezTo>
                  <a:pt x="334949" y="653940"/>
                  <a:pt x="322309" y="739865"/>
                  <a:pt x="298836" y="782376"/>
                </a:cubicBezTo>
                <a:lnTo>
                  <a:pt x="561559" y="782376"/>
                </a:lnTo>
                <a:cubicBezTo>
                  <a:pt x="538085" y="739865"/>
                  <a:pt x="524543" y="653940"/>
                  <a:pt x="524543" y="619569"/>
                </a:cubicBezTo>
                <a:cubicBezTo>
                  <a:pt x="524543" y="608716"/>
                  <a:pt x="525446" y="598766"/>
                  <a:pt x="527251" y="592435"/>
                </a:cubicBezTo>
                <a:close/>
                <a:moveTo>
                  <a:pt x="890713" y="513844"/>
                </a:moveTo>
                <a:cubicBezTo>
                  <a:pt x="897009" y="513844"/>
                  <a:pt x="903306" y="519943"/>
                  <a:pt x="903306" y="526914"/>
                </a:cubicBezTo>
                <a:cubicBezTo>
                  <a:pt x="903306" y="534755"/>
                  <a:pt x="897009" y="540855"/>
                  <a:pt x="890713" y="540855"/>
                </a:cubicBezTo>
                <a:cubicBezTo>
                  <a:pt x="882617" y="540855"/>
                  <a:pt x="876321" y="534755"/>
                  <a:pt x="876321" y="526914"/>
                </a:cubicBezTo>
                <a:cubicBezTo>
                  <a:pt x="876321" y="519943"/>
                  <a:pt x="882617" y="513844"/>
                  <a:pt x="890713" y="513844"/>
                </a:cubicBezTo>
                <a:close/>
                <a:moveTo>
                  <a:pt x="834947" y="513844"/>
                </a:moveTo>
                <a:cubicBezTo>
                  <a:pt x="842143" y="513844"/>
                  <a:pt x="847540" y="519943"/>
                  <a:pt x="847540" y="526914"/>
                </a:cubicBezTo>
                <a:cubicBezTo>
                  <a:pt x="847540" y="534755"/>
                  <a:pt x="842143" y="540855"/>
                  <a:pt x="834947" y="540855"/>
                </a:cubicBezTo>
                <a:cubicBezTo>
                  <a:pt x="826851" y="540855"/>
                  <a:pt x="820555" y="534755"/>
                  <a:pt x="820555" y="526914"/>
                </a:cubicBezTo>
                <a:cubicBezTo>
                  <a:pt x="820555" y="519943"/>
                  <a:pt x="826851" y="513844"/>
                  <a:pt x="834947" y="513844"/>
                </a:cubicBezTo>
                <a:close/>
                <a:moveTo>
                  <a:pt x="782715" y="513844"/>
                </a:moveTo>
                <a:cubicBezTo>
                  <a:pt x="789685" y="513844"/>
                  <a:pt x="795785" y="519943"/>
                  <a:pt x="795785" y="526914"/>
                </a:cubicBezTo>
                <a:cubicBezTo>
                  <a:pt x="795785" y="534755"/>
                  <a:pt x="789685" y="540855"/>
                  <a:pt x="782715" y="540855"/>
                </a:cubicBezTo>
                <a:cubicBezTo>
                  <a:pt x="774873" y="540855"/>
                  <a:pt x="768774" y="534755"/>
                  <a:pt x="768774" y="526914"/>
                </a:cubicBezTo>
                <a:cubicBezTo>
                  <a:pt x="768774" y="519943"/>
                  <a:pt x="774873" y="513844"/>
                  <a:pt x="782715" y="513844"/>
                </a:cubicBezTo>
                <a:close/>
                <a:moveTo>
                  <a:pt x="429738" y="485959"/>
                </a:moveTo>
                <a:cubicBezTo>
                  <a:pt x="445279" y="485959"/>
                  <a:pt x="457164" y="497844"/>
                  <a:pt x="457164" y="512471"/>
                </a:cubicBezTo>
                <a:cubicBezTo>
                  <a:pt x="457164" y="528012"/>
                  <a:pt x="445279" y="540811"/>
                  <a:pt x="429738" y="540811"/>
                </a:cubicBezTo>
                <a:cubicBezTo>
                  <a:pt x="415111" y="540811"/>
                  <a:pt x="402312" y="528012"/>
                  <a:pt x="402312" y="512471"/>
                </a:cubicBezTo>
                <a:cubicBezTo>
                  <a:pt x="402312" y="497844"/>
                  <a:pt x="415111" y="485959"/>
                  <a:pt x="429738" y="485959"/>
                </a:cubicBezTo>
                <a:close/>
                <a:moveTo>
                  <a:pt x="24376" y="455858"/>
                </a:moveTo>
                <a:lnTo>
                  <a:pt x="24376" y="551733"/>
                </a:lnTo>
                <a:cubicBezTo>
                  <a:pt x="24376" y="559874"/>
                  <a:pt x="31599" y="566205"/>
                  <a:pt x="38822" y="566205"/>
                </a:cubicBezTo>
                <a:lnTo>
                  <a:pt x="671704" y="566205"/>
                </a:lnTo>
                <a:lnTo>
                  <a:pt x="671704" y="455858"/>
                </a:lnTo>
                <a:close/>
                <a:moveTo>
                  <a:pt x="809047" y="338579"/>
                </a:moveTo>
                <a:lnTo>
                  <a:pt x="862158" y="338579"/>
                </a:lnTo>
                <a:cubicBezTo>
                  <a:pt x="870125" y="338579"/>
                  <a:pt x="875436" y="345309"/>
                  <a:pt x="875436" y="352039"/>
                </a:cubicBezTo>
                <a:cubicBezTo>
                  <a:pt x="875436" y="359731"/>
                  <a:pt x="870125" y="365500"/>
                  <a:pt x="862158" y="365500"/>
                </a:cubicBezTo>
                <a:lnTo>
                  <a:pt x="809047" y="365500"/>
                </a:lnTo>
                <a:cubicBezTo>
                  <a:pt x="801966" y="365500"/>
                  <a:pt x="796655" y="359731"/>
                  <a:pt x="796655" y="352039"/>
                </a:cubicBezTo>
                <a:cubicBezTo>
                  <a:pt x="796655" y="345309"/>
                  <a:pt x="801966" y="338579"/>
                  <a:pt x="809047" y="338579"/>
                </a:cubicBezTo>
                <a:close/>
                <a:moveTo>
                  <a:pt x="699691" y="321091"/>
                </a:moveTo>
                <a:cubicBezTo>
                  <a:pt x="697886" y="321091"/>
                  <a:pt x="696983" y="322900"/>
                  <a:pt x="696983" y="323804"/>
                </a:cubicBezTo>
                <a:lnTo>
                  <a:pt x="696983" y="578868"/>
                </a:lnTo>
                <a:lnTo>
                  <a:pt x="696983" y="700973"/>
                </a:lnTo>
                <a:lnTo>
                  <a:pt x="970540" y="700973"/>
                </a:lnTo>
                <a:lnTo>
                  <a:pt x="970540" y="323804"/>
                </a:lnTo>
                <a:cubicBezTo>
                  <a:pt x="970540" y="322900"/>
                  <a:pt x="969637" y="321091"/>
                  <a:pt x="967831" y="321091"/>
                </a:cubicBezTo>
                <a:lnTo>
                  <a:pt x="847755" y="321091"/>
                </a:lnTo>
                <a:close/>
                <a:moveTo>
                  <a:pt x="782715" y="215097"/>
                </a:moveTo>
                <a:cubicBezTo>
                  <a:pt x="789685" y="215097"/>
                  <a:pt x="795785" y="221393"/>
                  <a:pt x="795785" y="227690"/>
                </a:cubicBezTo>
                <a:cubicBezTo>
                  <a:pt x="795785" y="235785"/>
                  <a:pt x="789685" y="242082"/>
                  <a:pt x="782715" y="242082"/>
                </a:cubicBezTo>
                <a:cubicBezTo>
                  <a:pt x="774873" y="242082"/>
                  <a:pt x="768774" y="235785"/>
                  <a:pt x="768774" y="227690"/>
                </a:cubicBezTo>
                <a:cubicBezTo>
                  <a:pt x="768774" y="221393"/>
                  <a:pt x="774873" y="215097"/>
                  <a:pt x="782715" y="215097"/>
                </a:cubicBezTo>
                <a:close/>
                <a:moveTo>
                  <a:pt x="726499" y="215097"/>
                </a:moveTo>
                <a:cubicBezTo>
                  <a:pt x="733695" y="215097"/>
                  <a:pt x="739991" y="221393"/>
                  <a:pt x="739991" y="227690"/>
                </a:cubicBezTo>
                <a:cubicBezTo>
                  <a:pt x="739991" y="235785"/>
                  <a:pt x="733695" y="242082"/>
                  <a:pt x="726499" y="242082"/>
                </a:cubicBezTo>
                <a:cubicBezTo>
                  <a:pt x="718405" y="242082"/>
                  <a:pt x="713008" y="235785"/>
                  <a:pt x="713008" y="227690"/>
                </a:cubicBezTo>
                <a:cubicBezTo>
                  <a:pt x="713008" y="221393"/>
                  <a:pt x="718405" y="215097"/>
                  <a:pt x="726499" y="215097"/>
                </a:cubicBezTo>
                <a:close/>
                <a:moveTo>
                  <a:pt x="674237" y="215097"/>
                </a:moveTo>
                <a:cubicBezTo>
                  <a:pt x="681672" y="215097"/>
                  <a:pt x="688179" y="221393"/>
                  <a:pt x="688179" y="227690"/>
                </a:cubicBezTo>
                <a:cubicBezTo>
                  <a:pt x="688179" y="235785"/>
                  <a:pt x="681672" y="242082"/>
                  <a:pt x="674237" y="242082"/>
                </a:cubicBezTo>
                <a:cubicBezTo>
                  <a:pt x="666801" y="242082"/>
                  <a:pt x="661224" y="235785"/>
                  <a:pt x="661224" y="227690"/>
                </a:cubicBezTo>
                <a:cubicBezTo>
                  <a:pt x="661224" y="221393"/>
                  <a:pt x="666801" y="215097"/>
                  <a:pt x="674237" y="215097"/>
                </a:cubicBezTo>
                <a:close/>
                <a:moveTo>
                  <a:pt x="189656" y="215097"/>
                </a:moveTo>
                <a:cubicBezTo>
                  <a:pt x="196852" y="215097"/>
                  <a:pt x="202249" y="221393"/>
                  <a:pt x="202249" y="227690"/>
                </a:cubicBezTo>
                <a:cubicBezTo>
                  <a:pt x="202249" y="235785"/>
                  <a:pt x="196852" y="242082"/>
                  <a:pt x="189656" y="242082"/>
                </a:cubicBezTo>
                <a:cubicBezTo>
                  <a:pt x="181560" y="242082"/>
                  <a:pt x="175264" y="235785"/>
                  <a:pt x="175264" y="227690"/>
                </a:cubicBezTo>
                <a:cubicBezTo>
                  <a:pt x="175264" y="221393"/>
                  <a:pt x="181560" y="215097"/>
                  <a:pt x="189656" y="215097"/>
                </a:cubicBezTo>
                <a:close/>
                <a:moveTo>
                  <a:pt x="132990" y="215097"/>
                </a:moveTo>
                <a:cubicBezTo>
                  <a:pt x="140186" y="215097"/>
                  <a:pt x="146483" y="221393"/>
                  <a:pt x="146483" y="227690"/>
                </a:cubicBezTo>
                <a:cubicBezTo>
                  <a:pt x="146483" y="235785"/>
                  <a:pt x="140186" y="242082"/>
                  <a:pt x="132990" y="242082"/>
                </a:cubicBezTo>
                <a:cubicBezTo>
                  <a:pt x="124895" y="242082"/>
                  <a:pt x="119498" y="235785"/>
                  <a:pt x="119498" y="227690"/>
                </a:cubicBezTo>
                <a:cubicBezTo>
                  <a:pt x="119498" y="221393"/>
                  <a:pt x="124895" y="215097"/>
                  <a:pt x="132990" y="215097"/>
                </a:cubicBezTo>
                <a:close/>
                <a:moveTo>
                  <a:pt x="81208" y="215097"/>
                </a:moveTo>
                <a:cubicBezTo>
                  <a:pt x="88404" y="215097"/>
                  <a:pt x="94700" y="221393"/>
                  <a:pt x="94700" y="227690"/>
                </a:cubicBezTo>
                <a:cubicBezTo>
                  <a:pt x="94700" y="235785"/>
                  <a:pt x="88404" y="242082"/>
                  <a:pt x="81208" y="242082"/>
                </a:cubicBezTo>
                <a:cubicBezTo>
                  <a:pt x="74013" y="242082"/>
                  <a:pt x="67717" y="235785"/>
                  <a:pt x="67717" y="227690"/>
                </a:cubicBezTo>
                <a:cubicBezTo>
                  <a:pt x="67717" y="221393"/>
                  <a:pt x="74013" y="215097"/>
                  <a:pt x="81208" y="215097"/>
                </a:cubicBezTo>
                <a:close/>
                <a:moveTo>
                  <a:pt x="457168" y="159331"/>
                </a:moveTo>
                <a:cubicBezTo>
                  <a:pt x="462630" y="159331"/>
                  <a:pt x="466272" y="162926"/>
                  <a:pt x="466272" y="167419"/>
                </a:cubicBezTo>
                <a:lnTo>
                  <a:pt x="466272" y="179102"/>
                </a:lnTo>
                <a:cubicBezTo>
                  <a:pt x="473556" y="180000"/>
                  <a:pt x="482660" y="184494"/>
                  <a:pt x="485392" y="194379"/>
                </a:cubicBezTo>
                <a:cubicBezTo>
                  <a:pt x="486302" y="198873"/>
                  <a:pt x="482660" y="203366"/>
                  <a:pt x="479019" y="205163"/>
                </a:cubicBezTo>
                <a:cubicBezTo>
                  <a:pt x="474466" y="206062"/>
                  <a:pt x="469914" y="203366"/>
                  <a:pt x="468093" y="198873"/>
                </a:cubicBezTo>
                <a:cubicBezTo>
                  <a:pt x="468093" y="194379"/>
                  <a:pt x="459899" y="194379"/>
                  <a:pt x="459899" y="194379"/>
                </a:cubicBezTo>
                <a:cubicBezTo>
                  <a:pt x="455347" y="193480"/>
                  <a:pt x="451705" y="196177"/>
                  <a:pt x="448063" y="197974"/>
                </a:cubicBezTo>
                <a:cubicBezTo>
                  <a:pt x="445332" y="201569"/>
                  <a:pt x="443511" y="205163"/>
                  <a:pt x="443511" y="208758"/>
                </a:cubicBezTo>
                <a:cubicBezTo>
                  <a:pt x="442600" y="217745"/>
                  <a:pt x="448973" y="224035"/>
                  <a:pt x="457168" y="224934"/>
                </a:cubicBezTo>
                <a:cubicBezTo>
                  <a:pt x="475377" y="226731"/>
                  <a:pt x="489034" y="241110"/>
                  <a:pt x="488123" y="258185"/>
                </a:cubicBezTo>
                <a:cubicBezTo>
                  <a:pt x="487213" y="271665"/>
                  <a:pt x="479019" y="283348"/>
                  <a:pt x="466272" y="287841"/>
                </a:cubicBezTo>
                <a:lnTo>
                  <a:pt x="466272" y="297726"/>
                </a:lnTo>
                <a:cubicBezTo>
                  <a:pt x="466272" y="302220"/>
                  <a:pt x="462630" y="305814"/>
                  <a:pt x="457168" y="305814"/>
                </a:cubicBezTo>
                <a:cubicBezTo>
                  <a:pt x="453526" y="305814"/>
                  <a:pt x="448973" y="302220"/>
                  <a:pt x="448973" y="297726"/>
                </a:cubicBezTo>
                <a:lnTo>
                  <a:pt x="448973" y="288740"/>
                </a:lnTo>
                <a:cubicBezTo>
                  <a:pt x="441690" y="286942"/>
                  <a:pt x="432585" y="281550"/>
                  <a:pt x="429854" y="268969"/>
                </a:cubicBezTo>
                <a:cubicBezTo>
                  <a:pt x="428943" y="264475"/>
                  <a:pt x="431675" y="260881"/>
                  <a:pt x="436227" y="259083"/>
                </a:cubicBezTo>
                <a:cubicBezTo>
                  <a:pt x="440779" y="258185"/>
                  <a:pt x="445332" y="261779"/>
                  <a:pt x="446242" y="265374"/>
                </a:cubicBezTo>
                <a:cubicBezTo>
                  <a:pt x="448063" y="272564"/>
                  <a:pt x="453526" y="272564"/>
                  <a:pt x="454436" y="272564"/>
                </a:cubicBezTo>
                <a:cubicBezTo>
                  <a:pt x="463541" y="272564"/>
                  <a:pt x="470824" y="265374"/>
                  <a:pt x="471735" y="257286"/>
                </a:cubicBezTo>
                <a:cubicBezTo>
                  <a:pt x="471735" y="249198"/>
                  <a:pt x="465362" y="242009"/>
                  <a:pt x="457168" y="242009"/>
                </a:cubicBezTo>
                <a:lnTo>
                  <a:pt x="456257" y="242009"/>
                </a:lnTo>
                <a:cubicBezTo>
                  <a:pt x="439869" y="240211"/>
                  <a:pt x="426212" y="225833"/>
                  <a:pt x="426212" y="208758"/>
                </a:cubicBezTo>
                <a:cubicBezTo>
                  <a:pt x="427122" y="199771"/>
                  <a:pt x="430764" y="192582"/>
                  <a:pt x="437137" y="186291"/>
                </a:cubicBezTo>
                <a:cubicBezTo>
                  <a:pt x="439869" y="183595"/>
                  <a:pt x="444421" y="180899"/>
                  <a:pt x="448973" y="179102"/>
                </a:cubicBezTo>
                <a:lnTo>
                  <a:pt x="448973" y="167419"/>
                </a:lnTo>
                <a:cubicBezTo>
                  <a:pt x="448973" y="162926"/>
                  <a:pt x="453526" y="159331"/>
                  <a:pt x="457168" y="159331"/>
                </a:cubicBezTo>
                <a:close/>
                <a:moveTo>
                  <a:pt x="455181" y="123844"/>
                </a:moveTo>
                <a:cubicBezTo>
                  <a:pt x="393621" y="123844"/>
                  <a:pt x="343830" y="174540"/>
                  <a:pt x="343830" y="236100"/>
                </a:cubicBezTo>
                <a:cubicBezTo>
                  <a:pt x="343830" y="298565"/>
                  <a:pt x="393621" y="348355"/>
                  <a:pt x="455181" y="348355"/>
                </a:cubicBezTo>
                <a:cubicBezTo>
                  <a:pt x="517646" y="348355"/>
                  <a:pt x="568342" y="298565"/>
                  <a:pt x="568342" y="236100"/>
                </a:cubicBezTo>
                <a:cubicBezTo>
                  <a:pt x="568342" y="174540"/>
                  <a:pt x="517646" y="123844"/>
                  <a:pt x="455181" y="123844"/>
                </a:cubicBezTo>
                <a:close/>
                <a:moveTo>
                  <a:pt x="357416" y="109216"/>
                </a:moveTo>
                <a:cubicBezTo>
                  <a:pt x="311375" y="132780"/>
                  <a:pt x="280682" y="181720"/>
                  <a:pt x="280682" y="236099"/>
                </a:cubicBezTo>
                <a:cubicBezTo>
                  <a:pt x="280682" y="292289"/>
                  <a:pt x="311375" y="339417"/>
                  <a:pt x="357416" y="363887"/>
                </a:cubicBezTo>
                <a:cubicBezTo>
                  <a:pt x="319500" y="334886"/>
                  <a:pt x="295126" y="288664"/>
                  <a:pt x="295126" y="236099"/>
                </a:cubicBezTo>
                <a:cubicBezTo>
                  <a:pt x="295126" y="184439"/>
                  <a:pt x="319500" y="138218"/>
                  <a:pt x="357416" y="109216"/>
                </a:cubicBezTo>
                <a:close/>
                <a:moveTo>
                  <a:pt x="455181" y="107549"/>
                </a:moveTo>
                <a:cubicBezTo>
                  <a:pt x="526699" y="107549"/>
                  <a:pt x="584638" y="165487"/>
                  <a:pt x="584638" y="236100"/>
                </a:cubicBezTo>
                <a:cubicBezTo>
                  <a:pt x="584638" y="307617"/>
                  <a:pt x="526699" y="365556"/>
                  <a:pt x="455181" y="365556"/>
                </a:cubicBezTo>
                <a:cubicBezTo>
                  <a:pt x="384568" y="365556"/>
                  <a:pt x="326629" y="307617"/>
                  <a:pt x="326629" y="236100"/>
                </a:cubicBezTo>
                <a:cubicBezTo>
                  <a:pt x="326629" y="165487"/>
                  <a:pt x="384568" y="107549"/>
                  <a:pt x="455181" y="107549"/>
                </a:cubicBezTo>
                <a:close/>
                <a:moveTo>
                  <a:pt x="329430" y="106497"/>
                </a:moveTo>
                <a:cubicBezTo>
                  <a:pt x="281584" y="129155"/>
                  <a:pt x="248182" y="179002"/>
                  <a:pt x="248182" y="236099"/>
                </a:cubicBezTo>
                <a:cubicBezTo>
                  <a:pt x="248182" y="294102"/>
                  <a:pt x="281584" y="343949"/>
                  <a:pt x="329430" y="366606"/>
                </a:cubicBezTo>
                <a:cubicBezTo>
                  <a:pt x="289709" y="337605"/>
                  <a:pt x="263529" y="289571"/>
                  <a:pt x="263529" y="236099"/>
                </a:cubicBezTo>
                <a:cubicBezTo>
                  <a:pt x="263529" y="182627"/>
                  <a:pt x="289709" y="135499"/>
                  <a:pt x="329430" y="106497"/>
                </a:cubicBezTo>
                <a:close/>
                <a:moveTo>
                  <a:pt x="454913" y="91996"/>
                </a:moveTo>
                <a:cubicBezTo>
                  <a:pt x="376373" y="91996"/>
                  <a:pt x="311375" y="157250"/>
                  <a:pt x="311375" y="236099"/>
                </a:cubicBezTo>
                <a:cubicBezTo>
                  <a:pt x="311375" y="315853"/>
                  <a:pt x="376373" y="381107"/>
                  <a:pt x="454913" y="381107"/>
                </a:cubicBezTo>
                <a:cubicBezTo>
                  <a:pt x="534356" y="381107"/>
                  <a:pt x="599354" y="315853"/>
                  <a:pt x="599354" y="236099"/>
                </a:cubicBezTo>
                <a:cubicBezTo>
                  <a:pt x="599354" y="157250"/>
                  <a:pt x="534356" y="91996"/>
                  <a:pt x="454913" y="91996"/>
                </a:cubicBezTo>
                <a:close/>
                <a:moveTo>
                  <a:pt x="391720" y="75683"/>
                </a:moveTo>
                <a:cubicBezTo>
                  <a:pt x="397137" y="75683"/>
                  <a:pt x="402553" y="75683"/>
                  <a:pt x="407970" y="75683"/>
                </a:cubicBezTo>
                <a:cubicBezTo>
                  <a:pt x="413386" y="75683"/>
                  <a:pt x="418803" y="75683"/>
                  <a:pt x="424219" y="75683"/>
                </a:cubicBezTo>
                <a:cubicBezTo>
                  <a:pt x="429636" y="75683"/>
                  <a:pt x="435053" y="75683"/>
                  <a:pt x="440469" y="75683"/>
                </a:cubicBezTo>
                <a:cubicBezTo>
                  <a:pt x="444983" y="75683"/>
                  <a:pt x="450399" y="75683"/>
                  <a:pt x="454913" y="75683"/>
                </a:cubicBezTo>
                <a:cubicBezTo>
                  <a:pt x="543383" y="75683"/>
                  <a:pt x="616506" y="148187"/>
                  <a:pt x="616506" y="236099"/>
                </a:cubicBezTo>
                <a:cubicBezTo>
                  <a:pt x="616506" y="324916"/>
                  <a:pt x="543383" y="397421"/>
                  <a:pt x="454913" y="397421"/>
                </a:cubicBezTo>
                <a:cubicBezTo>
                  <a:pt x="450399" y="397421"/>
                  <a:pt x="444983" y="397421"/>
                  <a:pt x="440469" y="397421"/>
                </a:cubicBezTo>
                <a:cubicBezTo>
                  <a:pt x="435053" y="397421"/>
                  <a:pt x="429636" y="397421"/>
                  <a:pt x="424219" y="397421"/>
                </a:cubicBezTo>
                <a:cubicBezTo>
                  <a:pt x="418803" y="397421"/>
                  <a:pt x="413386" y="397421"/>
                  <a:pt x="407970" y="397421"/>
                </a:cubicBezTo>
                <a:cubicBezTo>
                  <a:pt x="402553" y="397421"/>
                  <a:pt x="397137" y="397421"/>
                  <a:pt x="391720" y="397421"/>
                </a:cubicBezTo>
                <a:cubicBezTo>
                  <a:pt x="303250" y="397421"/>
                  <a:pt x="231030" y="324916"/>
                  <a:pt x="231030" y="236099"/>
                </a:cubicBezTo>
                <a:cubicBezTo>
                  <a:pt x="231030" y="148187"/>
                  <a:pt x="303250" y="75683"/>
                  <a:pt x="391720" y="75683"/>
                </a:cubicBezTo>
                <a:close/>
                <a:moveTo>
                  <a:pt x="38822" y="24421"/>
                </a:moveTo>
                <a:cubicBezTo>
                  <a:pt x="31599" y="24421"/>
                  <a:pt x="24376" y="30752"/>
                  <a:pt x="24376" y="38893"/>
                </a:cubicBezTo>
                <a:lnTo>
                  <a:pt x="24376" y="431437"/>
                </a:lnTo>
                <a:lnTo>
                  <a:pt x="671704" y="431437"/>
                </a:lnTo>
                <a:lnTo>
                  <a:pt x="671704" y="323804"/>
                </a:lnTo>
                <a:cubicBezTo>
                  <a:pt x="671704" y="308428"/>
                  <a:pt x="683441" y="295765"/>
                  <a:pt x="699691" y="295765"/>
                </a:cubicBezTo>
                <a:lnTo>
                  <a:pt x="836019" y="295765"/>
                </a:lnTo>
                <a:lnTo>
                  <a:pt x="836019" y="38893"/>
                </a:lnTo>
                <a:cubicBezTo>
                  <a:pt x="836019" y="30752"/>
                  <a:pt x="828796" y="24421"/>
                  <a:pt x="820670" y="24421"/>
                </a:cubicBezTo>
                <a:close/>
                <a:moveTo>
                  <a:pt x="38822" y="0"/>
                </a:moveTo>
                <a:lnTo>
                  <a:pt x="820670" y="0"/>
                </a:lnTo>
                <a:cubicBezTo>
                  <a:pt x="843241" y="0"/>
                  <a:pt x="860395" y="17185"/>
                  <a:pt x="860395" y="38893"/>
                </a:cubicBezTo>
                <a:lnTo>
                  <a:pt x="860395" y="295765"/>
                </a:lnTo>
                <a:lnTo>
                  <a:pt x="967831" y="295765"/>
                </a:lnTo>
                <a:cubicBezTo>
                  <a:pt x="983179" y="295765"/>
                  <a:pt x="994916" y="308428"/>
                  <a:pt x="994916" y="323804"/>
                </a:cubicBezTo>
                <a:lnTo>
                  <a:pt x="994916" y="780567"/>
                </a:lnTo>
                <a:cubicBezTo>
                  <a:pt x="994916" y="795943"/>
                  <a:pt x="983179" y="807701"/>
                  <a:pt x="967831" y="807701"/>
                </a:cubicBezTo>
                <a:lnTo>
                  <a:pt x="699691" y="807701"/>
                </a:lnTo>
                <a:cubicBezTo>
                  <a:pt x="683441" y="807701"/>
                  <a:pt x="671704" y="795943"/>
                  <a:pt x="671704" y="780567"/>
                </a:cubicBezTo>
                <a:lnTo>
                  <a:pt x="671704" y="715444"/>
                </a:lnTo>
                <a:cubicBezTo>
                  <a:pt x="671704" y="714540"/>
                  <a:pt x="670801" y="714540"/>
                  <a:pt x="670801" y="714540"/>
                </a:cubicBezTo>
                <a:cubicBezTo>
                  <a:pt x="670801" y="713635"/>
                  <a:pt x="671704" y="713635"/>
                  <a:pt x="671704" y="712731"/>
                </a:cubicBezTo>
                <a:lnTo>
                  <a:pt x="671704" y="592435"/>
                </a:lnTo>
                <a:lnTo>
                  <a:pt x="554336" y="592435"/>
                </a:lnTo>
                <a:cubicBezTo>
                  <a:pt x="548016" y="601480"/>
                  <a:pt x="548016" y="645799"/>
                  <a:pt x="560656" y="703686"/>
                </a:cubicBezTo>
                <a:cubicBezTo>
                  <a:pt x="572393" y="757051"/>
                  <a:pt x="587741" y="779663"/>
                  <a:pt x="592255" y="782376"/>
                </a:cubicBezTo>
                <a:lnTo>
                  <a:pt x="631979" y="782376"/>
                </a:lnTo>
                <a:cubicBezTo>
                  <a:pt x="639202" y="782376"/>
                  <a:pt x="645522" y="787803"/>
                  <a:pt x="645522" y="795039"/>
                </a:cubicBezTo>
                <a:cubicBezTo>
                  <a:pt x="645522" y="801370"/>
                  <a:pt x="639202" y="807701"/>
                  <a:pt x="631979" y="807701"/>
                </a:cubicBezTo>
                <a:lnTo>
                  <a:pt x="591352" y="807701"/>
                </a:lnTo>
                <a:lnTo>
                  <a:pt x="268140" y="807701"/>
                </a:lnTo>
                <a:lnTo>
                  <a:pt x="228415" y="807701"/>
                </a:lnTo>
                <a:cubicBezTo>
                  <a:pt x="221193" y="807701"/>
                  <a:pt x="214873" y="801370"/>
                  <a:pt x="214873" y="795039"/>
                </a:cubicBezTo>
                <a:cubicBezTo>
                  <a:pt x="214873" y="787803"/>
                  <a:pt x="221193" y="782376"/>
                  <a:pt x="228415" y="782376"/>
                </a:cubicBezTo>
                <a:lnTo>
                  <a:pt x="267237" y="782376"/>
                </a:lnTo>
                <a:cubicBezTo>
                  <a:pt x="272654" y="779663"/>
                  <a:pt x="287099" y="757051"/>
                  <a:pt x="299739" y="703686"/>
                </a:cubicBezTo>
                <a:cubicBezTo>
                  <a:pt x="312378" y="645799"/>
                  <a:pt x="312378" y="601480"/>
                  <a:pt x="306059" y="592435"/>
                </a:cubicBezTo>
                <a:lnTo>
                  <a:pt x="38822" y="592435"/>
                </a:lnTo>
                <a:cubicBezTo>
                  <a:pt x="17154" y="592435"/>
                  <a:pt x="0" y="573441"/>
                  <a:pt x="0" y="551733"/>
                </a:cubicBezTo>
                <a:lnTo>
                  <a:pt x="0" y="38893"/>
                </a:lnTo>
                <a:cubicBezTo>
                  <a:pt x="0" y="17185"/>
                  <a:pt x="17154" y="0"/>
                  <a:pt x="388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9B05E3-98D6-4D8C-98A6-66822F88E8AF}"/>
              </a:ext>
            </a:extLst>
          </p:cNvPr>
          <p:cNvSpPr txBox="1"/>
          <p:nvPr/>
        </p:nvSpPr>
        <p:spPr>
          <a:xfrm>
            <a:off x="11021568" y="7588797"/>
            <a:ext cx="2334514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SHARED VALUES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93BF1D-4E92-4E8D-AF58-9986E75C69C2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MCKINSEY 7S 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D5F17D-1082-4A2B-8FDE-7B5E28DC2384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A9D854-478D-4CCA-AD28-E5385E1896F1}"/>
              </a:ext>
            </a:extLst>
          </p:cNvPr>
          <p:cNvSpPr txBox="1"/>
          <p:nvPr/>
        </p:nvSpPr>
        <p:spPr>
          <a:xfrm>
            <a:off x="841136" y="3442319"/>
            <a:ext cx="537048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STRUCTURE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AD55DC-E104-4A82-8CE9-38CEB6E2DA94}"/>
              </a:ext>
            </a:extLst>
          </p:cNvPr>
          <p:cNvSpPr txBox="1"/>
          <p:nvPr/>
        </p:nvSpPr>
        <p:spPr>
          <a:xfrm>
            <a:off x="841136" y="4123661"/>
            <a:ext cx="537048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617A18-5076-485F-B882-53866C311E11}"/>
              </a:ext>
            </a:extLst>
          </p:cNvPr>
          <p:cNvSpPr txBox="1"/>
          <p:nvPr/>
        </p:nvSpPr>
        <p:spPr>
          <a:xfrm>
            <a:off x="841136" y="6016863"/>
            <a:ext cx="537048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STRATEGY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AC12DE-4913-41E6-8417-2909BA2C4A48}"/>
              </a:ext>
            </a:extLst>
          </p:cNvPr>
          <p:cNvSpPr txBox="1"/>
          <p:nvPr/>
        </p:nvSpPr>
        <p:spPr>
          <a:xfrm>
            <a:off x="841136" y="6698205"/>
            <a:ext cx="537048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8891BF-F616-40EA-A713-95A1AC7CD419}"/>
              </a:ext>
            </a:extLst>
          </p:cNvPr>
          <p:cNvSpPr txBox="1"/>
          <p:nvPr/>
        </p:nvSpPr>
        <p:spPr>
          <a:xfrm>
            <a:off x="841136" y="8603599"/>
            <a:ext cx="537048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SKILLS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BDED40-11A9-4186-BD15-9B54CC25EE5B}"/>
              </a:ext>
            </a:extLst>
          </p:cNvPr>
          <p:cNvSpPr txBox="1"/>
          <p:nvPr/>
        </p:nvSpPr>
        <p:spPr>
          <a:xfrm>
            <a:off x="841136" y="9284941"/>
            <a:ext cx="537048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3173E6-7F7D-4AB8-8E11-338AB088792C}"/>
              </a:ext>
            </a:extLst>
          </p:cNvPr>
          <p:cNvSpPr txBox="1"/>
          <p:nvPr/>
        </p:nvSpPr>
        <p:spPr>
          <a:xfrm>
            <a:off x="841136" y="11193383"/>
            <a:ext cx="537048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accent6"/>
                </a:solidFill>
                <a:latin typeface="Montserrat" pitchFamily="2" charset="77"/>
                <a:cs typeface="Poppins" pitchFamily="2" charset="77"/>
              </a:rPr>
              <a:t>SYSTEMS</a:t>
            </a:r>
            <a:endParaRPr lang="en-US" sz="3200" b="1" spc="-30" dirty="0">
              <a:solidFill>
                <a:schemeClr val="accent6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8EF7C3-0F49-4DC6-8887-8777432E3188}"/>
              </a:ext>
            </a:extLst>
          </p:cNvPr>
          <p:cNvSpPr txBox="1"/>
          <p:nvPr/>
        </p:nvSpPr>
        <p:spPr>
          <a:xfrm>
            <a:off x="841136" y="11874725"/>
            <a:ext cx="537048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138464-4DDA-4C88-8A2C-7A84C8DE1638}"/>
              </a:ext>
            </a:extLst>
          </p:cNvPr>
          <p:cNvSpPr txBox="1"/>
          <p:nvPr/>
        </p:nvSpPr>
        <p:spPr>
          <a:xfrm>
            <a:off x="18018036" y="4750994"/>
            <a:ext cx="551847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5"/>
                </a:solidFill>
                <a:latin typeface="Montserrat" pitchFamily="2" charset="77"/>
                <a:cs typeface="Poppins" pitchFamily="2" charset="77"/>
              </a:rPr>
              <a:t>STYLE</a:t>
            </a:r>
            <a:endParaRPr lang="en-US" sz="3200" b="1" spc="-30" dirty="0">
              <a:solidFill>
                <a:schemeClr val="accent5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AF3BA1-CA6C-4892-9815-23CB7207D18B}"/>
              </a:ext>
            </a:extLst>
          </p:cNvPr>
          <p:cNvSpPr txBox="1"/>
          <p:nvPr/>
        </p:nvSpPr>
        <p:spPr>
          <a:xfrm>
            <a:off x="18018036" y="5410217"/>
            <a:ext cx="551847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D4186B-47ED-4C89-B6E2-A4EB9C7138B7}"/>
              </a:ext>
            </a:extLst>
          </p:cNvPr>
          <p:cNvSpPr txBox="1"/>
          <p:nvPr/>
        </p:nvSpPr>
        <p:spPr>
          <a:xfrm>
            <a:off x="18018036" y="7321474"/>
            <a:ext cx="551847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STAFF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DC2C2D-A42B-4732-9B31-938ED7FA5716}"/>
              </a:ext>
            </a:extLst>
          </p:cNvPr>
          <p:cNvSpPr txBox="1"/>
          <p:nvPr/>
        </p:nvSpPr>
        <p:spPr>
          <a:xfrm>
            <a:off x="18018036" y="7980697"/>
            <a:ext cx="551847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53E364-726D-4772-A980-55EB07E24A6C}"/>
              </a:ext>
            </a:extLst>
          </p:cNvPr>
          <p:cNvSpPr txBox="1"/>
          <p:nvPr/>
        </p:nvSpPr>
        <p:spPr>
          <a:xfrm>
            <a:off x="18018036" y="9922434"/>
            <a:ext cx="551847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bg1">
                    <a:lumMod val="85000"/>
                  </a:schemeClr>
                </a:solidFill>
                <a:latin typeface="Montserrat" pitchFamily="2" charset="77"/>
                <a:cs typeface="Poppins" pitchFamily="2" charset="77"/>
              </a:rPr>
              <a:t>SHARED VALUES</a:t>
            </a:r>
            <a:endParaRPr lang="en-US" sz="3200" b="1" spc="-30" dirty="0">
              <a:solidFill>
                <a:schemeClr val="bg1">
                  <a:lumMod val="85000"/>
                </a:schemeClr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E7A385-F012-4CEA-841E-501B800F508E}"/>
              </a:ext>
            </a:extLst>
          </p:cNvPr>
          <p:cNvSpPr txBox="1"/>
          <p:nvPr/>
        </p:nvSpPr>
        <p:spPr>
          <a:xfrm>
            <a:off x="18018036" y="10581657"/>
            <a:ext cx="551847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Theme">
  <a:themeElements>
    <a:clrScheme name="AI - McKinsey 7S Model S2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00DCA4"/>
      </a:accent1>
      <a:accent2>
        <a:srgbClr val="00D1E7"/>
      </a:accent2>
      <a:accent3>
        <a:srgbClr val="00AFF6"/>
      </a:accent3>
      <a:accent4>
        <a:srgbClr val="173C66"/>
      </a:accent4>
      <a:accent5>
        <a:srgbClr val="125096"/>
      </a:accent5>
      <a:accent6>
        <a:srgbClr val="2981E7"/>
      </a:accent6>
      <a:hlink>
        <a:srgbClr val="335FFE"/>
      </a:hlink>
      <a:folHlink>
        <a:srgbClr val="CA64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82545</TotalTime>
  <Words>737</Words>
  <Application>Microsoft Macintosh PowerPoint</Application>
  <PresentationFormat>Custom</PresentationFormat>
  <Paragraphs>121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Montserrat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>Isabella Moncada</dc:creator>
  <cp:keywords/>
  <dc:description/>
  <cp:lastModifiedBy>Juanca López</cp:lastModifiedBy>
  <cp:revision>9691</cp:revision>
  <cp:lastPrinted>2019-09-18T23:04:43Z</cp:lastPrinted>
  <dcterms:created xsi:type="dcterms:W3CDTF">2014-11-12T21:47:38Z</dcterms:created>
  <dcterms:modified xsi:type="dcterms:W3CDTF">2023-04-12T01:46:52Z</dcterms:modified>
  <cp:category/>
</cp:coreProperties>
</file>